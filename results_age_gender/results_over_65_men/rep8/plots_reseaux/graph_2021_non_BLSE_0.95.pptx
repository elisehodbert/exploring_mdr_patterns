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50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9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04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31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9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0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592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6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7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6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9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5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5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4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4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3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4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1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4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9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1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199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2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57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5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8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5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9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231" y="3170392"/>
              <a:ext cx="3548" cy="167167"/>
            </a:xfrm>
            <a:custGeom>
              <a:avLst/>
              <a:pathLst>
                <a:path w="3548" h="167167">
                  <a:moveTo>
                    <a:pt x="3548" y="0"/>
                  </a:moveTo>
                  <a:lnTo>
                    <a:pt x="0" y="37"/>
                  </a:lnTo>
                  <a:lnTo>
                    <a:pt x="35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231" y="3170430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20"/>
              <a:ext cx="334333" cy="334289"/>
            </a:xfrm>
            <a:custGeom>
              <a:avLst/>
              <a:pathLst>
                <a:path w="334333" h="334289">
                  <a:moveTo>
                    <a:pt x="163618" y="9"/>
                  </a:moveTo>
                  <a:lnTo>
                    <a:pt x="158324" y="206"/>
                  </a:lnTo>
                  <a:lnTo>
                    <a:pt x="153038" y="570"/>
                  </a:lnTo>
                  <a:lnTo>
                    <a:pt x="147767" y="1101"/>
                  </a:lnTo>
                  <a:lnTo>
                    <a:pt x="142515" y="1799"/>
                  </a:lnTo>
                  <a:lnTo>
                    <a:pt x="137288" y="2663"/>
                  </a:lnTo>
                  <a:lnTo>
                    <a:pt x="132091" y="3693"/>
                  </a:lnTo>
                  <a:lnTo>
                    <a:pt x="126929" y="4886"/>
                  </a:lnTo>
                  <a:lnTo>
                    <a:pt x="121808" y="6243"/>
                  </a:lnTo>
                  <a:lnTo>
                    <a:pt x="116732" y="7761"/>
                  </a:lnTo>
                  <a:lnTo>
                    <a:pt x="111707" y="9439"/>
                  </a:lnTo>
                  <a:lnTo>
                    <a:pt x="106738" y="11276"/>
                  </a:lnTo>
                  <a:lnTo>
                    <a:pt x="101829" y="13269"/>
                  </a:lnTo>
                  <a:lnTo>
                    <a:pt x="96986" y="15417"/>
                  </a:lnTo>
                  <a:lnTo>
                    <a:pt x="92213" y="17717"/>
                  </a:lnTo>
                  <a:lnTo>
                    <a:pt x="87516" y="20167"/>
                  </a:lnTo>
                  <a:lnTo>
                    <a:pt x="82899" y="22765"/>
                  </a:lnTo>
                  <a:lnTo>
                    <a:pt x="78366" y="25507"/>
                  </a:lnTo>
                  <a:lnTo>
                    <a:pt x="73922" y="28392"/>
                  </a:lnTo>
                  <a:lnTo>
                    <a:pt x="69573" y="31417"/>
                  </a:lnTo>
                  <a:lnTo>
                    <a:pt x="65321" y="34578"/>
                  </a:lnTo>
                  <a:lnTo>
                    <a:pt x="61171" y="37872"/>
                  </a:lnTo>
                  <a:lnTo>
                    <a:pt x="57128" y="41295"/>
                  </a:lnTo>
                  <a:lnTo>
                    <a:pt x="53196" y="44845"/>
                  </a:lnTo>
                  <a:lnTo>
                    <a:pt x="49378" y="48518"/>
                  </a:lnTo>
                  <a:lnTo>
                    <a:pt x="45678" y="52311"/>
                  </a:lnTo>
                  <a:lnTo>
                    <a:pt x="42100" y="56218"/>
                  </a:lnTo>
                  <a:lnTo>
                    <a:pt x="38648" y="60237"/>
                  </a:lnTo>
                  <a:lnTo>
                    <a:pt x="35325" y="64363"/>
                  </a:lnTo>
                  <a:lnTo>
                    <a:pt x="32134" y="68592"/>
                  </a:lnTo>
                  <a:lnTo>
                    <a:pt x="29079" y="72921"/>
                  </a:lnTo>
                  <a:lnTo>
                    <a:pt x="26163" y="77344"/>
                  </a:lnTo>
                  <a:lnTo>
                    <a:pt x="23388" y="81857"/>
                  </a:lnTo>
                  <a:lnTo>
                    <a:pt x="20758" y="86456"/>
                  </a:lnTo>
                  <a:lnTo>
                    <a:pt x="18275" y="91136"/>
                  </a:lnTo>
                  <a:lnTo>
                    <a:pt x="15941" y="95892"/>
                  </a:lnTo>
                  <a:lnTo>
                    <a:pt x="13760" y="100720"/>
                  </a:lnTo>
                  <a:lnTo>
                    <a:pt x="11732" y="105615"/>
                  </a:lnTo>
                  <a:lnTo>
                    <a:pt x="9860" y="110571"/>
                  </a:lnTo>
                  <a:lnTo>
                    <a:pt x="8147" y="115584"/>
                  </a:lnTo>
                  <a:lnTo>
                    <a:pt x="6593" y="120649"/>
                  </a:lnTo>
                  <a:lnTo>
                    <a:pt x="5200" y="125761"/>
                  </a:lnTo>
                  <a:lnTo>
                    <a:pt x="3971" y="130914"/>
                  </a:lnTo>
                  <a:lnTo>
                    <a:pt x="2905" y="136104"/>
                  </a:lnTo>
                  <a:lnTo>
                    <a:pt x="2004" y="141325"/>
                  </a:lnTo>
                  <a:lnTo>
                    <a:pt x="1269" y="146571"/>
                  </a:lnTo>
                  <a:lnTo>
                    <a:pt x="700" y="151839"/>
                  </a:lnTo>
                  <a:lnTo>
                    <a:pt x="299" y="157122"/>
                  </a:lnTo>
                  <a:lnTo>
                    <a:pt x="65" y="162414"/>
                  </a:lnTo>
                  <a:lnTo>
                    <a:pt x="0" y="167712"/>
                  </a:lnTo>
                  <a:lnTo>
                    <a:pt x="102" y="173009"/>
                  </a:lnTo>
                  <a:lnTo>
                    <a:pt x="372" y="178300"/>
                  </a:lnTo>
                  <a:lnTo>
                    <a:pt x="809" y="183580"/>
                  </a:lnTo>
                  <a:lnTo>
                    <a:pt x="1413" y="188843"/>
                  </a:lnTo>
                  <a:lnTo>
                    <a:pt x="2184" y="194085"/>
                  </a:lnTo>
                  <a:lnTo>
                    <a:pt x="3121" y="199299"/>
                  </a:lnTo>
                  <a:lnTo>
                    <a:pt x="4223" y="204481"/>
                  </a:lnTo>
                  <a:lnTo>
                    <a:pt x="5488" y="209626"/>
                  </a:lnTo>
                  <a:lnTo>
                    <a:pt x="6915" y="214728"/>
                  </a:lnTo>
                  <a:lnTo>
                    <a:pt x="8504" y="219782"/>
                  </a:lnTo>
                  <a:lnTo>
                    <a:pt x="10252" y="224784"/>
                  </a:lnTo>
                  <a:lnTo>
                    <a:pt x="12157" y="229727"/>
                  </a:lnTo>
                  <a:lnTo>
                    <a:pt x="14218" y="234608"/>
                  </a:lnTo>
                  <a:lnTo>
                    <a:pt x="16433" y="239420"/>
                  </a:lnTo>
                  <a:lnTo>
                    <a:pt x="18799" y="244161"/>
                  </a:lnTo>
                  <a:lnTo>
                    <a:pt x="21315" y="248823"/>
                  </a:lnTo>
                  <a:lnTo>
                    <a:pt x="23976" y="253404"/>
                  </a:lnTo>
                  <a:lnTo>
                    <a:pt x="26782" y="257898"/>
                  </a:lnTo>
                  <a:lnTo>
                    <a:pt x="29728" y="262301"/>
                  </a:lnTo>
                  <a:lnTo>
                    <a:pt x="32813" y="266609"/>
                  </a:lnTo>
                  <a:lnTo>
                    <a:pt x="36032" y="270816"/>
                  </a:lnTo>
                  <a:lnTo>
                    <a:pt x="39384" y="274920"/>
                  </a:lnTo>
                  <a:lnTo>
                    <a:pt x="42863" y="278915"/>
                  </a:lnTo>
                  <a:lnTo>
                    <a:pt x="46468" y="282797"/>
                  </a:lnTo>
                  <a:lnTo>
                    <a:pt x="50193" y="286564"/>
                  </a:lnTo>
                  <a:lnTo>
                    <a:pt x="54036" y="290211"/>
                  </a:lnTo>
                  <a:lnTo>
                    <a:pt x="57993" y="293734"/>
                  </a:lnTo>
                  <a:lnTo>
                    <a:pt x="62060" y="297130"/>
                  </a:lnTo>
                  <a:lnTo>
                    <a:pt x="66232" y="300395"/>
                  </a:lnTo>
                  <a:lnTo>
                    <a:pt x="70505" y="303527"/>
                  </a:lnTo>
                  <a:lnTo>
                    <a:pt x="74876" y="306521"/>
                  </a:lnTo>
                  <a:lnTo>
                    <a:pt x="79339" y="309376"/>
                  </a:lnTo>
                  <a:lnTo>
                    <a:pt x="83890" y="312088"/>
                  </a:lnTo>
                  <a:lnTo>
                    <a:pt x="88525" y="314654"/>
                  </a:lnTo>
                  <a:lnTo>
                    <a:pt x="93239" y="317072"/>
                  </a:lnTo>
                  <a:lnTo>
                    <a:pt x="98027" y="319339"/>
                  </a:lnTo>
                  <a:lnTo>
                    <a:pt x="102885" y="321453"/>
                  </a:lnTo>
                  <a:lnTo>
                    <a:pt x="107807" y="323413"/>
                  </a:lnTo>
                  <a:lnTo>
                    <a:pt x="112789" y="325215"/>
                  </a:lnTo>
                  <a:lnTo>
                    <a:pt x="117826" y="326859"/>
                  </a:lnTo>
                  <a:lnTo>
                    <a:pt x="122912" y="328342"/>
                  </a:lnTo>
                  <a:lnTo>
                    <a:pt x="128042" y="329664"/>
                  </a:lnTo>
                  <a:lnTo>
                    <a:pt x="133212" y="330822"/>
                  </a:lnTo>
                  <a:lnTo>
                    <a:pt x="138416" y="331816"/>
                  </a:lnTo>
                  <a:lnTo>
                    <a:pt x="143649" y="332644"/>
                  </a:lnTo>
                  <a:lnTo>
                    <a:pt x="148905" y="333306"/>
                  </a:lnTo>
                  <a:lnTo>
                    <a:pt x="154180" y="333801"/>
                  </a:lnTo>
                  <a:lnTo>
                    <a:pt x="159468" y="334129"/>
                  </a:lnTo>
                  <a:lnTo>
                    <a:pt x="164763" y="334289"/>
                  </a:lnTo>
                  <a:lnTo>
                    <a:pt x="170061" y="334281"/>
                  </a:lnTo>
                  <a:lnTo>
                    <a:pt x="175356" y="334106"/>
                  </a:lnTo>
                  <a:lnTo>
                    <a:pt x="180643" y="333762"/>
                  </a:lnTo>
                  <a:lnTo>
                    <a:pt x="185916" y="333252"/>
                  </a:lnTo>
                  <a:lnTo>
                    <a:pt x="191171" y="332574"/>
                  </a:lnTo>
                  <a:lnTo>
                    <a:pt x="196401" y="331730"/>
                  </a:lnTo>
                  <a:lnTo>
                    <a:pt x="201602" y="330721"/>
                  </a:lnTo>
                  <a:lnTo>
                    <a:pt x="206769" y="329548"/>
                  </a:lnTo>
                  <a:lnTo>
                    <a:pt x="211895" y="328211"/>
                  </a:lnTo>
                  <a:lnTo>
                    <a:pt x="216977" y="326713"/>
                  </a:lnTo>
                  <a:lnTo>
                    <a:pt x="222008" y="325054"/>
                  </a:lnTo>
                  <a:lnTo>
                    <a:pt x="226985" y="323237"/>
                  </a:lnTo>
                  <a:lnTo>
                    <a:pt x="231902" y="321263"/>
                  </a:lnTo>
                  <a:lnTo>
                    <a:pt x="236753" y="319134"/>
                  </a:lnTo>
                  <a:lnTo>
                    <a:pt x="241535" y="316853"/>
                  </a:lnTo>
                  <a:lnTo>
                    <a:pt x="246241" y="314421"/>
                  </a:lnTo>
                  <a:lnTo>
                    <a:pt x="250869" y="311841"/>
                  </a:lnTo>
                  <a:lnTo>
                    <a:pt x="255412" y="309116"/>
                  </a:lnTo>
                  <a:lnTo>
                    <a:pt x="259867" y="306249"/>
                  </a:lnTo>
                  <a:lnTo>
                    <a:pt x="264229" y="303241"/>
                  </a:lnTo>
                  <a:lnTo>
                    <a:pt x="268493" y="300097"/>
                  </a:lnTo>
                  <a:lnTo>
                    <a:pt x="272655" y="296819"/>
                  </a:lnTo>
                  <a:lnTo>
                    <a:pt x="276711" y="293412"/>
                  </a:lnTo>
                  <a:lnTo>
                    <a:pt x="280658" y="289877"/>
                  </a:lnTo>
                  <a:lnTo>
                    <a:pt x="284490" y="286219"/>
                  </a:lnTo>
                  <a:lnTo>
                    <a:pt x="288205" y="282441"/>
                  </a:lnTo>
                  <a:lnTo>
                    <a:pt x="291798" y="278548"/>
                  </a:lnTo>
                  <a:lnTo>
                    <a:pt x="295265" y="274542"/>
                  </a:lnTo>
                  <a:lnTo>
                    <a:pt x="298605" y="270429"/>
                  </a:lnTo>
                  <a:lnTo>
                    <a:pt x="301812" y="266212"/>
                  </a:lnTo>
                  <a:lnTo>
                    <a:pt x="304884" y="261896"/>
                  </a:lnTo>
                  <a:lnTo>
                    <a:pt x="307817" y="257484"/>
                  </a:lnTo>
                  <a:lnTo>
                    <a:pt x="310609" y="252982"/>
                  </a:lnTo>
                  <a:lnTo>
                    <a:pt x="313258" y="248393"/>
                  </a:lnTo>
                  <a:lnTo>
                    <a:pt x="315759" y="243723"/>
                  </a:lnTo>
                  <a:lnTo>
                    <a:pt x="318111" y="238976"/>
                  </a:lnTo>
                  <a:lnTo>
                    <a:pt x="320312" y="234156"/>
                  </a:lnTo>
                  <a:lnTo>
                    <a:pt x="322359" y="229270"/>
                  </a:lnTo>
                  <a:lnTo>
                    <a:pt x="324249" y="224321"/>
                  </a:lnTo>
                  <a:lnTo>
                    <a:pt x="325983" y="219314"/>
                  </a:lnTo>
                  <a:lnTo>
                    <a:pt x="327556" y="214255"/>
                  </a:lnTo>
                  <a:lnTo>
                    <a:pt x="328969" y="209149"/>
                  </a:lnTo>
                  <a:lnTo>
                    <a:pt x="330219" y="204001"/>
                  </a:lnTo>
                  <a:lnTo>
                    <a:pt x="331305" y="198815"/>
                  </a:lnTo>
                  <a:lnTo>
                    <a:pt x="332226" y="193598"/>
                  </a:lnTo>
                  <a:lnTo>
                    <a:pt x="332982" y="188354"/>
                  </a:lnTo>
                  <a:lnTo>
                    <a:pt x="333571" y="183089"/>
                  </a:lnTo>
                  <a:lnTo>
                    <a:pt x="333993" y="177808"/>
                  </a:lnTo>
                  <a:lnTo>
                    <a:pt x="334247" y="172516"/>
                  </a:lnTo>
                  <a:lnTo>
                    <a:pt x="334333" y="167219"/>
                  </a:lnTo>
                  <a:lnTo>
                    <a:pt x="334252" y="161922"/>
                  </a:lnTo>
                  <a:lnTo>
                    <a:pt x="334003" y="156630"/>
                  </a:lnTo>
                  <a:lnTo>
                    <a:pt x="333586" y="151348"/>
                  </a:lnTo>
                  <a:lnTo>
                    <a:pt x="333002" y="146082"/>
                  </a:lnTo>
                  <a:lnTo>
                    <a:pt x="332251" y="140838"/>
                  </a:lnTo>
                  <a:lnTo>
                    <a:pt x="331335" y="135620"/>
                  </a:lnTo>
                  <a:lnTo>
                    <a:pt x="330254" y="130433"/>
                  </a:lnTo>
                  <a:lnTo>
                    <a:pt x="329009" y="125284"/>
                  </a:lnTo>
                  <a:lnTo>
                    <a:pt x="327601" y="120176"/>
                  </a:lnTo>
                  <a:lnTo>
                    <a:pt x="326032" y="115116"/>
                  </a:lnTo>
                  <a:lnTo>
                    <a:pt x="324304" y="110108"/>
                  </a:lnTo>
                  <a:lnTo>
                    <a:pt x="322418" y="105157"/>
                  </a:lnTo>
                  <a:lnTo>
                    <a:pt x="320376" y="100268"/>
                  </a:lnTo>
                  <a:lnTo>
                    <a:pt x="318180" y="95447"/>
                  </a:lnTo>
                  <a:lnTo>
                    <a:pt x="315832" y="90698"/>
                  </a:lnTo>
                  <a:lnTo>
                    <a:pt x="313335" y="86025"/>
                  </a:lnTo>
                  <a:lnTo>
                    <a:pt x="310691" y="81434"/>
                  </a:lnTo>
                  <a:lnTo>
                    <a:pt x="307903" y="76929"/>
                  </a:lnTo>
                  <a:lnTo>
                    <a:pt x="304974" y="72514"/>
                  </a:lnTo>
                  <a:lnTo>
                    <a:pt x="301906" y="68195"/>
                  </a:lnTo>
                  <a:lnTo>
                    <a:pt x="298703" y="63975"/>
                  </a:lnTo>
                  <a:lnTo>
                    <a:pt x="295368" y="59858"/>
                  </a:lnTo>
                  <a:lnTo>
                    <a:pt x="291904" y="55850"/>
                  </a:lnTo>
                  <a:lnTo>
                    <a:pt x="288315" y="51953"/>
                  </a:lnTo>
                  <a:lnTo>
                    <a:pt x="284604" y="48172"/>
                  </a:lnTo>
                  <a:lnTo>
                    <a:pt x="280775" y="44510"/>
                  </a:lnTo>
                  <a:lnTo>
                    <a:pt x="276832" y="40971"/>
                  </a:lnTo>
                  <a:lnTo>
                    <a:pt x="272779" y="37560"/>
                  </a:lnTo>
                  <a:lnTo>
                    <a:pt x="268620" y="34278"/>
                  </a:lnTo>
                  <a:lnTo>
                    <a:pt x="264359" y="31130"/>
                  </a:lnTo>
                  <a:lnTo>
                    <a:pt x="260000" y="28118"/>
                  </a:lnTo>
                  <a:lnTo>
                    <a:pt x="255548" y="25246"/>
                  </a:lnTo>
                  <a:lnTo>
                    <a:pt x="251007" y="22517"/>
                  </a:lnTo>
                  <a:lnTo>
                    <a:pt x="246382" y="19933"/>
                  </a:lnTo>
                  <a:lnTo>
                    <a:pt x="241678" y="17496"/>
                  </a:lnTo>
                  <a:lnTo>
                    <a:pt x="236898" y="15210"/>
                  </a:lnTo>
                  <a:lnTo>
                    <a:pt x="232049" y="13077"/>
                  </a:lnTo>
                  <a:lnTo>
                    <a:pt x="227134" y="11098"/>
                  </a:lnTo>
                  <a:lnTo>
                    <a:pt x="222160" y="9276"/>
                  </a:lnTo>
                  <a:lnTo>
                    <a:pt x="217130" y="7613"/>
                  </a:lnTo>
                  <a:lnTo>
                    <a:pt x="212049" y="6110"/>
                  </a:lnTo>
                  <a:lnTo>
                    <a:pt x="206924" y="4768"/>
                  </a:lnTo>
                  <a:lnTo>
                    <a:pt x="201759" y="3590"/>
                  </a:lnTo>
                  <a:lnTo>
                    <a:pt x="196559" y="2576"/>
                  </a:lnTo>
                  <a:lnTo>
                    <a:pt x="191329" y="1727"/>
                  </a:lnTo>
                  <a:lnTo>
                    <a:pt x="186075" y="1045"/>
                  </a:lnTo>
                  <a:lnTo>
                    <a:pt x="180803" y="529"/>
                  </a:lnTo>
                  <a:lnTo>
                    <a:pt x="175516" y="180"/>
                  </a:lnTo>
                  <a:lnTo>
                    <a:pt x="170221" y="0"/>
                  </a:lnTo>
                  <a:lnTo>
                    <a:pt x="167166" y="1671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3055" cy="167167"/>
            </a:xfrm>
            <a:custGeom>
              <a:avLst/>
              <a:pathLst>
                <a:path w="3055" h="167167">
                  <a:moveTo>
                    <a:pt x="3055" y="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3151" y="2633064"/>
              <a:ext cx="35859" cy="167167"/>
            </a:xfrm>
            <a:custGeom>
              <a:avLst/>
              <a:pathLst>
                <a:path w="35859" h="167167">
                  <a:moveTo>
                    <a:pt x="35859" y="0"/>
                  </a:moveTo>
                  <a:lnTo>
                    <a:pt x="28633" y="156"/>
                  </a:lnTo>
                  <a:lnTo>
                    <a:pt x="21421" y="624"/>
                  </a:lnTo>
                  <a:lnTo>
                    <a:pt x="14236" y="1404"/>
                  </a:lnTo>
                  <a:lnTo>
                    <a:pt x="7091" y="2494"/>
                  </a:lnTo>
                  <a:lnTo>
                    <a:pt x="0" y="3891"/>
                  </a:lnTo>
                  <a:lnTo>
                    <a:pt x="358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151" y="2636955"/>
              <a:ext cx="35859" cy="163275"/>
            </a:xfrm>
            <a:custGeom>
              <a:avLst/>
              <a:pathLst>
                <a:path w="35859" h="163275">
                  <a:moveTo>
                    <a:pt x="0" y="0"/>
                  </a:moveTo>
                  <a:lnTo>
                    <a:pt x="35859" y="163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7" y="2636955"/>
              <a:ext cx="334331" cy="330426"/>
            </a:xfrm>
            <a:custGeom>
              <a:avLst/>
              <a:pathLst>
                <a:path w="334331" h="330426">
                  <a:moveTo>
                    <a:pt x="131304" y="0"/>
                  </a:moveTo>
                  <a:lnTo>
                    <a:pt x="126156" y="1216"/>
                  </a:lnTo>
                  <a:lnTo>
                    <a:pt x="121049" y="2594"/>
                  </a:lnTo>
                  <a:lnTo>
                    <a:pt x="115989" y="4134"/>
                  </a:lnTo>
                  <a:lnTo>
                    <a:pt x="110979" y="5833"/>
                  </a:lnTo>
                  <a:lnTo>
                    <a:pt x="106026" y="7689"/>
                  </a:lnTo>
                  <a:lnTo>
                    <a:pt x="101134" y="9701"/>
                  </a:lnTo>
                  <a:lnTo>
                    <a:pt x="96308" y="11867"/>
                  </a:lnTo>
                  <a:lnTo>
                    <a:pt x="91553" y="14185"/>
                  </a:lnTo>
                  <a:lnTo>
                    <a:pt x="86874" y="16652"/>
                  </a:lnTo>
                  <a:lnTo>
                    <a:pt x="82275" y="19265"/>
                  </a:lnTo>
                  <a:lnTo>
                    <a:pt x="77762" y="22023"/>
                  </a:lnTo>
                  <a:lnTo>
                    <a:pt x="73337" y="24922"/>
                  </a:lnTo>
                  <a:lnTo>
                    <a:pt x="69007" y="27960"/>
                  </a:lnTo>
                  <a:lnTo>
                    <a:pt x="64775" y="31134"/>
                  </a:lnTo>
                  <a:lnTo>
                    <a:pt x="60645" y="34439"/>
                  </a:lnTo>
                  <a:lnTo>
                    <a:pt x="56623" y="37874"/>
                  </a:lnTo>
                  <a:lnTo>
                    <a:pt x="52710" y="41434"/>
                  </a:lnTo>
                  <a:lnTo>
                    <a:pt x="48913" y="45116"/>
                  </a:lnTo>
                  <a:lnTo>
                    <a:pt x="45233" y="48917"/>
                  </a:lnTo>
                  <a:lnTo>
                    <a:pt x="41676" y="52832"/>
                  </a:lnTo>
                  <a:lnTo>
                    <a:pt x="38245" y="56857"/>
                  </a:lnTo>
                  <a:lnTo>
                    <a:pt x="34942" y="60989"/>
                  </a:lnTo>
                  <a:lnTo>
                    <a:pt x="31772" y="65224"/>
                  </a:lnTo>
                  <a:lnTo>
                    <a:pt x="28738" y="69556"/>
                  </a:lnTo>
                  <a:lnTo>
                    <a:pt x="25842" y="73983"/>
                  </a:lnTo>
                  <a:lnTo>
                    <a:pt x="23088" y="78499"/>
                  </a:lnTo>
                  <a:lnTo>
                    <a:pt x="20478" y="83100"/>
                  </a:lnTo>
                  <a:lnTo>
                    <a:pt x="18014" y="87781"/>
                  </a:lnTo>
                  <a:lnTo>
                    <a:pt x="15701" y="92538"/>
                  </a:lnTo>
                  <a:lnTo>
                    <a:pt x="13538" y="97365"/>
                  </a:lnTo>
                  <a:lnTo>
                    <a:pt x="11530" y="102259"/>
                  </a:lnTo>
                  <a:lnTo>
                    <a:pt x="9677" y="107213"/>
                  </a:lnTo>
                  <a:lnTo>
                    <a:pt x="7982" y="112224"/>
                  </a:lnTo>
                  <a:lnTo>
                    <a:pt x="6447" y="117286"/>
                  </a:lnTo>
                  <a:lnTo>
                    <a:pt x="5072" y="122394"/>
                  </a:lnTo>
                  <a:lnTo>
                    <a:pt x="3860" y="127543"/>
                  </a:lnTo>
                  <a:lnTo>
                    <a:pt x="2811" y="132727"/>
                  </a:lnTo>
                  <a:lnTo>
                    <a:pt x="1927" y="137942"/>
                  </a:lnTo>
                  <a:lnTo>
                    <a:pt x="1208" y="143183"/>
                  </a:lnTo>
                  <a:lnTo>
                    <a:pt x="656" y="148444"/>
                  </a:lnTo>
                  <a:lnTo>
                    <a:pt x="270" y="153719"/>
                  </a:lnTo>
                  <a:lnTo>
                    <a:pt x="51" y="159004"/>
                  </a:lnTo>
                  <a:lnTo>
                    <a:pt x="0" y="164294"/>
                  </a:lnTo>
                  <a:lnTo>
                    <a:pt x="115" y="169582"/>
                  </a:lnTo>
                  <a:lnTo>
                    <a:pt x="399" y="174864"/>
                  </a:lnTo>
                  <a:lnTo>
                    <a:pt x="849" y="180135"/>
                  </a:lnTo>
                  <a:lnTo>
                    <a:pt x="1465" y="185388"/>
                  </a:lnTo>
                  <a:lnTo>
                    <a:pt x="2248" y="190620"/>
                  </a:lnTo>
                  <a:lnTo>
                    <a:pt x="3196" y="195824"/>
                  </a:lnTo>
                  <a:lnTo>
                    <a:pt x="4307" y="200995"/>
                  </a:lnTo>
                  <a:lnTo>
                    <a:pt x="5582" y="206129"/>
                  </a:lnTo>
                  <a:lnTo>
                    <a:pt x="7019" y="211219"/>
                  </a:lnTo>
                  <a:lnTo>
                    <a:pt x="8616" y="216262"/>
                  </a:lnTo>
                  <a:lnTo>
                    <a:pt x="10372" y="221252"/>
                  </a:lnTo>
                  <a:lnTo>
                    <a:pt x="12285" y="226184"/>
                  </a:lnTo>
                  <a:lnTo>
                    <a:pt x="14353" y="231052"/>
                  </a:lnTo>
                  <a:lnTo>
                    <a:pt x="16574" y="235853"/>
                  </a:lnTo>
                  <a:lnTo>
                    <a:pt x="18945" y="240581"/>
                  </a:lnTo>
                  <a:lnTo>
                    <a:pt x="21465" y="245232"/>
                  </a:lnTo>
                  <a:lnTo>
                    <a:pt x="24131" y="249801"/>
                  </a:lnTo>
                  <a:lnTo>
                    <a:pt x="26940" y="254283"/>
                  </a:lnTo>
                  <a:lnTo>
                    <a:pt x="29890" y="258674"/>
                  </a:lnTo>
                  <a:lnTo>
                    <a:pt x="32977" y="262969"/>
                  </a:lnTo>
                  <a:lnTo>
                    <a:pt x="36198" y="267165"/>
                  </a:lnTo>
                  <a:lnTo>
                    <a:pt x="39551" y="271256"/>
                  </a:lnTo>
                  <a:lnTo>
                    <a:pt x="43031" y="275240"/>
                  </a:lnTo>
                  <a:lnTo>
                    <a:pt x="46636" y="279111"/>
                  </a:lnTo>
                  <a:lnTo>
                    <a:pt x="50361" y="282867"/>
                  </a:lnTo>
                  <a:lnTo>
                    <a:pt x="54203" y="286502"/>
                  </a:lnTo>
                  <a:lnTo>
                    <a:pt x="58158" y="290014"/>
                  </a:lnTo>
                  <a:lnTo>
                    <a:pt x="62223" y="293400"/>
                  </a:lnTo>
                  <a:lnTo>
                    <a:pt x="66392" y="296655"/>
                  </a:lnTo>
                  <a:lnTo>
                    <a:pt x="70663" y="299776"/>
                  </a:lnTo>
                  <a:lnTo>
                    <a:pt x="75030" y="302761"/>
                  </a:lnTo>
                  <a:lnTo>
                    <a:pt x="79489" y="305606"/>
                  </a:lnTo>
                  <a:lnTo>
                    <a:pt x="84036" y="308309"/>
                  </a:lnTo>
                  <a:lnTo>
                    <a:pt x="88666" y="310866"/>
                  </a:lnTo>
                  <a:lnTo>
                    <a:pt x="93375" y="313276"/>
                  </a:lnTo>
                  <a:lnTo>
                    <a:pt x="98158" y="315536"/>
                  </a:lnTo>
                  <a:lnTo>
                    <a:pt x="103010" y="317643"/>
                  </a:lnTo>
                  <a:lnTo>
                    <a:pt x="107926" y="319595"/>
                  </a:lnTo>
                  <a:lnTo>
                    <a:pt x="112901" y="321391"/>
                  </a:lnTo>
                  <a:lnTo>
                    <a:pt x="117931" y="323029"/>
                  </a:lnTo>
                  <a:lnTo>
                    <a:pt x="123010" y="324506"/>
                  </a:lnTo>
                  <a:lnTo>
                    <a:pt x="128133" y="325823"/>
                  </a:lnTo>
                  <a:lnTo>
                    <a:pt x="133296" y="326976"/>
                  </a:lnTo>
                  <a:lnTo>
                    <a:pt x="138492" y="327966"/>
                  </a:lnTo>
                  <a:lnTo>
                    <a:pt x="143717" y="328790"/>
                  </a:lnTo>
                  <a:lnTo>
                    <a:pt x="148965" y="329449"/>
                  </a:lnTo>
                  <a:lnTo>
                    <a:pt x="154232" y="329942"/>
                  </a:lnTo>
                  <a:lnTo>
                    <a:pt x="159512" y="330268"/>
                  </a:lnTo>
                  <a:lnTo>
                    <a:pt x="164799" y="330426"/>
                  </a:lnTo>
                  <a:lnTo>
                    <a:pt x="170089" y="330417"/>
                  </a:lnTo>
                  <a:lnTo>
                    <a:pt x="175375" y="330241"/>
                  </a:lnTo>
                  <a:lnTo>
                    <a:pt x="180654" y="329898"/>
                  </a:lnTo>
                  <a:lnTo>
                    <a:pt x="185919" y="329387"/>
                  </a:lnTo>
                  <a:lnTo>
                    <a:pt x="191165" y="328711"/>
                  </a:lnTo>
                  <a:lnTo>
                    <a:pt x="196387" y="327869"/>
                  </a:lnTo>
                  <a:lnTo>
                    <a:pt x="201580" y="326862"/>
                  </a:lnTo>
                  <a:lnTo>
                    <a:pt x="206738" y="325691"/>
                  </a:lnTo>
                  <a:lnTo>
                    <a:pt x="211857" y="324358"/>
                  </a:lnTo>
                  <a:lnTo>
                    <a:pt x="216931" y="322863"/>
                  </a:lnTo>
                  <a:lnTo>
                    <a:pt x="221955" y="321208"/>
                  </a:lnTo>
                  <a:lnTo>
                    <a:pt x="226925" y="319396"/>
                  </a:lnTo>
                  <a:lnTo>
                    <a:pt x="231834" y="317427"/>
                  </a:lnTo>
                  <a:lnTo>
                    <a:pt x="236679" y="315304"/>
                  </a:lnTo>
                  <a:lnTo>
                    <a:pt x="241454" y="313028"/>
                  </a:lnTo>
                  <a:lnTo>
                    <a:pt x="246155" y="310603"/>
                  </a:lnTo>
                  <a:lnTo>
                    <a:pt x="250777" y="308030"/>
                  </a:lnTo>
                  <a:lnTo>
                    <a:pt x="255315" y="305312"/>
                  </a:lnTo>
                  <a:lnTo>
                    <a:pt x="259765" y="302452"/>
                  </a:lnTo>
                  <a:lnTo>
                    <a:pt x="264122" y="299452"/>
                  </a:lnTo>
                  <a:lnTo>
                    <a:pt x="268381" y="296317"/>
                  </a:lnTo>
                  <a:lnTo>
                    <a:pt x="272540" y="293048"/>
                  </a:lnTo>
                  <a:lnTo>
                    <a:pt x="276593" y="289649"/>
                  </a:lnTo>
                  <a:lnTo>
                    <a:pt x="280537" y="286123"/>
                  </a:lnTo>
                  <a:lnTo>
                    <a:pt x="284367" y="282475"/>
                  </a:lnTo>
                  <a:lnTo>
                    <a:pt x="288079" y="278707"/>
                  </a:lnTo>
                  <a:lnTo>
                    <a:pt x="291671" y="274823"/>
                  </a:lnTo>
                  <a:lnTo>
                    <a:pt x="295138" y="270828"/>
                  </a:lnTo>
                  <a:lnTo>
                    <a:pt x="298477" y="266726"/>
                  </a:lnTo>
                  <a:lnTo>
                    <a:pt x="301684" y="262519"/>
                  </a:lnTo>
                  <a:lnTo>
                    <a:pt x="304756" y="258213"/>
                  </a:lnTo>
                  <a:lnTo>
                    <a:pt x="307691" y="253813"/>
                  </a:lnTo>
                  <a:lnTo>
                    <a:pt x="310485" y="249321"/>
                  </a:lnTo>
                  <a:lnTo>
                    <a:pt x="313136" y="244744"/>
                  </a:lnTo>
                  <a:lnTo>
                    <a:pt x="315641" y="240085"/>
                  </a:lnTo>
                  <a:lnTo>
                    <a:pt x="317996" y="235348"/>
                  </a:lnTo>
                  <a:lnTo>
                    <a:pt x="320201" y="230540"/>
                  </a:lnTo>
                  <a:lnTo>
                    <a:pt x="322253" y="225665"/>
                  </a:lnTo>
                  <a:lnTo>
                    <a:pt x="324149" y="220727"/>
                  </a:lnTo>
                  <a:lnTo>
                    <a:pt x="325888" y="215731"/>
                  </a:lnTo>
                  <a:lnTo>
                    <a:pt x="327468" y="210683"/>
                  </a:lnTo>
                  <a:lnTo>
                    <a:pt x="328888" y="205587"/>
                  </a:lnTo>
                  <a:lnTo>
                    <a:pt x="330146" y="200449"/>
                  </a:lnTo>
                  <a:lnTo>
                    <a:pt x="331240" y="195274"/>
                  </a:lnTo>
                  <a:lnTo>
                    <a:pt x="332170" y="190067"/>
                  </a:lnTo>
                  <a:lnTo>
                    <a:pt x="332935" y="184833"/>
                  </a:lnTo>
                  <a:lnTo>
                    <a:pt x="333535" y="179577"/>
                  </a:lnTo>
                  <a:lnTo>
                    <a:pt x="333967" y="174306"/>
                  </a:lnTo>
                  <a:lnTo>
                    <a:pt x="334232" y="169023"/>
                  </a:lnTo>
                  <a:lnTo>
                    <a:pt x="334331" y="163734"/>
                  </a:lnTo>
                  <a:lnTo>
                    <a:pt x="334261" y="158445"/>
                  </a:lnTo>
                  <a:lnTo>
                    <a:pt x="334025" y="153160"/>
                  </a:lnTo>
                  <a:lnTo>
                    <a:pt x="333621" y="147886"/>
                  </a:lnTo>
                  <a:lnTo>
                    <a:pt x="333051" y="142627"/>
                  </a:lnTo>
                  <a:lnTo>
                    <a:pt x="332315" y="137389"/>
                  </a:lnTo>
                  <a:lnTo>
                    <a:pt x="331413" y="132177"/>
                  </a:lnTo>
                  <a:lnTo>
                    <a:pt x="330347" y="126996"/>
                  </a:lnTo>
                  <a:lnTo>
                    <a:pt x="329117" y="121851"/>
                  </a:lnTo>
                  <a:lnTo>
                    <a:pt x="327726" y="116748"/>
                  </a:lnTo>
                  <a:lnTo>
                    <a:pt x="326173" y="111691"/>
                  </a:lnTo>
                  <a:lnTo>
                    <a:pt x="324462" y="106686"/>
                  </a:lnTo>
                  <a:lnTo>
                    <a:pt x="322592" y="101738"/>
                  </a:lnTo>
                  <a:lnTo>
                    <a:pt x="320568" y="96851"/>
                  </a:lnTo>
                  <a:lnTo>
                    <a:pt x="318389" y="92031"/>
                  </a:lnTo>
                  <a:lnTo>
                    <a:pt x="316060" y="87282"/>
                  </a:lnTo>
                  <a:lnTo>
                    <a:pt x="313581" y="82609"/>
                  </a:lnTo>
                  <a:lnTo>
                    <a:pt x="310955" y="78017"/>
                  </a:lnTo>
                  <a:lnTo>
                    <a:pt x="308186" y="73510"/>
                  </a:lnTo>
                  <a:lnTo>
                    <a:pt x="305275" y="69093"/>
                  </a:lnTo>
                  <a:lnTo>
                    <a:pt x="302226" y="64771"/>
                  </a:lnTo>
                  <a:lnTo>
                    <a:pt x="299042" y="60547"/>
                  </a:lnTo>
                  <a:lnTo>
                    <a:pt x="295726" y="56426"/>
                  </a:lnTo>
                  <a:lnTo>
                    <a:pt x="292281" y="52412"/>
                  </a:lnTo>
                  <a:lnTo>
                    <a:pt x="288711" y="48509"/>
                  </a:lnTo>
                  <a:lnTo>
                    <a:pt x="285019" y="44721"/>
                  </a:lnTo>
                  <a:lnTo>
                    <a:pt x="281209" y="41051"/>
                  </a:lnTo>
                  <a:lnTo>
                    <a:pt x="277285" y="37504"/>
                  </a:lnTo>
                  <a:lnTo>
                    <a:pt x="273250" y="34083"/>
                  </a:lnTo>
                  <a:lnTo>
                    <a:pt x="269110" y="30791"/>
                  </a:lnTo>
                  <a:lnTo>
                    <a:pt x="264867" y="27632"/>
                  </a:lnTo>
                  <a:lnTo>
                    <a:pt x="260526" y="24609"/>
                  </a:lnTo>
                  <a:lnTo>
                    <a:pt x="256092" y="21725"/>
                  </a:lnTo>
                  <a:lnTo>
                    <a:pt x="251569" y="18982"/>
                  </a:lnTo>
                  <a:lnTo>
                    <a:pt x="246962" y="16384"/>
                  </a:lnTo>
                  <a:lnTo>
                    <a:pt x="242275" y="13932"/>
                  </a:lnTo>
                  <a:lnTo>
                    <a:pt x="237512" y="11631"/>
                  </a:lnTo>
                  <a:lnTo>
                    <a:pt x="167164" y="163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70348" cy="167167"/>
            </a:xfrm>
            <a:custGeom>
              <a:avLst/>
              <a:pathLst>
                <a:path w="70348" h="167167">
                  <a:moveTo>
                    <a:pt x="70348" y="15522"/>
                  </a:moveTo>
                  <a:lnTo>
                    <a:pt x="64814" y="13076"/>
                  </a:lnTo>
                  <a:lnTo>
                    <a:pt x="59195" y="10831"/>
                  </a:lnTo>
                  <a:lnTo>
                    <a:pt x="53499" y="8791"/>
                  </a:lnTo>
                  <a:lnTo>
                    <a:pt x="47732" y="6959"/>
                  </a:lnTo>
                  <a:lnTo>
                    <a:pt x="41903" y="5337"/>
                  </a:lnTo>
                  <a:lnTo>
                    <a:pt x="36020" y="3926"/>
                  </a:lnTo>
                  <a:lnTo>
                    <a:pt x="30089" y="2730"/>
                  </a:lnTo>
                  <a:lnTo>
                    <a:pt x="24118" y="1749"/>
                  </a:lnTo>
                  <a:lnTo>
                    <a:pt x="18116" y="984"/>
                  </a:lnTo>
                  <a:lnTo>
                    <a:pt x="12091" y="437"/>
                  </a:lnTo>
                  <a:lnTo>
                    <a:pt x="604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607" y="2126963"/>
              <a:ext cx="6864" cy="167167"/>
            </a:xfrm>
            <a:custGeom>
              <a:avLst/>
              <a:pathLst>
                <a:path w="6864" h="167167">
                  <a:moveTo>
                    <a:pt x="6864" y="0"/>
                  </a:moveTo>
                  <a:lnTo>
                    <a:pt x="0" y="141"/>
                  </a:lnTo>
                  <a:lnTo>
                    <a:pt x="68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607" y="2127104"/>
              <a:ext cx="6864" cy="167026"/>
            </a:xfrm>
            <a:custGeom>
              <a:avLst/>
              <a:pathLst>
                <a:path w="6864" h="167026">
                  <a:moveTo>
                    <a:pt x="0" y="0"/>
                  </a:moveTo>
                  <a:lnTo>
                    <a:pt x="6864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3" y="2127104"/>
              <a:ext cx="330726" cy="334193"/>
            </a:xfrm>
            <a:custGeom>
              <a:avLst/>
              <a:pathLst>
                <a:path w="330726" h="334193">
                  <a:moveTo>
                    <a:pt x="160293" y="0"/>
                  </a:moveTo>
                  <a:lnTo>
                    <a:pt x="155010" y="300"/>
                  </a:lnTo>
                  <a:lnTo>
                    <a:pt x="149740" y="768"/>
                  </a:lnTo>
                  <a:lnTo>
                    <a:pt x="144486" y="1403"/>
                  </a:lnTo>
                  <a:lnTo>
                    <a:pt x="139256" y="2204"/>
                  </a:lnTo>
                  <a:lnTo>
                    <a:pt x="134053" y="3169"/>
                  </a:lnTo>
                  <a:lnTo>
                    <a:pt x="128883" y="4299"/>
                  </a:lnTo>
                  <a:lnTo>
                    <a:pt x="123752" y="5592"/>
                  </a:lnTo>
                  <a:lnTo>
                    <a:pt x="118665" y="7047"/>
                  </a:lnTo>
                  <a:lnTo>
                    <a:pt x="113626" y="8662"/>
                  </a:lnTo>
                  <a:lnTo>
                    <a:pt x="108640" y="10435"/>
                  </a:lnTo>
                  <a:lnTo>
                    <a:pt x="103713" y="12366"/>
                  </a:lnTo>
                  <a:lnTo>
                    <a:pt x="98850" y="14452"/>
                  </a:lnTo>
                  <a:lnTo>
                    <a:pt x="94055" y="16690"/>
                  </a:lnTo>
                  <a:lnTo>
                    <a:pt x="89334" y="19079"/>
                  </a:lnTo>
                  <a:lnTo>
                    <a:pt x="84690" y="21616"/>
                  </a:lnTo>
                  <a:lnTo>
                    <a:pt x="80129" y="24299"/>
                  </a:lnTo>
                  <a:lnTo>
                    <a:pt x="75655" y="27125"/>
                  </a:lnTo>
                  <a:lnTo>
                    <a:pt x="71273" y="30091"/>
                  </a:lnTo>
                  <a:lnTo>
                    <a:pt x="66987" y="33195"/>
                  </a:lnTo>
                  <a:lnTo>
                    <a:pt x="62802" y="36432"/>
                  </a:lnTo>
                  <a:lnTo>
                    <a:pt x="58721" y="39801"/>
                  </a:lnTo>
                  <a:lnTo>
                    <a:pt x="54748" y="43296"/>
                  </a:lnTo>
                  <a:lnTo>
                    <a:pt x="50889" y="46916"/>
                  </a:lnTo>
                  <a:lnTo>
                    <a:pt x="47145" y="50656"/>
                  </a:lnTo>
                  <a:lnTo>
                    <a:pt x="43522" y="54513"/>
                  </a:lnTo>
                  <a:lnTo>
                    <a:pt x="40023" y="58482"/>
                  </a:lnTo>
                  <a:lnTo>
                    <a:pt x="36652" y="62561"/>
                  </a:lnTo>
                  <a:lnTo>
                    <a:pt x="33411" y="66744"/>
                  </a:lnTo>
                  <a:lnTo>
                    <a:pt x="30304" y="71027"/>
                  </a:lnTo>
                  <a:lnTo>
                    <a:pt x="27334" y="75406"/>
                  </a:lnTo>
                  <a:lnTo>
                    <a:pt x="24504" y="79878"/>
                  </a:lnTo>
                  <a:lnTo>
                    <a:pt x="21817" y="84437"/>
                  </a:lnTo>
                  <a:lnTo>
                    <a:pt x="19276" y="89078"/>
                  </a:lnTo>
                  <a:lnTo>
                    <a:pt x="16883" y="93797"/>
                  </a:lnTo>
                  <a:lnTo>
                    <a:pt x="14641" y="98590"/>
                  </a:lnTo>
                  <a:lnTo>
                    <a:pt x="12551" y="103452"/>
                  </a:lnTo>
                  <a:lnTo>
                    <a:pt x="10617" y="108377"/>
                  </a:lnTo>
                  <a:lnTo>
                    <a:pt x="8839" y="113361"/>
                  </a:lnTo>
                  <a:lnTo>
                    <a:pt x="7220" y="118399"/>
                  </a:lnTo>
                  <a:lnTo>
                    <a:pt x="5761" y="123485"/>
                  </a:lnTo>
                  <a:lnTo>
                    <a:pt x="4463" y="128615"/>
                  </a:lnTo>
                  <a:lnTo>
                    <a:pt x="3329" y="133784"/>
                  </a:lnTo>
                  <a:lnTo>
                    <a:pt x="2359" y="138986"/>
                  </a:lnTo>
                  <a:lnTo>
                    <a:pt x="1554" y="144216"/>
                  </a:lnTo>
                  <a:lnTo>
                    <a:pt x="915" y="149468"/>
                  </a:lnTo>
                  <a:lnTo>
                    <a:pt x="443" y="154739"/>
                  </a:lnTo>
                  <a:lnTo>
                    <a:pt x="138" y="160022"/>
                  </a:lnTo>
                  <a:lnTo>
                    <a:pt x="0" y="165311"/>
                  </a:lnTo>
                  <a:lnTo>
                    <a:pt x="29" y="170603"/>
                  </a:lnTo>
                  <a:lnTo>
                    <a:pt x="226" y="175891"/>
                  </a:lnTo>
                  <a:lnTo>
                    <a:pt x="590" y="181170"/>
                  </a:lnTo>
                  <a:lnTo>
                    <a:pt x="1121" y="186435"/>
                  </a:lnTo>
                  <a:lnTo>
                    <a:pt x="1819" y="191680"/>
                  </a:lnTo>
                  <a:lnTo>
                    <a:pt x="2682" y="196901"/>
                  </a:lnTo>
                  <a:lnTo>
                    <a:pt x="3710" y="202091"/>
                  </a:lnTo>
                  <a:lnTo>
                    <a:pt x="4901" y="207247"/>
                  </a:lnTo>
                  <a:lnTo>
                    <a:pt x="6256" y="212362"/>
                  </a:lnTo>
                  <a:lnTo>
                    <a:pt x="7771" y="217432"/>
                  </a:lnTo>
                  <a:lnTo>
                    <a:pt x="9447" y="222451"/>
                  </a:lnTo>
                  <a:lnTo>
                    <a:pt x="11280" y="227415"/>
                  </a:lnTo>
                  <a:lnTo>
                    <a:pt x="13269" y="232319"/>
                  </a:lnTo>
                  <a:lnTo>
                    <a:pt x="15413" y="237157"/>
                  </a:lnTo>
                  <a:lnTo>
                    <a:pt x="17708" y="241924"/>
                  </a:lnTo>
                  <a:lnTo>
                    <a:pt x="20154" y="246617"/>
                  </a:lnTo>
                  <a:lnTo>
                    <a:pt x="22747" y="251230"/>
                  </a:lnTo>
                  <a:lnTo>
                    <a:pt x="25484" y="255758"/>
                  </a:lnTo>
                  <a:lnTo>
                    <a:pt x="28363" y="260198"/>
                  </a:lnTo>
                  <a:lnTo>
                    <a:pt x="31382" y="264544"/>
                  </a:lnTo>
                  <a:lnTo>
                    <a:pt x="34536" y="268792"/>
                  </a:lnTo>
                  <a:lnTo>
                    <a:pt x="37824" y="272939"/>
                  </a:lnTo>
                  <a:lnTo>
                    <a:pt x="41241" y="276979"/>
                  </a:lnTo>
                  <a:lnTo>
                    <a:pt x="44784" y="280909"/>
                  </a:lnTo>
                  <a:lnTo>
                    <a:pt x="48450" y="284726"/>
                  </a:lnTo>
                  <a:lnTo>
                    <a:pt x="52234" y="288424"/>
                  </a:lnTo>
                  <a:lnTo>
                    <a:pt x="56134" y="292000"/>
                  </a:lnTo>
                  <a:lnTo>
                    <a:pt x="60145" y="295452"/>
                  </a:lnTo>
                  <a:lnTo>
                    <a:pt x="64263" y="298774"/>
                  </a:lnTo>
                  <a:lnTo>
                    <a:pt x="68485" y="301965"/>
                  </a:lnTo>
                  <a:lnTo>
                    <a:pt x="72805" y="305020"/>
                  </a:lnTo>
                  <a:lnTo>
                    <a:pt x="77220" y="307938"/>
                  </a:lnTo>
                  <a:lnTo>
                    <a:pt x="81725" y="310713"/>
                  </a:lnTo>
                  <a:lnTo>
                    <a:pt x="86315" y="313345"/>
                  </a:lnTo>
                  <a:lnTo>
                    <a:pt x="90987" y="315831"/>
                  </a:lnTo>
                  <a:lnTo>
                    <a:pt x="95735" y="318167"/>
                  </a:lnTo>
                  <a:lnTo>
                    <a:pt x="100554" y="320352"/>
                  </a:lnTo>
                  <a:lnTo>
                    <a:pt x="105440" y="322383"/>
                  </a:lnTo>
                  <a:lnTo>
                    <a:pt x="110388" y="324259"/>
                  </a:lnTo>
                  <a:lnTo>
                    <a:pt x="115393" y="325977"/>
                  </a:lnTo>
                  <a:lnTo>
                    <a:pt x="120450" y="327535"/>
                  </a:lnTo>
                  <a:lnTo>
                    <a:pt x="125554" y="328933"/>
                  </a:lnTo>
                  <a:lnTo>
                    <a:pt x="130699" y="330169"/>
                  </a:lnTo>
                  <a:lnTo>
                    <a:pt x="135881" y="331241"/>
                  </a:lnTo>
                  <a:lnTo>
                    <a:pt x="141094" y="332149"/>
                  </a:lnTo>
                  <a:lnTo>
                    <a:pt x="146333" y="332891"/>
                  </a:lnTo>
                  <a:lnTo>
                    <a:pt x="151593" y="333467"/>
                  </a:lnTo>
                  <a:lnTo>
                    <a:pt x="156869" y="333876"/>
                  </a:lnTo>
                  <a:lnTo>
                    <a:pt x="162155" y="334118"/>
                  </a:lnTo>
                  <a:lnTo>
                    <a:pt x="167446" y="334193"/>
                  </a:lnTo>
                  <a:lnTo>
                    <a:pt x="172737" y="334100"/>
                  </a:lnTo>
                  <a:lnTo>
                    <a:pt x="178022" y="333840"/>
                  </a:lnTo>
                  <a:lnTo>
                    <a:pt x="183296" y="333413"/>
                  </a:lnTo>
                  <a:lnTo>
                    <a:pt x="188554" y="332818"/>
                  </a:lnTo>
                  <a:lnTo>
                    <a:pt x="193791" y="332058"/>
                  </a:lnTo>
                  <a:lnTo>
                    <a:pt x="199001" y="331133"/>
                  </a:lnTo>
                  <a:lnTo>
                    <a:pt x="204179" y="330043"/>
                  </a:lnTo>
                  <a:lnTo>
                    <a:pt x="209320" y="328789"/>
                  </a:lnTo>
                  <a:lnTo>
                    <a:pt x="214418" y="327374"/>
                  </a:lnTo>
                  <a:lnTo>
                    <a:pt x="219470" y="325798"/>
                  </a:lnTo>
                  <a:lnTo>
                    <a:pt x="224469" y="324062"/>
                  </a:lnTo>
                  <a:lnTo>
                    <a:pt x="229410" y="322170"/>
                  </a:lnTo>
                  <a:lnTo>
                    <a:pt x="234289" y="320122"/>
                  </a:lnTo>
                  <a:lnTo>
                    <a:pt x="239101" y="317920"/>
                  </a:lnTo>
                  <a:lnTo>
                    <a:pt x="243841" y="315568"/>
                  </a:lnTo>
                  <a:lnTo>
                    <a:pt x="248504" y="313066"/>
                  </a:lnTo>
                  <a:lnTo>
                    <a:pt x="253085" y="310419"/>
                  </a:lnTo>
                  <a:lnTo>
                    <a:pt x="257581" y="307627"/>
                  </a:lnTo>
                  <a:lnTo>
                    <a:pt x="261986" y="304695"/>
                  </a:lnTo>
                  <a:lnTo>
                    <a:pt x="266295" y="301625"/>
                  </a:lnTo>
                  <a:lnTo>
                    <a:pt x="270506" y="298419"/>
                  </a:lnTo>
                  <a:lnTo>
                    <a:pt x="274613" y="295083"/>
                  </a:lnTo>
                  <a:lnTo>
                    <a:pt x="278612" y="291617"/>
                  </a:lnTo>
                  <a:lnTo>
                    <a:pt x="282499" y="288028"/>
                  </a:lnTo>
                  <a:lnTo>
                    <a:pt x="286271" y="284316"/>
                  </a:lnTo>
                  <a:lnTo>
                    <a:pt x="289924" y="280488"/>
                  </a:lnTo>
                  <a:lnTo>
                    <a:pt x="293453" y="276545"/>
                  </a:lnTo>
                  <a:lnTo>
                    <a:pt x="296856" y="272493"/>
                  </a:lnTo>
                  <a:lnTo>
                    <a:pt x="300129" y="268335"/>
                  </a:lnTo>
                  <a:lnTo>
                    <a:pt x="303269" y="264076"/>
                  </a:lnTo>
                  <a:lnTo>
                    <a:pt x="306273" y="259719"/>
                  </a:lnTo>
                  <a:lnTo>
                    <a:pt x="309137" y="255270"/>
                  </a:lnTo>
                  <a:lnTo>
                    <a:pt x="311859" y="250732"/>
                  </a:lnTo>
                  <a:lnTo>
                    <a:pt x="314435" y="246110"/>
                  </a:lnTo>
                  <a:lnTo>
                    <a:pt x="316865" y="241409"/>
                  </a:lnTo>
                  <a:lnTo>
                    <a:pt x="319144" y="236634"/>
                  </a:lnTo>
                  <a:lnTo>
                    <a:pt x="321271" y="231789"/>
                  </a:lnTo>
                  <a:lnTo>
                    <a:pt x="323243" y="226879"/>
                  </a:lnTo>
                  <a:lnTo>
                    <a:pt x="325060" y="221908"/>
                  </a:lnTo>
                  <a:lnTo>
                    <a:pt x="326718" y="216883"/>
                  </a:lnTo>
                  <a:lnTo>
                    <a:pt x="328216" y="211808"/>
                  </a:lnTo>
                  <a:lnTo>
                    <a:pt x="329552" y="206688"/>
                  </a:lnTo>
                  <a:lnTo>
                    <a:pt x="330726" y="201529"/>
                  </a:lnTo>
                  <a:lnTo>
                    <a:pt x="167158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51" cy="201670"/>
            </a:xfrm>
            <a:custGeom>
              <a:avLst/>
              <a:pathLst>
                <a:path w="167151" h="201670">
                  <a:moveTo>
                    <a:pt x="163568" y="201670"/>
                  </a:moveTo>
                  <a:lnTo>
                    <a:pt x="164598" y="196363"/>
                  </a:lnTo>
                  <a:lnTo>
                    <a:pt x="165456" y="191025"/>
                  </a:lnTo>
                  <a:lnTo>
                    <a:pt x="166141" y="185663"/>
                  </a:lnTo>
                  <a:lnTo>
                    <a:pt x="166652" y="180281"/>
                  </a:lnTo>
                  <a:lnTo>
                    <a:pt x="166989" y="174886"/>
                  </a:lnTo>
                  <a:lnTo>
                    <a:pt x="167151" y="169482"/>
                  </a:lnTo>
                  <a:lnTo>
                    <a:pt x="167138" y="164077"/>
                  </a:lnTo>
                  <a:lnTo>
                    <a:pt x="166951" y="158674"/>
                  </a:lnTo>
                  <a:lnTo>
                    <a:pt x="166589" y="153280"/>
                  </a:lnTo>
                  <a:lnTo>
                    <a:pt x="166053" y="147901"/>
                  </a:lnTo>
                  <a:lnTo>
                    <a:pt x="165343" y="142542"/>
                  </a:lnTo>
                  <a:lnTo>
                    <a:pt x="164461" y="137208"/>
                  </a:lnTo>
                  <a:lnTo>
                    <a:pt x="163406" y="131906"/>
                  </a:lnTo>
                  <a:lnTo>
                    <a:pt x="162180" y="126641"/>
                  </a:lnTo>
                  <a:lnTo>
                    <a:pt x="160785" y="121418"/>
                  </a:lnTo>
                  <a:lnTo>
                    <a:pt x="159222" y="116243"/>
                  </a:lnTo>
                  <a:lnTo>
                    <a:pt x="157492" y="111122"/>
                  </a:lnTo>
                  <a:lnTo>
                    <a:pt x="155597" y="106059"/>
                  </a:lnTo>
                  <a:lnTo>
                    <a:pt x="153540" y="101059"/>
                  </a:lnTo>
                  <a:lnTo>
                    <a:pt x="151322" y="96129"/>
                  </a:lnTo>
                  <a:lnTo>
                    <a:pt x="148946" y="91274"/>
                  </a:lnTo>
                  <a:lnTo>
                    <a:pt x="146415" y="86497"/>
                  </a:lnTo>
                  <a:lnTo>
                    <a:pt x="143730" y="81805"/>
                  </a:lnTo>
                  <a:lnTo>
                    <a:pt x="140894" y="77202"/>
                  </a:lnTo>
                  <a:lnTo>
                    <a:pt x="137912" y="72694"/>
                  </a:lnTo>
                  <a:lnTo>
                    <a:pt x="134785" y="68284"/>
                  </a:lnTo>
                  <a:lnTo>
                    <a:pt x="131517" y="63977"/>
                  </a:lnTo>
                  <a:lnTo>
                    <a:pt x="128112" y="59779"/>
                  </a:lnTo>
                  <a:lnTo>
                    <a:pt x="124573" y="55693"/>
                  </a:lnTo>
                  <a:lnTo>
                    <a:pt x="120903" y="51723"/>
                  </a:lnTo>
                  <a:lnTo>
                    <a:pt x="117107" y="47874"/>
                  </a:lnTo>
                  <a:lnTo>
                    <a:pt x="113189" y="44150"/>
                  </a:lnTo>
                  <a:lnTo>
                    <a:pt x="109152" y="40554"/>
                  </a:lnTo>
                  <a:lnTo>
                    <a:pt x="105001" y="37091"/>
                  </a:lnTo>
                  <a:lnTo>
                    <a:pt x="100740" y="33764"/>
                  </a:lnTo>
                  <a:lnTo>
                    <a:pt x="96374" y="30577"/>
                  </a:lnTo>
                  <a:lnTo>
                    <a:pt x="91907" y="27532"/>
                  </a:lnTo>
                  <a:lnTo>
                    <a:pt x="87344" y="24633"/>
                  </a:lnTo>
                  <a:lnTo>
                    <a:pt x="82689" y="21883"/>
                  </a:lnTo>
                  <a:lnTo>
                    <a:pt x="77949" y="19286"/>
                  </a:lnTo>
                  <a:lnTo>
                    <a:pt x="73126" y="16843"/>
                  </a:lnTo>
                  <a:lnTo>
                    <a:pt x="68227" y="14557"/>
                  </a:lnTo>
                  <a:lnTo>
                    <a:pt x="63257" y="12430"/>
                  </a:lnTo>
                  <a:lnTo>
                    <a:pt x="58221" y="10466"/>
                  </a:lnTo>
                  <a:lnTo>
                    <a:pt x="53124" y="8665"/>
                  </a:lnTo>
                  <a:lnTo>
                    <a:pt x="47971" y="7030"/>
                  </a:lnTo>
                  <a:lnTo>
                    <a:pt x="42768" y="5563"/>
                  </a:lnTo>
                  <a:lnTo>
                    <a:pt x="37520" y="4265"/>
                  </a:lnTo>
                  <a:lnTo>
                    <a:pt x="32233" y="3137"/>
                  </a:lnTo>
                  <a:lnTo>
                    <a:pt x="26913" y="2180"/>
                  </a:lnTo>
                  <a:lnTo>
                    <a:pt x="21564" y="1396"/>
                  </a:lnTo>
                  <a:lnTo>
                    <a:pt x="16193" y="786"/>
                  </a:lnTo>
                  <a:lnTo>
                    <a:pt x="10804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451" y="1681503"/>
              <a:ext cx="13783" cy="167167"/>
            </a:xfrm>
            <a:custGeom>
              <a:avLst/>
              <a:pathLst>
                <a:path w="13783" h="167167">
                  <a:moveTo>
                    <a:pt x="13783" y="0"/>
                  </a:moveTo>
                  <a:lnTo>
                    <a:pt x="0" y="569"/>
                  </a:lnTo>
                  <a:lnTo>
                    <a:pt x="1378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451" y="1682072"/>
              <a:ext cx="13783" cy="166598"/>
            </a:xfrm>
            <a:custGeom>
              <a:avLst/>
              <a:pathLst>
                <a:path w="13783" h="166598">
                  <a:moveTo>
                    <a:pt x="0" y="0"/>
                  </a:moveTo>
                  <a:lnTo>
                    <a:pt x="13783" y="166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8" y="1682072"/>
              <a:ext cx="334334" cy="333749"/>
            </a:xfrm>
            <a:custGeom>
              <a:avLst/>
              <a:pathLst>
                <a:path w="334334" h="333749">
                  <a:moveTo>
                    <a:pt x="153383" y="0"/>
                  </a:moveTo>
                  <a:lnTo>
                    <a:pt x="148107" y="520"/>
                  </a:lnTo>
                  <a:lnTo>
                    <a:pt x="142849" y="1208"/>
                  </a:lnTo>
                  <a:lnTo>
                    <a:pt x="137617" y="2063"/>
                  </a:lnTo>
                  <a:lnTo>
                    <a:pt x="132413" y="3083"/>
                  </a:lnTo>
                  <a:lnTo>
                    <a:pt x="127245" y="4267"/>
                  </a:lnTo>
                  <a:lnTo>
                    <a:pt x="122117" y="5615"/>
                  </a:lnTo>
                  <a:lnTo>
                    <a:pt x="117035" y="7124"/>
                  </a:lnTo>
                  <a:lnTo>
                    <a:pt x="112003" y="8794"/>
                  </a:lnTo>
                  <a:lnTo>
                    <a:pt x="107026" y="10623"/>
                  </a:lnTo>
                  <a:lnTo>
                    <a:pt x="102110" y="12609"/>
                  </a:lnTo>
                  <a:lnTo>
                    <a:pt x="97259" y="14749"/>
                  </a:lnTo>
                  <a:lnTo>
                    <a:pt x="92479" y="17043"/>
                  </a:lnTo>
                  <a:lnTo>
                    <a:pt x="87773" y="19487"/>
                  </a:lnTo>
                  <a:lnTo>
                    <a:pt x="83148" y="22078"/>
                  </a:lnTo>
                  <a:lnTo>
                    <a:pt x="78607" y="24816"/>
                  </a:lnTo>
                  <a:lnTo>
                    <a:pt x="74155" y="27695"/>
                  </a:lnTo>
                  <a:lnTo>
                    <a:pt x="69797" y="30715"/>
                  </a:lnTo>
                  <a:lnTo>
                    <a:pt x="65537" y="33871"/>
                  </a:lnTo>
                  <a:lnTo>
                    <a:pt x="61379" y="37161"/>
                  </a:lnTo>
                  <a:lnTo>
                    <a:pt x="57327" y="40581"/>
                  </a:lnTo>
                  <a:lnTo>
                    <a:pt x="53386" y="44128"/>
                  </a:lnTo>
                  <a:lnTo>
                    <a:pt x="49559" y="47798"/>
                  </a:lnTo>
                  <a:lnTo>
                    <a:pt x="45851" y="51587"/>
                  </a:lnTo>
                  <a:lnTo>
                    <a:pt x="42264" y="55492"/>
                  </a:lnTo>
                  <a:lnTo>
                    <a:pt x="38804" y="59509"/>
                  </a:lnTo>
                  <a:lnTo>
                    <a:pt x="35472" y="63634"/>
                  </a:lnTo>
                  <a:lnTo>
                    <a:pt x="32273" y="67862"/>
                  </a:lnTo>
                  <a:lnTo>
                    <a:pt x="29210" y="72190"/>
                  </a:lnTo>
                  <a:lnTo>
                    <a:pt x="26285" y="76612"/>
                  </a:lnTo>
                  <a:lnTo>
                    <a:pt x="23502" y="81125"/>
                  </a:lnTo>
                  <a:lnTo>
                    <a:pt x="20864" y="85724"/>
                  </a:lnTo>
                  <a:lnTo>
                    <a:pt x="18373" y="90405"/>
                  </a:lnTo>
                  <a:lnTo>
                    <a:pt x="16031" y="95162"/>
                  </a:lnTo>
                  <a:lnTo>
                    <a:pt x="13842" y="99990"/>
                  </a:lnTo>
                  <a:lnTo>
                    <a:pt x="11807" y="104886"/>
                  </a:lnTo>
                  <a:lnTo>
                    <a:pt x="9928" y="109844"/>
                  </a:lnTo>
                  <a:lnTo>
                    <a:pt x="8207" y="114859"/>
                  </a:lnTo>
                  <a:lnTo>
                    <a:pt x="6646" y="119927"/>
                  </a:lnTo>
                  <a:lnTo>
                    <a:pt x="5247" y="125041"/>
                  </a:lnTo>
                  <a:lnTo>
                    <a:pt x="4010" y="130196"/>
                  </a:lnTo>
                  <a:lnTo>
                    <a:pt x="2938" y="135389"/>
                  </a:lnTo>
                  <a:lnTo>
                    <a:pt x="2031" y="140613"/>
                  </a:lnTo>
                  <a:lnTo>
                    <a:pt x="1290" y="145863"/>
                  </a:lnTo>
                  <a:lnTo>
                    <a:pt x="716" y="151134"/>
                  </a:lnTo>
                  <a:lnTo>
                    <a:pt x="309" y="156420"/>
                  </a:lnTo>
                  <a:lnTo>
                    <a:pt x="70" y="161717"/>
                  </a:lnTo>
                  <a:lnTo>
                    <a:pt x="0" y="167019"/>
                  </a:lnTo>
                  <a:lnTo>
                    <a:pt x="97" y="172320"/>
                  </a:lnTo>
                  <a:lnTo>
                    <a:pt x="362" y="177615"/>
                  </a:lnTo>
                  <a:lnTo>
                    <a:pt x="796" y="182899"/>
                  </a:lnTo>
                  <a:lnTo>
                    <a:pt x="1396" y="188167"/>
                  </a:lnTo>
                  <a:lnTo>
                    <a:pt x="2164" y="193414"/>
                  </a:lnTo>
                  <a:lnTo>
                    <a:pt x="3097" y="198633"/>
                  </a:lnTo>
                  <a:lnTo>
                    <a:pt x="4196" y="203820"/>
                  </a:lnTo>
                  <a:lnTo>
                    <a:pt x="5458" y="208970"/>
                  </a:lnTo>
                  <a:lnTo>
                    <a:pt x="6883" y="214076"/>
                  </a:lnTo>
                  <a:lnTo>
                    <a:pt x="8469" y="219136"/>
                  </a:lnTo>
                  <a:lnTo>
                    <a:pt x="10215" y="224142"/>
                  </a:lnTo>
                  <a:lnTo>
                    <a:pt x="12119" y="229090"/>
                  </a:lnTo>
                  <a:lnTo>
                    <a:pt x="14179" y="233976"/>
                  </a:lnTo>
                  <a:lnTo>
                    <a:pt x="16393" y="238794"/>
                  </a:lnTo>
                  <a:lnTo>
                    <a:pt x="18758" y="243539"/>
                  </a:lnTo>
                  <a:lnTo>
                    <a:pt x="21273" y="248207"/>
                  </a:lnTo>
                  <a:lnTo>
                    <a:pt x="23934" y="252793"/>
                  </a:lnTo>
                  <a:lnTo>
                    <a:pt x="26740" y="257292"/>
                  </a:lnTo>
                  <a:lnTo>
                    <a:pt x="29687" y="261699"/>
                  </a:lnTo>
                  <a:lnTo>
                    <a:pt x="32772" y="266011"/>
                  </a:lnTo>
                  <a:lnTo>
                    <a:pt x="35992" y="270223"/>
                  </a:lnTo>
                  <a:lnTo>
                    <a:pt x="39344" y="274331"/>
                  </a:lnTo>
                  <a:lnTo>
                    <a:pt x="42825" y="278331"/>
                  </a:lnTo>
                  <a:lnTo>
                    <a:pt x="46431" y="282218"/>
                  </a:lnTo>
                  <a:lnTo>
                    <a:pt x="50159" y="285988"/>
                  </a:lnTo>
                  <a:lnTo>
                    <a:pt x="54004" y="289639"/>
                  </a:lnTo>
                  <a:lnTo>
                    <a:pt x="57963" y="293166"/>
                  </a:lnTo>
                  <a:lnTo>
                    <a:pt x="62032" y="296565"/>
                  </a:lnTo>
                  <a:lnTo>
                    <a:pt x="66206" y="299834"/>
                  </a:lnTo>
                  <a:lnTo>
                    <a:pt x="70482" y="302969"/>
                  </a:lnTo>
                  <a:lnTo>
                    <a:pt x="74856" y="305967"/>
                  </a:lnTo>
                  <a:lnTo>
                    <a:pt x="79322" y="308824"/>
                  </a:lnTo>
                  <a:lnTo>
                    <a:pt x="83877" y="311538"/>
                  </a:lnTo>
                  <a:lnTo>
                    <a:pt x="88515" y="314107"/>
                  </a:lnTo>
                  <a:lnTo>
                    <a:pt x="93232" y="316527"/>
                  </a:lnTo>
                  <a:lnTo>
                    <a:pt x="98024" y="318796"/>
                  </a:lnTo>
                  <a:lnTo>
                    <a:pt x="102886" y="320912"/>
                  </a:lnTo>
                  <a:lnTo>
                    <a:pt x="107812" y="322873"/>
                  </a:lnTo>
                  <a:lnTo>
                    <a:pt x="112798" y="324677"/>
                  </a:lnTo>
                  <a:lnTo>
                    <a:pt x="117838" y="326322"/>
                  </a:lnTo>
                  <a:lnTo>
                    <a:pt x="122928" y="327806"/>
                  </a:lnTo>
                  <a:lnTo>
                    <a:pt x="128063" y="329127"/>
                  </a:lnTo>
                  <a:lnTo>
                    <a:pt x="133237" y="330286"/>
                  </a:lnTo>
                  <a:lnTo>
                    <a:pt x="138445" y="331279"/>
                  </a:lnTo>
                  <a:lnTo>
                    <a:pt x="143682" y="332107"/>
                  </a:lnTo>
                  <a:lnTo>
                    <a:pt x="148943" y="332769"/>
                  </a:lnTo>
                  <a:lnTo>
                    <a:pt x="154222" y="333263"/>
                  </a:lnTo>
                  <a:lnTo>
                    <a:pt x="159514" y="333590"/>
                  </a:lnTo>
                  <a:lnTo>
                    <a:pt x="164814" y="333749"/>
                  </a:lnTo>
                  <a:lnTo>
                    <a:pt x="170116" y="333739"/>
                  </a:lnTo>
                  <a:lnTo>
                    <a:pt x="175415" y="333562"/>
                  </a:lnTo>
                  <a:lnTo>
                    <a:pt x="180705" y="333216"/>
                  </a:lnTo>
                  <a:lnTo>
                    <a:pt x="185983" y="332703"/>
                  </a:lnTo>
                  <a:lnTo>
                    <a:pt x="191241" y="332023"/>
                  </a:lnTo>
                  <a:lnTo>
                    <a:pt x="196475" y="331176"/>
                  </a:lnTo>
                  <a:lnTo>
                    <a:pt x="201679" y="330164"/>
                  </a:lnTo>
                  <a:lnTo>
                    <a:pt x="206849" y="328987"/>
                  </a:lnTo>
                  <a:lnTo>
                    <a:pt x="211979" y="327647"/>
                  </a:lnTo>
                  <a:lnTo>
                    <a:pt x="217064" y="326145"/>
                  </a:lnTo>
                  <a:lnTo>
                    <a:pt x="222099" y="324482"/>
                  </a:lnTo>
                  <a:lnTo>
                    <a:pt x="227078" y="322660"/>
                  </a:lnTo>
                  <a:lnTo>
                    <a:pt x="231997" y="320682"/>
                  </a:lnTo>
                  <a:lnTo>
                    <a:pt x="236851" y="318548"/>
                  </a:lnTo>
                  <a:lnTo>
                    <a:pt x="241635" y="316262"/>
                  </a:lnTo>
                  <a:lnTo>
                    <a:pt x="246344" y="313825"/>
                  </a:lnTo>
                  <a:lnTo>
                    <a:pt x="250973" y="311240"/>
                  </a:lnTo>
                  <a:lnTo>
                    <a:pt x="255518" y="308510"/>
                  </a:lnTo>
                  <a:lnTo>
                    <a:pt x="259974" y="305636"/>
                  </a:lnTo>
                  <a:lnTo>
                    <a:pt x="264337" y="302623"/>
                  </a:lnTo>
                  <a:lnTo>
                    <a:pt x="268601" y="299473"/>
                  </a:lnTo>
                  <a:lnTo>
                    <a:pt x="272764" y="296190"/>
                  </a:lnTo>
                  <a:lnTo>
                    <a:pt x="276821" y="292776"/>
                  </a:lnTo>
                  <a:lnTo>
                    <a:pt x="280767" y="289235"/>
                  </a:lnTo>
                  <a:lnTo>
                    <a:pt x="284599" y="285570"/>
                  </a:lnTo>
                  <a:lnTo>
                    <a:pt x="288313" y="281786"/>
                  </a:lnTo>
                  <a:lnTo>
                    <a:pt x="291905" y="277886"/>
                  </a:lnTo>
                  <a:lnTo>
                    <a:pt x="295372" y="273875"/>
                  </a:lnTo>
                  <a:lnTo>
                    <a:pt x="298709" y="269755"/>
                  </a:lnTo>
                  <a:lnTo>
                    <a:pt x="301915" y="265531"/>
                  </a:lnTo>
                  <a:lnTo>
                    <a:pt x="304984" y="261208"/>
                  </a:lnTo>
                  <a:lnTo>
                    <a:pt x="307916" y="256790"/>
                  </a:lnTo>
                  <a:lnTo>
                    <a:pt x="310705" y="252281"/>
                  </a:lnTo>
                  <a:lnTo>
                    <a:pt x="313350" y="247686"/>
                  </a:lnTo>
                  <a:lnTo>
                    <a:pt x="315848" y="243009"/>
                  </a:lnTo>
                  <a:lnTo>
                    <a:pt x="318197" y="238256"/>
                  </a:lnTo>
                  <a:lnTo>
                    <a:pt x="320393" y="233430"/>
                  </a:lnTo>
                  <a:lnTo>
                    <a:pt x="322435" y="228537"/>
                  </a:lnTo>
                  <a:lnTo>
                    <a:pt x="324322" y="223582"/>
                  </a:lnTo>
                  <a:lnTo>
                    <a:pt x="326050" y="218569"/>
                  </a:lnTo>
                  <a:lnTo>
                    <a:pt x="327618" y="213504"/>
                  </a:lnTo>
                  <a:lnTo>
                    <a:pt x="329025" y="208392"/>
                  </a:lnTo>
                  <a:lnTo>
                    <a:pt x="330269" y="203238"/>
                  </a:lnTo>
                  <a:lnTo>
                    <a:pt x="331349" y="198047"/>
                  </a:lnTo>
                  <a:lnTo>
                    <a:pt x="332264" y="192825"/>
                  </a:lnTo>
                  <a:lnTo>
                    <a:pt x="333012" y="187576"/>
                  </a:lnTo>
                  <a:lnTo>
                    <a:pt x="333594" y="182306"/>
                  </a:lnTo>
                  <a:lnTo>
                    <a:pt x="334009" y="177020"/>
                  </a:lnTo>
                  <a:lnTo>
                    <a:pt x="334255" y="171724"/>
                  </a:lnTo>
                  <a:lnTo>
                    <a:pt x="334334" y="166422"/>
                  </a:lnTo>
                  <a:lnTo>
                    <a:pt x="334244" y="161121"/>
                  </a:lnTo>
                  <a:lnTo>
                    <a:pt x="333986" y="155825"/>
                  </a:lnTo>
                  <a:lnTo>
                    <a:pt x="333561" y="150540"/>
                  </a:lnTo>
                  <a:lnTo>
                    <a:pt x="332968" y="145271"/>
                  </a:lnTo>
                  <a:lnTo>
                    <a:pt x="332208" y="140024"/>
                  </a:lnTo>
                  <a:lnTo>
                    <a:pt x="331282" y="134803"/>
                  </a:lnTo>
                  <a:lnTo>
                    <a:pt x="330192" y="129615"/>
                  </a:lnTo>
                  <a:lnTo>
                    <a:pt x="328937" y="124463"/>
                  </a:lnTo>
                  <a:lnTo>
                    <a:pt x="327519" y="119354"/>
                  </a:lnTo>
                  <a:lnTo>
                    <a:pt x="325940" y="114293"/>
                  </a:lnTo>
                  <a:lnTo>
                    <a:pt x="324202" y="109284"/>
                  </a:lnTo>
                  <a:lnTo>
                    <a:pt x="322305" y="104332"/>
                  </a:lnTo>
                  <a:lnTo>
                    <a:pt x="320252" y="99444"/>
                  </a:lnTo>
                  <a:lnTo>
                    <a:pt x="318046" y="94623"/>
                  </a:lnTo>
                  <a:lnTo>
                    <a:pt x="315687" y="89874"/>
                  </a:lnTo>
                  <a:lnTo>
                    <a:pt x="313179" y="85203"/>
                  </a:lnTo>
                  <a:lnTo>
                    <a:pt x="310525" y="80613"/>
                  </a:lnTo>
                  <a:lnTo>
                    <a:pt x="307726" y="76110"/>
                  </a:lnTo>
                  <a:lnTo>
                    <a:pt x="304785" y="71698"/>
                  </a:lnTo>
                  <a:lnTo>
                    <a:pt x="301707" y="67381"/>
                  </a:lnTo>
                  <a:lnTo>
                    <a:pt x="298492" y="63165"/>
                  </a:lnTo>
                  <a:lnTo>
                    <a:pt x="295146" y="59052"/>
                  </a:lnTo>
                  <a:lnTo>
                    <a:pt x="291671" y="55047"/>
                  </a:lnTo>
                  <a:lnTo>
                    <a:pt x="288071" y="51155"/>
                  </a:lnTo>
                  <a:lnTo>
                    <a:pt x="284349" y="47379"/>
                  </a:lnTo>
                  <a:lnTo>
                    <a:pt x="280509" y="43722"/>
                  </a:lnTo>
                  <a:lnTo>
                    <a:pt x="276556" y="40190"/>
                  </a:lnTo>
                  <a:lnTo>
                    <a:pt x="272492" y="36784"/>
                  </a:lnTo>
                  <a:lnTo>
                    <a:pt x="268322" y="33509"/>
                  </a:lnTo>
                  <a:lnTo>
                    <a:pt x="264051" y="30368"/>
                  </a:lnTo>
                  <a:lnTo>
                    <a:pt x="259682" y="27364"/>
                  </a:lnTo>
                  <a:lnTo>
                    <a:pt x="255219" y="24501"/>
                  </a:lnTo>
                  <a:lnTo>
                    <a:pt x="250669" y="21780"/>
                  </a:lnTo>
                  <a:lnTo>
                    <a:pt x="246034" y="19204"/>
                  </a:lnTo>
                  <a:lnTo>
                    <a:pt x="241320" y="16777"/>
                  </a:lnTo>
                  <a:lnTo>
                    <a:pt x="236532" y="14501"/>
                  </a:lnTo>
                  <a:lnTo>
                    <a:pt x="231673" y="12378"/>
                  </a:lnTo>
                  <a:lnTo>
                    <a:pt x="226750" y="10410"/>
                  </a:lnTo>
                  <a:lnTo>
                    <a:pt x="221767" y="8599"/>
                  </a:lnTo>
                  <a:lnTo>
                    <a:pt x="216729" y="6946"/>
                  </a:lnTo>
                  <a:lnTo>
                    <a:pt x="211641" y="5455"/>
                  </a:lnTo>
                  <a:lnTo>
                    <a:pt x="206508" y="4126"/>
                  </a:lnTo>
                  <a:lnTo>
                    <a:pt x="201336" y="2960"/>
                  </a:lnTo>
                  <a:lnTo>
                    <a:pt x="196129" y="1958"/>
                  </a:lnTo>
                  <a:lnTo>
                    <a:pt x="167166" y="166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8962" cy="167167"/>
            </a:xfrm>
            <a:custGeom>
              <a:avLst/>
              <a:pathLst>
                <a:path w="28962" h="167167">
                  <a:moveTo>
                    <a:pt x="28962" y="2528"/>
                  </a:moveTo>
                  <a:lnTo>
                    <a:pt x="21770" y="1423"/>
                  </a:lnTo>
                  <a:lnTo>
                    <a:pt x="14536" y="633"/>
                  </a:lnTo>
                  <a:lnTo>
                    <a:pt x="7275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18275"/>
            </a:xfrm>
            <a:custGeom>
              <a:avLst/>
              <a:pathLst>
                <a:path w="167166" h="318275">
                  <a:moveTo>
                    <a:pt x="167166" y="0"/>
                  </a:moveTo>
                  <a:lnTo>
                    <a:pt x="161794" y="86"/>
                  </a:lnTo>
                  <a:lnTo>
                    <a:pt x="156428" y="345"/>
                  </a:lnTo>
                  <a:lnTo>
                    <a:pt x="151073" y="776"/>
                  </a:lnTo>
                  <a:lnTo>
                    <a:pt x="145734" y="1379"/>
                  </a:lnTo>
                  <a:lnTo>
                    <a:pt x="140418" y="2153"/>
                  </a:lnTo>
                  <a:lnTo>
                    <a:pt x="135129" y="3098"/>
                  </a:lnTo>
                  <a:lnTo>
                    <a:pt x="129874" y="4212"/>
                  </a:lnTo>
                  <a:lnTo>
                    <a:pt x="124657" y="5495"/>
                  </a:lnTo>
                  <a:lnTo>
                    <a:pt x="119484" y="6944"/>
                  </a:lnTo>
                  <a:lnTo>
                    <a:pt x="114360" y="8559"/>
                  </a:lnTo>
                  <a:lnTo>
                    <a:pt x="109291" y="10338"/>
                  </a:lnTo>
                  <a:lnTo>
                    <a:pt x="104281" y="12278"/>
                  </a:lnTo>
                  <a:lnTo>
                    <a:pt x="99336" y="14379"/>
                  </a:lnTo>
                  <a:lnTo>
                    <a:pt x="94462" y="16638"/>
                  </a:lnTo>
                  <a:lnTo>
                    <a:pt x="89662" y="19051"/>
                  </a:lnTo>
                  <a:lnTo>
                    <a:pt x="84943" y="21618"/>
                  </a:lnTo>
                  <a:lnTo>
                    <a:pt x="80308" y="24336"/>
                  </a:lnTo>
                  <a:lnTo>
                    <a:pt x="75764" y="27200"/>
                  </a:lnTo>
                  <a:lnTo>
                    <a:pt x="71313" y="30210"/>
                  </a:lnTo>
                  <a:lnTo>
                    <a:pt x="66962" y="33361"/>
                  </a:lnTo>
                  <a:lnTo>
                    <a:pt x="62714" y="36650"/>
                  </a:lnTo>
                  <a:lnTo>
                    <a:pt x="58574" y="40073"/>
                  </a:lnTo>
                  <a:lnTo>
                    <a:pt x="54546" y="43628"/>
                  </a:lnTo>
                  <a:lnTo>
                    <a:pt x="50634" y="47311"/>
                  </a:lnTo>
                  <a:lnTo>
                    <a:pt x="46843" y="51118"/>
                  </a:lnTo>
                  <a:lnTo>
                    <a:pt x="43176" y="55044"/>
                  </a:lnTo>
                  <a:lnTo>
                    <a:pt x="39637" y="59086"/>
                  </a:lnTo>
                  <a:lnTo>
                    <a:pt x="36230" y="63240"/>
                  </a:lnTo>
                  <a:lnTo>
                    <a:pt x="32958" y="67501"/>
                  </a:lnTo>
                  <a:lnTo>
                    <a:pt x="29825" y="71865"/>
                  </a:lnTo>
                  <a:lnTo>
                    <a:pt x="26833" y="76327"/>
                  </a:lnTo>
                  <a:lnTo>
                    <a:pt x="23987" y="80883"/>
                  </a:lnTo>
                  <a:lnTo>
                    <a:pt x="21288" y="85529"/>
                  </a:lnTo>
                  <a:lnTo>
                    <a:pt x="18740" y="90259"/>
                  </a:lnTo>
                  <a:lnTo>
                    <a:pt x="16346" y="95068"/>
                  </a:lnTo>
                  <a:lnTo>
                    <a:pt x="14107" y="99951"/>
                  </a:lnTo>
                  <a:lnTo>
                    <a:pt x="12026" y="104904"/>
                  </a:lnTo>
                  <a:lnTo>
                    <a:pt x="10105" y="109922"/>
                  </a:lnTo>
                  <a:lnTo>
                    <a:pt x="8347" y="114998"/>
                  </a:lnTo>
                  <a:lnTo>
                    <a:pt x="6753" y="120128"/>
                  </a:lnTo>
                  <a:lnTo>
                    <a:pt x="5324" y="125307"/>
                  </a:lnTo>
                  <a:lnTo>
                    <a:pt x="4062" y="130529"/>
                  </a:lnTo>
                  <a:lnTo>
                    <a:pt x="2969" y="135789"/>
                  </a:lnTo>
                  <a:lnTo>
                    <a:pt x="2046" y="141082"/>
                  </a:lnTo>
                  <a:lnTo>
                    <a:pt x="1293" y="146401"/>
                  </a:lnTo>
                  <a:lnTo>
                    <a:pt x="711" y="151742"/>
                  </a:lnTo>
                  <a:lnTo>
                    <a:pt x="302" y="157099"/>
                  </a:lnTo>
                  <a:lnTo>
                    <a:pt x="64" y="162466"/>
                  </a:lnTo>
                  <a:lnTo>
                    <a:pt x="0" y="167838"/>
                  </a:lnTo>
                  <a:lnTo>
                    <a:pt x="107" y="173209"/>
                  </a:lnTo>
                  <a:lnTo>
                    <a:pt x="388" y="178574"/>
                  </a:lnTo>
                  <a:lnTo>
                    <a:pt x="840" y="183927"/>
                  </a:lnTo>
                  <a:lnTo>
                    <a:pt x="1465" y="189263"/>
                  </a:lnTo>
                  <a:lnTo>
                    <a:pt x="2261" y="194576"/>
                  </a:lnTo>
                  <a:lnTo>
                    <a:pt x="3226" y="199861"/>
                  </a:lnTo>
                  <a:lnTo>
                    <a:pt x="4362" y="205112"/>
                  </a:lnTo>
                  <a:lnTo>
                    <a:pt x="5665" y="210324"/>
                  </a:lnTo>
                  <a:lnTo>
                    <a:pt x="7135" y="215491"/>
                  </a:lnTo>
                  <a:lnTo>
                    <a:pt x="8771" y="220609"/>
                  </a:lnTo>
                  <a:lnTo>
                    <a:pt x="10570" y="225671"/>
                  </a:lnTo>
                  <a:lnTo>
                    <a:pt x="12531" y="230673"/>
                  </a:lnTo>
                  <a:lnTo>
                    <a:pt x="14651" y="235609"/>
                  </a:lnTo>
                  <a:lnTo>
                    <a:pt x="16929" y="240474"/>
                  </a:lnTo>
                  <a:lnTo>
                    <a:pt x="19362" y="245264"/>
                  </a:lnTo>
                  <a:lnTo>
                    <a:pt x="21948" y="249973"/>
                  </a:lnTo>
                  <a:lnTo>
                    <a:pt x="24684" y="254597"/>
                  </a:lnTo>
                  <a:lnTo>
                    <a:pt x="27567" y="259130"/>
                  </a:lnTo>
                  <a:lnTo>
                    <a:pt x="30594" y="263568"/>
                  </a:lnTo>
                  <a:lnTo>
                    <a:pt x="33762" y="267907"/>
                  </a:lnTo>
                  <a:lnTo>
                    <a:pt x="37068" y="272142"/>
                  </a:lnTo>
                  <a:lnTo>
                    <a:pt x="40509" y="276268"/>
                  </a:lnTo>
                  <a:lnTo>
                    <a:pt x="44080" y="280281"/>
                  </a:lnTo>
                  <a:lnTo>
                    <a:pt x="47778" y="284178"/>
                  </a:lnTo>
                  <a:lnTo>
                    <a:pt x="51600" y="287954"/>
                  </a:lnTo>
                  <a:lnTo>
                    <a:pt x="55541" y="291605"/>
                  </a:lnTo>
                  <a:lnTo>
                    <a:pt x="59597" y="295128"/>
                  </a:lnTo>
                  <a:lnTo>
                    <a:pt x="63765" y="298518"/>
                  </a:lnTo>
                  <a:lnTo>
                    <a:pt x="68039" y="301773"/>
                  </a:lnTo>
                  <a:lnTo>
                    <a:pt x="72415" y="304889"/>
                  </a:lnTo>
                  <a:lnTo>
                    <a:pt x="76890" y="307862"/>
                  </a:lnTo>
                  <a:lnTo>
                    <a:pt x="81457" y="310691"/>
                  </a:lnTo>
                  <a:lnTo>
                    <a:pt x="86114" y="313371"/>
                  </a:lnTo>
                  <a:lnTo>
                    <a:pt x="90853" y="315900"/>
                  </a:lnTo>
                  <a:lnTo>
                    <a:pt x="95672" y="31827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9545" y="1489739"/>
              <a:ext cx="71493" cy="151108"/>
            </a:xfrm>
            <a:custGeom>
              <a:avLst/>
              <a:pathLst>
                <a:path w="71493" h="151108">
                  <a:moveTo>
                    <a:pt x="0" y="151108"/>
                  </a:moveTo>
                  <a:lnTo>
                    <a:pt x="714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9545" y="1345015"/>
              <a:ext cx="238658" cy="311889"/>
            </a:xfrm>
            <a:custGeom>
              <a:avLst/>
              <a:pathLst>
                <a:path w="238658" h="311889">
                  <a:moveTo>
                    <a:pt x="0" y="295831"/>
                  </a:moveTo>
                  <a:lnTo>
                    <a:pt x="4851" y="298032"/>
                  </a:lnTo>
                  <a:lnTo>
                    <a:pt x="9769" y="300078"/>
                  </a:lnTo>
                  <a:lnTo>
                    <a:pt x="14751" y="301965"/>
                  </a:lnTo>
                  <a:lnTo>
                    <a:pt x="19790" y="303694"/>
                  </a:lnTo>
                  <a:lnTo>
                    <a:pt x="24881" y="305260"/>
                  </a:lnTo>
                  <a:lnTo>
                    <a:pt x="30020" y="306664"/>
                  </a:lnTo>
                  <a:lnTo>
                    <a:pt x="35201" y="307903"/>
                  </a:lnTo>
                  <a:lnTo>
                    <a:pt x="40419" y="308977"/>
                  </a:lnTo>
                  <a:lnTo>
                    <a:pt x="45668" y="309883"/>
                  </a:lnTo>
                  <a:lnTo>
                    <a:pt x="50944" y="310622"/>
                  </a:lnTo>
                  <a:lnTo>
                    <a:pt x="56240" y="311193"/>
                  </a:lnTo>
                  <a:lnTo>
                    <a:pt x="61552" y="311594"/>
                  </a:lnTo>
                  <a:lnTo>
                    <a:pt x="66874" y="311826"/>
                  </a:lnTo>
                  <a:lnTo>
                    <a:pt x="72201" y="311889"/>
                  </a:lnTo>
                  <a:lnTo>
                    <a:pt x="77527" y="311781"/>
                  </a:lnTo>
                  <a:lnTo>
                    <a:pt x="82847" y="311504"/>
                  </a:lnTo>
                  <a:lnTo>
                    <a:pt x="88155" y="311058"/>
                  </a:lnTo>
                  <a:lnTo>
                    <a:pt x="93446" y="310442"/>
                  </a:lnTo>
                  <a:lnTo>
                    <a:pt x="98716" y="309659"/>
                  </a:lnTo>
                  <a:lnTo>
                    <a:pt x="103957" y="308708"/>
                  </a:lnTo>
                  <a:lnTo>
                    <a:pt x="109166" y="307590"/>
                  </a:lnTo>
                  <a:lnTo>
                    <a:pt x="114336" y="306307"/>
                  </a:lnTo>
                  <a:lnTo>
                    <a:pt x="119463" y="304860"/>
                  </a:lnTo>
                  <a:lnTo>
                    <a:pt x="124541" y="303250"/>
                  </a:lnTo>
                  <a:lnTo>
                    <a:pt x="129565" y="301479"/>
                  </a:lnTo>
                  <a:lnTo>
                    <a:pt x="134530" y="299549"/>
                  </a:lnTo>
                  <a:lnTo>
                    <a:pt x="139431" y="297462"/>
                  </a:lnTo>
                  <a:lnTo>
                    <a:pt x="144263" y="295220"/>
                  </a:lnTo>
                  <a:lnTo>
                    <a:pt x="149022" y="292825"/>
                  </a:lnTo>
                  <a:lnTo>
                    <a:pt x="153701" y="290279"/>
                  </a:lnTo>
                  <a:lnTo>
                    <a:pt x="158297" y="287586"/>
                  </a:lnTo>
                  <a:lnTo>
                    <a:pt x="162805" y="284748"/>
                  </a:lnTo>
                  <a:lnTo>
                    <a:pt x="167221" y="281767"/>
                  </a:lnTo>
                  <a:lnTo>
                    <a:pt x="171539" y="278648"/>
                  </a:lnTo>
                  <a:lnTo>
                    <a:pt x="175755" y="275392"/>
                  </a:lnTo>
                  <a:lnTo>
                    <a:pt x="179865" y="272003"/>
                  </a:lnTo>
                  <a:lnTo>
                    <a:pt x="183866" y="268486"/>
                  </a:lnTo>
                  <a:lnTo>
                    <a:pt x="187752" y="264842"/>
                  </a:lnTo>
                  <a:lnTo>
                    <a:pt x="191521" y="261077"/>
                  </a:lnTo>
                  <a:lnTo>
                    <a:pt x="195167" y="257194"/>
                  </a:lnTo>
                  <a:lnTo>
                    <a:pt x="198688" y="253196"/>
                  </a:lnTo>
                  <a:lnTo>
                    <a:pt x="202080" y="249088"/>
                  </a:lnTo>
                  <a:lnTo>
                    <a:pt x="205339" y="244874"/>
                  </a:lnTo>
                  <a:lnTo>
                    <a:pt x="208462" y="240559"/>
                  </a:lnTo>
                  <a:lnTo>
                    <a:pt x="211446" y="236146"/>
                  </a:lnTo>
                  <a:lnTo>
                    <a:pt x="214288" y="231640"/>
                  </a:lnTo>
                  <a:lnTo>
                    <a:pt x="216985" y="227046"/>
                  </a:lnTo>
                  <a:lnTo>
                    <a:pt x="219534" y="222369"/>
                  </a:lnTo>
                  <a:lnTo>
                    <a:pt x="221933" y="217612"/>
                  </a:lnTo>
                  <a:lnTo>
                    <a:pt x="224179" y="212782"/>
                  </a:lnTo>
                  <a:lnTo>
                    <a:pt x="226270" y="207882"/>
                  </a:lnTo>
                  <a:lnTo>
                    <a:pt x="228204" y="202918"/>
                  </a:lnTo>
                  <a:lnTo>
                    <a:pt x="229978" y="197896"/>
                  </a:lnTo>
                  <a:lnTo>
                    <a:pt x="231592" y="192819"/>
                  </a:lnTo>
                  <a:lnTo>
                    <a:pt x="233043" y="187693"/>
                  </a:lnTo>
                  <a:lnTo>
                    <a:pt x="234330" y="182524"/>
                  </a:lnTo>
                  <a:lnTo>
                    <a:pt x="235452" y="177316"/>
                  </a:lnTo>
                  <a:lnTo>
                    <a:pt x="236407" y="172076"/>
                  </a:lnTo>
                  <a:lnTo>
                    <a:pt x="237195" y="166807"/>
                  </a:lnTo>
                  <a:lnTo>
                    <a:pt x="237815" y="161516"/>
                  </a:lnTo>
                  <a:lnTo>
                    <a:pt x="238265" y="156208"/>
                  </a:lnTo>
                  <a:lnTo>
                    <a:pt x="238547" y="150889"/>
                  </a:lnTo>
                  <a:lnTo>
                    <a:pt x="238658" y="145563"/>
                  </a:lnTo>
                  <a:lnTo>
                    <a:pt x="238600" y="140236"/>
                  </a:lnTo>
                  <a:lnTo>
                    <a:pt x="238372" y="134914"/>
                  </a:lnTo>
                  <a:lnTo>
                    <a:pt x="237975" y="129601"/>
                  </a:lnTo>
                  <a:lnTo>
                    <a:pt x="237409" y="124305"/>
                  </a:lnTo>
                  <a:lnTo>
                    <a:pt x="236674" y="119028"/>
                  </a:lnTo>
                  <a:lnTo>
                    <a:pt x="235771" y="113778"/>
                  </a:lnTo>
                  <a:lnTo>
                    <a:pt x="234702" y="108560"/>
                  </a:lnTo>
                  <a:lnTo>
                    <a:pt x="233467" y="103378"/>
                  </a:lnTo>
                  <a:lnTo>
                    <a:pt x="232067" y="98238"/>
                  </a:lnTo>
                  <a:lnTo>
                    <a:pt x="230505" y="93145"/>
                  </a:lnTo>
                  <a:lnTo>
                    <a:pt x="228780" y="88105"/>
                  </a:lnTo>
                  <a:lnTo>
                    <a:pt x="226897" y="83122"/>
                  </a:lnTo>
                  <a:lnTo>
                    <a:pt x="224855" y="78202"/>
                  </a:lnTo>
                  <a:lnTo>
                    <a:pt x="222657" y="73349"/>
                  </a:lnTo>
                  <a:lnTo>
                    <a:pt x="220307" y="68568"/>
                  </a:lnTo>
                  <a:lnTo>
                    <a:pt x="217804" y="63866"/>
                  </a:lnTo>
                  <a:lnTo>
                    <a:pt x="215154" y="59245"/>
                  </a:lnTo>
                  <a:lnTo>
                    <a:pt x="212357" y="54711"/>
                  </a:lnTo>
                  <a:lnTo>
                    <a:pt x="209418" y="50268"/>
                  </a:lnTo>
                  <a:lnTo>
                    <a:pt x="206338" y="45921"/>
                  </a:lnTo>
                  <a:lnTo>
                    <a:pt x="203122" y="41675"/>
                  </a:lnTo>
                  <a:lnTo>
                    <a:pt x="199771" y="37533"/>
                  </a:lnTo>
                  <a:lnTo>
                    <a:pt x="196291" y="33500"/>
                  </a:lnTo>
                  <a:lnTo>
                    <a:pt x="192684" y="29580"/>
                  </a:lnTo>
                  <a:lnTo>
                    <a:pt x="188953" y="25777"/>
                  </a:lnTo>
                  <a:lnTo>
                    <a:pt x="185104" y="22095"/>
                  </a:lnTo>
                  <a:lnTo>
                    <a:pt x="181139" y="18538"/>
                  </a:lnTo>
                  <a:lnTo>
                    <a:pt x="177063" y="15108"/>
                  </a:lnTo>
                  <a:lnTo>
                    <a:pt x="172879" y="11810"/>
                  </a:lnTo>
                  <a:lnTo>
                    <a:pt x="168593" y="8647"/>
                  </a:lnTo>
                  <a:lnTo>
                    <a:pt x="164208" y="5622"/>
                  </a:lnTo>
                  <a:lnTo>
                    <a:pt x="159728" y="2739"/>
                  </a:lnTo>
                  <a:lnTo>
                    <a:pt x="155160" y="0"/>
                  </a:lnTo>
                  <a:lnTo>
                    <a:pt x="71493" y="144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3666" cy="167167"/>
            </a:xfrm>
            <a:custGeom>
              <a:avLst/>
              <a:pathLst>
                <a:path w="83666" h="167167">
                  <a:moveTo>
                    <a:pt x="83666" y="22444"/>
                  </a:moveTo>
                  <a:lnTo>
                    <a:pt x="78559" y="19609"/>
                  </a:lnTo>
                  <a:lnTo>
                    <a:pt x="73356" y="16954"/>
                  </a:lnTo>
                  <a:lnTo>
                    <a:pt x="68063" y="14483"/>
                  </a:lnTo>
                  <a:lnTo>
                    <a:pt x="62687" y="12198"/>
                  </a:lnTo>
                  <a:lnTo>
                    <a:pt x="57234" y="10103"/>
                  </a:lnTo>
                  <a:lnTo>
                    <a:pt x="51712" y="8199"/>
                  </a:lnTo>
                  <a:lnTo>
                    <a:pt x="46126" y="6489"/>
                  </a:lnTo>
                  <a:lnTo>
                    <a:pt x="40484" y="4976"/>
                  </a:lnTo>
                  <a:lnTo>
                    <a:pt x="34793" y="3660"/>
                  </a:lnTo>
                  <a:lnTo>
                    <a:pt x="29059" y="2545"/>
                  </a:lnTo>
                  <a:lnTo>
                    <a:pt x="23290" y="1630"/>
                  </a:lnTo>
                  <a:lnTo>
                    <a:pt x="17492" y="917"/>
                  </a:lnTo>
                  <a:lnTo>
                    <a:pt x="11673" y="408"/>
                  </a:lnTo>
                  <a:lnTo>
                    <a:pt x="584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7" cy="266746"/>
            </a:xfrm>
            <a:custGeom>
              <a:avLst/>
              <a:pathLst>
                <a:path w="167167" h="266746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7" y="770"/>
                  </a:lnTo>
                  <a:lnTo>
                    <a:pt x="145819" y="1368"/>
                  </a:lnTo>
                  <a:lnTo>
                    <a:pt x="140523" y="2136"/>
                  </a:lnTo>
                  <a:lnTo>
                    <a:pt x="135254" y="3074"/>
                  </a:lnTo>
                  <a:lnTo>
                    <a:pt x="130018" y="4179"/>
                  </a:lnTo>
                  <a:lnTo>
                    <a:pt x="124820" y="5452"/>
                  </a:lnTo>
                  <a:lnTo>
                    <a:pt x="119666" y="6890"/>
                  </a:lnTo>
                  <a:lnTo>
                    <a:pt x="114560" y="8493"/>
                  </a:lnTo>
                  <a:lnTo>
                    <a:pt x="109508" y="10258"/>
                  </a:lnTo>
                  <a:lnTo>
                    <a:pt x="104516" y="12184"/>
                  </a:lnTo>
                  <a:lnTo>
                    <a:pt x="99587" y="14268"/>
                  </a:lnTo>
                  <a:lnTo>
                    <a:pt x="94728" y="16510"/>
                  </a:lnTo>
                  <a:lnTo>
                    <a:pt x="89943" y="18906"/>
                  </a:lnTo>
                  <a:lnTo>
                    <a:pt x="85237" y="21453"/>
                  </a:lnTo>
                  <a:lnTo>
                    <a:pt x="80615" y="24150"/>
                  </a:lnTo>
                  <a:lnTo>
                    <a:pt x="76081" y="26994"/>
                  </a:lnTo>
                  <a:lnTo>
                    <a:pt x="71642" y="29981"/>
                  </a:lnTo>
                  <a:lnTo>
                    <a:pt x="67299" y="33109"/>
                  </a:lnTo>
                  <a:lnTo>
                    <a:pt x="63060" y="36374"/>
                  </a:lnTo>
                  <a:lnTo>
                    <a:pt x="58927" y="39774"/>
                  </a:lnTo>
                  <a:lnTo>
                    <a:pt x="54905" y="43303"/>
                  </a:lnTo>
                  <a:lnTo>
                    <a:pt x="50998" y="46960"/>
                  </a:lnTo>
                  <a:lnTo>
                    <a:pt x="47209" y="50740"/>
                  </a:lnTo>
                  <a:lnTo>
                    <a:pt x="43544" y="54639"/>
                  </a:lnTo>
                  <a:lnTo>
                    <a:pt x="40006" y="58654"/>
                  </a:lnTo>
                  <a:lnTo>
                    <a:pt x="36598" y="62779"/>
                  </a:lnTo>
                  <a:lnTo>
                    <a:pt x="33324" y="67012"/>
                  </a:lnTo>
                  <a:lnTo>
                    <a:pt x="30186" y="71347"/>
                  </a:lnTo>
                  <a:lnTo>
                    <a:pt x="27190" y="75781"/>
                  </a:lnTo>
                  <a:lnTo>
                    <a:pt x="24336" y="80308"/>
                  </a:lnTo>
                  <a:lnTo>
                    <a:pt x="21629" y="84924"/>
                  </a:lnTo>
                  <a:lnTo>
                    <a:pt x="19071" y="89625"/>
                  </a:lnTo>
                  <a:lnTo>
                    <a:pt x="16665" y="94405"/>
                  </a:lnTo>
                  <a:lnTo>
                    <a:pt x="14414" y="99259"/>
                  </a:lnTo>
                  <a:lnTo>
                    <a:pt x="12318" y="104183"/>
                  </a:lnTo>
                  <a:lnTo>
                    <a:pt x="10382" y="109172"/>
                  </a:lnTo>
                  <a:lnTo>
                    <a:pt x="8606" y="114220"/>
                  </a:lnTo>
                  <a:lnTo>
                    <a:pt x="6992" y="119322"/>
                  </a:lnTo>
                  <a:lnTo>
                    <a:pt x="5543" y="124474"/>
                  </a:lnTo>
                  <a:lnTo>
                    <a:pt x="4259" y="129669"/>
                  </a:lnTo>
                  <a:lnTo>
                    <a:pt x="3142" y="134902"/>
                  </a:lnTo>
                  <a:lnTo>
                    <a:pt x="2194" y="140169"/>
                  </a:lnTo>
                  <a:lnTo>
                    <a:pt x="1414" y="145463"/>
                  </a:lnTo>
                  <a:lnTo>
                    <a:pt x="804" y="150779"/>
                  </a:lnTo>
                  <a:lnTo>
                    <a:pt x="365" y="156113"/>
                  </a:lnTo>
                  <a:lnTo>
                    <a:pt x="97" y="161457"/>
                  </a:lnTo>
                  <a:lnTo>
                    <a:pt x="0" y="166808"/>
                  </a:lnTo>
                  <a:lnTo>
                    <a:pt x="74" y="172159"/>
                  </a:lnTo>
                  <a:lnTo>
                    <a:pt x="319" y="177504"/>
                  </a:lnTo>
                  <a:lnTo>
                    <a:pt x="735" y="182839"/>
                  </a:lnTo>
                  <a:lnTo>
                    <a:pt x="1322" y="188159"/>
                  </a:lnTo>
                  <a:lnTo>
                    <a:pt x="2079" y="193456"/>
                  </a:lnTo>
                  <a:lnTo>
                    <a:pt x="3005" y="198727"/>
                  </a:lnTo>
                  <a:lnTo>
                    <a:pt x="4100" y="203965"/>
                  </a:lnTo>
                  <a:lnTo>
                    <a:pt x="5361" y="209165"/>
                  </a:lnTo>
                  <a:lnTo>
                    <a:pt x="6788" y="214323"/>
                  </a:lnTo>
                  <a:lnTo>
                    <a:pt x="8380" y="219432"/>
                  </a:lnTo>
                  <a:lnTo>
                    <a:pt x="10134" y="224488"/>
                  </a:lnTo>
                  <a:lnTo>
                    <a:pt x="12049" y="229485"/>
                  </a:lnTo>
                  <a:lnTo>
                    <a:pt x="14123" y="234418"/>
                  </a:lnTo>
                  <a:lnTo>
                    <a:pt x="16354" y="239282"/>
                  </a:lnTo>
                  <a:lnTo>
                    <a:pt x="18740" y="244072"/>
                  </a:lnTo>
                  <a:lnTo>
                    <a:pt x="21277" y="248783"/>
                  </a:lnTo>
                  <a:lnTo>
                    <a:pt x="23964" y="253411"/>
                  </a:lnTo>
                  <a:lnTo>
                    <a:pt x="26798" y="257951"/>
                  </a:lnTo>
                  <a:lnTo>
                    <a:pt x="29776" y="262397"/>
                  </a:lnTo>
                  <a:lnTo>
                    <a:pt x="32894" y="26674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0986" y="1238196"/>
              <a:ext cx="134272" cy="99578"/>
            </a:xfrm>
            <a:custGeom>
              <a:avLst/>
              <a:pathLst>
                <a:path w="134272" h="99578">
                  <a:moveTo>
                    <a:pt x="0" y="99578"/>
                  </a:moveTo>
                  <a:lnTo>
                    <a:pt x="1342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0986" y="1180552"/>
              <a:ext cx="301439" cy="224810"/>
            </a:xfrm>
            <a:custGeom>
              <a:avLst/>
              <a:pathLst>
                <a:path w="301439" h="224810">
                  <a:moveTo>
                    <a:pt x="0" y="157222"/>
                  </a:moveTo>
                  <a:lnTo>
                    <a:pt x="3263" y="161478"/>
                  </a:lnTo>
                  <a:lnTo>
                    <a:pt x="6661" y="165627"/>
                  </a:lnTo>
                  <a:lnTo>
                    <a:pt x="10191" y="169665"/>
                  </a:lnTo>
                  <a:lnTo>
                    <a:pt x="13848" y="173588"/>
                  </a:lnTo>
                  <a:lnTo>
                    <a:pt x="17630" y="177391"/>
                  </a:lnTo>
                  <a:lnTo>
                    <a:pt x="21531" y="181071"/>
                  </a:lnTo>
                  <a:lnTo>
                    <a:pt x="25549" y="184624"/>
                  </a:lnTo>
                  <a:lnTo>
                    <a:pt x="29678" y="188047"/>
                  </a:lnTo>
                  <a:lnTo>
                    <a:pt x="33915" y="191335"/>
                  </a:lnTo>
                  <a:lnTo>
                    <a:pt x="38256" y="194486"/>
                  </a:lnTo>
                  <a:lnTo>
                    <a:pt x="42695" y="197495"/>
                  </a:lnTo>
                  <a:lnTo>
                    <a:pt x="47228" y="200361"/>
                  </a:lnTo>
                  <a:lnTo>
                    <a:pt x="51851" y="203080"/>
                  </a:lnTo>
                  <a:lnTo>
                    <a:pt x="56559" y="205649"/>
                  </a:lnTo>
                  <a:lnTo>
                    <a:pt x="61347" y="208066"/>
                  </a:lnTo>
                  <a:lnTo>
                    <a:pt x="66210" y="210328"/>
                  </a:lnTo>
                  <a:lnTo>
                    <a:pt x="71143" y="212432"/>
                  </a:lnTo>
                  <a:lnTo>
                    <a:pt x="76141" y="214378"/>
                  </a:lnTo>
                  <a:lnTo>
                    <a:pt x="81199" y="216162"/>
                  </a:lnTo>
                  <a:lnTo>
                    <a:pt x="86311" y="217783"/>
                  </a:lnTo>
                  <a:lnTo>
                    <a:pt x="91473" y="219239"/>
                  </a:lnTo>
                  <a:lnTo>
                    <a:pt x="96679" y="220529"/>
                  </a:lnTo>
                  <a:lnTo>
                    <a:pt x="101924" y="221651"/>
                  </a:lnTo>
                  <a:lnTo>
                    <a:pt x="107202" y="222604"/>
                  </a:lnTo>
                  <a:lnTo>
                    <a:pt x="112507" y="223388"/>
                  </a:lnTo>
                  <a:lnTo>
                    <a:pt x="117835" y="224000"/>
                  </a:lnTo>
                  <a:lnTo>
                    <a:pt x="123180" y="224442"/>
                  </a:lnTo>
                  <a:lnTo>
                    <a:pt x="128537" y="224712"/>
                  </a:lnTo>
                  <a:lnTo>
                    <a:pt x="133899" y="224810"/>
                  </a:lnTo>
                  <a:lnTo>
                    <a:pt x="139262" y="224736"/>
                  </a:lnTo>
                  <a:lnTo>
                    <a:pt x="144620" y="224490"/>
                  </a:lnTo>
                  <a:lnTo>
                    <a:pt x="149967" y="224072"/>
                  </a:lnTo>
                  <a:lnTo>
                    <a:pt x="155298" y="223483"/>
                  </a:lnTo>
                  <a:lnTo>
                    <a:pt x="160607" y="222723"/>
                  </a:lnTo>
                  <a:lnTo>
                    <a:pt x="165889" y="221793"/>
                  </a:lnTo>
                  <a:lnTo>
                    <a:pt x="171138" y="220695"/>
                  </a:lnTo>
                  <a:lnTo>
                    <a:pt x="176350" y="219428"/>
                  </a:lnTo>
                  <a:lnTo>
                    <a:pt x="181518" y="217995"/>
                  </a:lnTo>
                  <a:lnTo>
                    <a:pt x="186638" y="216397"/>
                  </a:lnTo>
                  <a:lnTo>
                    <a:pt x="191703" y="214635"/>
                  </a:lnTo>
                  <a:lnTo>
                    <a:pt x="196710" y="212712"/>
                  </a:lnTo>
                  <a:lnTo>
                    <a:pt x="201652" y="210629"/>
                  </a:lnTo>
                  <a:lnTo>
                    <a:pt x="206525" y="208389"/>
                  </a:lnTo>
                  <a:lnTo>
                    <a:pt x="211324" y="205994"/>
                  </a:lnTo>
                  <a:lnTo>
                    <a:pt x="216043" y="203445"/>
                  </a:lnTo>
                  <a:lnTo>
                    <a:pt x="220678" y="200747"/>
                  </a:lnTo>
                  <a:lnTo>
                    <a:pt x="225225" y="197902"/>
                  </a:lnTo>
                  <a:lnTo>
                    <a:pt x="229677" y="194912"/>
                  </a:lnTo>
                  <a:lnTo>
                    <a:pt x="234031" y="191781"/>
                  </a:lnTo>
                  <a:lnTo>
                    <a:pt x="238283" y="188511"/>
                  </a:lnTo>
                  <a:lnTo>
                    <a:pt x="242428" y="185108"/>
                  </a:lnTo>
                  <a:lnTo>
                    <a:pt x="246461" y="181572"/>
                  </a:lnTo>
                  <a:lnTo>
                    <a:pt x="250379" y="177910"/>
                  </a:lnTo>
                  <a:lnTo>
                    <a:pt x="254177" y="174123"/>
                  </a:lnTo>
                  <a:lnTo>
                    <a:pt x="257852" y="170217"/>
                  </a:lnTo>
                  <a:lnTo>
                    <a:pt x="261400" y="166194"/>
                  </a:lnTo>
                  <a:lnTo>
                    <a:pt x="264816" y="162060"/>
                  </a:lnTo>
                  <a:lnTo>
                    <a:pt x="268099" y="157819"/>
                  </a:lnTo>
                  <a:lnTo>
                    <a:pt x="271244" y="153474"/>
                  </a:lnTo>
                  <a:lnTo>
                    <a:pt x="274247" y="149031"/>
                  </a:lnTo>
                  <a:lnTo>
                    <a:pt x="277107" y="144494"/>
                  </a:lnTo>
                  <a:lnTo>
                    <a:pt x="279819" y="139867"/>
                  </a:lnTo>
                  <a:lnTo>
                    <a:pt x="282382" y="135156"/>
                  </a:lnTo>
                  <a:lnTo>
                    <a:pt x="284793" y="130364"/>
                  </a:lnTo>
                  <a:lnTo>
                    <a:pt x="287048" y="125498"/>
                  </a:lnTo>
                  <a:lnTo>
                    <a:pt x="289146" y="120563"/>
                  </a:lnTo>
                  <a:lnTo>
                    <a:pt x="291085" y="115562"/>
                  </a:lnTo>
                  <a:lnTo>
                    <a:pt x="292862" y="110502"/>
                  </a:lnTo>
                  <a:lnTo>
                    <a:pt x="294476" y="105387"/>
                  </a:lnTo>
                  <a:lnTo>
                    <a:pt x="295925" y="100223"/>
                  </a:lnTo>
                  <a:lnTo>
                    <a:pt x="297208" y="95016"/>
                  </a:lnTo>
                  <a:lnTo>
                    <a:pt x="298323" y="89770"/>
                  </a:lnTo>
                  <a:lnTo>
                    <a:pt x="299269" y="84491"/>
                  </a:lnTo>
                  <a:lnTo>
                    <a:pt x="300045" y="79184"/>
                  </a:lnTo>
                  <a:lnTo>
                    <a:pt x="300651" y="73855"/>
                  </a:lnTo>
                  <a:lnTo>
                    <a:pt x="301086" y="68509"/>
                  </a:lnTo>
                  <a:lnTo>
                    <a:pt x="301348" y="63152"/>
                  </a:lnTo>
                  <a:lnTo>
                    <a:pt x="301439" y="57790"/>
                  </a:lnTo>
                  <a:lnTo>
                    <a:pt x="301358" y="52427"/>
                  </a:lnTo>
                  <a:lnTo>
                    <a:pt x="301104" y="47070"/>
                  </a:lnTo>
                  <a:lnTo>
                    <a:pt x="300679" y="41723"/>
                  </a:lnTo>
                  <a:lnTo>
                    <a:pt x="300083" y="36393"/>
                  </a:lnTo>
                  <a:lnTo>
                    <a:pt x="299316" y="31085"/>
                  </a:lnTo>
                  <a:lnTo>
                    <a:pt x="298379" y="25805"/>
                  </a:lnTo>
                  <a:lnTo>
                    <a:pt x="297273" y="20556"/>
                  </a:lnTo>
                  <a:lnTo>
                    <a:pt x="296000" y="15347"/>
                  </a:lnTo>
                  <a:lnTo>
                    <a:pt x="294560" y="10180"/>
                  </a:lnTo>
                  <a:lnTo>
                    <a:pt x="292955" y="5063"/>
                  </a:lnTo>
                  <a:lnTo>
                    <a:pt x="291186" y="0"/>
                  </a:lnTo>
                  <a:lnTo>
                    <a:pt x="134272" y="57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6914" cy="167167"/>
            </a:xfrm>
            <a:custGeom>
              <a:avLst/>
              <a:pathLst>
                <a:path w="156914" h="167167">
                  <a:moveTo>
                    <a:pt x="156914" y="109523"/>
                  </a:moveTo>
                  <a:lnTo>
                    <a:pt x="154931" y="104387"/>
                  </a:lnTo>
                  <a:lnTo>
                    <a:pt x="152779" y="99319"/>
                  </a:lnTo>
                  <a:lnTo>
                    <a:pt x="150462" y="94324"/>
                  </a:lnTo>
                  <a:lnTo>
                    <a:pt x="147981" y="89408"/>
                  </a:lnTo>
                  <a:lnTo>
                    <a:pt x="145340" y="84577"/>
                  </a:lnTo>
                  <a:lnTo>
                    <a:pt x="142541" y="79835"/>
                  </a:lnTo>
                  <a:lnTo>
                    <a:pt x="139588" y="75188"/>
                  </a:lnTo>
                  <a:lnTo>
                    <a:pt x="136483" y="70641"/>
                  </a:lnTo>
                  <a:lnTo>
                    <a:pt x="133230" y="66199"/>
                  </a:lnTo>
                  <a:lnTo>
                    <a:pt x="129833" y="61866"/>
                  </a:lnTo>
                  <a:lnTo>
                    <a:pt x="126294" y="57647"/>
                  </a:lnTo>
                  <a:lnTo>
                    <a:pt x="122619" y="53547"/>
                  </a:lnTo>
                  <a:lnTo>
                    <a:pt x="118811" y="49571"/>
                  </a:lnTo>
                  <a:lnTo>
                    <a:pt x="114873" y="45722"/>
                  </a:lnTo>
                  <a:lnTo>
                    <a:pt x="110811" y="42004"/>
                  </a:lnTo>
                  <a:lnTo>
                    <a:pt x="106629" y="38423"/>
                  </a:lnTo>
                  <a:lnTo>
                    <a:pt x="102332" y="34981"/>
                  </a:lnTo>
                  <a:lnTo>
                    <a:pt x="97923" y="31683"/>
                  </a:lnTo>
                  <a:lnTo>
                    <a:pt x="93408" y="28531"/>
                  </a:lnTo>
                  <a:lnTo>
                    <a:pt x="88791" y="25530"/>
                  </a:lnTo>
                  <a:lnTo>
                    <a:pt x="84079" y="22683"/>
                  </a:lnTo>
                  <a:lnTo>
                    <a:pt x="79275" y="19992"/>
                  </a:lnTo>
                  <a:lnTo>
                    <a:pt x="74385" y="17461"/>
                  </a:lnTo>
                  <a:lnTo>
                    <a:pt x="69414" y="15093"/>
                  </a:lnTo>
                  <a:lnTo>
                    <a:pt x="64368" y="12889"/>
                  </a:lnTo>
                  <a:lnTo>
                    <a:pt x="59253" y="10853"/>
                  </a:lnTo>
                  <a:lnTo>
                    <a:pt x="54073" y="8986"/>
                  </a:lnTo>
                  <a:lnTo>
                    <a:pt x="48834" y="7291"/>
                  </a:lnTo>
                  <a:lnTo>
                    <a:pt x="43542" y="5770"/>
                  </a:lnTo>
                  <a:lnTo>
                    <a:pt x="38203" y="4423"/>
                  </a:lnTo>
                  <a:lnTo>
                    <a:pt x="32823" y="3254"/>
                  </a:lnTo>
                  <a:lnTo>
                    <a:pt x="27407" y="2262"/>
                  </a:lnTo>
                  <a:lnTo>
                    <a:pt x="21961" y="1448"/>
                  </a:lnTo>
                  <a:lnTo>
                    <a:pt x="16492" y="815"/>
                  </a:lnTo>
                  <a:lnTo>
                    <a:pt x="11004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4755" y="941493"/>
              <a:ext cx="88788" cy="167167"/>
            </a:xfrm>
            <a:custGeom>
              <a:avLst/>
              <a:pathLst>
                <a:path w="88788" h="167167">
                  <a:moveTo>
                    <a:pt x="88788" y="0"/>
                  </a:moveTo>
                  <a:lnTo>
                    <a:pt x="82939" y="102"/>
                  </a:lnTo>
                  <a:lnTo>
                    <a:pt x="77097" y="409"/>
                  </a:lnTo>
                  <a:lnTo>
                    <a:pt x="71270" y="920"/>
                  </a:lnTo>
                  <a:lnTo>
                    <a:pt x="65464" y="1635"/>
                  </a:lnTo>
                  <a:lnTo>
                    <a:pt x="59686" y="2552"/>
                  </a:lnTo>
                  <a:lnTo>
                    <a:pt x="53944" y="3671"/>
                  </a:lnTo>
                  <a:lnTo>
                    <a:pt x="48245" y="4991"/>
                  </a:lnTo>
                  <a:lnTo>
                    <a:pt x="42595" y="6508"/>
                  </a:lnTo>
                  <a:lnTo>
                    <a:pt x="37002" y="8223"/>
                  </a:lnTo>
                  <a:lnTo>
                    <a:pt x="31473" y="10132"/>
                  </a:lnTo>
                  <a:lnTo>
                    <a:pt x="26013" y="12234"/>
                  </a:lnTo>
                  <a:lnTo>
                    <a:pt x="20631" y="14525"/>
                  </a:lnTo>
                  <a:lnTo>
                    <a:pt x="15332" y="17003"/>
                  </a:lnTo>
                  <a:lnTo>
                    <a:pt x="10122" y="19666"/>
                  </a:lnTo>
                  <a:lnTo>
                    <a:pt x="5010" y="22508"/>
                  </a:lnTo>
                  <a:lnTo>
                    <a:pt x="0" y="25528"/>
                  </a:lnTo>
                  <a:lnTo>
                    <a:pt x="887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4755" y="967022"/>
              <a:ext cx="88788" cy="141638"/>
            </a:xfrm>
            <a:custGeom>
              <a:avLst/>
              <a:pathLst>
                <a:path w="88788" h="141638">
                  <a:moveTo>
                    <a:pt x="0" y="0"/>
                  </a:moveTo>
                  <a:lnTo>
                    <a:pt x="88788" y="1416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6" y="946730"/>
              <a:ext cx="334328" cy="329085"/>
            </a:xfrm>
            <a:custGeom>
              <a:avLst/>
              <a:pathLst>
                <a:path w="334328" h="329085">
                  <a:moveTo>
                    <a:pt x="78378" y="20291"/>
                  </a:moveTo>
                  <a:lnTo>
                    <a:pt x="73943" y="23170"/>
                  </a:lnTo>
                  <a:lnTo>
                    <a:pt x="69601" y="26188"/>
                  </a:lnTo>
                  <a:lnTo>
                    <a:pt x="65357" y="29341"/>
                  </a:lnTo>
                  <a:lnTo>
                    <a:pt x="61214" y="32627"/>
                  </a:lnTo>
                  <a:lnTo>
                    <a:pt x="57178" y="36043"/>
                  </a:lnTo>
                  <a:lnTo>
                    <a:pt x="53252" y="39584"/>
                  </a:lnTo>
                  <a:lnTo>
                    <a:pt x="49439" y="43248"/>
                  </a:lnTo>
                  <a:lnTo>
                    <a:pt x="45745" y="47031"/>
                  </a:lnTo>
                  <a:lnTo>
                    <a:pt x="42172" y="50928"/>
                  </a:lnTo>
                  <a:lnTo>
                    <a:pt x="38724" y="54937"/>
                  </a:lnTo>
                  <a:lnTo>
                    <a:pt x="35404" y="59053"/>
                  </a:lnTo>
                  <a:lnTo>
                    <a:pt x="32217" y="63271"/>
                  </a:lnTo>
                  <a:lnTo>
                    <a:pt x="29164" y="67589"/>
                  </a:lnTo>
                  <a:lnTo>
                    <a:pt x="26249" y="72000"/>
                  </a:lnTo>
                  <a:lnTo>
                    <a:pt x="23476" y="76502"/>
                  </a:lnTo>
                  <a:lnTo>
                    <a:pt x="20846" y="81089"/>
                  </a:lnTo>
                  <a:lnTo>
                    <a:pt x="18362" y="85757"/>
                  </a:lnTo>
                  <a:lnTo>
                    <a:pt x="16028" y="90502"/>
                  </a:lnTo>
                  <a:lnTo>
                    <a:pt x="13844" y="95317"/>
                  </a:lnTo>
                  <a:lnTo>
                    <a:pt x="11814" y="100200"/>
                  </a:lnTo>
                  <a:lnTo>
                    <a:pt x="9940" y="105144"/>
                  </a:lnTo>
                  <a:lnTo>
                    <a:pt x="8222" y="110145"/>
                  </a:lnTo>
                  <a:lnTo>
                    <a:pt x="6664" y="115197"/>
                  </a:lnTo>
                  <a:lnTo>
                    <a:pt x="5267" y="120297"/>
                  </a:lnTo>
                  <a:lnTo>
                    <a:pt x="4031" y="125438"/>
                  </a:lnTo>
                  <a:lnTo>
                    <a:pt x="2958" y="130616"/>
                  </a:lnTo>
                  <a:lnTo>
                    <a:pt x="2050" y="135825"/>
                  </a:lnTo>
                  <a:lnTo>
                    <a:pt x="1307" y="141060"/>
                  </a:lnTo>
                  <a:lnTo>
                    <a:pt x="730" y="146316"/>
                  </a:lnTo>
                  <a:lnTo>
                    <a:pt x="320" y="151587"/>
                  </a:lnTo>
                  <a:lnTo>
                    <a:pt x="76" y="156869"/>
                  </a:lnTo>
                  <a:lnTo>
                    <a:pt x="0" y="162156"/>
                  </a:lnTo>
                  <a:lnTo>
                    <a:pt x="90" y="167443"/>
                  </a:lnTo>
                  <a:lnTo>
                    <a:pt x="348" y="172724"/>
                  </a:lnTo>
                  <a:lnTo>
                    <a:pt x="773" y="177995"/>
                  </a:lnTo>
                  <a:lnTo>
                    <a:pt x="1364" y="183249"/>
                  </a:lnTo>
                  <a:lnTo>
                    <a:pt x="2122" y="188482"/>
                  </a:lnTo>
                  <a:lnTo>
                    <a:pt x="3044" y="193689"/>
                  </a:lnTo>
                  <a:lnTo>
                    <a:pt x="4130" y="198863"/>
                  </a:lnTo>
                  <a:lnTo>
                    <a:pt x="5380" y="204001"/>
                  </a:lnTo>
                  <a:lnTo>
                    <a:pt x="6792" y="209097"/>
                  </a:lnTo>
                  <a:lnTo>
                    <a:pt x="8364" y="214145"/>
                  </a:lnTo>
                  <a:lnTo>
                    <a:pt x="10094" y="219141"/>
                  </a:lnTo>
                  <a:lnTo>
                    <a:pt x="11982" y="224080"/>
                  </a:lnTo>
                  <a:lnTo>
                    <a:pt x="14026" y="228957"/>
                  </a:lnTo>
                  <a:lnTo>
                    <a:pt x="16222" y="233767"/>
                  </a:lnTo>
                  <a:lnTo>
                    <a:pt x="18569" y="238505"/>
                  </a:lnTo>
                  <a:lnTo>
                    <a:pt x="21066" y="243166"/>
                  </a:lnTo>
                  <a:lnTo>
                    <a:pt x="23708" y="247746"/>
                  </a:lnTo>
                  <a:lnTo>
                    <a:pt x="26494" y="252240"/>
                  </a:lnTo>
                  <a:lnTo>
                    <a:pt x="29420" y="256644"/>
                  </a:lnTo>
                  <a:lnTo>
                    <a:pt x="32485" y="260953"/>
                  </a:lnTo>
                  <a:lnTo>
                    <a:pt x="35684" y="265163"/>
                  </a:lnTo>
                  <a:lnTo>
                    <a:pt x="39014" y="269270"/>
                  </a:lnTo>
                  <a:lnTo>
                    <a:pt x="42473" y="273269"/>
                  </a:lnTo>
                  <a:lnTo>
                    <a:pt x="46057" y="277157"/>
                  </a:lnTo>
                  <a:lnTo>
                    <a:pt x="49762" y="280930"/>
                  </a:lnTo>
                  <a:lnTo>
                    <a:pt x="53584" y="284583"/>
                  </a:lnTo>
                  <a:lnTo>
                    <a:pt x="57520" y="288114"/>
                  </a:lnTo>
                  <a:lnTo>
                    <a:pt x="61566" y="291519"/>
                  </a:lnTo>
                  <a:lnTo>
                    <a:pt x="65717" y="294793"/>
                  </a:lnTo>
                  <a:lnTo>
                    <a:pt x="69970" y="297936"/>
                  </a:lnTo>
                  <a:lnTo>
                    <a:pt x="74320" y="300941"/>
                  </a:lnTo>
                  <a:lnTo>
                    <a:pt x="78762" y="303808"/>
                  </a:lnTo>
                  <a:lnTo>
                    <a:pt x="83294" y="306533"/>
                  </a:lnTo>
                  <a:lnTo>
                    <a:pt x="87909" y="309114"/>
                  </a:lnTo>
                  <a:lnTo>
                    <a:pt x="92604" y="311547"/>
                  </a:lnTo>
                  <a:lnTo>
                    <a:pt x="97373" y="313830"/>
                  </a:lnTo>
                  <a:lnTo>
                    <a:pt x="102212" y="315961"/>
                  </a:lnTo>
                  <a:lnTo>
                    <a:pt x="107116" y="317938"/>
                  </a:lnTo>
                  <a:lnTo>
                    <a:pt x="112080" y="319760"/>
                  </a:lnTo>
                  <a:lnTo>
                    <a:pt x="117099" y="321423"/>
                  </a:lnTo>
                  <a:lnTo>
                    <a:pt x="122168" y="322927"/>
                  </a:lnTo>
                  <a:lnTo>
                    <a:pt x="127282" y="324269"/>
                  </a:lnTo>
                  <a:lnTo>
                    <a:pt x="132436" y="325449"/>
                  </a:lnTo>
                  <a:lnTo>
                    <a:pt x="137625" y="326466"/>
                  </a:lnTo>
                  <a:lnTo>
                    <a:pt x="142844" y="327318"/>
                  </a:lnTo>
                  <a:lnTo>
                    <a:pt x="148087" y="328004"/>
                  </a:lnTo>
                  <a:lnTo>
                    <a:pt x="153348" y="328525"/>
                  </a:lnTo>
                  <a:lnTo>
                    <a:pt x="158624" y="328878"/>
                  </a:lnTo>
                  <a:lnTo>
                    <a:pt x="163908" y="329065"/>
                  </a:lnTo>
                  <a:lnTo>
                    <a:pt x="169196" y="329085"/>
                  </a:lnTo>
                  <a:lnTo>
                    <a:pt x="174481" y="328937"/>
                  </a:lnTo>
                  <a:lnTo>
                    <a:pt x="179760" y="328622"/>
                  </a:lnTo>
                  <a:lnTo>
                    <a:pt x="185025" y="328140"/>
                  </a:lnTo>
                  <a:lnTo>
                    <a:pt x="190273" y="327492"/>
                  </a:lnTo>
                  <a:lnTo>
                    <a:pt x="195497" y="326679"/>
                  </a:lnTo>
                  <a:lnTo>
                    <a:pt x="200694" y="325700"/>
                  </a:lnTo>
                  <a:lnTo>
                    <a:pt x="205856" y="324558"/>
                  </a:lnTo>
                  <a:lnTo>
                    <a:pt x="210980" y="323253"/>
                  </a:lnTo>
                  <a:lnTo>
                    <a:pt x="216060" y="321787"/>
                  </a:lnTo>
                  <a:lnTo>
                    <a:pt x="221092" y="320160"/>
                  </a:lnTo>
                  <a:lnTo>
                    <a:pt x="226069" y="318376"/>
                  </a:lnTo>
                  <a:lnTo>
                    <a:pt x="230987" y="316435"/>
                  </a:lnTo>
                  <a:lnTo>
                    <a:pt x="235842" y="314339"/>
                  </a:lnTo>
                  <a:lnTo>
                    <a:pt x="240628" y="312091"/>
                  </a:lnTo>
                  <a:lnTo>
                    <a:pt x="245340" y="309692"/>
                  </a:lnTo>
                  <a:lnTo>
                    <a:pt x="249974" y="307146"/>
                  </a:lnTo>
                  <a:lnTo>
                    <a:pt x="254525" y="304455"/>
                  </a:lnTo>
                  <a:lnTo>
                    <a:pt x="258989" y="301621"/>
                  </a:lnTo>
                  <a:lnTo>
                    <a:pt x="263361" y="298647"/>
                  </a:lnTo>
                  <a:lnTo>
                    <a:pt x="267637" y="295536"/>
                  </a:lnTo>
                  <a:lnTo>
                    <a:pt x="271812" y="292292"/>
                  </a:lnTo>
                  <a:lnTo>
                    <a:pt x="275883" y="288917"/>
                  </a:lnTo>
                  <a:lnTo>
                    <a:pt x="279844" y="285415"/>
                  </a:lnTo>
                  <a:lnTo>
                    <a:pt x="283693" y="281790"/>
                  </a:lnTo>
                  <a:lnTo>
                    <a:pt x="287426" y="278045"/>
                  </a:lnTo>
                  <a:lnTo>
                    <a:pt x="291038" y="274183"/>
                  </a:lnTo>
                  <a:lnTo>
                    <a:pt x="294526" y="270209"/>
                  </a:lnTo>
                  <a:lnTo>
                    <a:pt x="297887" y="266127"/>
                  </a:lnTo>
                  <a:lnTo>
                    <a:pt x="301117" y="261941"/>
                  </a:lnTo>
                  <a:lnTo>
                    <a:pt x="304213" y="257655"/>
                  </a:lnTo>
                  <a:lnTo>
                    <a:pt x="307172" y="253272"/>
                  </a:lnTo>
                  <a:lnTo>
                    <a:pt x="309991" y="248799"/>
                  </a:lnTo>
                  <a:lnTo>
                    <a:pt x="312667" y="244238"/>
                  </a:lnTo>
                  <a:lnTo>
                    <a:pt x="315197" y="239596"/>
                  </a:lnTo>
                  <a:lnTo>
                    <a:pt x="317579" y="234875"/>
                  </a:lnTo>
                  <a:lnTo>
                    <a:pt x="319811" y="230082"/>
                  </a:lnTo>
                  <a:lnTo>
                    <a:pt x="321890" y="225220"/>
                  </a:lnTo>
                  <a:lnTo>
                    <a:pt x="323814" y="220295"/>
                  </a:lnTo>
                  <a:lnTo>
                    <a:pt x="325582" y="215312"/>
                  </a:lnTo>
                  <a:lnTo>
                    <a:pt x="327191" y="210275"/>
                  </a:lnTo>
                  <a:lnTo>
                    <a:pt x="328640" y="205190"/>
                  </a:lnTo>
                  <a:lnTo>
                    <a:pt x="329927" y="200061"/>
                  </a:lnTo>
                  <a:lnTo>
                    <a:pt x="331052" y="194895"/>
                  </a:lnTo>
                  <a:lnTo>
                    <a:pt x="332012" y="189695"/>
                  </a:lnTo>
                  <a:lnTo>
                    <a:pt x="332808" y="184468"/>
                  </a:lnTo>
                  <a:lnTo>
                    <a:pt x="333438" y="179218"/>
                  </a:lnTo>
                  <a:lnTo>
                    <a:pt x="333901" y="173951"/>
                  </a:lnTo>
                  <a:lnTo>
                    <a:pt x="334198" y="168672"/>
                  </a:lnTo>
                  <a:lnTo>
                    <a:pt x="334328" y="163386"/>
                  </a:lnTo>
                  <a:lnTo>
                    <a:pt x="334290" y="158098"/>
                  </a:lnTo>
                  <a:lnTo>
                    <a:pt x="334086" y="152815"/>
                  </a:lnTo>
                  <a:lnTo>
                    <a:pt x="333714" y="147540"/>
                  </a:lnTo>
                  <a:lnTo>
                    <a:pt x="333175" y="142280"/>
                  </a:lnTo>
                  <a:lnTo>
                    <a:pt x="332471" y="137040"/>
                  </a:lnTo>
                  <a:lnTo>
                    <a:pt x="331601" y="131824"/>
                  </a:lnTo>
                  <a:lnTo>
                    <a:pt x="330567" y="126639"/>
                  </a:lnTo>
                  <a:lnTo>
                    <a:pt x="329369" y="121489"/>
                  </a:lnTo>
                  <a:lnTo>
                    <a:pt x="328009" y="116379"/>
                  </a:lnTo>
                  <a:lnTo>
                    <a:pt x="326488" y="111315"/>
                  </a:lnTo>
                  <a:lnTo>
                    <a:pt x="324807" y="106302"/>
                  </a:lnTo>
                  <a:lnTo>
                    <a:pt x="322969" y="101344"/>
                  </a:lnTo>
                  <a:lnTo>
                    <a:pt x="320975" y="96447"/>
                  </a:lnTo>
                  <a:lnTo>
                    <a:pt x="318827" y="91615"/>
                  </a:lnTo>
                  <a:lnTo>
                    <a:pt x="316527" y="86854"/>
                  </a:lnTo>
                  <a:lnTo>
                    <a:pt x="314078" y="82168"/>
                  </a:lnTo>
                  <a:lnTo>
                    <a:pt x="311482" y="77561"/>
                  </a:lnTo>
                  <a:lnTo>
                    <a:pt x="308742" y="73039"/>
                  </a:lnTo>
                  <a:lnTo>
                    <a:pt x="305860" y="68606"/>
                  </a:lnTo>
                  <a:lnTo>
                    <a:pt x="302839" y="64267"/>
                  </a:lnTo>
                  <a:lnTo>
                    <a:pt x="299682" y="60025"/>
                  </a:lnTo>
                  <a:lnTo>
                    <a:pt x="296393" y="55885"/>
                  </a:lnTo>
                  <a:lnTo>
                    <a:pt x="292975" y="51851"/>
                  </a:lnTo>
                  <a:lnTo>
                    <a:pt x="289430" y="47927"/>
                  </a:lnTo>
                  <a:lnTo>
                    <a:pt x="285764" y="44117"/>
                  </a:lnTo>
                  <a:lnTo>
                    <a:pt x="281979" y="40425"/>
                  </a:lnTo>
                  <a:lnTo>
                    <a:pt x="278078" y="36855"/>
                  </a:lnTo>
                  <a:lnTo>
                    <a:pt x="274067" y="33410"/>
                  </a:lnTo>
                  <a:lnTo>
                    <a:pt x="269949" y="30093"/>
                  </a:lnTo>
                  <a:lnTo>
                    <a:pt x="265728" y="26909"/>
                  </a:lnTo>
                  <a:lnTo>
                    <a:pt x="261409" y="23859"/>
                  </a:lnTo>
                  <a:lnTo>
                    <a:pt x="256995" y="20948"/>
                  </a:lnTo>
                  <a:lnTo>
                    <a:pt x="252491" y="18177"/>
                  </a:lnTo>
                  <a:lnTo>
                    <a:pt x="247902" y="15551"/>
                  </a:lnTo>
                  <a:lnTo>
                    <a:pt x="243232" y="13071"/>
                  </a:lnTo>
                  <a:lnTo>
                    <a:pt x="238487" y="10739"/>
                  </a:lnTo>
                  <a:lnTo>
                    <a:pt x="233669" y="8559"/>
                  </a:lnTo>
                  <a:lnTo>
                    <a:pt x="228786" y="6533"/>
                  </a:lnTo>
                  <a:lnTo>
                    <a:pt x="223840" y="4662"/>
                  </a:lnTo>
                  <a:lnTo>
                    <a:pt x="218838" y="2948"/>
                  </a:lnTo>
                  <a:lnTo>
                    <a:pt x="213784" y="1394"/>
                  </a:lnTo>
                  <a:lnTo>
                    <a:pt x="208684" y="0"/>
                  </a:lnTo>
                  <a:lnTo>
                    <a:pt x="167167" y="1619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1516" cy="167167"/>
            </a:xfrm>
            <a:custGeom>
              <a:avLst/>
              <a:pathLst>
                <a:path w="41516" h="167167">
                  <a:moveTo>
                    <a:pt x="41516" y="5237"/>
                  </a:moveTo>
                  <a:lnTo>
                    <a:pt x="34708" y="3642"/>
                  </a:lnTo>
                  <a:lnTo>
                    <a:pt x="27840" y="2334"/>
                  </a:lnTo>
                  <a:lnTo>
                    <a:pt x="20922" y="1314"/>
                  </a:lnTo>
                  <a:lnTo>
                    <a:pt x="13969" y="584"/>
                  </a:lnTo>
                  <a:lnTo>
                    <a:pt x="6990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840" y="941493"/>
              <a:ext cx="47375" cy="167167"/>
            </a:xfrm>
            <a:custGeom>
              <a:avLst/>
              <a:pathLst>
                <a:path w="47375" h="167167">
                  <a:moveTo>
                    <a:pt x="47375" y="0"/>
                  </a:moveTo>
                  <a:lnTo>
                    <a:pt x="41372" y="107"/>
                  </a:lnTo>
                  <a:lnTo>
                    <a:pt x="35377" y="431"/>
                  </a:lnTo>
                  <a:lnTo>
                    <a:pt x="29397" y="969"/>
                  </a:lnTo>
                  <a:lnTo>
                    <a:pt x="23441" y="1722"/>
                  </a:lnTo>
                  <a:lnTo>
                    <a:pt x="17515" y="2688"/>
                  </a:lnTo>
                  <a:lnTo>
                    <a:pt x="11628" y="3866"/>
                  </a:lnTo>
                  <a:lnTo>
                    <a:pt x="5787" y="5255"/>
                  </a:lnTo>
                  <a:lnTo>
                    <a:pt x="0" y="6853"/>
                  </a:lnTo>
                  <a:lnTo>
                    <a:pt x="473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840" y="948347"/>
              <a:ext cx="47375" cy="160313"/>
            </a:xfrm>
            <a:custGeom>
              <a:avLst/>
              <a:pathLst>
                <a:path w="47375" h="160313">
                  <a:moveTo>
                    <a:pt x="0" y="0"/>
                  </a:moveTo>
                  <a:lnTo>
                    <a:pt x="47375" y="1603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50" y="948347"/>
              <a:ext cx="167165" cy="327338"/>
            </a:xfrm>
            <a:custGeom>
              <a:avLst/>
              <a:pathLst>
                <a:path w="167165" h="327338">
                  <a:moveTo>
                    <a:pt x="119789" y="0"/>
                  </a:moveTo>
                  <a:lnTo>
                    <a:pt x="114690" y="1595"/>
                  </a:lnTo>
                  <a:lnTo>
                    <a:pt x="109644" y="3354"/>
                  </a:lnTo>
                  <a:lnTo>
                    <a:pt x="104657" y="5272"/>
                  </a:lnTo>
                  <a:lnTo>
                    <a:pt x="99734" y="7349"/>
                  </a:lnTo>
                  <a:lnTo>
                    <a:pt x="94880" y="9582"/>
                  </a:lnTo>
                  <a:lnTo>
                    <a:pt x="90100" y="11969"/>
                  </a:lnTo>
                  <a:lnTo>
                    <a:pt x="85398" y="14508"/>
                  </a:lnTo>
                  <a:lnTo>
                    <a:pt x="80780" y="17196"/>
                  </a:lnTo>
                  <a:lnTo>
                    <a:pt x="76250" y="20030"/>
                  </a:lnTo>
                  <a:lnTo>
                    <a:pt x="71813" y="23007"/>
                  </a:lnTo>
                  <a:lnTo>
                    <a:pt x="67474" y="26124"/>
                  </a:lnTo>
                  <a:lnTo>
                    <a:pt x="63236" y="29379"/>
                  </a:lnTo>
                  <a:lnTo>
                    <a:pt x="59105" y="32767"/>
                  </a:lnTo>
                  <a:lnTo>
                    <a:pt x="55084" y="36286"/>
                  </a:lnTo>
                  <a:lnTo>
                    <a:pt x="51177" y="39931"/>
                  </a:lnTo>
                  <a:lnTo>
                    <a:pt x="47389" y="43700"/>
                  </a:lnTo>
                  <a:lnTo>
                    <a:pt x="43724" y="47587"/>
                  </a:lnTo>
                  <a:lnTo>
                    <a:pt x="40184" y="51590"/>
                  </a:lnTo>
                  <a:lnTo>
                    <a:pt x="36774" y="55703"/>
                  </a:lnTo>
                  <a:lnTo>
                    <a:pt x="33498" y="59924"/>
                  </a:lnTo>
                  <a:lnTo>
                    <a:pt x="30357" y="64247"/>
                  </a:lnTo>
                  <a:lnTo>
                    <a:pt x="27357" y="68669"/>
                  </a:lnTo>
                  <a:lnTo>
                    <a:pt x="24500" y="73184"/>
                  </a:lnTo>
                  <a:lnTo>
                    <a:pt x="21788" y="77787"/>
                  </a:lnTo>
                  <a:lnTo>
                    <a:pt x="19225" y="82476"/>
                  </a:lnTo>
                  <a:lnTo>
                    <a:pt x="16813" y="87244"/>
                  </a:lnTo>
                  <a:lnTo>
                    <a:pt x="14554" y="92086"/>
                  </a:lnTo>
                  <a:lnTo>
                    <a:pt x="12452" y="96998"/>
                  </a:lnTo>
                  <a:lnTo>
                    <a:pt x="10507" y="101975"/>
                  </a:lnTo>
                  <a:lnTo>
                    <a:pt x="8723" y="107011"/>
                  </a:lnTo>
                  <a:lnTo>
                    <a:pt x="7100" y="112102"/>
                  </a:lnTo>
                  <a:lnTo>
                    <a:pt x="5641" y="117242"/>
                  </a:lnTo>
                  <a:lnTo>
                    <a:pt x="4347" y="122427"/>
                  </a:lnTo>
                  <a:lnTo>
                    <a:pt x="3220" y="127649"/>
                  </a:lnTo>
                  <a:lnTo>
                    <a:pt x="2260" y="132906"/>
                  </a:lnTo>
                  <a:lnTo>
                    <a:pt x="1468" y="138190"/>
                  </a:lnTo>
                  <a:lnTo>
                    <a:pt x="846" y="143497"/>
                  </a:lnTo>
                  <a:lnTo>
                    <a:pt x="393" y="148821"/>
                  </a:lnTo>
                  <a:lnTo>
                    <a:pt x="111" y="154157"/>
                  </a:lnTo>
                  <a:lnTo>
                    <a:pt x="0" y="159499"/>
                  </a:lnTo>
                  <a:lnTo>
                    <a:pt x="59" y="164841"/>
                  </a:lnTo>
                  <a:lnTo>
                    <a:pt x="289" y="170180"/>
                  </a:lnTo>
                  <a:lnTo>
                    <a:pt x="690" y="175508"/>
                  </a:lnTo>
                  <a:lnTo>
                    <a:pt x="1260" y="180820"/>
                  </a:lnTo>
                  <a:lnTo>
                    <a:pt x="2000" y="186112"/>
                  </a:lnTo>
                  <a:lnTo>
                    <a:pt x="2909" y="191378"/>
                  </a:lnTo>
                  <a:lnTo>
                    <a:pt x="3986" y="196611"/>
                  </a:lnTo>
                  <a:lnTo>
                    <a:pt x="5229" y="201808"/>
                  </a:lnTo>
                  <a:lnTo>
                    <a:pt x="6638" y="206962"/>
                  </a:lnTo>
                  <a:lnTo>
                    <a:pt x="8211" y="212068"/>
                  </a:lnTo>
                  <a:lnTo>
                    <a:pt x="9946" y="217122"/>
                  </a:lnTo>
                  <a:lnTo>
                    <a:pt x="11842" y="222117"/>
                  </a:lnTo>
                  <a:lnTo>
                    <a:pt x="13897" y="227050"/>
                  </a:lnTo>
                  <a:lnTo>
                    <a:pt x="16108" y="231914"/>
                  </a:lnTo>
                  <a:lnTo>
                    <a:pt x="18473" y="236705"/>
                  </a:lnTo>
                  <a:lnTo>
                    <a:pt x="20991" y="241418"/>
                  </a:lnTo>
                  <a:lnTo>
                    <a:pt x="23657" y="246048"/>
                  </a:lnTo>
                  <a:lnTo>
                    <a:pt x="26471" y="250591"/>
                  </a:lnTo>
                  <a:lnTo>
                    <a:pt x="29428" y="255041"/>
                  </a:lnTo>
                  <a:lnTo>
                    <a:pt x="32525" y="259395"/>
                  </a:lnTo>
                  <a:lnTo>
                    <a:pt x="35761" y="263647"/>
                  </a:lnTo>
                  <a:lnTo>
                    <a:pt x="39130" y="267794"/>
                  </a:lnTo>
                  <a:lnTo>
                    <a:pt x="42631" y="271831"/>
                  </a:lnTo>
                  <a:lnTo>
                    <a:pt x="46258" y="275754"/>
                  </a:lnTo>
                  <a:lnTo>
                    <a:pt x="50010" y="279559"/>
                  </a:lnTo>
                  <a:lnTo>
                    <a:pt x="53880" y="283242"/>
                  </a:lnTo>
                  <a:lnTo>
                    <a:pt x="57867" y="286800"/>
                  </a:lnTo>
                  <a:lnTo>
                    <a:pt x="61965" y="290228"/>
                  </a:lnTo>
                  <a:lnTo>
                    <a:pt x="66171" y="293524"/>
                  </a:lnTo>
                  <a:lnTo>
                    <a:pt x="70480" y="296684"/>
                  </a:lnTo>
                  <a:lnTo>
                    <a:pt x="74887" y="299704"/>
                  </a:lnTo>
                  <a:lnTo>
                    <a:pt x="79389" y="302582"/>
                  </a:lnTo>
                  <a:lnTo>
                    <a:pt x="83981" y="305315"/>
                  </a:lnTo>
                  <a:lnTo>
                    <a:pt x="88658" y="307899"/>
                  </a:lnTo>
                  <a:lnTo>
                    <a:pt x="93414" y="310333"/>
                  </a:lnTo>
                  <a:lnTo>
                    <a:pt x="98247" y="312613"/>
                  </a:lnTo>
                  <a:lnTo>
                    <a:pt x="103149" y="314738"/>
                  </a:lnTo>
                  <a:lnTo>
                    <a:pt x="108117" y="316705"/>
                  </a:lnTo>
                  <a:lnTo>
                    <a:pt x="113145" y="318512"/>
                  </a:lnTo>
                  <a:lnTo>
                    <a:pt x="118229" y="320158"/>
                  </a:lnTo>
                  <a:lnTo>
                    <a:pt x="123362" y="321640"/>
                  </a:lnTo>
                  <a:lnTo>
                    <a:pt x="128541" y="322957"/>
                  </a:lnTo>
                  <a:lnTo>
                    <a:pt x="133758" y="324109"/>
                  </a:lnTo>
                  <a:lnTo>
                    <a:pt x="139010" y="325093"/>
                  </a:lnTo>
                  <a:lnTo>
                    <a:pt x="144291" y="325908"/>
                  </a:lnTo>
                  <a:lnTo>
                    <a:pt x="149595" y="326555"/>
                  </a:lnTo>
                  <a:lnTo>
                    <a:pt x="154917" y="327031"/>
                  </a:lnTo>
                  <a:lnTo>
                    <a:pt x="160251" y="327338"/>
                  </a:lnTo>
                  <a:lnTo>
                    <a:pt x="167165" y="1603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9301" y="941493"/>
              <a:ext cx="174071" cy="334327"/>
            </a:xfrm>
            <a:custGeom>
              <a:avLst/>
              <a:pathLst>
                <a:path w="174071" h="334327">
                  <a:moveTo>
                    <a:pt x="0" y="334191"/>
                  </a:moveTo>
                  <a:lnTo>
                    <a:pt x="5318" y="334327"/>
                  </a:lnTo>
                  <a:lnTo>
                    <a:pt x="10639" y="334293"/>
                  </a:lnTo>
                  <a:lnTo>
                    <a:pt x="15956" y="334090"/>
                  </a:lnTo>
                  <a:lnTo>
                    <a:pt x="21263" y="333717"/>
                  </a:lnTo>
                  <a:lnTo>
                    <a:pt x="26556" y="333176"/>
                  </a:lnTo>
                  <a:lnTo>
                    <a:pt x="31830" y="332467"/>
                  </a:lnTo>
                  <a:lnTo>
                    <a:pt x="37078" y="331590"/>
                  </a:lnTo>
                  <a:lnTo>
                    <a:pt x="42295" y="330547"/>
                  </a:lnTo>
                  <a:lnTo>
                    <a:pt x="47476" y="329338"/>
                  </a:lnTo>
                  <a:lnTo>
                    <a:pt x="52617" y="327965"/>
                  </a:lnTo>
                  <a:lnTo>
                    <a:pt x="57711" y="326430"/>
                  </a:lnTo>
                  <a:lnTo>
                    <a:pt x="62754" y="324732"/>
                  </a:lnTo>
                  <a:lnTo>
                    <a:pt x="67740" y="322875"/>
                  </a:lnTo>
                  <a:lnTo>
                    <a:pt x="72664" y="320861"/>
                  </a:lnTo>
                  <a:lnTo>
                    <a:pt x="77522" y="318690"/>
                  </a:lnTo>
                  <a:lnTo>
                    <a:pt x="82309" y="316367"/>
                  </a:lnTo>
                  <a:lnTo>
                    <a:pt x="87019" y="313892"/>
                  </a:lnTo>
                  <a:lnTo>
                    <a:pt x="91647" y="311268"/>
                  </a:lnTo>
                  <a:lnTo>
                    <a:pt x="96190" y="308498"/>
                  </a:lnTo>
                  <a:lnTo>
                    <a:pt x="100643" y="305586"/>
                  </a:lnTo>
                  <a:lnTo>
                    <a:pt x="105001" y="302533"/>
                  </a:lnTo>
                  <a:lnTo>
                    <a:pt x="109259" y="299343"/>
                  </a:lnTo>
                  <a:lnTo>
                    <a:pt x="113413" y="296019"/>
                  </a:lnTo>
                  <a:lnTo>
                    <a:pt x="117460" y="292564"/>
                  </a:lnTo>
                  <a:lnTo>
                    <a:pt x="121395" y="288982"/>
                  </a:lnTo>
                  <a:lnTo>
                    <a:pt x="125213" y="285277"/>
                  </a:lnTo>
                  <a:lnTo>
                    <a:pt x="128912" y="281453"/>
                  </a:lnTo>
                  <a:lnTo>
                    <a:pt x="132488" y="277512"/>
                  </a:lnTo>
                  <a:lnTo>
                    <a:pt x="135936" y="273460"/>
                  </a:lnTo>
                  <a:lnTo>
                    <a:pt x="139253" y="269300"/>
                  </a:lnTo>
                  <a:lnTo>
                    <a:pt x="142436" y="265037"/>
                  </a:lnTo>
                  <a:lnTo>
                    <a:pt x="145482" y="260675"/>
                  </a:lnTo>
                  <a:lnTo>
                    <a:pt x="148388" y="256217"/>
                  </a:lnTo>
                  <a:lnTo>
                    <a:pt x="151150" y="251670"/>
                  </a:lnTo>
                  <a:lnTo>
                    <a:pt x="153766" y="247037"/>
                  </a:lnTo>
                  <a:lnTo>
                    <a:pt x="156234" y="242323"/>
                  </a:lnTo>
                  <a:lnTo>
                    <a:pt x="158550" y="237533"/>
                  </a:lnTo>
                  <a:lnTo>
                    <a:pt x="160712" y="232672"/>
                  </a:lnTo>
                  <a:lnTo>
                    <a:pt x="162719" y="227744"/>
                  </a:lnTo>
                  <a:lnTo>
                    <a:pt x="164568" y="222755"/>
                  </a:lnTo>
                  <a:lnTo>
                    <a:pt x="166257" y="217709"/>
                  </a:lnTo>
                  <a:lnTo>
                    <a:pt x="167785" y="212613"/>
                  </a:lnTo>
                  <a:lnTo>
                    <a:pt x="169150" y="207470"/>
                  </a:lnTo>
                  <a:lnTo>
                    <a:pt x="170350" y="202287"/>
                  </a:lnTo>
                  <a:lnTo>
                    <a:pt x="171385" y="197068"/>
                  </a:lnTo>
                  <a:lnTo>
                    <a:pt x="172253" y="191818"/>
                  </a:lnTo>
                  <a:lnTo>
                    <a:pt x="172954" y="186544"/>
                  </a:lnTo>
                  <a:lnTo>
                    <a:pt x="173487" y="181250"/>
                  </a:lnTo>
                  <a:lnTo>
                    <a:pt x="173851" y="175942"/>
                  </a:lnTo>
                  <a:lnTo>
                    <a:pt x="174045" y="170625"/>
                  </a:lnTo>
                  <a:lnTo>
                    <a:pt x="174071" y="165304"/>
                  </a:lnTo>
                  <a:lnTo>
                    <a:pt x="173927" y="159985"/>
                  </a:lnTo>
                  <a:lnTo>
                    <a:pt x="173613" y="154674"/>
                  </a:lnTo>
                  <a:lnTo>
                    <a:pt x="173131" y="149375"/>
                  </a:lnTo>
                  <a:lnTo>
                    <a:pt x="172481" y="144094"/>
                  </a:lnTo>
                  <a:lnTo>
                    <a:pt x="171663" y="138837"/>
                  </a:lnTo>
                  <a:lnTo>
                    <a:pt x="170678" y="133608"/>
                  </a:lnTo>
                  <a:lnTo>
                    <a:pt x="169527" y="128414"/>
                  </a:lnTo>
                  <a:lnTo>
                    <a:pt x="168211" y="123258"/>
                  </a:lnTo>
                  <a:lnTo>
                    <a:pt x="166732" y="118147"/>
                  </a:lnTo>
                  <a:lnTo>
                    <a:pt x="165091" y="113086"/>
                  </a:lnTo>
                  <a:lnTo>
                    <a:pt x="163290" y="108080"/>
                  </a:lnTo>
                  <a:lnTo>
                    <a:pt x="161330" y="103133"/>
                  </a:lnTo>
                  <a:lnTo>
                    <a:pt x="159214" y="98251"/>
                  </a:lnTo>
                  <a:lnTo>
                    <a:pt x="156944" y="93439"/>
                  </a:lnTo>
                  <a:lnTo>
                    <a:pt x="154522" y="88702"/>
                  </a:lnTo>
                  <a:lnTo>
                    <a:pt x="151950" y="84044"/>
                  </a:lnTo>
                  <a:lnTo>
                    <a:pt x="149231" y="79471"/>
                  </a:lnTo>
                  <a:lnTo>
                    <a:pt x="146368" y="74986"/>
                  </a:lnTo>
                  <a:lnTo>
                    <a:pt x="143364" y="70594"/>
                  </a:lnTo>
                  <a:lnTo>
                    <a:pt x="140221" y="66301"/>
                  </a:lnTo>
                  <a:lnTo>
                    <a:pt x="136944" y="62110"/>
                  </a:lnTo>
                  <a:lnTo>
                    <a:pt x="133535" y="58025"/>
                  </a:lnTo>
                  <a:lnTo>
                    <a:pt x="129997" y="54050"/>
                  </a:lnTo>
                  <a:lnTo>
                    <a:pt x="126335" y="50191"/>
                  </a:lnTo>
                  <a:lnTo>
                    <a:pt x="122552" y="46449"/>
                  </a:lnTo>
                  <a:lnTo>
                    <a:pt x="118651" y="42830"/>
                  </a:lnTo>
                  <a:lnTo>
                    <a:pt x="114638" y="39337"/>
                  </a:lnTo>
                  <a:lnTo>
                    <a:pt x="110515" y="35974"/>
                  </a:lnTo>
                  <a:lnTo>
                    <a:pt x="106288" y="32743"/>
                  </a:lnTo>
                  <a:lnTo>
                    <a:pt x="101959" y="29649"/>
                  </a:lnTo>
                  <a:lnTo>
                    <a:pt x="97535" y="26694"/>
                  </a:lnTo>
                  <a:lnTo>
                    <a:pt x="93019" y="23881"/>
                  </a:lnTo>
                  <a:lnTo>
                    <a:pt x="88415" y="21213"/>
                  </a:lnTo>
                  <a:lnTo>
                    <a:pt x="83729" y="18693"/>
                  </a:lnTo>
                  <a:lnTo>
                    <a:pt x="78965" y="16324"/>
                  </a:lnTo>
                  <a:lnTo>
                    <a:pt x="74128" y="14108"/>
                  </a:lnTo>
                  <a:lnTo>
                    <a:pt x="69223" y="12046"/>
                  </a:lnTo>
                  <a:lnTo>
                    <a:pt x="64255" y="10142"/>
                  </a:lnTo>
                  <a:lnTo>
                    <a:pt x="59228" y="8396"/>
                  </a:lnTo>
                  <a:lnTo>
                    <a:pt x="54149" y="6812"/>
                  </a:lnTo>
                  <a:lnTo>
                    <a:pt x="49022" y="5390"/>
                  </a:lnTo>
                  <a:lnTo>
                    <a:pt x="43852" y="4132"/>
                  </a:lnTo>
                  <a:lnTo>
                    <a:pt x="38645" y="3039"/>
                  </a:lnTo>
                  <a:lnTo>
                    <a:pt x="33406" y="2112"/>
                  </a:lnTo>
                  <a:lnTo>
                    <a:pt x="28140" y="1353"/>
                  </a:lnTo>
                  <a:lnTo>
                    <a:pt x="22852" y="761"/>
                  </a:lnTo>
                  <a:lnTo>
                    <a:pt x="17548" y="338"/>
                  </a:lnTo>
                  <a:lnTo>
                    <a:pt x="12234" y="84"/>
                  </a:lnTo>
                  <a:lnTo>
                    <a:pt x="6914" y="0"/>
                  </a:lnTo>
                  <a:lnTo>
                    <a:pt x="69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4" y="1071028"/>
              <a:ext cx="167166" cy="167167"/>
            </a:xfrm>
            <a:custGeom>
              <a:avLst/>
              <a:pathLst>
                <a:path w="167166" h="167167">
                  <a:moveTo>
                    <a:pt x="167166" y="0"/>
                  </a:moveTo>
                  <a:lnTo>
                    <a:pt x="161706" y="89"/>
                  </a:lnTo>
                  <a:lnTo>
                    <a:pt x="156251" y="356"/>
                  </a:lnTo>
                  <a:lnTo>
                    <a:pt x="150808" y="802"/>
                  </a:lnTo>
                  <a:lnTo>
                    <a:pt x="145383" y="1425"/>
                  </a:lnTo>
                  <a:lnTo>
                    <a:pt x="139980" y="2225"/>
                  </a:lnTo>
                  <a:lnTo>
                    <a:pt x="134607" y="3201"/>
                  </a:lnTo>
                  <a:lnTo>
                    <a:pt x="129268" y="4352"/>
                  </a:lnTo>
                  <a:lnTo>
                    <a:pt x="123970" y="5677"/>
                  </a:lnTo>
                  <a:lnTo>
                    <a:pt x="118718" y="7174"/>
                  </a:lnTo>
                  <a:lnTo>
                    <a:pt x="113518" y="8842"/>
                  </a:lnTo>
                  <a:lnTo>
                    <a:pt x="108375" y="10679"/>
                  </a:lnTo>
                  <a:lnTo>
                    <a:pt x="103295" y="12683"/>
                  </a:lnTo>
                  <a:lnTo>
                    <a:pt x="98283" y="14852"/>
                  </a:lnTo>
                  <a:lnTo>
                    <a:pt x="93344" y="17183"/>
                  </a:lnTo>
                  <a:lnTo>
                    <a:pt x="88484" y="19674"/>
                  </a:lnTo>
                  <a:lnTo>
                    <a:pt x="83708" y="22323"/>
                  </a:lnTo>
                  <a:lnTo>
                    <a:pt x="79022" y="25127"/>
                  </a:lnTo>
                  <a:lnTo>
                    <a:pt x="74429" y="28082"/>
                  </a:lnTo>
                  <a:lnTo>
                    <a:pt x="69935" y="31185"/>
                  </a:lnTo>
                  <a:lnTo>
                    <a:pt x="65545" y="34434"/>
                  </a:lnTo>
                  <a:lnTo>
                    <a:pt x="61264" y="37824"/>
                  </a:lnTo>
                  <a:lnTo>
                    <a:pt x="57095" y="41352"/>
                  </a:lnTo>
                  <a:lnTo>
                    <a:pt x="53044" y="45015"/>
                  </a:lnTo>
                  <a:lnTo>
                    <a:pt x="49115" y="48808"/>
                  </a:lnTo>
                  <a:lnTo>
                    <a:pt x="45312" y="52727"/>
                  </a:lnTo>
                  <a:lnTo>
                    <a:pt x="41639" y="56769"/>
                  </a:lnTo>
                  <a:lnTo>
                    <a:pt x="38100" y="60928"/>
                  </a:lnTo>
                  <a:lnTo>
                    <a:pt x="34698" y="65201"/>
                  </a:lnTo>
                  <a:lnTo>
                    <a:pt x="31438" y="69582"/>
                  </a:lnTo>
                  <a:lnTo>
                    <a:pt x="28323" y="74068"/>
                  </a:lnTo>
                  <a:lnTo>
                    <a:pt x="25356" y="78653"/>
                  </a:lnTo>
                  <a:lnTo>
                    <a:pt x="22540" y="83332"/>
                  </a:lnTo>
                  <a:lnTo>
                    <a:pt x="19879" y="88101"/>
                  </a:lnTo>
                  <a:lnTo>
                    <a:pt x="17375" y="92954"/>
                  </a:lnTo>
                  <a:lnTo>
                    <a:pt x="15031" y="97887"/>
                  </a:lnTo>
                  <a:lnTo>
                    <a:pt x="12849" y="102893"/>
                  </a:lnTo>
                  <a:lnTo>
                    <a:pt x="10832" y="107968"/>
                  </a:lnTo>
                  <a:lnTo>
                    <a:pt x="8982" y="113106"/>
                  </a:lnTo>
                  <a:lnTo>
                    <a:pt x="7300" y="118302"/>
                  </a:lnTo>
                  <a:lnTo>
                    <a:pt x="5789" y="123551"/>
                  </a:lnTo>
                  <a:lnTo>
                    <a:pt x="4451" y="128845"/>
                  </a:lnTo>
                  <a:lnTo>
                    <a:pt x="3286" y="134181"/>
                  </a:lnTo>
                  <a:lnTo>
                    <a:pt x="2296" y="139551"/>
                  </a:lnTo>
                  <a:lnTo>
                    <a:pt x="1482" y="144952"/>
                  </a:lnTo>
                  <a:lnTo>
                    <a:pt x="844" y="150376"/>
                  </a:lnTo>
                  <a:lnTo>
                    <a:pt x="385" y="155817"/>
                  </a:lnTo>
                  <a:lnTo>
                    <a:pt x="103" y="161271"/>
                  </a:lnTo>
                  <a:lnTo>
                    <a:pt x="0" y="16673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4" y="1237760"/>
              <a:ext cx="167166" cy="435"/>
            </a:xfrm>
            <a:custGeom>
              <a:avLst/>
              <a:pathLst>
                <a:path w="167166" h="435">
                  <a:moveTo>
                    <a:pt x="0" y="0"/>
                  </a:moveTo>
                  <a:lnTo>
                    <a:pt x="167166" y="4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4" y="1073677"/>
              <a:ext cx="334333" cy="331672"/>
            </a:xfrm>
            <a:custGeom>
              <a:avLst/>
              <a:pathLst>
                <a:path w="334333" h="331672">
                  <a:moveTo>
                    <a:pt x="0" y="164083"/>
                  </a:moveTo>
                  <a:lnTo>
                    <a:pt x="70" y="169385"/>
                  </a:lnTo>
                  <a:lnTo>
                    <a:pt x="308" y="174683"/>
                  </a:lnTo>
                  <a:lnTo>
                    <a:pt x="715" y="179971"/>
                  </a:lnTo>
                  <a:lnTo>
                    <a:pt x="1289" y="185243"/>
                  </a:lnTo>
                  <a:lnTo>
                    <a:pt x="2029" y="190494"/>
                  </a:lnTo>
                  <a:lnTo>
                    <a:pt x="2937" y="195719"/>
                  </a:lnTo>
                  <a:lnTo>
                    <a:pt x="4009" y="200913"/>
                  </a:lnTo>
                  <a:lnTo>
                    <a:pt x="5245" y="206070"/>
                  </a:lnTo>
                  <a:lnTo>
                    <a:pt x="6645" y="211185"/>
                  </a:lnTo>
                  <a:lnTo>
                    <a:pt x="8206" y="216253"/>
                  </a:lnTo>
                  <a:lnTo>
                    <a:pt x="9927" y="221270"/>
                  </a:lnTo>
                  <a:lnTo>
                    <a:pt x="11806" y="226229"/>
                  </a:lnTo>
                  <a:lnTo>
                    <a:pt x="13842" y="231126"/>
                  </a:lnTo>
                  <a:lnTo>
                    <a:pt x="16032" y="235956"/>
                  </a:lnTo>
                  <a:lnTo>
                    <a:pt x="18374" y="240714"/>
                  </a:lnTo>
                  <a:lnTo>
                    <a:pt x="20866" y="245395"/>
                  </a:lnTo>
                  <a:lnTo>
                    <a:pt x="23505" y="249995"/>
                  </a:lnTo>
                  <a:lnTo>
                    <a:pt x="26289" y="254509"/>
                  </a:lnTo>
                  <a:lnTo>
                    <a:pt x="29214" y="258932"/>
                  </a:lnTo>
                  <a:lnTo>
                    <a:pt x="32278" y="263261"/>
                  </a:lnTo>
                  <a:lnTo>
                    <a:pt x="35478" y="267490"/>
                  </a:lnTo>
                  <a:lnTo>
                    <a:pt x="38811" y="271615"/>
                  </a:lnTo>
                  <a:lnTo>
                    <a:pt x="42272" y="275633"/>
                  </a:lnTo>
                  <a:lnTo>
                    <a:pt x="45860" y="279538"/>
                  </a:lnTo>
                  <a:lnTo>
                    <a:pt x="49569" y="283328"/>
                  </a:lnTo>
                  <a:lnTo>
                    <a:pt x="53397" y="286999"/>
                  </a:lnTo>
                  <a:lnTo>
                    <a:pt x="57340" y="290546"/>
                  </a:lnTo>
                  <a:lnTo>
                    <a:pt x="61392" y="293966"/>
                  </a:lnTo>
                  <a:lnTo>
                    <a:pt x="65552" y="297256"/>
                  </a:lnTo>
                  <a:lnTo>
                    <a:pt x="69813" y="300413"/>
                  </a:lnTo>
                  <a:lnTo>
                    <a:pt x="74173" y="303432"/>
                  </a:lnTo>
                  <a:lnTo>
                    <a:pt x="78626" y="306312"/>
                  </a:lnTo>
                  <a:lnTo>
                    <a:pt x="83168" y="309049"/>
                  </a:lnTo>
                  <a:lnTo>
                    <a:pt x="87795" y="311641"/>
                  </a:lnTo>
                  <a:lnTo>
                    <a:pt x="92502" y="314085"/>
                  </a:lnTo>
                  <a:lnTo>
                    <a:pt x="97284" y="316378"/>
                  </a:lnTo>
                  <a:lnTo>
                    <a:pt x="102136" y="318518"/>
                  </a:lnTo>
                  <a:lnTo>
                    <a:pt x="107054" y="320503"/>
                  </a:lnTo>
                  <a:lnTo>
                    <a:pt x="112032" y="322331"/>
                  </a:lnTo>
                  <a:lnTo>
                    <a:pt x="117065" y="324001"/>
                  </a:lnTo>
                  <a:lnTo>
                    <a:pt x="122149" y="325510"/>
                  </a:lnTo>
                  <a:lnTo>
                    <a:pt x="127279" y="326857"/>
                  </a:lnTo>
                  <a:lnTo>
                    <a:pt x="132448" y="328040"/>
                  </a:lnTo>
                  <a:lnTo>
                    <a:pt x="137652" y="329059"/>
                  </a:lnTo>
                  <a:lnTo>
                    <a:pt x="142887" y="329913"/>
                  </a:lnTo>
                  <a:lnTo>
                    <a:pt x="148145" y="330600"/>
                  </a:lnTo>
                  <a:lnTo>
                    <a:pt x="153423" y="331119"/>
                  </a:lnTo>
                  <a:lnTo>
                    <a:pt x="158714" y="331472"/>
                  </a:lnTo>
                  <a:lnTo>
                    <a:pt x="164014" y="331656"/>
                  </a:lnTo>
                  <a:lnTo>
                    <a:pt x="169318" y="331672"/>
                  </a:lnTo>
                  <a:lnTo>
                    <a:pt x="174619" y="331519"/>
                  </a:lnTo>
                  <a:lnTo>
                    <a:pt x="179912" y="331199"/>
                  </a:lnTo>
                  <a:lnTo>
                    <a:pt x="185193" y="330711"/>
                  </a:lnTo>
                  <a:lnTo>
                    <a:pt x="190456" y="330055"/>
                  </a:lnTo>
                  <a:lnTo>
                    <a:pt x="195695" y="329233"/>
                  </a:lnTo>
                  <a:lnTo>
                    <a:pt x="200905" y="328245"/>
                  </a:lnTo>
                  <a:lnTo>
                    <a:pt x="206082" y="327093"/>
                  </a:lnTo>
                  <a:lnTo>
                    <a:pt x="211219" y="325777"/>
                  </a:lnTo>
                  <a:lnTo>
                    <a:pt x="216312" y="324298"/>
                  </a:lnTo>
                  <a:lnTo>
                    <a:pt x="221355" y="322659"/>
                  </a:lnTo>
                  <a:lnTo>
                    <a:pt x="226344" y="320860"/>
                  </a:lnTo>
                  <a:lnTo>
                    <a:pt x="231274" y="318904"/>
                  </a:lnTo>
                  <a:lnTo>
                    <a:pt x="236139" y="316793"/>
                  </a:lnTo>
                  <a:lnTo>
                    <a:pt x="240934" y="314529"/>
                  </a:lnTo>
                  <a:lnTo>
                    <a:pt x="245655" y="312113"/>
                  </a:lnTo>
                  <a:lnTo>
                    <a:pt x="250298" y="309550"/>
                  </a:lnTo>
                  <a:lnTo>
                    <a:pt x="254856" y="306840"/>
                  </a:lnTo>
                  <a:lnTo>
                    <a:pt x="259326" y="303986"/>
                  </a:lnTo>
                  <a:lnTo>
                    <a:pt x="263704" y="300993"/>
                  </a:lnTo>
                  <a:lnTo>
                    <a:pt x="267984" y="297862"/>
                  </a:lnTo>
                  <a:lnTo>
                    <a:pt x="272163" y="294597"/>
                  </a:lnTo>
                  <a:lnTo>
                    <a:pt x="276237" y="291201"/>
                  </a:lnTo>
                  <a:lnTo>
                    <a:pt x="280200" y="287678"/>
                  </a:lnTo>
                  <a:lnTo>
                    <a:pt x="284050" y="284030"/>
                  </a:lnTo>
                  <a:lnTo>
                    <a:pt x="287782" y="280262"/>
                  </a:lnTo>
                  <a:lnTo>
                    <a:pt x="291393" y="276378"/>
                  </a:lnTo>
                  <a:lnTo>
                    <a:pt x="294879" y="272382"/>
                  </a:lnTo>
                  <a:lnTo>
                    <a:pt x="298236" y="268276"/>
                  </a:lnTo>
                  <a:lnTo>
                    <a:pt x="301461" y="264066"/>
                  </a:lnTo>
                  <a:lnTo>
                    <a:pt x="304551" y="259757"/>
                  </a:lnTo>
                  <a:lnTo>
                    <a:pt x="307503" y="255351"/>
                  </a:lnTo>
                  <a:lnTo>
                    <a:pt x="310314" y="250854"/>
                  </a:lnTo>
                  <a:lnTo>
                    <a:pt x="312980" y="246270"/>
                  </a:lnTo>
                  <a:lnTo>
                    <a:pt x="315500" y="241603"/>
                  </a:lnTo>
                  <a:lnTo>
                    <a:pt x="317870" y="236859"/>
                  </a:lnTo>
                  <a:lnTo>
                    <a:pt x="320089" y="232042"/>
                  </a:lnTo>
                  <a:lnTo>
                    <a:pt x="322154" y="227158"/>
                  </a:lnTo>
                  <a:lnTo>
                    <a:pt x="324063" y="222210"/>
                  </a:lnTo>
                  <a:lnTo>
                    <a:pt x="325814" y="217204"/>
                  </a:lnTo>
                  <a:lnTo>
                    <a:pt x="327405" y="212145"/>
                  </a:lnTo>
                  <a:lnTo>
                    <a:pt x="328836" y="207039"/>
                  </a:lnTo>
                  <a:lnTo>
                    <a:pt x="330103" y="201889"/>
                  </a:lnTo>
                  <a:lnTo>
                    <a:pt x="331206" y="196702"/>
                  </a:lnTo>
                  <a:lnTo>
                    <a:pt x="332145" y="191482"/>
                  </a:lnTo>
                  <a:lnTo>
                    <a:pt x="332917" y="186236"/>
                  </a:lnTo>
                  <a:lnTo>
                    <a:pt x="333523" y="180967"/>
                  </a:lnTo>
                  <a:lnTo>
                    <a:pt x="333961" y="175682"/>
                  </a:lnTo>
                  <a:lnTo>
                    <a:pt x="334231" y="170386"/>
                  </a:lnTo>
                  <a:lnTo>
                    <a:pt x="334333" y="165083"/>
                  </a:lnTo>
                  <a:lnTo>
                    <a:pt x="334267" y="159781"/>
                  </a:lnTo>
                  <a:lnTo>
                    <a:pt x="334032" y="154483"/>
                  </a:lnTo>
                  <a:lnTo>
                    <a:pt x="333630" y="149195"/>
                  </a:lnTo>
                  <a:lnTo>
                    <a:pt x="333060" y="143922"/>
                  </a:lnTo>
                  <a:lnTo>
                    <a:pt x="332323" y="138670"/>
                  </a:lnTo>
                  <a:lnTo>
                    <a:pt x="331420" y="133444"/>
                  </a:lnTo>
                  <a:lnTo>
                    <a:pt x="330352" y="128250"/>
                  </a:lnTo>
                  <a:lnTo>
                    <a:pt x="329120" y="123092"/>
                  </a:lnTo>
                  <a:lnTo>
                    <a:pt x="327724" y="117976"/>
                  </a:lnTo>
                  <a:lnTo>
                    <a:pt x="326167" y="112906"/>
                  </a:lnTo>
                  <a:lnTo>
                    <a:pt x="324450" y="107889"/>
                  </a:lnTo>
                  <a:lnTo>
                    <a:pt x="322574" y="102928"/>
                  </a:lnTo>
                  <a:lnTo>
                    <a:pt x="320543" y="98029"/>
                  </a:lnTo>
                  <a:lnTo>
                    <a:pt x="318356" y="93198"/>
                  </a:lnTo>
                  <a:lnTo>
                    <a:pt x="316018" y="88438"/>
                  </a:lnTo>
                  <a:lnTo>
                    <a:pt x="313530" y="83755"/>
                  </a:lnTo>
                  <a:lnTo>
                    <a:pt x="310894" y="79153"/>
                  </a:lnTo>
                  <a:lnTo>
                    <a:pt x="308114" y="74637"/>
                  </a:lnTo>
                  <a:lnTo>
                    <a:pt x="305192" y="70211"/>
                  </a:lnTo>
                  <a:lnTo>
                    <a:pt x="302131" y="65880"/>
                  </a:lnTo>
                  <a:lnTo>
                    <a:pt x="298935" y="61649"/>
                  </a:lnTo>
                  <a:lnTo>
                    <a:pt x="295605" y="57521"/>
                  </a:lnTo>
                  <a:lnTo>
                    <a:pt x="292147" y="53501"/>
                  </a:lnTo>
                  <a:lnTo>
                    <a:pt x="288562" y="49592"/>
                  </a:lnTo>
                  <a:lnTo>
                    <a:pt x="284856" y="45799"/>
                  </a:lnTo>
                  <a:lnTo>
                    <a:pt x="281031" y="42126"/>
                  </a:lnTo>
                  <a:lnTo>
                    <a:pt x="277091" y="38576"/>
                  </a:lnTo>
                  <a:lnTo>
                    <a:pt x="273041" y="35152"/>
                  </a:lnTo>
                  <a:lnTo>
                    <a:pt x="268884" y="31859"/>
                  </a:lnTo>
                  <a:lnTo>
                    <a:pt x="264625" y="28699"/>
                  </a:lnTo>
                  <a:lnTo>
                    <a:pt x="260268" y="25676"/>
                  </a:lnTo>
                  <a:lnTo>
                    <a:pt x="255817" y="22793"/>
                  </a:lnTo>
                  <a:lnTo>
                    <a:pt x="251277" y="20052"/>
                  </a:lnTo>
                  <a:lnTo>
                    <a:pt x="246652" y="17457"/>
                  </a:lnTo>
                  <a:lnTo>
                    <a:pt x="241947" y="15009"/>
                  </a:lnTo>
                  <a:lnTo>
                    <a:pt x="237167" y="12713"/>
                  </a:lnTo>
                  <a:lnTo>
                    <a:pt x="232317" y="10569"/>
                  </a:lnTo>
                  <a:lnTo>
                    <a:pt x="227401" y="8580"/>
                  </a:lnTo>
                  <a:lnTo>
                    <a:pt x="222424" y="6747"/>
                  </a:lnTo>
                  <a:lnTo>
                    <a:pt x="217392" y="5074"/>
                  </a:lnTo>
                  <a:lnTo>
                    <a:pt x="212309" y="3561"/>
                  </a:lnTo>
                  <a:lnTo>
                    <a:pt x="207181" y="2210"/>
                  </a:lnTo>
                  <a:lnTo>
                    <a:pt x="202012" y="1023"/>
                  </a:lnTo>
                  <a:lnTo>
                    <a:pt x="196808" y="0"/>
                  </a:lnTo>
                  <a:lnTo>
                    <a:pt x="167166" y="1645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29641" cy="167167"/>
            </a:xfrm>
            <a:custGeom>
              <a:avLst/>
              <a:pathLst>
                <a:path w="29641" h="167167">
                  <a:moveTo>
                    <a:pt x="29641" y="2649"/>
                  </a:moveTo>
                  <a:lnTo>
                    <a:pt x="22283" y="1491"/>
                  </a:lnTo>
                  <a:lnTo>
                    <a:pt x="14880" y="663"/>
                  </a:lnTo>
                  <a:lnTo>
                    <a:pt x="7447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829" y="1322571"/>
              <a:ext cx="52891" cy="167167"/>
            </a:xfrm>
            <a:custGeom>
              <a:avLst/>
              <a:pathLst>
                <a:path w="52891" h="167167">
                  <a:moveTo>
                    <a:pt x="52891" y="0"/>
                  </a:moveTo>
                  <a:lnTo>
                    <a:pt x="46913" y="106"/>
                  </a:lnTo>
                  <a:lnTo>
                    <a:pt x="40942" y="427"/>
                  </a:lnTo>
                  <a:lnTo>
                    <a:pt x="34987" y="961"/>
                  </a:lnTo>
                  <a:lnTo>
                    <a:pt x="29054" y="1708"/>
                  </a:lnTo>
                  <a:lnTo>
                    <a:pt x="23152" y="2666"/>
                  </a:lnTo>
                  <a:lnTo>
                    <a:pt x="17288" y="3835"/>
                  </a:lnTo>
                  <a:lnTo>
                    <a:pt x="11470" y="5213"/>
                  </a:lnTo>
                  <a:lnTo>
                    <a:pt x="5705" y="6797"/>
                  </a:lnTo>
                  <a:lnTo>
                    <a:pt x="0" y="8588"/>
                  </a:lnTo>
                  <a:lnTo>
                    <a:pt x="5289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829" y="1331159"/>
              <a:ext cx="52891" cy="158579"/>
            </a:xfrm>
            <a:custGeom>
              <a:avLst/>
              <a:pathLst>
                <a:path w="52891" h="158579">
                  <a:moveTo>
                    <a:pt x="0" y="0"/>
                  </a:moveTo>
                  <a:lnTo>
                    <a:pt x="52891" y="1585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73" y="1331159"/>
              <a:ext cx="334314" cy="325742"/>
            </a:xfrm>
            <a:custGeom>
              <a:avLst/>
              <a:pathLst>
                <a:path w="334314" h="325742">
                  <a:moveTo>
                    <a:pt x="114256" y="0"/>
                  </a:moveTo>
                  <a:lnTo>
                    <a:pt x="109271" y="1750"/>
                  </a:lnTo>
                  <a:lnTo>
                    <a:pt x="104344" y="3657"/>
                  </a:lnTo>
                  <a:lnTo>
                    <a:pt x="99480" y="5719"/>
                  </a:lnTo>
                  <a:lnTo>
                    <a:pt x="94684" y="7934"/>
                  </a:lnTo>
                  <a:lnTo>
                    <a:pt x="89960" y="10299"/>
                  </a:lnTo>
                  <a:lnTo>
                    <a:pt x="85313" y="12812"/>
                  </a:lnTo>
                  <a:lnTo>
                    <a:pt x="80748" y="15470"/>
                  </a:lnTo>
                  <a:lnTo>
                    <a:pt x="76269" y="18272"/>
                  </a:lnTo>
                  <a:lnTo>
                    <a:pt x="71881" y="21214"/>
                  </a:lnTo>
                  <a:lnTo>
                    <a:pt x="67588" y="24292"/>
                  </a:lnTo>
                  <a:lnTo>
                    <a:pt x="63394" y="27506"/>
                  </a:lnTo>
                  <a:lnTo>
                    <a:pt x="59304" y="30849"/>
                  </a:lnTo>
                  <a:lnTo>
                    <a:pt x="55322" y="34321"/>
                  </a:lnTo>
                  <a:lnTo>
                    <a:pt x="51451" y="37917"/>
                  </a:lnTo>
                  <a:lnTo>
                    <a:pt x="47696" y="41633"/>
                  </a:lnTo>
                  <a:lnTo>
                    <a:pt x="44061" y="45466"/>
                  </a:lnTo>
                  <a:lnTo>
                    <a:pt x="40548" y="49411"/>
                  </a:lnTo>
                  <a:lnTo>
                    <a:pt x="37162" y="53466"/>
                  </a:lnTo>
                  <a:lnTo>
                    <a:pt x="33905" y="57626"/>
                  </a:lnTo>
                  <a:lnTo>
                    <a:pt x="30782" y="61887"/>
                  </a:lnTo>
                  <a:lnTo>
                    <a:pt x="27794" y="66244"/>
                  </a:lnTo>
                  <a:lnTo>
                    <a:pt x="24946" y="70694"/>
                  </a:lnTo>
                  <a:lnTo>
                    <a:pt x="22240" y="75231"/>
                  </a:lnTo>
                  <a:lnTo>
                    <a:pt x="19679" y="79852"/>
                  </a:lnTo>
                  <a:lnTo>
                    <a:pt x="17265" y="84551"/>
                  </a:lnTo>
                  <a:lnTo>
                    <a:pt x="15000" y="89324"/>
                  </a:lnTo>
                  <a:lnTo>
                    <a:pt x="12888" y="94166"/>
                  </a:lnTo>
                  <a:lnTo>
                    <a:pt x="10930" y="99073"/>
                  </a:lnTo>
                  <a:lnTo>
                    <a:pt x="9127" y="104039"/>
                  </a:lnTo>
                  <a:lnTo>
                    <a:pt x="7483" y="109059"/>
                  </a:lnTo>
                  <a:lnTo>
                    <a:pt x="5998" y="114129"/>
                  </a:lnTo>
                  <a:lnTo>
                    <a:pt x="4674" y="119243"/>
                  </a:lnTo>
                  <a:lnTo>
                    <a:pt x="3512" y="124397"/>
                  </a:lnTo>
                  <a:lnTo>
                    <a:pt x="2514" y="129585"/>
                  </a:lnTo>
                  <a:lnTo>
                    <a:pt x="1680" y="134801"/>
                  </a:lnTo>
                  <a:lnTo>
                    <a:pt x="1011" y="140042"/>
                  </a:lnTo>
                  <a:lnTo>
                    <a:pt x="508" y="145301"/>
                  </a:lnTo>
                  <a:lnTo>
                    <a:pt x="172" y="150573"/>
                  </a:lnTo>
                  <a:lnTo>
                    <a:pt x="2" y="155853"/>
                  </a:lnTo>
                  <a:lnTo>
                    <a:pt x="0" y="161136"/>
                  </a:lnTo>
                  <a:lnTo>
                    <a:pt x="164" y="166417"/>
                  </a:lnTo>
                  <a:lnTo>
                    <a:pt x="495" y="171689"/>
                  </a:lnTo>
                  <a:lnTo>
                    <a:pt x="992" y="176949"/>
                  </a:lnTo>
                  <a:lnTo>
                    <a:pt x="1656" y="182190"/>
                  </a:lnTo>
                  <a:lnTo>
                    <a:pt x="2484" y="187407"/>
                  </a:lnTo>
                  <a:lnTo>
                    <a:pt x="3478" y="192596"/>
                  </a:lnTo>
                  <a:lnTo>
                    <a:pt x="4634" y="197751"/>
                  </a:lnTo>
                  <a:lnTo>
                    <a:pt x="5953" y="202867"/>
                  </a:lnTo>
                  <a:lnTo>
                    <a:pt x="7433" y="207938"/>
                  </a:lnTo>
                  <a:lnTo>
                    <a:pt x="9073" y="212960"/>
                  </a:lnTo>
                  <a:lnTo>
                    <a:pt x="10870" y="217928"/>
                  </a:lnTo>
                  <a:lnTo>
                    <a:pt x="12823" y="222837"/>
                  </a:lnTo>
                  <a:lnTo>
                    <a:pt x="14931" y="227681"/>
                  </a:lnTo>
                  <a:lnTo>
                    <a:pt x="17190" y="232456"/>
                  </a:lnTo>
                  <a:lnTo>
                    <a:pt x="19600" y="237158"/>
                  </a:lnTo>
                  <a:lnTo>
                    <a:pt x="22156" y="241781"/>
                  </a:lnTo>
                  <a:lnTo>
                    <a:pt x="24858" y="246321"/>
                  </a:lnTo>
                  <a:lnTo>
                    <a:pt x="27702" y="250773"/>
                  </a:lnTo>
                  <a:lnTo>
                    <a:pt x="30684" y="255134"/>
                  </a:lnTo>
                  <a:lnTo>
                    <a:pt x="33804" y="259397"/>
                  </a:lnTo>
                  <a:lnTo>
                    <a:pt x="37056" y="263561"/>
                  </a:lnTo>
                  <a:lnTo>
                    <a:pt x="40438" y="267619"/>
                  </a:lnTo>
                  <a:lnTo>
                    <a:pt x="43947" y="271568"/>
                  </a:lnTo>
                  <a:lnTo>
                    <a:pt x="47579" y="275405"/>
                  </a:lnTo>
                  <a:lnTo>
                    <a:pt x="51330" y="279125"/>
                  </a:lnTo>
                  <a:lnTo>
                    <a:pt x="55197" y="282724"/>
                  </a:lnTo>
                  <a:lnTo>
                    <a:pt x="59176" y="286200"/>
                  </a:lnTo>
                  <a:lnTo>
                    <a:pt x="63262" y="289548"/>
                  </a:lnTo>
                  <a:lnTo>
                    <a:pt x="67453" y="292765"/>
                  </a:lnTo>
                  <a:lnTo>
                    <a:pt x="71743" y="295848"/>
                  </a:lnTo>
                  <a:lnTo>
                    <a:pt x="76128" y="298794"/>
                  </a:lnTo>
                  <a:lnTo>
                    <a:pt x="80604" y="301600"/>
                  </a:lnTo>
                  <a:lnTo>
                    <a:pt x="85166" y="304264"/>
                  </a:lnTo>
                  <a:lnTo>
                    <a:pt x="89811" y="306781"/>
                  </a:lnTo>
                  <a:lnTo>
                    <a:pt x="94533" y="309151"/>
                  </a:lnTo>
                  <a:lnTo>
                    <a:pt x="99327" y="311371"/>
                  </a:lnTo>
                  <a:lnTo>
                    <a:pt x="104189" y="313437"/>
                  </a:lnTo>
                  <a:lnTo>
                    <a:pt x="109113" y="315349"/>
                  </a:lnTo>
                  <a:lnTo>
                    <a:pt x="114096" y="317105"/>
                  </a:lnTo>
                  <a:lnTo>
                    <a:pt x="119132" y="318702"/>
                  </a:lnTo>
                  <a:lnTo>
                    <a:pt x="124216" y="320139"/>
                  </a:lnTo>
                  <a:lnTo>
                    <a:pt x="129342" y="321415"/>
                  </a:lnTo>
                  <a:lnTo>
                    <a:pt x="134506" y="322529"/>
                  </a:lnTo>
                  <a:lnTo>
                    <a:pt x="139703" y="323478"/>
                  </a:lnTo>
                  <a:lnTo>
                    <a:pt x="144928" y="324263"/>
                  </a:lnTo>
                  <a:lnTo>
                    <a:pt x="150174" y="324882"/>
                  </a:lnTo>
                  <a:lnTo>
                    <a:pt x="155438" y="325336"/>
                  </a:lnTo>
                  <a:lnTo>
                    <a:pt x="160713" y="325622"/>
                  </a:lnTo>
                  <a:lnTo>
                    <a:pt x="165994" y="325742"/>
                  </a:lnTo>
                  <a:lnTo>
                    <a:pt x="171277" y="325695"/>
                  </a:lnTo>
                  <a:lnTo>
                    <a:pt x="176556" y="325481"/>
                  </a:lnTo>
                  <a:lnTo>
                    <a:pt x="181825" y="325101"/>
                  </a:lnTo>
                  <a:lnTo>
                    <a:pt x="187080" y="324554"/>
                  </a:lnTo>
                  <a:lnTo>
                    <a:pt x="192314" y="323841"/>
                  </a:lnTo>
                  <a:lnTo>
                    <a:pt x="197524" y="322963"/>
                  </a:lnTo>
                  <a:lnTo>
                    <a:pt x="202703" y="321921"/>
                  </a:lnTo>
                  <a:lnTo>
                    <a:pt x="207847" y="320716"/>
                  </a:lnTo>
                  <a:lnTo>
                    <a:pt x="212950" y="319349"/>
                  </a:lnTo>
                  <a:lnTo>
                    <a:pt x="218007" y="317822"/>
                  </a:lnTo>
                  <a:lnTo>
                    <a:pt x="223013" y="316135"/>
                  </a:lnTo>
                  <a:lnTo>
                    <a:pt x="227964" y="314291"/>
                  </a:lnTo>
                  <a:lnTo>
                    <a:pt x="232854" y="312292"/>
                  </a:lnTo>
                  <a:lnTo>
                    <a:pt x="237678" y="310139"/>
                  </a:lnTo>
                  <a:lnTo>
                    <a:pt x="242432" y="307834"/>
                  </a:lnTo>
                  <a:lnTo>
                    <a:pt x="247111" y="305381"/>
                  </a:lnTo>
                  <a:lnTo>
                    <a:pt x="251710" y="302781"/>
                  </a:lnTo>
                  <a:lnTo>
                    <a:pt x="256224" y="300037"/>
                  </a:lnTo>
                  <a:lnTo>
                    <a:pt x="260650" y="297151"/>
                  </a:lnTo>
                  <a:lnTo>
                    <a:pt x="264982" y="294127"/>
                  </a:lnTo>
                  <a:lnTo>
                    <a:pt x="269216" y="290968"/>
                  </a:lnTo>
                  <a:lnTo>
                    <a:pt x="273348" y="287677"/>
                  </a:lnTo>
                  <a:lnTo>
                    <a:pt x="277375" y="284257"/>
                  </a:lnTo>
                  <a:lnTo>
                    <a:pt x="281291" y="280711"/>
                  </a:lnTo>
                  <a:lnTo>
                    <a:pt x="285093" y="277043"/>
                  </a:lnTo>
                  <a:lnTo>
                    <a:pt x="288777" y="273257"/>
                  </a:lnTo>
                  <a:lnTo>
                    <a:pt x="292340" y="269356"/>
                  </a:lnTo>
                  <a:lnTo>
                    <a:pt x="295778" y="265345"/>
                  </a:lnTo>
                  <a:lnTo>
                    <a:pt x="299088" y="261227"/>
                  </a:lnTo>
                  <a:lnTo>
                    <a:pt x="302265" y="257007"/>
                  </a:lnTo>
                  <a:lnTo>
                    <a:pt x="305308" y="252688"/>
                  </a:lnTo>
                  <a:lnTo>
                    <a:pt x="308213" y="248275"/>
                  </a:lnTo>
                  <a:lnTo>
                    <a:pt x="310977" y="243773"/>
                  </a:lnTo>
                  <a:lnTo>
                    <a:pt x="313597" y="239186"/>
                  </a:lnTo>
                  <a:lnTo>
                    <a:pt x="316071" y="234518"/>
                  </a:lnTo>
                  <a:lnTo>
                    <a:pt x="318396" y="229774"/>
                  </a:lnTo>
                  <a:lnTo>
                    <a:pt x="320570" y="224959"/>
                  </a:lnTo>
                  <a:lnTo>
                    <a:pt x="322591" y="220078"/>
                  </a:lnTo>
                  <a:lnTo>
                    <a:pt x="324457" y="215135"/>
                  </a:lnTo>
                  <a:lnTo>
                    <a:pt x="326166" y="210136"/>
                  </a:lnTo>
                  <a:lnTo>
                    <a:pt x="327715" y="205086"/>
                  </a:lnTo>
                  <a:lnTo>
                    <a:pt x="329105" y="199989"/>
                  </a:lnTo>
                  <a:lnTo>
                    <a:pt x="330332" y="194851"/>
                  </a:lnTo>
                  <a:lnTo>
                    <a:pt x="331397" y="189676"/>
                  </a:lnTo>
                  <a:lnTo>
                    <a:pt x="332298" y="184470"/>
                  </a:lnTo>
                  <a:lnTo>
                    <a:pt x="333033" y="179239"/>
                  </a:lnTo>
                  <a:lnTo>
                    <a:pt x="333603" y="173987"/>
                  </a:lnTo>
                  <a:lnTo>
                    <a:pt x="334007" y="168719"/>
                  </a:lnTo>
                  <a:lnTo>
                    <a:pt x="334244" y="163442"/>
                  </a:lnTo>
                  <a:lnTo>
                    <a:pt x="334314" y="158159"/>
                  </a:lnTo>
                  <a:lnTo>
                    <a:pt x="334218" y="152877"/>
                  </a:lnTo>
                  <a:lnTo>
                    <a:pt x="333954" y="147601"/>
                  </a:lnTo>
                  <a:lnTo>
                    <a:pt x="333524" y="142335"/>
                  </a:lnTo>
                  <a:lnTo>
                    <a:pt x="332927" y="137086"/>
                  </a:lnTo>
                  <a:lnTo>
                    <a:pt x="332165" y="131858"/>
                  </a:lnTo>
                  <a:lnTo>
                    <a:pt x="331239" y="126657"/>
                  </a:lnTo>
                  <a:lnTo>
                    <a:pt x="330148" y="121488"/>
                  </a:lnTo>
                  <a:lnTo>
                    <a:pt x="328895" y="116356"/>
                  </a:lnTo>
                  <a:lnTo>
                    <a:pt x="327480" y="111266"/>
                  </a:lnTo>
                  <a:lnTo>
                    <a:pt x="325905" y="106224"/>
                  </a:lnTo>
                  <a:lnTo>
                    <a:pt x="324171" y="101233"/>
                  </a:lnTo>
                  <a:lnTo>
                    <a:pt x="322281" y="96300"/>
                  </a:lnTo>
                  <a:lnTo>
                    <a:pt x="320235" y="91429"/>
                  </a:lnTo>
                  <a:lnTo>
                    <a:pt x="318037" y="86625"/>
                  </a:lnTo>
                  <a:lnTo>
                    <a:pt x="315688" y="81893"/>
                  </a:lnTo>
                  <a:lnTo>
                    <a:pt x="313190" y="77238"/>
                  </a:lnTo>
                  <a:lnTo>
                    <a:pt x="310547" y="72664"/>
                  </a:lnTo>
                  <a:lnTo>
                    <a:pt x="307761" y="68175"/>
                  </a:lnTo>
                  <a:lnTo>
                    <a:pt x="304834" y="63777"/>
                  </a:lnTo>
                  <a:lnTo>
                    <a:pt x="301770" y="59474"/>
                  </a:lnTo>
                  <a:lnTo>
                    <a:pt x="298571" y="55269"/>
                  </a:lnTo>
                  <a:lnTo>
                    <a:pt x="295241" y="51168"/>
                  </a:lnTo>
                  <a:lnTo>
                    <a:pt x="291783" y="47174"/>
                  </a:lnTo>
                  <a:lnTo>
                    <a:pt x="288200" y="43291"/>
                  </a:lnTo>
                  <a:lnTo>
                    <a:pt x="284497" y="39524"/>
                  </a:lnTo>
                  <a:lnTo>
                    <a:pt x="280676" y="35875"/>
                  </a:lnTo>
                  <a:lnTo>
                    <a:pt x="276742" y="32349"/>
                  </a:lnTo>
                  <a:lnTo>
                    <a:pt x="272699" y="28949"/>
                  </a:lnTo>
                  <a:lnTo>
                    <a:pt x="268550" y="25679"/>
                  </a:lnTo>
                  <a:lnTo>
                    <a:pt x="264300" y="22541"/>
                  </a:lnTo>
                  <a:lnTo>
                    <a:pt x="259953" y="19539"/>
                  </a:lnTo>
                  <a:lnTo>
                    <a:pt x="255513" y="16676"/>
                  </a:lnTo>
                  <a:lnTo>
                    <a:pt x="250985" y="13954"/>
                  </a:lnTo>
                  <a:lnTo>
                    <a:pt x="167147" y="1585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3837" cy="167167"/>
            </a:xfrm>
            <a:custGeom>
              <a:avLst/>
              <a:pathLst>
                <a:path w="83837" h="167167">
                  <a:moveTo>
                    <a:pt x="83837" y="22542"/>
                  </a:moveTo>
                  <a:lnTo>
                    <a:pt x="78721" y="19695"/>
                  </a:lnTo>
                  <a:lnTo>
                    <a:pt x="73509" y="17029"/>
                  </a:lnTo>
                  <a:lnTo>
                    <a:pt x="68207" y="14547"/>
                  </a:lnTo>
                  <a:lnTo>
                    <a:pt x="62821" y="12253"/>
                  </a:lnTo>
                  <a:lnTo>
                    <a:pt x="57358" y="10148"/>
                  </a:lnTo>
                  <a:lnTo>
                    <a:pt x="51824" y="8236"/>
                  </a:lnTo>
                  <a:lnTo>
                    <a:pt x="46227" y="6518"/>
                  </a:lnTo>
                  <a:lnTo>
                    <a:pt x="40574" y="4998"/>
                  </a:lnTo>
                  <a:lnTo>
                    <a:pt x="34870" y="3677"/>
                  </a:lnTo>
                  <a:lnTo>
                    <a:pt x="29124" y="2556"/>
                  </a:lnTo>
                  <a:lnTo>
                    <a:pt x="23342" y="1637"/>
                  </a:lnTo>
                  <a:lnTo>
                    <a:pt x="17532" y="921"/>
                  </a:lnTo>
                  <a:lnTo>
                    <a:pt x="11699" y="409"/>
                  </a:lnTo>
                  <a:lnTo>
                    <a:pt x="585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053" y="1681503"/>
              <a:ext cx="19471" cy="167167"/>
            </a:xfrm>
            <a:custGeom>
              <a:avLst/>
              <a:pathLst>
                <a:path w="19471" h="167167">
                  <a:moveTo>
                    <a:pt x="19471" y="0"/>
                  </a:moveTo>
                  <a:lnTo>
                    <a:pt x="9719" y="284"/>
                  </a:lnTo>
                  <a:lnTo>
                    <a:pt x="0" y="1137"/>
                  </a:lnTo>
                  <a:lnTo>
                    <a:pt x="1947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053" y="1682641"/>
              <a:ext cx="19471" cy="166029"/>
            </a:xfrm>
            <a:custGeom>
              <a:avLst/>
              <a:pathLst>
                <a:path w="19471" h="166029">
                  <a:moveTo>
                    <a:pt x="0" y="0"/>
                  </a:moveTo>
                  <a:lnTo>
                    <a:pt x="19471" y="166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2150" y="1682641"/>
              <a:ext cx="104374" cy="166029"/>
            </a:xfrm>
            <a:custGeom>
              <a:avLst/>
              <a:pathLst>
                <a:path w="104374" h="166029">
                  <a:moveTo>
                    <a:pt x="84903" y="0"/>
                  </a:moveTo>
                  <a:lnTo>
                    <a:pt x="79130" y="779"/>
                  </a:lnTo>
                  <a:lnTo>
                    <a:pt x="73387" y="1759"/>
                  </a:lnTo>
                  <a:lnTo>
                    <a:pt x="67683" y="2938"/>
                  </a:lnTo>
                  <a:lnTo>
                    <a:pt x="62023" y="4315"/>
                  </a:lnTo>
                  <a:lnTo>
                    <a:pt x="56414" y="5889"/>
                  </a:lnTo>
                  <a:lnTo>
                    <a:pt x="50863" y="7658"/>
                  </a:lnTo>
                  <a:lnTo>
                    <a:pt x="45378" y="9618"/>
                  </a:lnTo>
                  <a:lnTo>
                    <a:pt x="39964" y="11769"/>
                  </a:lnTo>
                  <a:lnTo>
                    <a:pt x="34629" y="14106"/>
                  </a:lnTo>
                  <a:lnTo>
                    <a:pt x="29378" y="16629"/>
                  </a:lnTo>
                  <a:lnTo>
                    <a:pt x="24218" y="19333"/>
                  </a:lnTo>
                  <a:lnTo>
                    <a:pt x="19155" y="22214"/>
                  </a:lnTo>
                  <a:lnTo>
                    <a:pt x="14196" y="25271"/>
                  </a:lnTo>
                  <a:lnTo>
                    <a:pt x="9347" y="28498"/>
                  </a:lnTo>
                  <a:lnTo>
                    <a:pt x="4612" y="31893"/>
                  </a:lnTo>
                  <a:lnTo>
                    <a:pt x="0" y="35450"/>
                  </a:lnTo>
                  <a:lnTo>
                    <a:pt x="104374" y="166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4" y="1681503"/>
              <a:ext cx="334312" cy="334333"/>
            </a:xfrm>
            <a:custGeom>
              <a:avLst/>
              <a:pathLst>
                <a:path w="334312" h="334333">
                  <a:moveTo>
                    <a:pt x="62785" y="36588"/>
                  </a:moveTo>
                  <a:lnTo>
                    <a:pt x="58700" y="39961"/>
                  </a:lnTo>
                  <a:lnTo>
                    <a:pt x="54724" y="43461"/>
                  </a:lnTo>
                  <a:lnTo>
                    <a:pt x="50861" y="47085"/>
                  </a:lnTo>
                  <a:lnTo>
                    <a:pt x="47115" y="50830"/>
                  </a:lnTo>
                  <a:lnTo>
                    <a:pt x="43490" y="54692"/>
                  </a:lnTo>
                  <a:lnTo>
                    <a:pt x="39988" y="58667"/>
                  </a:lnTo>
                  <a:lnTo>
                    <a:pt x="36614" y="62750"/>
                  </a:lnTo>
                  <a:lnTo>
                    <a:pt x="33372" y="66939"/>
                  </a:lnTo>
                  <a:lnTo>
                    <a:pt x="30263" y="71228"/>
                  </a:lnTo>
                  <a:lnTo>
                    <a:pt x="27292" y="75613"/>
                  </a:lnTo>
                  <a:lnTo>
                    <a:pt x="24462" y="80091"/>
                  </a:lnTo>
                  <a:lnTo>
                    <a:pt x="21775" y="84656"/>
                  </a:lnTo>
                  <a:lnTo>
                    <a:pt x="19233" y="89303"/>
                  </a:lnTo>
                  <a:lnTo>
                    <a:pt x="16841" y="94029"/>
                  </a:lnTo>
                  <a:lnTo>
                    <a:pt x="14599" y="98829"/>
                  </a:lnTo>
                  <a:lnTo>
                    <a:pt x="12510" y="103696"/>
                  </a:lnTo>
                  <a:lnTo>
                    <a:pt x="10577" y="108628"/>
                  </a:lnTo>
                  <a:lnTo>
                    <a:pt x="8801" y="113619"/>
                  </a:lnTo>
                  <a:lnTo>
                    <a:pt x="7184" y="118663"/>
                  </a:lnTo>
                  <a:lnTo>
                    <a:pt x="5728" y="123756"/>
                  </a:lnTo>
                  <a:lnTo>
                    <a:pt x="4433" y="128892"/>
                  </a:lnTo>
                  <a:lnTo>
                    <a:pt x="3302" y="134067"/>
                  </a:lnTo>
                  <a:lnTo>
                    <a:pt x="2336" y="139275"/>
                  </a:lnTo>
                  <a:lnTo>
                    <a:pt x="1535" y="144511"/>
                  </a:lnTo>
                  <a:lnTo>
                    <a:pt x="900" y="149770"/>
                  </a:lnTo>
                  <a:lnTo>
                    <a:pt x="432" y="155047"/>
                  </a:lnTo>
                  <a:lnTo>
                    <a:pt x="132" y="160335"/>
                  </a:lnTo>
                  <a:lnTo>
                    <a:pt x="0" y="165631"/>
                  </a:lnTo>
                  <a:lnTo>
                    <a:pt x="35" y="170927"/>
                  </a:lnTo>
                  <a:lnTo>
                    <a:pt x="238" y="176221"/>
                  </a:lnTo>
                  <a:lnTo>
                    <a:pt x="608" y="181505"/>
                  </a:lnTo>
                  <a:lnTo>
                    <a:pt x="1146" y="186774"/>
                  </a:lnTo>
                  <a:lnTo>
                    <a:pt x="1851" y="192024"/>
                  </a:lnTo>
                  <a:lnTo>
                    <a:pt x="2721" y="197249"/>
                  </a:lnTo>
                  <a:lnTo>
                    <a:pt x="3757" y="202444"/>
                  </a:lnTo>
                  <a:lnTo>
                    <a:pt x="4957" y="207604"/>
                  </a:lnTo>
                  <a:lnTo>
                    <a:pt x="6319" y="212722"/>
                  </a:lnTo>
                  <a:lnTo>
                    <a:pt x="7844" y="217795"/>
                  </a:lnTo>
                  <a:lnTo>
                    <a:pt x="9528" y="222818"/>
                  </a:lnTo>
                  <a:lnTo>
                    <a:pt x="11370" y="227784"/>
                  </a:lnTo>
                  <a:lnTo>
                    <a:pt x="13369" y="232690"/>
                  </a:lnTo>
                  <a:lnTo>
                    <a:pt x="15522" y="237529"/>
                  </a:lnTo>
                  <a:lnTo>
                    <a:pt x="17827" y="242298"/>
                  </a:lnTo>
                  <a:lnTo>
                    <a:pt x="20283" y="246992"/>
                  </a:lnTo>
                  <a:lnTo>
                    <a:pt x="22885" y="251605"/>
                  </a:lnTo>
                  <a:lnTo>
                    <a:pt x="25633" y="256134"/>
                  </a:lnTo>
                  <a:lnTo>
                    <a:pt x="28523" y="260573"/>
                  </a:lnTo>
                  <a:lnTo>
                    <a:pt x="31552" y="264919"/>
                  </a:lnTo>
                  <a:lnTo>
                    <a:pt x="34717" y="269166"/>
                  </a:lnTo>
                  <a:lnTo>
                    <a:pt x="38015" y="273311"/>
                  </a:lnTo>
                  <a:lnTo>
                    <a:pt x="41443" y="277350"/>
                  </a:lnTo>
                  <a:lnTo>
                    <a:pt x="44997" y="281278"/>
                  </a:lnTo>
                  <a:lnTo>
                    <a:pt x="48674" y="285091"/>
                  </a:lnTo>
                  <a:lnTo>
                    <a:pt x="52470" y="288786"/>
                  </a:lnTo>
                  <a:lnTo>
                    <a:pt x="56380" y="292358"/>
                  </a:lnTo>
                  <a:lnTo>
                    <a:pt x="60403" y="295805"/>
                  </a:lnTo>
                  <a:lnTo>
                    <a:pt x="64532" y="299123"/>
                  </a:lnTo>
                  <a:lnTo>
                    <a:pt x="68764" y="302308"/>
                  </a:lnTo>
                  <a:lnTo>
                    <a:pt x="73095" y="305358"/>
                  </a:lnTo>
                  <a:lnTo>
                    <a:pt x="77521" y="308269"/>
                  </a:lnTo>
                  <a:lnTo>
                    <a:pt x="82036" y="311038"/>
                  </a:lnTo>
                  <a:lnTo>
                    <a:pt x="86637" y="313663"/>
                  </a:lnTo>
                  <a:lnTo>
                    <a:pt x="91319" y="316141"/>
                  </a:lnTo>
                  <a:lnTo>
                    <a:pt x="96077" y="318469"/>
                  </a:lnTo>
                  <a:lnTo>
                    <a:pt x="100907" y="320645"/>
                  </a:lnTo>
                  <a:lnTo>
                    <a:pt x="105803" y="322667"/>
                  </a:lnTo>
                  <a:lnTo>
                    <a:pt x="110760" y="324533"/>
                  </a:lnTo>
                  <a:lnTo>
                    <a:pt x="115774" y="326241"/>
                  </a:lnTo>
                  <a:lnTo>
                    <a:pt x="120840" y="327789"/>
                  </a:lnTo>
                  <a:lnTo>
                    <a:pt x="125952" y="329176"/>
                  </a:lnTo>
                  <a:lnTo>
                    <a:pt x="131106" y="330400"/>
                  </a:lnTo>
                  <a:lnTo>
                    <a:pt x="136296" y="331460"/>
                  </a:lnTo>
                  <a:lnTo>
                    <a:pt x="141517" y="332356"/>
                  </a:lnTo>
                  <a:lnTo>
                    <a:pt x="146763" y="333085"/>
                  </a:lnTo>
                  <a:lnTo>
                    <a:pt x="152030" y="333648"/>
                  </a:lnTo>
                  <a:lnTo>
                    <a:pt x="157312" y="334044"/>
                  </a:lnTo>
                  <a:lnTo>
                    <a:pt x="162605" y="334272"/>
                  </a:lnTo>
                  <a:lnTo>
                    <a:pt x="167901" y="334333"/>
                  </a:lnTo>
                  <a:lnTo>
                    <a:pt x="173197" y="334225"/>
                  </a:lnTo>
                  <a:lnTo>
                    <a:pt x="178487" y="333950"/>
                  </a:lnTo>
                  <a:lnTo>
                    <a:pt x="183766" y="333508"/>
                  </a:lnTo>
                  <a:lnTo>
                    <a:pt x="189028" y="332898"/>
                  </a:lnTo>
                  <a:lnTo>
                    <a:pt x="194268" y="332122"/>
                  </a:lnTo>
                  <a:lnTo>
                    <a:pt x="199480" y="331180"/>
                  </a:lnTo>
                  <a:lnTo>
                    <a:pt x="204660" y="330074"/>
                  </a:lnTo>
                  <a:lnTo>
                    <a:pt x="209803" y="328804"/>
                  </a:lnTo>
                  <a:lnTo>
                    <a:pt x="214903" y="327372"/>
                  </a:lnTo>
                  <a:lnTo>
                    <a:pt x="219955" y="325779"/>
                  </a:lnTo>
                  <a:lnTo>
                    <a:pt x="224953" y="324026"/>
                  </a:lnTo>
                  <a:lnTo>
                    <a:pt x="229894" y="322116"/>
                  </a:lnTo>
                  <a:lnTo>
                    <a:pt x="234772" y="320051"/>
                  </a:lnTo>
                  <a:lnTo>
                    <a:pt x="239582" y="317832"/>
                  </a:lnTo>
                  <a:lnTo>
                    <a:pt x="244319" y="315462"/>
                  </a:lnTo>
                  <a:lnTo>
                    <a:pt x="248979" y="312943"/>
                  </a:lnTo>
                  <a:lnTo>
                    <a:pt x="253556" y="310277"/>
                  </a:lnTo>
                  <a:lnTo>
                    <a:pt x="258047" y="307468"/>
                  </a:lnTo>
                  <a:lnTo>
                    <a:pt x="262447" y="304518"/>
                  </a:lnTo>
                  <a:lnTo>
                    <a:pt x="266751" y="301430"/>
                  </a:lnTo>
                  <a:lnTo>
                    <a:pt x="270955" y="298208"/>
                  </a:lnTo>
                  <a:lnTo>
                    <a:pt x="275054" y="294853"/>
                  </a:lnTo>
                  <a:lnTo>
                    <a:pt x="279046" y="291371"/>
                  </a:lnTo>
                  <a:lnTo>
                    <a:pt x="282925" y="287763"/>
                  </a:lnTo>
                  <a:lnTo>
                    <a:pt x="286687" y="284035"/>
                  </a:lnTo>
                  <a:lnTo>
                    <a:pt x="290330" y="280189"/>
                  </a:lnTo>
                  <a:lnTo>
                    <a:pt x="293849" y="276230"/>
                  </a:lnTo>
                  <a:lnTo>
                    <a:pt x="297241" y="272162"/>
                  </a:lnTo>
                  <a:lnTo>
                    <a:pt x="300502" y="267987"/>
                  </a:lnTo>
                  <a:lnTo>
                    <a:pt x="303630" y="263712"/>
                  </a:lnTo>
                  <a:lnTo>
                    <a:pt x="306620" y="259340"/>
                  </a:lnTo>
                  <a:lnTo>
                    <a:pt x="309470" y="254875"/>
                  </a:lnTo>
                  <a:lnTo>
                    <a:pt x="312178" y="250322"/>
                  </a:lnTo>
                  <a:lnTo>
                    <a:pt x="314739" y="245686"/>
                  </a:lnTo>
                  <a:lnTo>
                    <a:pt x="317153" y="240971"/>
                  </a:lnTo>
                  <a:lnTo>
                    <a:pt x="319416" y="236181"/>
                  </a:lnTo>
                  <a:lnTo>
                    <a:pt x="321526" y="231323"/>
                  </a:lnTo>
                  <a:lnTo>
                    <a:pt x="323481" y="226400"/>
                  </a:lnTo>
                  <a:lnTo>
                    <a:pt x="325280" y="221417"/>
                  </a:lnTo>
                  <a:lnTo>
                    <a:pt x="326919" y="216380"/>
                  </a:lnTo>
                  <a:lnTo>
                    <a:pt x="328398" y="211294"/>
                  </a:lnTo>
                  <a:lnTo>
                    <a:pt x="329715" y="206163"/>
                  </a:lnTo>
                  <a:lnTo>
                    <a:pt x="330869" y="200993"/>
                  </a:lnTo>
                  <a:lnTo>
                    <a:pt x="331859" y="195790"/>
                  </a:lnTo>
                  <a:lnTo>
                    <a:pt x="332683" y="190557"/>
                  </a:lnTo>
                  <a:lnTo>
                    <a:pt x="333341" y="185301"/>
                  </a:lnTo>
                  <a:lnTo>
                    <a:pt x="333832" y="180027"/>
                  </a:lnTo>
                  <a:lnTo>
                    <a:pt x="334156" y="174740"/>
                  </a:lnTo>
                  <a:lnTo>
                    <a:pt x="334312" y="169445"/>
                  </a:lnTo>
                  <a:lnTo>
                    <a:pt x="334300" y="164148"/>
                  </a:lnTo>
                  <a:lnTo>
                    <a:pt x="334120" y="158854"/>
                  </a:lnTo>
                  <a:lnTo>
                    <a:pt x="333773" y="153568"/>
                  </a:lnTo>
                  <a:lnTo>
                    <a:pt x="333259" y="148296"/>
                  </a:lnTo>
                  <a:lnTo>
                    <a:pt x="332577" y="143043"/>
                  </a:lnTo>
                  <a:lnTo>
                    <a:pt x="331730" y="137814"/>
                  </a:lnTo>
                  <a:lnTo>
                    <a:pt x="330718" y="132615"/>
                  </a:lnTo>
                  <a:lnTo>
                    <a:pt x="329541" y="127450"/>
                  </a:lnTo>
                  <a:lnTo>
                    <a:pt x="328201" y="122325"/>
                  </a:lnTo>
                  <a:lnTo>
                    <a:pt x="326699" y="117246"/>
                  </a:lnTo>
                  <a:lnTo>
                    <a:pt x="325037" y="112216"/>
                  </a:lnTo>
                  <a:lnTo>
                    <a:pt x="323217" y="107241"/>
                  </a:lnTo>
                  <a:lnTo>
                    <a:pt x="321240" y="102327"/>
                  </a:lnTo>
                  <a:lnTo>
                    <a:pt x="319109" y="97478"/>
                  </a:lnTo>
                  <a:lnTo>
                    <a:pt x="316824" y="92699"/>
                  </a:lnTo>
                  <a:lnTo>
                    <a:pt x="314390" y="87994"/>
                  </a:lnTo>
                  <a:lnTo>
                    <a:pt x="311807" y="83369"/>
                  </a:lnTo>
                  <a:lnTo>
                    <a:pt x="309080" y="78828"/>
                  </a:lnTo>
                  <a:lnTo>
                    <a:pt x="306210" y="74376"/>
                  </a:lnTo>
                  <a:lnTo>
                    <a:pt x="303200" y="70017"/>
                  </a:lnTo>
                  <a:lnTo>
                    <a:pt x="300054" y="65756"/>
                  </a:lnTo>
                  <a:lnTo>
                    <a:pt x="296774" y="61596"/>
                  </a:lnTo>
                  <a:lnTo>
                    <a:pt x="293364" y="57543"/>
                  </a:lnTo>
                  <a:lnTo>
                    <a:pt x="289827" y="53599"/>
                  </a:lnTo>
                  <a:lnTo>
                    <a:pt x="286168" y="49770"/>
                  </a:lnTo>
                  <a:lnTo>
                    <a:pt x="282388" y="46058"/>
                  </a:lnTo>
                  <a:lnTo>
                    <a:pt x="278494" y="42468"/>
                  </a:lnTo>
                  <a:lnTo>
                    <a:pt x="274487" y="39003"/>
                  </a:lnTo>
                  <a:lnTo>
                    <a:pt x="270372" y="35667"/>
                  </a:lnTo>
                  <a:lnTo>
                    <a:pt x="266154" y="32463"/>
                  </a:lnTo>
                  <a:lnTo>
                    <a:pt x="261837" y="29394"/>
                  </a:lnTo>
                  <a:lnTo>
                    <a:pt x="257424" y="26464"/>
                  </a:lnTo>
                  <a:lnTo>
                    <a:pt x="252921" y="23675"/>
                  </a:lnTo>
                  <a:lnTo>
                    <a:pt x="248331" y="21030"/>
                  </a:lnTo>
                  <a:lnTo>
                    <a:pt x="243661" y="18531"/>
                  </a:lnTo>
                  <a:lnTo>
                    <a:pt x="238913" y="16182"/>
                  </a:lnTo>
                  <a:lnTo>
                    <a:pt x="234093" y="13984"/>
                  </a:lnTo>
                  <a:lnTo>
                    <a:pt x="229206" y="11941"/>
                  </a:lnTo>
                  <a:lnTo>
                    <a:pt x="224257" y="10053"/>
                  </a:lnTo>
                  <a:lnTo>
                    <a:pt x="219251" y="8323"/>
                  </a:lnTo>
                  <a:lnTo>
                    <a:pt x="214192" y="6752"/>
                  </a:lnTo>
                  <a:lnTo>
                    <a:pt x="209086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6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772" y="2126963"/>
              <a:ext cx="31515" cy="167167"/>
            </a:xfrm>
            <a:custGeom>
              <a:avLst/>
              <a:pathLst>
                <a:path w="31515" h="167167">
                  <a:moveTo>
                    <a:pt x="31515" y="0"/>
                  </a:moveTo>
                  <a:lnTo>
                    <a:pt x="25175" y="120"/>
                  </a:lnTo>
                  <a:lnTo>
                    <a:pt x="18845" y="480"/>
                  </a:lnTo>
                  <a:lnTo>
                    <a:pt x="12533" y="1081"/>
                  </a:lnTo>
                  <a:lnTo>
                    <a:pt x="6248" y="1920"/>
                  </a:lnTo>
                  <a:lnTo>
                    <a:pt x="0" y="2997"/>
                  </a:lnTo>
                  <a:lnTo>
                    <a:pt x="3151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772" y="2129961"/>
              <a:ext cx="31515" cy="164169"/>
            </a:xfrm>
            <a:custGeom>
              <a:avLst/>
              <a:pathLst>
                <a:path w="31515" h="164169">
                  <a:moveTo>
                    <a:pt x="0" y="0"/>
                  </a:moveTo>
                  <a:lnTo>
                    <a:pt x="31515" y="164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7" y="2127796"/>
              <a:ext cx="334305" cy="333501"/>
            </a:xfrm>
            <a:custGeom>
              <a:avLst/>
              <a:pathLst>
                <a:path w="334305" h="333501">
                  <a:moveTo>
                    <a:pt x="135635" y="2165"/>
                  </a:moveTo>
                  <a:lnTo>
                    <a:pt x="130445" y="3246"/>
                  </a:lnTo>
                  <a:lnTo>
                    <a:pt x="125292" y="4492"/>
                  </a:lnTo>
                  <a:lnTo>
                    <a:pt x="120182" y="5901"/>
                  </a:lnTo>
                  <a:lnTo>
                    <a:pt x="115119" y="7471"/>
                  </a:lnTo>
                  <a:lnTo>
                    <a:pt x="110108" y="9200"/>
                  </a:lnTo>
                  <a:lnTo>
                    <a:pt x="105154" y="11088"/>
                  </a:lnTo>
                  <a:lnTo>
                    <a:pt x="100263" y="13132"/>
                  </a:lnTo>
                  <a:lnTo>
                    <a:pt x="95439" y="15330"/>
                  </a:lnTo>
                  <a:lnTo>
                    <a:pt x="90687" y="17679"/>
                  </a:lnTo>
                  <a:lnTo>
                    <a:pt x="86012" y="20179"/>
                  </a:lnTo>
                  <a:lnTo>
                    <a:pt x="81418" y="22825"/>
                  </a:lnTo>
                  <a:lnTo>
                    <a:pt x="76911" y="25615"/>
                  </a:lnTo>
                  <a:lnTo>
                    <a:pt x="72495" y="28547"/>
                  </a:lnTo>
                  <a:lnTo>
                    <a:pt x="68174" y="31618"/>
                  </a:lnTo>
                  <a:lnTo>
                    <a:pt x="63952" y="34824"/>
                  </a:lnTo>
                  <a:lnTo>
                    <a:pt x="59834" y="38162"/>
                  </a:lnTo>
                  <a:lnTo>
                    <a:pt x="55824" y="41629"/>
                  </a:lnTo>
                  <a:lnTo>
                    <a:pt x="51926" y="45222"/>
                  </a:lnTo>
                  <a:lnTo>
                    <a:pt x="48143" y="48936"/>
                  </a:lnTo>
                  <a:lnTo>
                    <a:pt x="44481" y="52768"/>
                  </a:lnTo>
                  <a:lnTo>
                    <a:pt x="40942" y="56715"/>
                  </a:lnTo>
                  <a:lnTo>
                    <a:pt x="37529" y="60772"/>
                  </a:lnTo>
                  <a:lnTo>
                    <a:pt x="34248" y="64935"/>
                  </a:lnTo>
                  <a:lnTo>
                    <a:pt x="31099" y="69200"/>
                  </a:lnTo>
                  <a:lnTo>
                    <a:pt x="28088" y="73562"/>
                  </a:lnTo>
                  <a:lnTo>
                    <a:pt x="25216" y="78018"/>
                  </a:lnTo>
                  <a:lnTo>
                    <a:pt x="22487" y="82563"/>
                  </a:lnTo>
                  <a:lnTo>
                    <a:pt x="19904" y="87192"/>
                  </a:lnTo>
                  <a:lnTo>
                    <a:pt x="17468" y="91901"/>
                  </a:lnTo>
                  <a:lnTo>
                    <a:pt x="15184" y="96684"/>
                  </a:lnTo>
                  <a:lnTo>
                    <a:pt x="13052" y="101538"/>
                  </a:lnTo>
                  <a:lnTo>
                    <a:pt x="11075" y="106456"/>
                  </a:lnTo>
                  <a:lnTo>
                    <a:pt x="9254" y="111435"/>
                  </a:lnTo>
                  <a:lnTo>
                    <a:pt x="7593" y="116469"/>
                  </a:lnTo>
                  <a:lnTo>
                    <a:pt x="6092" y="121553"/>
                  </a:lnTo>
                  <a:lnTo>
                    <a:pt x="4753" y="126682"/>
                  </a:lnTo>
                  <a:lnTo>
                    <a:pt x="3578" y="131852"/>
                  </a:lnTo>
                  <a:lnTo>
                    <a:pt x="2567" y="137055"/>
                  </a:lnTo>
                  <a:lnTo>
                    <a:pt x="1721" y="142289"/>
                  </a:lnTo>
                  <a:lnTo>
                    <a:pt x="1042" y="147546"/>
                  </a:lnTo>
                  <a:lnTo>
                    <a:pt x="530" y="152822"/>
                  </a:lnTo>
                  <a:lnTo>
                    <a:pt x="185" y="158112"/>
                  </a:lnTo>
                  <a:lnTo>
                    <a:pt x="8" y="163410"/>
                  </a:lnTo>
                  <a:lnTo>
                    <a:pt x="0" y="168711"/>
                  </a:lnTo>
                  <a:lnTo>
                    <a:pt x="159" y="174010"/>
                  </a:lnTo>
                  <a:lnTo>
                    <a:pt x="486" y="179301"/>
                  </a:lnTo>
                  <a:lnTo>
                    <a:pt x="981" y="184579"/>
                  </a:lnTo>
                  <a:lnTo>
                    <a:pt x="1643" y="189839"/>
                  </a:lnTo>
                  <a:lnTo>
                    <a:pt x="2472" y="195075"/>
                  </a:lnTo>
                  <a:lnTo>
                    <a:pt x="3466" y="200282"/>
                  </a:lnTo>
                  <a:lnTo>
                    <a:pt x="4624" y="205454"/>
                  </a:lnTo>
                  <a:lnTo>
                    <a:pt x="5947" y="210588"/>
                  </a:lnTo>
                  <a:lnTo>
                    <a:pt x="7431" y="215677"/>
                  </a:lnTo>
                  <a:lnTo>
                    <a:pt x="9076" y="220717"/>
                  </a:lnTo>
                  <a:lnTo>
                    <a:pt x="10879" y="225701"/>
                  </a:lnTo>
                  <a:lnTo>
                    <a:pt x="12840" y="230626"/>
                  </a:lnTo>
                  <a:lnTo>
                    <a:pt x="14956" y="235487"/>
                  </a:lnTo>
                  <a:lnTo>
                    <a:pt x="17226" y="240278"/>
                  </a:lnTo>
                  <a:lnTo>
                    <a:pt x="19646" y="244994"/>
                  </a:lnTo>
                  <a:lnTo>
                    <a:pt x="22214" y="249632"/>
                  </a:lnTo>
                  <a:lnTo>
                    <a:pt x="24928" y="254185"/>
                  </a:lnTo>
                  <a:lnTo>
                    <a:pt x="27785" y="258651"/>
                  </a:lnTo>
                  <a:lnTo>
                    <a:pt x="30782" y="263023"/>
                  </a:lnTo>
                  <a:lnTo>
                    <a:pt x="33916" y="267298"/>
                  </a:lnTo>
                  <a:lnTo>
                    <a:pt x="37185" y="271472"/>
                  </a:lnTo>
                  <a:lnTo>
                    <a:pt x="40584" y="275540"/>
                  </a:lnTo>
                  <a:lnTo>
                    <a:pt x="44110" y="279498"/>
                  </a:lnTo>
                  <a:lnTo>
                    <a:pt x="47760" y="283343"/>
                  </a:lnTo>
                  <a:lnTo>
                    <a:pt x="51530" y="287069"/>
                  </a:lnTo>
                  <a:lnTo>
                    <a:pt x="55416" y="290675"/>
                  </a:lnTo>
                  <a:lnTo>
                    <a:pt x="59415" y="294155"/>
                  </a:lnTo>
                  <a:lnTo>
                    <a:pt x="63522" y="297507"/>
                  </a:lnTo>
                  <a:lnTo>
                    <a:pt x="67733" y="300726"/>
                  </a:lnTo>
                  <a:lnTo>
                    <a:pt x="72044" y="303811"/>
                  </a:lnTo>
                  <a:lnTo>
                    <a:pt x="76451" y="306758"/>
                  </a:lnTo>
                  <a:lnTo>
                    <a:pt x="80949" y="309563"/>
                  </a:lnTo>
                  <a:lnTo>
                    <a:pt x="85534" y="312224"/>
                  </a:lnTo>
                  <a:lnTo>
                    <a:pt x="90201" y="314738"/>
                  </a:lnTo>
                  <a:lnTo>
                    <a:pt x="94945" y="317104"/>
                  </a:lnTo>
                  <a:lnTo>
                    <a:pt x="99762" y="319317"/>
                  </a:lnTo>
                  <a:lnTo>
                    <a:pt x="104646" y="321377"/>
                  </a:lnTo>
                  <a:lnTo>
                    <a:pt x="109593" y="323281"/>
                  </a:lnTo>
                  <a:lnTo>
                    <a:pt x="114599" y="325027"/>
                  </a:lnTo>
                  <a:lnTo>
                    <a:pt x="119657" y="326613"/>
                  </a:lnTo>
                  <a:lnTo>
                    <a:pt x="124763" y="328039"/>
                  </a:lnTo>
                  <a:lnTo>
                    <a:pt x="129911" y="329301"/>
                  </a:lnTo>
                  <a:lnTo>
                    <a:pt x="135097" y="330400"/>
                  </a:lnTo>
                  <a:lnTo>
                    <a:pt x="140315" y="331334"/>
                  </a:lnTo>
                  <a:lnTo>
                    <a:pt x="145561" y="332102"/>
                  </a:lnTo>
                  <a:lnTo>
                    <a:pt x="150828" y="332703"/>
                  </a:lnTo>
                  <a:lnTo>
                    <a:pt x="156111" y="333137"/>
                  </a:lnTo>
                  <a:lnTo>
                    <a:pt x="161405" y="333403"/>
                  </a:lnTo>
                  <a:lnTo>
                    <a:pt x="166705" y="333501"/>
                  </a:lnTo>
                  <a:lnTo>
                    <a:pt x="172006" y="333431"/>
                  </a:lnTo>
                  <a:lnTo>
                    <a:pt x="177302" y="333193"/>
                  </a:lnTo>
                  <a:lnTo>
                    <a:pt x="182587" y="332788"/>
                  </a:lnTo>
                  <a:lnTo>
                    <a:pt x="187857" y="332214"/>
                  </a:lnTo>
                  <a:lnTo>
                    <a:pt x="193107" y="331474"/>
                  </a:lnTo>
                  <a:lnTo>
                    <a:pt x="198330" y="330568"/>
                  </a:lnTo>
                  <a:lnTo>
                    <a:pt x="203521" y="329497"/>
                  </a:lnTo>
                  <a:lnTo>
                    <a:pt x="208677" y="328262"/>
                  </a:lnTo>
                  <a:lnTo>
                    <a:pt x="213790" y="326864"/>
                  </a:lnTo>
                  <a:lnTo>
                    <a:pt x="218856" y="325304"/>
                  </a:lnTo>
                  <a:lnTo>
                    <a:pt x="223871" y="323585"/>
                  </a:lnTo>
                  <a:lnTo>
                    <a:pt x="228828" y="321707"/>
                  </a:lnTo>
                  <a:lnTo>
                    <a:pt x="233724" y="319674"/>
                  </a:lnTo>
                  <a:lnTo>
                    <a:pt x="238552" y="317486"/>
                  </a:lnTo>
                  <a:lnTo>
                    <a:pt x="243309" y="315146"/>
                  </a:lnTo>
                  <a:lnTo>
                    <a:pt x="247989" y="312656"/>
                  </a:lnTo>
                  <a:lnTo>
                    <a:pt x="252588" y="310019"/>
                  </a:lnTo>
                  <a:lnTo>
                    <a:pt x="257101" y="307238"/>
                  </a:lnTo>
                  <a:lnTo>
                    <a:pt x="261523" y="304315"/>
                  </a:lnTo>
                  <a:lnTo>
                    <a:pt x="265851" y="301253"/>
                  </a:lnTo>
                  <a:lnTo>
                    <a:pt x="270079" y="298056"/>
                  </a:lnTo>
                  <a:lnTo>
                    <a:pt x="274204" y="294726"/>
                  </a:lnTo>
                  <a:lnTo>
                    <a:pt x="278221" y="291267"/>
                  </a:lnTo>
                  <a:lnTo>
                    <a:pt x="282126" y="287683"/>
                  </a:lnTo>
                  <a:lnTo>
                    <a:pt x="285916" y="283976"/>
                  </a:lnTo>
                  <a:lnTo>
                    <a:pt x="289587" y="280151"/>
                  </a:lnTo>
                  <a:lnTo>
                    <a:pt x="293134" y="276212"/>
                  </a:lnTo>
                  <a:lnTo>
                    <a:pt x="296554" y="272162"/>
                  </a:lnTo>
                  <a:lnTo>
                    <a:pt x="299845" y="268006"/>
                  </a:lnTo>
                  <a:lnTo>
                    <a:pt x="303002" y="263747"/>
                  </a:lnTo>
                  <a:lnTo>
                    <a:pt x="306022" y="259391"/>
                  </a:lnTo>
                  <a:lnTo>
                    <a:pt x="308903" y="254941"/>
                  </a:lnTo>
                  <a:lnTo>
                    <a:pt x="311641" y="250401"/>
                  </a:lnTo>
                  <a:lnTo>
                    <a:pt x="314234" y="245778"/>
                  </a:lnTo>
                  <a:lnTo>
                    <a:pt x="316679" y="241074"/>
                  </a:lnTo>
                  <a:lnTo>
                    <a:pt x="318974" y="236295"/>
                  </a:lnTo>
                  <a:lnTo>
                    <a:pt x="321116" y="231446"/>
                  </a:lnTo>
                  <a:lnTo>
                    <a:pt x="323103" y="226532"/>
                  </a:lnTo>
                  <a:lnTo>
                    <a:pt x="324933" y="221557"/>
                  </a:lnTo>
                  <a:lnTo>
                    <a:pt x="326605" y="216526"/>
                  </a:lnTo>
                  <a:lnTo>
                    <a:pt x="328116" y="211445"/>
                  </a:lnTo>
                  <a:lnTo>
                    <a:pt x="329465" y="206318"/>
                  </a:lnTo>
                  <a:lnTo>
                    <a:pt x="330651" y="201152"/>
                  </a:lnTo>
                  <a:lnTo>
                    <a:pt x="331673" y="195950"/>
                  </a:lnTo>
                  <a:lnTo>
                    <a:pt x="332530" y="190719"/>
                  </a:lnTo>
                  <a:lnTo>
                    <a:pt x="333220" y="185463"/>
                  </a:lnTo>
                  <a:lnTo>
                    <a:pt x="333743" y="180187"/>
                  </a:lnTo>
                  <a:lnTo>
                    <a:pt x="334098" y="174898"/>
                  </a:lnTo>
                  <a:lnTo>
                    <a:pt x="334286" y="169600"/>
                  </a:lnTo>
                  <a:lnTo>
                    <a:pt x="334305" y="164299"/>
                  </a:lnTo>
                  <a:lnTo>
                    <a:pt x="334157" y="159000"/>
                  </a:lnTo>
                  <a:lnTo>
                    <a:pt x="333840" y="153709"/>
                  </a:lnTo>
                  <a:lnTo>
                    <a:pt x="333356" y="148430"/>
                  </a:lnTo>
                  <a:lnTo>
                    <a:pt x="332705" y="143169"/>
                  </a:lnTo>
                  <a:lnTo>
                    <a:pt x="331887" y="137931"/>
                  </a:lnTo>
                  <a:lnTo>
                    <a:pt x="330903" y="132722"/>
                  </a:lnTo>
                  <a:lnTo>
                    <a:pt x="329755" y="127547"/>
                  </a:lnTo>
                  <a:lnTo>
                    <a:pt x="328444" y="122411"/>
                  </a:lnTo>
                  <a:lnTo>
                    <a:pt x="326970" y="117318"/>
                  </a:lnTo>
                  <a:lnTo>
                    <a:pt x="325335" y="112276"/>
                  </a:lnTo>
                  <a:lnTo>
                    <a:pt x="323542" y="107287"/>
                  </a:lnTo>
                  <a:lnTo>
                    <a:pt x="321591" y="102358"/>
                  </a:lnTo>
                  <a:lnTo>
                    <a:pt x="319485" y="97493"/>
                  </a:lnTo>
                  <a:lnTo>
                    <a:pt x="317225" y="92698"/>
                  </a:lnTo>
                  <a:lnTo>
                    <a:pt x="314815" y="87976"/>
                  </a:lnTo>
                  <a:lnTo>
                    <a:pt x="312256" y="83334"/>
                  </a:lnTo>
                  <a:lnTo>
                    <a:pt x="309552" y="78775"/>
                  </a:lnTo>
                  <a:lnTo>
                    <a:pt x="306704" y="74303"/>
                  </a:lnTo>
                  <a:lnTo>
                    <a:pt x="303716" y="69925"/>
                  </a:lnTo>
                  <a:lnTo>
                    <a:pt x="300590" y="65643"/>
                  </a:lnTo>
                  <a:lnTo>
                    <a:pt x="297330" y="61463"/>
                  </a:lnTo>
                  <a:lnTo>
                    <a:pt x="293940" y="57388"/>
                  </a:lnTo>
                  <a:lnTo>
                    <a:pt x="290421" y="53422"/>
                  </a:lnTo>
                  <a:lnTo>
                    <a:pt x="286779" y="49571"/>
                  </a:lnTo>
                  <a:lnTo>
                    <a:pt x="283017" y="45836"/>
                  </a:lnTo>
                  <a:lnTo>
                    <a:pt x="279138" y="42223"/>
                  </a:lnTo>
                  <a:lnTo>
                    <a:pt x="275146" y="38735"/>
                  </a:lnTo>
                  <a:lnTo>
                    <a:pt x="271046" y="35374"/>
                  </a:lnTo>
                  <a:lnTo>
                    <a:pt x="266842" y="32146"/>
                  </a:lnTo>
                  <a:lnTo>
                    <a:pt x="262537" y="29053"/>
                  </a:lnTo>
                  <a:lnTo>
                    <a:pt x="258136" y="26097"/>
                  </a:lnTo>
                  <a:lnTo>
                    <a:pt x="253644" y="23283"/>
                  </a:lnTo>
                  <a:lnTo>
                    <a:pt x="249064" y="20612"/>
                  </a:lnTo>
                  <a:lnTo>
                    <a:pt x="244403" y="18088"/>
                  </a:lnTo>
                  <a:lnTo>
                    <a:pt x="239664" y="15713"/>
                  </a:lnTo>
                  <a:lnTo>
                    <a:pt x="234851" y="13490"/>
                  </a:lnTo>
                  <a:lnTo>
                    <a:pt x="229971" y="11420"/>
                  </a:lnTo>
                  <a:lnTo>
                    <a:pt x="225027" y="9506"/>
                  </a:lnTo>
                  <a:lnTo>
                    <a:pt x="220026" y="7750"/>
                  </a:lnTo>
                  <a:lnTo>
                    <a:pt x="214971" y="6153"/>
                  </a:lnTo>
                  <a:lnTo>
                    <a:pt x="209868" y="4717"/>
                  </a:lnTo>
                  <a:lnTo>
                    <a:pt x="204722" y="3444"/>
                  </a:lnTo>
                  <a:lnTo>
                    <a:pt x="199538" y="2335"/>
                  </a:lnTo>
                  <a:lnTo>
                    <a:pt x="194322" y="1390"/>
                  </a:lnTo>
                  <a:lnTo>
                    <a:pt x="189078" y="611"/>
                  </a:lnTo>
                  <a:lnTo>
                    <a:pt x="183813" y="0"/>
                  </a:lnTo>
                  <a:lnTo>
                    <a:pt x="167150" y="1663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6662" cy="167167"/>
            </a:xfrm>
            <a:custGeom>
              <a:avLst/>
              <a:pathLst>
                <a:path w="16662" h="167167">
                  <a:moveTo>
                    <a:pt x="16662" y="832"/>
                  </a:moveTo>
                  <a:lnTo>
                    <a:pt x="8341" y="2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686" y="2633064"/>
              <a:ext cx="7061" cy="167167"/>
            </a:xfrm>
            <a:custGeom>
              <a:avLst/>
              <a:pathLst>
                <a:path w="7061" h="167167">
                  <a:moveTo>
                    <a:pt x="7061" y="0"/>
                  </a:moveTo>
                  <a:lnTo>
                    <a:pt x="0" y="149"/>
                  </a:lnTo>
                  <a:lnTo>
                    <a:pt x="70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686" y="2633213"/>
              <a:ext cx="7061" cy="167018"/>
            </a:xfrm>
            <a:custGeom>
              <a:avLst/>
              <a:pathLst>
                <a:path w="7061" h="167018">
                  <a:moveTo>
                    <a:pt x="0" y="0"/>
                  </a:moveTo>
                  <a:lnTo>
                    <a:pt x="7061" y="167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7" y="2633213"/>
              <a:ext cx="334310" cy="334184"/>
            </a:xfrm>
            <a:custGeom>
              <a:avLst/>
              <a:pathLst>
                <a:path w="334310" h="334184">
                  <a:moveTo>
                    <a:pt x="160099" y="0"/>
                  </a:moveTo>
                  <a:lnTo>
                    <a:pt x="154814" y="307"/>
                  </a:lnTo>
                  <a:lnTo>
                    <a:pt x="149542" y="781"/>
                  </a:lnTo>
                  <a:lnTo>
                    <a:pt x="144287" y="1423"/>
                  </a:lnTo>
                  <a:lnTo>
                    <a:pt x="139055" y="2230"/>
                  </a:lnTo>
                  <a:lnTo>
                    <a:pt x="133851" y="3203"/>
                  </a:lnTo>
                  <a:lnTo>
                    <a:pt x="128681" y="4339"/>
                  </a:lnTo>
                  <a:lnTo>
                    <a:pt x="123549" y="5639"/>
                  </a:lnTo>
                  <a:lnTo>
                    <a:pt x="118461" y="7101"/>
                  </a:lnTo>
                  <a:lnTo>
                    <a:pt x="113422" y="8723"/>
                  </a:lnTo>
                  <a:lnTo>
                    <a:pt x="108437" y="10504"/>
                  </a:lnTo>
                  <a:lnTo>
                    <a:pt x="103510" y="12442"/>
                  </a:lnTo>
                  <a:lnTo>
                    <a:pt x="98648" y="14535"/>
                  </a:lnTo>
                  <a:lnTo>
                    <a:pt x="93854" y="16781"/>
                  </a:lnTo>
                  <a:lnTo>
                    <a:pt x="89133" y="19178"/>
                  </a:lnTo>
                  <a:lnTo>
                    <a:pt x="84491" y="21723"/>
                  </a:lnTo>
                  <a:lnTo>
                    <a:pt x="79932" y="24413"/>
                  </a:lnTo>
                  <a:lnTo>
                    <a:pt x="75460" y="27247"/>
                  </a:lnTo>
                  <a:lnTo>
                    <a:pt x="71081" y="30220"/>
                  </a:lnTo>
                  <a:lnTo>
                    <a:pt x="66797" y="33331"/>
                  </a:lnTo>
                  <a:lnTo>
                    <a:pt x="62615" y="36576"/>
                  </a:lnTo>
                  <a:lnTo>
                    <a:pt x="58537" y="39952"/>
                  </a:lnTo>
                  <a:lnTo>
                    <a:pt x="54568" y="43455"/>
                  </a:lnTo>
                  <a:lnTo>
                    <a:pt x="50712" y="47082"/>
                  </a:lnTo>
                  <a:lnTo>
                    <a:pt x="46973" y="50830"/>
                  </a:lnTo>
                  <a:lnTo>
                    <a:pt x="43354" y="54694"/>
                  </a:lnTo>
                  <a:lnTo>
                    <a:pt x="39859" y="58670"/>
                  </a:lnTo>
                  <a:lnTo>
                    <a:pt x="36492" y="62755"/>
                  </a:lnTo>
                  <a:lnTo>
                    <a:pt x="33256" y="66945"/>
                  </a:lnTo>
                  <a:lnTo>
                    <a:pt x="30155" y="71235"/>
                  </a:lnTo>
                  <a:lnTo>
                    <a:pt x="27191" y="75621"/>
                  </a:lnTo>
                  <a:lnTo>
                    <a:pt x="24367" y="80099"/>
                  </a:lnTo>
                  <a:lnTo>
                    <a:pt x="21686" y="84664"/>
                  </a:lnTo>
                  <a:lnTo>
                    <a:pt x="19152" y="89312"/>
                  </a:lnTo>
                  <a:lnTo>
                    <a:pt x="16765" y="94037"/>
                  </a:lnTo>
                  <a:lnTo>
                    <a:pt x="14530" y="98836"/>
                  </a:lnTo>
                  <a:lnTo>
                    <a:pt x="12448" y="103703"/>
                  </a:lnTo>
                  <a:lnTo>
                    <a:pt x="10520" y="108634"/>
                  </a:lnTo>
                  <a:lnTo>
                    <a:pt x="8750" y="113623"/>
                  </a:lnTo>
                  <a:lnTo>
                    <a:pt x="7139" y="118666"/>
                  </a:lnTo>
                  <a:lnTo>
                    <a:pt x="5688" y="123757"/>
                  </a:lnTo>
                  <a:lnTo>
                    <a:pt x="4399" y="128892"/>
                  </a:lnTo>
                  <a:lnTo>
                    <a:pt x="3274" y="134064"/>
                  </a:lnTo>
                  <a:lnTo>
                    <a:pt x="2313" y="139270"/>
                  </a:lnTo>
                  <a:lnTo>
                    <a:pt x="1517" y="144504"/>
                  </a:lnTo>
                  <a:lnTo>
                    <a:pt x="887" y="149760"/>
                  </a:lnTo>
                  <a:lnTo>
                    <a:pt x="424" y="155034"/>
                  </a:lnTo>
                  <a:lnTo>
                    <a:pt x="128" y="160319"/>
                  </a:lnTo>
                  <a:lnTo>
                    <a:pt x="0" y="165612"/>
                  </a:lnTo>
                  <a:lnTo>
                    <a:pt x="39" y="170905"/>
                  </a:lnTo>
                  <a:lnTo>
                    <a:pt x="246" y="176195"/>
                  </a:lnTo>
                  <a:lnTo>
                    <a:pt x="620" y="181476"/>
                  </a:lnTo>
                  <a:lnTo>
                    <a:pt x="1161" y="186742"/>
                  </a:lnTo>
                  <a:lnTo>
                    <a:pt x="1869" y="191988"/>
                  </a:lnTo>
                  <a:lnTo>
                    <a:pt x="2743" y="197209"/>
                  </a:lnTo>
                  <a:lnTo>
                    <a:pt x="3781" y="202400"/>
                  </a:lnTo>
                  <a:lnTo>
                    <a:pt x="4983" y="207556"/>
                  </a:lnTo>
                  <a:lnTo>
                    <a:pt x="6348" y="212671"/>
                  </a:lnTo>
                  <a:lnTo>
                    <a:pt x="7874" y="217740"/>
                  </a:lnTo>
                  <a:lnTo>
                    <a:pt x="9560" y="222758"/>
                  </a:lnTo>
                  <a:lnTo>
                    <a:pt x="11404" y="227721"/>
                  </a:lnTo>
                  <a:lnTo>
                    <a:pt x="13405" y="232622"/>
                  </a:lnTo>
                  <a:lnTo>
                    <a:pt x="15559" y="237458"/>
                  </a:lnTo>
                  <a:lnTo>
                    <a:pt x="17865" y="242223"/>
                  </a:lnTo>
                  <a:lnTo>
                    <a:pt x="20322" y="246912"/>
                  </a:lnTo>
                  <a:lnTo>
                    <a:pt x="22925" y="251522"/>
                  </a:lnTo>
                  <a:lnTo>
                    <a:pt x="25673" y="256046"/>
                  </a:lnTo>
                  <a:lnTo>
                    <a:pt x="28563" y="260482"/>
                  </a:lnTo>
                  <a:lnTo>
                    <a:pt x="31592" y="264824"/>
                  </a:lnTo>
                  <a:lnTo>
                    <a:pt x="34757" y="269067"/>
                  </a:lnTo>
                  <a:lnTo>
                    <a:pt x="38055" y="273208"/>
                  </a:lnTo>
                  <a:lnTo>
                    <a:pt x="41482" y="277243"/>
                  </a:lnTo>
                  <a:lnTo>
                    <a:pt x="45035" y="281168"/>
                  </a:lnTo>
                  <a:lnTo>
                    <a:pt x="48711" y="284977"/>
                  </a:lnTo>
                  <a:lnTo>
                    <a:pt x="52505" y="288669"/>
                  </a:lnTo>
                  <a:lnTo>
                    <a:pt x="56415" y="292238"/>
                  </a:lnTo>
                  <a:lnTo>
                    <a:pt x="60435" y="295682"/>
                  </a:lnTo>
                  <a:lnTo>
                    <a:pt x="64563" y="298997"/>
                  </a:lnTo>
                  <a:lnTo>
                    <a:pt x="68793" y="302179"/>
                  </a:lnTo>
                  <a:lnTo>
                    <a:pt x="73122" y="305226"/>
                  </a:lnTo>
                  <a:lnTo>
                    <a:pt x="77546" y="308135"/>
                  </a:lnTo>
                  <a:lnTo>
                    <a:pt x="82059" y="310902"/>
                  </a:lnTo>
                  <a:lnTo>
                    <a:pt x="86657" y="313524"/>
                  </a:lnTo>
                  <a:lnTo>
                    <a:pt x="91337" y="316000"/>
                  </a:lnTo>
                  <a:lnTo>
                    <a:pt x="96092" y="318326"/>
                  </a:lnTo>
                  <a:lnTo>
                    <a:pt x="100919" y="320500"/>
                  </a:lnTo>
                  <a:lnTo>
                    <a:pt x="105812" y="322521"/>
                  </a:lnTo>
                  <a:lnTo>
                    <a:pt x="110767" y="324386"/>
                  </a:lnTo>
                  <a:lnTo>
                    <a:pt x="115778" y="326092"/>
                  </a:lnTo>
                  <a:lnTo>
                    <a:pt x="120841" y="327640"/>
                  </a:lnTo>
                  <a:lnTo>
                    <a:pt x="125950" y="329026"/>
                  </a:lnTo>
                  <a:lnTo>
                    <a:pt x="131100" y="330249"/>
                  </a:lnTo>
                  <a:lnTo>
                    <a:pt x="136287" y="331309"/>
                  </a:lnTo>
                  <a:lnTo>
                    <a:pt x="141504" y="332205"/>
                  </a:lnTo>
                  <a:lnTo>
                    <a:pt x="146748" y="332934"/>
                  </a:lnTo>
                  <a:lnTo>
                    <a:pt x="152012" y="333497"/>
                  </a:lnTo>
                  <a:lnTo>
                    <a:pt x="157291" y="333894"/>
                  </a:lnTo>
                  <a:lnTo>
                    <a:pt x="162580" y="334122"/>
                  </a:lnTo>
                  <a:lnTo>
                    <a:pt x="167873" y="334184"/>
                  </a:lnTo>
                  <a:lnTo>
                    <a:pt x="173166" y="334077"/>
                  </a:lnTo>
                  <a:lnTo>
                    <a:pt x="178453" y="333803"/>
                  </a:lnTo>
                  <a:lnTo>
                    <a:pt x="183728" y="333362"/>
                  </a:lnTo>
                  <a:lnTo>
                    <a:pt x="188987" y="332754"/>
                  </a:lnTo>
                  <a:lnTo>
                    <a:pt x="194224" y="331980"/>
                  </a:lnTo>
                  <a:lnTo>
                    <a:pt x="199434" y="331040"/>
                  </a:lnTo>
                  <a:lnTo>
                    <a:pt x="204611" y="329936"/>
                  </a:lnTo>
                  <a:lnTo>
                    <a:pt x="209751" y="328669"/>
                  </a:lnTo>
                  <a:lnTo>
                    <a:pt x="214848" y="327239"/>
                  </a:lnTo>
                  <a:lnTo>
                    <a:pt x="219897" y="325649"/>
                  </a:lnTo>
                  <a:lnTo>
                    <a:pt x="224894" y="323899"/>
                  </a:lnTo>
                  <a:lnTo>
                    <a:pt x="229833" y="321993"/>
                  </a:lnTo>
                  <a:lnTo>
                    <a:pt x="234708" y="319931"/>
                  </a:lnTo>
                  <a:lnTo>
                    <a:pt x="239516" y="317715"/>
                  </a:lnTo>
                  <a:lnTo>
                    <a:pt x="244252" y="315348"/>
                  </a:lnTo>
                  <a:lnTo>
                    <a:pt x="248910" y="312833"/>
                  </a:lnTo>
                  <a:lnTo>
                    <a:pt x="253486" y="310171"/>
                  </a:lnTo>
                  <a:lnTo>
                    <a:pt x="257975" y="307366"/>
                  </a:lnTo>
                  <a:lnTo>
                    <a:pt x="262374" y="304420"/>
                  </a:lnTo>
                  <a:lnTo>
                    <a:pt x="266677" y="301337"/>
                  </a:lnTo>
                  <a:lnTo>
                    <a:pt x="270880" y="298118"/>
                  </a:lnTo>
                  <a:lnTo>
                    <a:pt x="274979" y="294768"/>
                  </a:lnTo>
                  <a:lnTo>
                    <a:pt x="278970" y="291290"/>
                  </a:lnTo>
                  <a:lnTo>
                    <a:pt x="282849" y="287688"/>
                  </a:lnTo>
                  <a:lnTo>
                    <a:pt x="286612" y="283964"/>
                  </a:lnTo>
                  <a:lnTo>
                    <a:pt x="290255" y="280123"/>
                  </a:lnTo>
                  <a:lnTo>
                    <a:pt x="293775" y="276169"/>
                  </a:lnTo>
                  <a:lnTo>
                    <a:pt x="297167" y="272105"/>
                  </a:lnTo>
                  <a:lnTo>
                    <a:pt x="300430" y="267936"/>
                  </a:lnTo>
                  <a:lnTo>
                    <a:pt x="303558" y="263665"/>
                  </a:lnTo>
                  <a:lnTo>
                    <a:pt x="306550" y="259298"/>
                  </a:lnTo>
                  <a:lnTo>
                    <a:pt x="309402" y="254838"/>
                  </a:lnTo>
                  <a:lnTo>
                    <a:pt x="312112" y="250290"/>
                  </a:lnTo>
                  <a:lnTo>
                    <a:pt x="314676" y="245658"/>
                  </a:lnTo>
                  <a:lnTo>
                    <a:pt x="317092" y="240948"/>
                  </a:lnTo>
                  <a:lnTo>
                    <a:pt x="319358" y="236164"/>
                  </a:lnTo>
                  <a:lnTo>
                    <a:pt x="321471" y="231310"/>
                  </a:lnTo>
                  <a:lnTo>
                    <a:pt x="323429" y="226391"/>
                  </a:lnTo>
                  <a:lnTo>
                    <a:pt x="325231" y="221414"/>
                  </a:lnTo>
                  <a:lnTo>
                    <a:pt x="326874" y="216381"/>
                  </a:lnTo>
                  <a:lnTo>
                    <a:pt x="328357" y="211299"/>
                  </a:lnTo>
                  <a:lnTo>
                    <a:pt x="329678" y="206173"/>
                  </a:lnTo>
                  <a:lnTo>
                    <a:pt x="330836" y="201007"/>
                  </a:lnTo>
                  <a:lnTo>
                    <a:pt x="331831" y="195808"/>
                  </a:lnTo>
                  <a:lnTo>
                    <a:pt x="332660" y="190579"/>
                  </a:lnTo>
                  <a:lnTo>
                    <a:pt x="333323" y="185327"/>
                  </a:lnTo>
                  <a:lnTo>
                    <a:pt x="333819" y="180056"/>
                  </a:lnTo>
                  <a:lnTo>
                    <a:pt x="334148" y="174773"/>
                  </a:lnTo>
                  <a:lnTo>
                    <a:pt x="334310" y="169481"/>
                  </a:lnTo>
                  <a:lnTo>
                    <a:pt x="334305" y="164188"/>
                  </a:lnTo>
                  <a:lnTo>
                    <a:pt x="334131" y="158897"/>
                  </a:lnTo>
                  <a:lnTo>
                    <a:pt x="333790" y="153614"/>
                  </a:lnTo>
                  <a:lnTo>
                    <a:pt x="333282" y="148344"/>
                  </a:lnTo>
                  <a:lnTo>
                    <a:pt x="332608" y="143094"/>
                  </a:lnTo>
                  <a:lnTo>
                    <a:pt x="331767" y="137867"/>
                  </a:lnTo>
                  <a:lnTo>
                    <a:pt x="330762" y="132669"/>
                  </a:lnTo>
                  <a:lnTo>
                    <a:pt x="329592" y="127506"/>
                  </a:lnTo>
                  <a:lnTo>
                    <a:pt x="328259" y="122383"/>
                  </a:lnTo>
                  <a:lnTo>
                    <a:pt x="326765" y="117304"/>
                  </a:lnTo>
                  <a:lnTo>
                    <a:pt x="325111" y="112276"/>
                  </a:lnTo>
                  <a:lnTo>
                    <a:pt x="323299" y="107302"/>
                  </a:lnTo>
                  <a:lnTo>
                    <a:pt x="321329" y="102388"/>
                  </a:lnTo>
                  <a:lnTo>
                    <a:pt x="319206" y="97538"/>
                  </a:lnTo>
                  <a:lnTo>
                    <a:pt x="316929" y="92759"/>
                  </a:lnTo>
                  <a:lnTo>
                    <a:pt x="314503" y="88054"/>
                  </a:lnTo>
                  <a:lnTo>
                    <a:pt x="311929" y="83428"/>
                  </a:lnTo>
                  <a:lnTo>
                    <a:pt x="309209" y="78886"/>
                  </a:lnTo>
                  <a:lnTo>
                    <a:pt x="306348" y="74432"/>
                  </a:lnTo>
                  <a:lnTo>
                    <a:pt x="303346" y="70072"/>
                  </a:lnTo>
                  <a:lnTo>
                    <a:pt x="300208" y="65808"/>
                  </a:lnTo>
                  <a:lnTo>
                    <a:pt x="296937" y="61646"/>
                  </a:lnTo>
                  <a:lnTo>
                    <a:pt x="293535" y="57590"/>
                  </a:lnTo>
                  <a:lnTo>
                    <a:pt x="290007" y="53643"/>
                  </a:lnTo>
                  <a:lnTo>
                    <a:pt x="286355" y="49810"/>
                  </a:lnTo>
                  <a:lnTo>
                    <a:pt x="282584" y="46095"/>
                  </a:lnTo>
                  <a:lnTo>
                    <a:pt x="278698" y="42500"/>
                  </a:lnTo>
                  <a:lnTo>
                    <a:pt x="274699" y="39031"/>
                  </a:lnTo>
                  <a:lnTo>
                    <a:pt x="270592" y="35690"/>
                  </a:lnTo>
                  <a:lnTo>
                    <a:pt x="266382" y="32481"/>
                  </a:lnTo>
                  <a:lnTo>
                    <a:pt x="262072" y="29407"/>
                  </a:lnTo>
                  <a:lnTo>
                    <a:pt x="257668" y="26470"/>
                  </a:lnTo>
                  <a:lnTo>
                    <a:pt x="253172" y="23675"/>
                  </a:lnTo>
                  <a:lnTo>
                    <a:pt x="248590" y="21024"/>
                  </a:lnTo>
                  <a:lnTo>
                    <a:pt x="243926" y="18518"/>
                  </a:lnTo>
                  <a:lnTo>
                    <a:pt x="239186" y="16162"/>
                  </a:lnTo>
                  <a:lnTo>
                    <a:pt x="234373" y="13957"/>
                  </a:lnTo>
                  <a:lnTo>
                    <a:pt x="229493" y="11906"/>
                  </a:lnTo>
                  <a:lnTo>
                    <a:pt x="224550" y="10010"/>
                  </a:lnTo>
                  <a:lnTo>
                    <a:pt x="167161" y="167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7388" cy="167167"/>
            </a:xfrm>
            <a:custGeom>
              <a:avLst/>
              <a:pathLst>
                <a:path w="57388" h="167167">
                  <a:moveTo>
                    <a:pt x="57388" y="10159"/>
                  </a:moveTo>
                  <a:lnTo>
                    <a:pt x="51852" y="8245"/>
                  </a:lnTo>
                  <a:lnTo>
                    <a:pt x="46253" y="6526"/>
                  </a:lnTo>
                  <a:lnTo>
                    <a:pt x="40596" y="5004"/>
                  </a:lnTo>
                  <a:lnTo>
                    <a:pt x="34889" y="3681"/>
                  </a:lnTo>
                  <a:lnTo>
                    <a:pt x="29140" y="2559"/>
                  </a:lnTo>
                  <a:lnTo>
                    <a:pt x="23355" y="1639"/>
                  </a:lnTo>
                  <a:lnTo>
                    <a:pt x="17541" y="922"/>
                  </a:lnTo>
                  <a:lnTo>
                    <a:pt x="11706" y="410"/>
                  </a:lnTo>
                  <a:lnTo>
                    <a:pt x="585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869" y="3170392"/>
              <a:ext cx="26110" cy="167167"/>
            </a:xfrm>
            <a:custGeom>
              <a:avLst/>
              <a:pathLst>
                <a:path w="26110" h="167167">
                  <a:moveTo>
                    <a:pt x="26110" y="0"/>
                  </a:moveTo>
                  <a:lnTo>
                    <a:pt x="17375" y="228"/>
                  </a:lnTo>
                  <a:lnTo>
                    <a:pt x="8663" y="912"/>
                  </a:lnTo>
                  <a:lnTo>
                    <a:pt x="0" y="2051"/>
                  </a:lnTo>
                  <a:lnTo>
                    <a:pt x="2611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869" y="3172444"/>
              <a:ext cx="26110" cy="165115"/>
            </a:xfrm>
            <a:custGeom>
              <a:avLst/>
              <a:pathLst>
                <a:path w="26110" h="165115">
                  <a:moveTo>
                    <a:pt x="0" y="0"/>
                  </a:moveTo>
                  <a:lnTo>
                    <a:pt x="26110" y="165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9" y="3172444"/>
              <a:ext cx="334327" cy="332269"/>
            </a:xfrm>
            <a:custGeom>
              <a:avLst/>
              <a:pathLst>
                <a:path w="334327" h="332269">
                  <a:moveTo>
                    <a:pt x="141049" y="0"/>
                  </a:moveTo>
                  <a:lnTo>
                    <a:pt x="135843" y="907"/>
                  </a:lnTo>
                  <a:lnTo>
                    <a:pt x="130667" y="1980"/>
                  </a:lnTo>
                  <a:lnTo>
                    <a:pt x="125528" y="3215"/>
                  </a:lnTo>
                  <a:lnTo>
                    <a:pt x="120431" y="4612"/>
                  </a:lnTo>
                  <a:lnTo>
                    <a:pt x="115380" y="6169"/>
                  </a:lnTo>
                  <a:lnTo>
                    <a:pt x="110381" y="7886"/>
                  </a:lnTo>
                  <a:lnTo>
                    <a:pt x="105439" y="9759"/>
                  </a:lnTo>
                  <a:lnTo>
                    <a:pt x="100559" y="11788"/>
                  </a:lnTo>
                  <a:lnTo>
                    <a:pt x="95745" y="13970"/>
                  </a:lnTo>
                  <a:lnTo>
                    <a:pt x="91003" y="16303"/>
                  </a:lnTo>
                  <a:lnTo>
                    <a:pt x="86336" y="18785"/>
                  </a:lnTo>
                  <a:lnTo>
                    <a:pt x="81751" y="21414"/>
                  </a:lnTo>
                  <a:lnTo>
                    <a:pt x="77251" y="24185"/>
                  </a:lnTo>
                  <a:lnTo>
                    <a:pt x="72840" y="27098"/>
                  </a:lnTo>
                  <a:lnTo>
                    <a:pt x="68524" y="30149"/>
                  </a:lnTo>
                  <a:lnTo>
                    <a:pt x="64307" y="33334"/>
                  </a:lnTo>
                  <a:lnTo>
                    <a:pt x="60192" y="36652"/>
                  </a:lnTo>
                  <a:lnTo>
                    <a:pt x="56185" y="40098"/>
                  </a:lnTo>
                  <a:lnTo>
                    <a:pt x="52288" y="43668"/>
                  </a:lnTo>
                  <a:lnTo>
                    <a:pt x="48506" y="47361"/>
                  </a:lnTo>
                  <a:lnTo>
                    <a:pt x="44843" y="51170"/>
                  </a:lnTo>
                  <a:lnTo>
                    <a:pt x="41302" y="55094"/>
                  </a:lnTo>
                  <a:lnTo>
                    <a:pt x="37887" y="59128"/>
                  </a:lnTo>
                  <a:lnTo>
                    <a:pt x="34601" y="63268"/>
                  </a:lnTo>
                  <a:lnTo>
                    <a:pt x="31447" y="67509"/>
                  </a:lnTo>
                  <a:lnTo>
                    <a:pt x="28430" y="71848"/>
                  </a:lnTo>
                  <a:lnTo>
                    <a:pt x="25550" y="76281"/>
                  </a:lnTo>
                  <a:lnTo>
                    <a:pt x="22813" y="80802"/>
                  </a:lnTo>
                  <a:lnTo>
                    <a:pt x="20220" y="85407"/>
                  </a:lnTo>
                  <a:lnTo>
                    <a:pt x="17773" y="90092"/>
                  </a:lnTo>
                  <a:lnTo>
                    <a:pt x="15476" y="94852"/>
                  </a:lnTo>
                  <a:lnTo>
                    <a:pt x="13331" y="99682"/>
                  </a:lnTo>
                  <a:lnTo>
                    <a:pt x="11339" y="104578"/>
                  </a:lnTo>
                  <a:lnTo>
                    <a:pt x="9503" y="109534"/>
                  </a:lnTo>
                  <a:lnTo>
                    <a:pt x="7825" y="114546"/>
                  </a:lnTo>
                  <a:lnTo>
                    <a:pt x="6306" y="119609"/>
                  </a:lnTo>
                  <a:lnTo>
                    <a:pt x="4948" y="124716"/>
                  </a:lnTo>
                  <a:lnTo>
                    <a:pt x="3752" y="129865"/>
                  </a:lnTo>
                  <a:lnTo>
                    <a:pt x="2719" y="135048"/>
                  </a:lnTo>
                  <a:lnTo>
                    <a:pt x="1851" y="140261"/>
                  </a:lnTo>
                  <a:lnTo>
                    <a:pt x="1148" y="145500"/>
                  </a:lnTo>
                  <a:lnTo>
                    <a:pt x="611" y="150758"/>
                  </a:lnTo>
                  <a:lnTo>
                    <a:pt x="240" y="156030"/>
                  </a:lnTo>
                  <a:lnTo>
                    <a:pt x="36" y="161311"/>
                  </a:lnTo>
                  <a:lnTo>
                    <a:pt x="0" y="166597"/>
                  </a:lnTo>
                  <a:lnTo>
                    <a:pt x="130" y="171880"/>
                  </a:lnTo>
                  <a:lnTo>
                    <a:pt x="427" y="177157"/>
                  </a:lnTo>
                  <a:lnTo>
                    <a:pt x="891" y="182422"/>
                  </a:lnTo>
                  <a:lnTo>
                    <a:pt x="1521" y="187670"/>
                  </a:lnTo>
                  <a:lnTo>
                    <a:pt x="2317" y="192895"/>
                  </a:lnTo>
                  <a:lnTo>
                    <a:pt x="3278" y="198092"/>
                  </a:lnTo>
                  <a:lnTo>
                    <a:pt x="4402" y="203257"/>
                  </a:lnTo>
                  <a:lnTo>
                    <a:pt x="5689" y="208383"/>
                  </a:lnTo>
                  <a:lnTo>
                    <a:pt x="7138" y="213466"/>
                  </a:lnTo>
                  <a:lnTo>
                    <a:pt x="8746" y="218500"/>
                  </a:lnTo>
                  <a:lnTo>
                    <a:pt x="10513" y="223482"/>
                  </a:lnTo>
                  <a:lnTo>
                    <a:pt x="12437" y="228404"/>
                  </a:lnTo>
                  <a:lnTo>
                    <a:pt x="14515" y="233264"/>
                  </a:lnTo>
                  <a:lnTo>
                    <a:pt x="16745" y="238056"/>
                  </a:lnTo>
                  <a:lnTo>
                    <a:pt x="19127" y="242774"/>
                  </a:lnTo>
                  <a:lnTo>
                    <a:pt x="21656" y="247415"/>
                  </a:lnTo>
                  <a:lnTo>
                    <a:pt x="24330" y="251974"/>
                  </a:lnTo>
                  <a:lnTo>
                    <a:pt x="27147" y="256446"/>
                  </a:lnTo>
                  <a:lnTo>
                    <a:pt x="30104" y="260826"/>
                  </a:lnTo>
                  <a:lnTo>
                    <a:pt x="33199" y="265111"/>
                  </a:lnTo>
                  <a:lnTo>
                    <a:pt x="36427" y="269296"/>
                  </a:lnTo>
                  <a:lnTo>
                    <a:pt x="39786" y="273377"/>
                  </a:lnTo>
                  <a:lnTo>
                    <a:pt x="43272" y="277350"/>
                  </a:lnTo>
                  <a:lnTo>
                    <a:pt x="46882" y="281210"/>
                  </a:lnTo>
                  <a:lnTo>
                    <a:pt x="50612" y="284954"/>
                  </a:lnTo>
                  <a:lnTo>
                    <a:pt x="54459" y="288579"/>
                  </a:lnTo>
                  <a:lnTo>
                    <a:pt x="58418" y="292080"/>
                  </a:lnTo>
                  <a:lnTo>
                    <a:pt x="62486" y="295454"/>
                  </a:lnTo>
                  <a:lnTo>
                    <a:pt x="66659" y="298698"/>
                  </a:lnTo>
                  <a:lnTo>
                    <a:pt x="70932" y="301808"/>
                  </a:lnTo>
                  <a:lnTo>
                    <a:pt x="75301" y="304782"/>
                  </a:lnTo>
                  <a:lnTo>
                    <a:pt x="79763" y="307616"/>
                  </a:lnTo>
                  <a:lnTo>
                    <a:pt x="84311" y="310308"/>
                  </a:lnTo>
                  <a:lnTo>
                    <a:pt x="88943" y="312855"/>
                  </a:lnTo>
                  <a:lnTo>
                    <a:pt x="93652" y="315253"/>
                  </a:lnTo>
                  <a:lnTo>
                    <a:pt x="98435" y="317502"/>
                  </a:lnTo>
                  <a:lnTo>
                    <a:pt x="103287" y="319599"/>
                  </a:lnTo>
                  <a:lnTo>
                    <a:pt x="108203" y="321541"/>
                  </a:lnTo>
                  <a:lnTo>
                    <a:pt x="113177" y="323326"/>
                  </a:lnTo>
                  <a:lnTo>
                    <a:pt x="118206" y="324954"/>
                  </a:lnTo>
                  <a:lnTo>
                    <a:pt x="123283" y="326421"/>
                  </a:lnTo>
                  <a:lnTo>
                    <a:pt x="128404" y="327728"/>
                  </a:lnTo>
                  <a:lnTo>
                    <a:pt x="133564" y="328872"/>
                  </a:lnTo>
                  <a:lnTo>
                    <a:pt x="138758" y="329852"/>
                  </a:lnTo>
                  <a:lnTo>
                    <a:pt x="143980" y="330668"/>
                  </a:lnTo>
                  <a:lnTo>
                    <a:pt x="149225" y="331318"/>
                  </a:lnTo>
                  <a:lnTo>
                    <a:pt x="154488" y="331802"/>
                  </a:lnTo>
                  <a:lnTo>
                    <a:pt x="159764" y="332119"/>
                  </a:lnTo>
                  <a:lnTo>
                    <a:pt x="165047" y="332269"/>
                  </a:lnTo>
                  <a:lnTo>
                    <a:pt x="170333" y="332252"/>
                  </a:lnTo>
                  <a:lnTo>
                    <a:pt x="175615" y="332069"/>
                  </a:lnTo>
                  <a:lnTo>
                    <a:pt x="180888" y="331718"/>
                  </a:lnTo>
                  <a:lnTo>
                    <a:pt x="186148" y="331201"/>
                  </a:lnTo>
                  <a:lnTo>
                    <a:pt x="191389" y="330517"/>
                  </a:lnTo>
                  <a:lnTo>
                    <a:pt x="196606" y="329669"/>
                  </a:lnTo>
                  <a:lnTo>
                    <a:pt x="201793" y="328656"/>
                  </a:lnTo>
                  <a:lnTo>
                    <a:pt x="206946" y="327479"/>
                  </a:lnTo>
                  <a:lnTo>
                    <a:pt x="212059" y="326140"/>
                  </a:lnTo>
                  <a:lnTo>
                    <a:pt x="217127" y="324640"/>
                  </a:lnTo>
                  <a:lnTo>
                    <a:pt x="222145" y="322981"/>
                  </a:lnTo>
                  <a:lnTo>
                    <a:pt x="227108" y="321164"/>
                  </a:lnTo>
                  <a:lnTo>
                    <a:pt x="232011" y="319191"/>
                  </a:lnTo>
                  <a:lnTo>
                    <a:pt x="236850" y="317064"/>
                  </a:lnTo>
                  <a:lnTo>
                    <a:pt x="241619" y="314785"/>
                  </a:lnTo>
                  <a:lnTo>
                    <a:pt x="246313" y="312356"/>
                  </a:lnTo>
                  <a:lnTo>
                    <a:pt x="250928" y="309780"/>
                  </a:lnTo>
                  <a:lnTo>
                    <a:pt x="255459" y="307060"/>
                  </a:lnTo>
                  <a:lnTo>
                    <a:pt x="259903" y="304197"/>
                  </a:lnTo>
                  <a:lnTo>
                    <a:pt x="264253" y="301196"/>
                  </a:lnTo>
                  <a:lnTo>
                    <a:pt x="268506" y="298058"/>
                  </a:lnTo>
                  <a:lnTo>
                    <a:pt x="272658" y="294788"/>
                  </a:lnTo>
                  <a:lnTo>
                    <a:pt x="276705" y="291388"/>
                  </a:lnTo>
                  <a:lnTo>
                    <a:pt x="280642" y="287862"/>
                  </a:lnTo>
                  <a:lnTo>
                    <a:pt x="284466" y="284213"/>
                  </a:lnTo>
                  <a:lnTo>
                    <a:pt x="288172" y="280445"/>
                  </a:lnTo>
                  <a:lnTo>
                    <a:pt x="291758" y="276562"/>
                  </a:lnTo>
                  <a:lnTo>
                    <a:pt x="295219" y="272568"/>
                  </a:lnTo>
                  <a:lnTo>
                    <a:pt x="298552" y="268466"/>
                  </a:lnTo>
                  <a:lnTo>
                    <a:pt x="301753" y="264260"/>
                  </a:lnTo>
                  <a:lnTo>
                    <a:pt x="304820" y="259956"/>
                  </a:lnTo>
                  <a:lnTo>
                    <a:pt x="307749" y="255557"/>
                  </a:lnTo>
                  <a:lnTo>
                    <a:pt x="310538" y="251067"/>
                  </a:lnTo>
                  <a:lnTo>
                    <a:pt x="313184" y="246491"/>
                  </a:lnTo>
                  <a:lnTo>
                    <a:pt x="315683" y="241834"/>
                  </a:lnTo>
                  <a:lnTo>
                    <a:pt x="318035" y="237101"/>
                  </a:lnTo>
                  <a:lnTo>
                    <a:pt x="320235" y="232295"/>
                  </a:lnTo>
                  <a:lnTo>
                    <a:pt x="322282" y="227423"/>
                  </a:lnTo>
                  <a:lnTo>
                    <a:pt x="324174" y="222488"/>
                  </a:lnTo>
                  <a:lnTo>
                    <a:pt x="325909" y="217495"/>
                  </a:lnTo>
                  <a:lnTo>
                    <a:pt x="327486" y="212451"/>
                  </a:lnTo>
                  <a:lnTo>
                    <a:pt x="328902" y="207359"/>
                  </a:lnTo>
                  <a:lnTo>
                    <a:pt x="330157" y="202224"/>
                  </a:lnTo>
                  <a:lnTo>
                    <a:pt x="331249" y="197053"/>
                  </a:lnTo>
                  <a:lnTo>
                    <a:pt x="332176" y="191850"/>
                  </a:lnTo>
                  <a:lnTo>
                    <a:pt x="332939" y="186620"/>
                  </a:lnTo>
                  <a:lnTo>
                    <a:pt x="333536" y="181368"/>
                  </a:lnTo>
                  <a:lnTo>
                    <a:pt x="333966" y="176100"/>
                  </a:lnTo>
                  <a:lnTo>
                    <a:pt x="334230" y="170822"/>
                  </a:lnTo>
                  <a:lnTo>
                    <a:pt x="334327" y="165537"/>
                  </a:lnTo>
                  <a:lnTo>
                    <a:pt x="334257" y="160252"/>
                  </a:lnTo>
                  <a:lnTo>
                    <a:pt x="334020" y="154972"/>
                  </a:lnTo>
                  <a:lnTo>
                    <a:pt x="333616" y="149703"/>
                  </a:lnTo>
                  <a:lnTo>
                    <a:pt x="333045" y="144448"/>
                  </a:lnTo>
                  <a:lnTo>
                    <a:pt x="332309" y="139214"/>
                  </a:lnTo>
                  <a:lnTo>
                    <a:pt x="331408" y="134006"/>
                  </a:lnTo>
                  <a:lnTo>
                    <a:pt x="330342" y="128830"/>
                  </a:lnTo>
                  <a:lnTo>
                    <a:pt x="329114" y="123689"/>
                  </a:lnTo>
                  <a:lnTo>
                    <a:pt x="327723" y="118590"/>
                  </a:lnTo>
                  <a:lnTo>
                    <a:pt x="326172" y="113537"/>
                  </a:lnTo>
                  <a:lnTo>
                    <a:pt x="324462" y="108536"/>
                  </a:lnTo>
                  <a:lnTo>
                    <a:pt x="322595" y="103592"/>
                  </a:lnTo>
                  <a:lnTo>
                    <a:pt x="320572" y="98709"/>
                  </a:lnTo>
                  <a:lnTo>
                    <a:pt x="318396" y="93892"/>
                  </a:lnTo>
                  <a:lnTo>
                    <a:pt x="316069" y="89147"/>
                  </a:lnTo>
                  <a:lnTo>
                    <a:pt x="313593" y="84477"/>
                  </a:lnTo>
                  <a:lnTo>
                    <a:pt x="310971" y="79889"/>
                  </a:lnTo>
                  <a:lnTo>
                    <a:pt x="308204" y="75385"/>
                  </a:lnTo>
                  <a:lnTo>
                    <a:pt x="305297" y="70971"/>
                  </a:lnTo>
                  <a:lnTo>
                    <a:pt x="302252" y="66651"/>
                  </a:lnTo>
                  <a:lnTo>
                    <a:pt x="299072" y="62430"/>
                  </a:lnTo>
                  <a:lnTo>
                    <a:pt x="295760" y="58311"/>
                  </a:lnTo>
                  <a:lnTo>
                    <a:pt x="292319" y="54299"/>
                  </a:lnTo>
                  <a:lnTo>
                    <a:pt x="288753" y="50398"/>
                  </a:lnTo>
                  <a:lnTo>
                    <a:pt x="285066" y="46611"/>
                  </a:lnTo>
                  <a:lnTo>
                    <a:pt x="281261" y="42943"/>
                  </a:lnTo>
                  <a:lnTo>
                    <a:pt x="277341" y="39397"/>
                  </a:lnTo>
                  <a:lnTo>
                    <a:pt x="273312" y="35977"/>
                  </a:lnTo>
                  <a:lnTo>
                    <a:pt x="269177" y="32685"/>
                  </a:lnTo>
                  <a:lnTo>
                    <a:pt x="264939" y="29526"/>
                  </a:lnTo>
                  <a:lnTo>
                    <a:pt x="260604" y="26503"/>
                  </a:lnTo>
                  <a:lnTo>
                    <a:pt x="256175" y="23618"/>
                  </a:lnTo>
                  <a:lnTo>
                    <a:pt x="251658" y="20875"/>
                  </a:lnTo>
                  <a:lnTo>
                    <a:pt x="247055" y="18276"/>
                  </a:lnTo>
                  <a:lnTo>
                    <a:pt x="242374" y="15824"/>
                  </a:lnTo>
                  <a:lnTo>
                    <a:pt x="237616" y="13521"/>
                  </a:lnTo>
                  <a:lnTo>
                    <a:pt x="232789" y="11369"/>
                  </a:lnTo>
                  <a:lnTo>
                    <a:pt x="227896" y="9371"/>
                  </a:lnTo>
                  <a:lnTo>
                    <a:pt x="222942" y="7529"/>
                  </a:lnTo>
                  <a:lnTo>
                    <a:pt x="167160" y="165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5781" cy="167167"/>
            </a:xfrm>
            <a:custGeom>
              <a:avLst/>
              <a:pathLst>
                <a:path w="55781" h="167167">
                  <a:moveTo>
                    <a:pt x="55781" y="9581"/>
                  </a:moveTo>
                  <a:lnTo>
                    <a:pt x="49786" y="7585"/>
                  </a:lnTo>
                  <a:lnTo>
                    <a:pt x="43719" y="5818"/>
                  </a:lnTo>
                  <a:lnTo>
                    <a:pt x="37590" y="4281"/>
                  </a:lnTo>
                  <a:lnTo>
                    <a:pt x="31407" y="2977"/>
                  </a:lnTo>
                  <a:lnTo>
                    <a:pt x="25180" y="1907"/>
                  </a:lnTo>
                  <a:lnTo>
                    <a:pt x="18916" y="1073"/>
                  </a:lnTo>
                  <a:lnTo>
                    <a:pt x="12626" y="477"/>
                  </a:lnTo>
                  <a:lnTo>
                    <a:pt x="6317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227" y="3707720"/>
              <a:ext cx="7521" cy="167167"/>
            </a:xfrm>
            <a:custGeom>
              <a:avLst/>
              <a:pathLst>
                <a:path w="7521" h="167167">
                  <a:moveTo>
                    <a:pt x="7521" y="0"/>
                  </a:moveTo>
                  <a:lnTo>
                    <a:pt x="0" y="169"/>
                  </a:lnTo>
                  <a:lnTo>
                    <a:pt x="75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3227" y="37078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3" y="3707720"/>
              <a:ext cx="334318" cy="334331"/>
            </a:xfrm>
            <a:custGeom>
              <a:avLst/>
              <a:pathLst>
                <a:path w="334318" h="334331">
                  <a:moveTo>
                    <a:pt x="159643" y="169"/>
                  </a:moveTo>
                  <a:lnTo>
                    <a:pt x="154359" y="491"/>
                  </a:lnTo>
                  <a:lnTo>
                    <a:pt x="149089" y="980"/>
                  </a:lnTo>
                  <a:lnTo>
                    <a:pt x="143836" y="1635"/>
                  </a:lnTo>
                  <a:lnTo>
                    <a:pt x="138607" y="2457"/>
                  </a:lnTo>
                  <a:lnTo>
                    <a:pt x="133407" y="3443"/>
                  </a:lnTo>
                  <a:lnTo>
                    <a:pt x="128240" y="4594"/>
                  </a:lnTo>
                  <a:lnTo>
                    <a:pt x="123112" y="5908"/>
                  </a:lnTo>
                  <a:lnTo>
                    <a:pt x="118029" y="7384"/>
                  </a:lnTo>
                  <a:lnTo>
                    <a:pt x="112995" y="9019"/>
                  </a:lnTo>
                  <a:lnTo>
                    <a:pt x="108015" y="10814"/>
                  </a:lnTo>
                  <a:lnTo>
                    <a:pt x="103094" y="12765"/>
                  </a:lnTo>
                  <a:lnTo>
                    <a:pt x="98238" y="14871"/>
                  </a:lnTo>
                  <a:lnTo>
                    <a:pt x="93451" y="17129"/>
                  </a:lnTo>
                  <a:lnTo>
                    <a:pt x="88737" y="19538"/>
                  </a:lnTo>
                  <a:lnTo>
                    <a:pt x="84103" y="22095"/>
                  </a:lnTo>
                  <a:lnTo>
                    <a:pt x="79551" y="24798"/>
                  </a:lnTo>
                  <a:lnTo>
                    <a:pt x="75088" y="27643"/>
                  </a:lnTo>
                  <a:lnTo>
                    <a:pt x="70716" y="30628"/>
                  </a:lnTo>
                  <a:lnTo>
                    <a:pt x="66442" y="33750"/>
                  </a:lnTo>
                  <a:lnTo>
                    <a:pt x="62268" y="37006"/>
                  </a:lnTo>
                  <a:lnTo>
                    <a:pt x="58200" y="40393"/>
                  </a:lnTo>
                  <a:lnTo>
                    <a:pt x="54241" y="43906"/>
                  </a:lnTo>
                  <a:lnTo>
                    <a:pt x="50395" y="47543"/>
                  </a:lnTo>
                  <a:lnTo>
                    <a:pt x="46666" y="51300"/>
                  </a:lnTo>
                  <a:lnTo>
                    <a:pt x="43058" y="55173"/>
                  </a:lnTo>
                  <a:lnTo>
                    <a:pt x="39574" y="59158"/>
                  </a:lnTo>
                  <a:lnTo>
                    <a:pt x="36219" y="63252"/>
                  </a:lnTo>
                  <a:lnTo>
                    <a:pt x="32994" y="67450"/>
                  </a:lnTo>
                  <a:lnTo>
                    <a:pt x="29905" y="71748"/>
                  </a:lnTo>
                  <a:lnTo>
                    <a:pt x="26952" y="76142"/>
                  </a:lnTo>
                  <a:lnTo>
                    <a:pt x="24141" y="80626"/>
                  </a:lnTo>
                  <a:lnTo>
                    <a:pt x="21473" y="85198"/>
                  </a:lnTo>
                  <a:lnTo>
                    <a:pt x="18950" y="89852"/>
                  </a:lnTo>
                  <a:lnTo>
                    <a:pt x="16577" y="94583"/>
                  </a:lnTo>
                  <a:lnTo>
                    <a:pt x="14354" y="99387"/>
                  </a:lnTo>
                  <a:lnTo>
                    <a:pt x="12285" y="104259"/>
                  </a:lnTo>
                  <a:lnTo>
                    <a:pt x="10371" y="109194"/>
                  </a:lnTo>
                  <a:lnTo>
                    <a:pt x="8614" y="114187"/>
                  </a:lnTo>
                  <a:lnTo>
                    <a:pt x="7016" y="119234"/>
                  </a:lnTo>
                  <a:lnTo>
                    <a:pt x="5579" y="124328"/>
                  </a:lnTo>
                  <a:lnTo>
                    <a:pt x="4304" y="129466"/>
                  </a:lnTo>
                  <a:lnTo>
                    <a:pt x="3192" y="134641"/>
                  </a:lnTo>
                  <a:lnTo>
                    <a:pt x="2244" y="139848"/>
                  </a:lnTo>
                  <a:lnTo>
                    <a:pt x="1462" y="145084"/>
                  </a:lnTo>
                  <a:lnTo>
                    <a:pt x="846" y="150341"/>
                  </a:lnTo>
                  <a:lnTo>
                    <a:pt x="396" y="155615"/>
                  </a:lnTo>
                  <a:lnTo>
                    <a:pt x="114" y="160901"/>
                  </a:lnTo>
                  <a:lnTo>
                    <a:pt x="0" y="166193"/>
                  </a:lnTo>
                  <a:lnTo>
                    <a:pt x="52" y="171486"/>
                  </a:lnTo>
                  <a:lnTo>
                    <a:pt x="273" y="176775"/>
                  </a:lnTo>
                  <a:lnTo>
                    <a:pt x="661" y="182054"/>
                  </a:lnTo>
                  <a:lnTo>
                    <a:pt x="1216" y="187318"/>
                  </a:lnTo>
                  <a:lnTo>
                    <a:pt x="1937" y="192562"/>
                  </a:lnTo>
                  <a:lnTo>
                    <a:pt x="2824" y="197780"/>
                  </a:lnTo>
                  <a:lnTo>
                    <a:pt x="3875" y="202968"/>
                  </a:lnTo>
                  <a:lnTo>
                    <a:pt x="5091" y="208120"/>
                  </a:lnTo>
                  <a:lnTo>
                    <a:pt x="6468" y="213231"/>
                  </a:lnTo>
                  <a:lnTo>
                    <a:pt x="8007" y="218295"/>
                  </a:lnTo>
                  <a:lnTo>
                    <a:pt x="9706" y="223309"/>
                  </a:lnTo>
                  <a:lnTo>
                    <a:pt x="11562" y="228266"/>
                  </a:lnTo>
                  <a:lnTo>
                    <a:pt x="13575" y="233162"/>
                  </a:lnTo>
                  <a:lnTo>
                    <a:pt x="15741" y="237991"/>
                  </a:lnTo>
                  <a:lnTo>
                    <a:pt x="18059" y="242750"/>
                  </a:lnTo>
                  <a:lnTo>
                    <a:pt x="20527" y="247433"/>
                  </a:lnTo>
                  <a:lnTo>
                    <a:pt x="23142" y="252035"/>
                  </a:lnTo>
                  <a:lnTo>
                    <a:pt x="25901" y="256552"/>
                  </a:lnTo>
                  <a:lnTo>
                    <a:pt x="28802" y="260980"/>
                  </a:lnTo>
                  <a:lnTo>
                    <a:pt x="31842" y="265314"/>
                  </a:lnTo>
                  <a:lnTo>
                    <a:pt x="35017" y="269549"/>
                  </a:lnTo>
                  <a:lnTo>
                    <a:pt x="38324" y="273681"/>
                  </a:lnTo>
                  <a:lnTo>
                    <a:pt x="41761" y="277707"/>
                  </a:lnTo>
                  <a:lnTo>
                    <a:pt x="45324" y="281622"/>
                  </a:lnTo>
                  <a:lnTo>
                    <a:pt x="49009" y="285422"/>
                  </a:lnTo>
                  <a:lnTo>
                    <a:pt x="52812" y="289104"/>
                  </a:lnTo>
                  <a:lnTo>
                    <a:pt x="56730" y="292663"/>
                  </a:lnTo>
                  <a:lnTo>
                    <a:pt x="60759" y="296096"/>
                  </a:lnTo>
                  <a:lnTo>
                    <a:pt x="64894" y="299401"/>
                  </a:lnTo>
                  <a:lnTo>
                    <a:pt x="69132" y="302572"/>
                  </a:lnTo>
                  <a:lnTo>
                    <a:pt x="73468" y="305608"/>
                  </a:lnTo>
                  <a:lnTo>
                    <a:pt x="77898" y="308505"/>
                  </a:lnTo>
                  <a:lnTo>
                    <a:pt x="82418" y="311261"/>
                  </a:lnTo>
                  <a:lnTo>
                    <a:pt x="87022" y="313872"/>
                  </a:lnTo>
                  <a:lnTo>
                    <a:pt x="91707" y="316335"/>
                  </a:lnTo>
                  <a:lnTo>
                    <a:pt x="96468" y="318650"/>
                  </a:lnTo>
                  <a:lnTo>
                    <a:pt x="101299" y="320812"/>
                  </a:lnTo>
                  <a:lnTo>
                    <a:pt x="106197" y="322820"/>
                  </a:lnTo>
                  <a:lnTo>
                    <a:pt x="111155" y="324672"/>
                  </a:lnTo>
                  <a:lnTo>
                    <a:pt x="116170" y="326367"/>
                  </a:lnTo>
                  <a:lnTo>
                    <a:pt x="121236" y="327901"/>
                  </a:lnTo>
                  <a:lnTo>
                    <a:pt x="126348" y="329275"/>
                  </a:lnTo>
                  <a:lnTo>
                    <a:pt x="131501" y="330486"/>
                  </a:lnTo>
                  <a:lnTo>
                    <a:pt x="136690" y="331533"/>
                  </a:lnTo>
                  <a:lnTo>
                    <a:pt x="141909" y="332416"/>
                  </a:lnTo>
                  <a:lnTo>
                    <a:pt x="147153" y="333132"/>
                  </a:lnTo>
                  <a:lnTo>
                    <a:pt x="152418" y="333683"/>
                  </a:lnTo>
                  <a:lnTo>
                    <a:pt x="157697" y="334066"/>
                  </a:lnTo>
                  <a:lnTo>
                    <a:pt x="162986" y="334282"/>
                  </a:lnTo>
                  <a:lnTo>
                    <a:pt x="168279" y="334331"/>
                  </a:lnTo>
                  <a:lnTo>
                    <a:pt x="173571" y="334212"/>
                  </a:lnTo>
                  <a:lnTo>
                    <a:pt x="178857" y="333925"/>
                  </a:lnTo>
                  <a:lnTo>
                    <a:pt x="184131" y="333471"/>
                  </a:lnTo>
                  <a:lnTo>
                    <a:pt x="189387" y="332851"/>
                  </a:lnTo>
                  <a:lnTo>
                    <a:pt x="194622" y="332064"/>
                  </a:lnTo>
                  <a:lnTo>
                    <a:pt x="199829" y="331112"/>
                  </a:lnTo>
                  <a:lnTo>
                    <a:pt x="205003" y="329996"/>
                  </a:lnTo>
                  <a:lnTo>
                    <a:pt x="210139" y="328716"/>
                  </a:lnTo>
                  <a:lnTo>
                    <a:pt x="215232" y="327274"/>
                  </a:lnTo>
                  <a:lnTo>
                    <a:pt x="220277" y="325672"/>
                  </a:lnTo>
                  <a:lnTo>
                    <a:pt x="225269" y="323911"/>
                  </a:lnTo>
                  <a:lnTo>
                    <a:pt x="230203" y="321993"/>
                  </a:lnTo>
                  <a:lnTo>
                    <a:pt x="235073" y="319919"/>
                  </a:lnTo>
                  <a:lnTo>
                    <a:pt x="239875" y="317693"/>
                  </a:lnTo>
                  <a:lnTo>
                    <a:pt x="244604" y="315315"/>
                  </a:lnTo>
                  <a:lnTo>
                    <a:pt x="249256" y="312789"/>
                  </a:lnTo>
                  <a:lnTo>
                    <a:pt x="253825" y="310117"/>
                  </a:lnTo>
                  <a:lnTo>
                    <a:pt x="258308" y="307302"/>
                  </a:lnTo>
                  <a:lnTo>
                    <a:pt x="262699" y="304346"/>
                  </a:lnTo>
                  <a:lnTo>
                    <a:pt x="266994" y="301252"/>
                  </a:lnTo>
                  <a:lnTo>
                    <a:pt x="271189" y="298024"/>
                  </a:lnTo>
                  <a:lnTo>
                    <a:pt x="275280" y="294665"/>
                  </a:lnTo>
                  <a:lnTo>
                    <a:pt x="279263" y="291178"/>
                  </a:lnTo>
                  <a:lnTo>
                    <a:pt x="283133" y="287567"/>
                  </a:lnTo>
                  <a:lnTo>
                    <a:pt x="286887" y="283835"/>
                  </a:lnTo>
                  <a:lnTo>
                    <a:pt x="290520" y="279986"/>
                  </a:lnTo>
                  <a:lnTo>
                    <a:pt x="294030" y="276024"/>
                  </a:lnTo>
                  <a:lnTo>
                    <a:pt x="297413" y="271953"/>
                  </a:lnTo>
                  <a:lnTo>
                    <a:pt x="300666" y="267777"/>
                  </a:lnTo>
                  <a:lnTo>
                    <a:pt x="303784" y="263499"/>
                  </a:lnTo>
                  <a:lnTo>
                    <a:pt x="306765" y="259126"/>
                  </a:lnTo>
                  <a:lnTo>
                    <a:pt x="309607" y="254660"/>
                  </a:lnTo>
                  <a:lnTo>
                    <a:pt x="312306" y="250106"/>
                  </a:lnTo>
                  <a:lnTo>
                    <a:pt x="314859" y="245469"/>
                  </a:lnTo>
                  <a:lnTo>
                    <a:pt x="317264" y="240754"/>
                  </a:lnTo>
                  <a:lnTo>
                    <a:pt x="319518" y="235965"/>
                  </a:lnTo>
                  <a:lnTo>
                    <a:pt x="321620" y="231107"/>
                  </a:lnTo>
                  <a:lnTo>
                    <a:pt x="323567" y="226184"/>
                  </a:lnTo>
                  <a:lnTo>
                    <a:pt x="325357" y="221203"/>
                  </a:lnTo>
                  <a:lnTo>
                    <a:pt x="326989" y="216167"/>
                  </a:lnTo>
                  <a:lnTo>
                    <a:pt x="328460" y="211083"/>
                  </a:lnTo>
                  <a:lnTo>
                    <a:pt x="329770" y="205954"/>
                  </a:lnTo>
                  <a:lnTo>
                    <a:pt x="330916" y="200786"/>
                  </a:lnTo>
                  <a:lnTo>
                    <a:pt x="331898" y="195585"/>
                  </a:lnTo>
                  <a:lnTo>
                    <a:pt x="332715" y="190355"/>
                  </a:lnTo>
                  <a:lnTo>
                    <a:pt x="333367" y="185102"/>
                  </a:lnTo>
                  <a:lnTo>
                    <a:pt x="333851" y="179831"/>
                  </a:lnTo>
                  <a:lnTo>
                    <a:pt x="334169" y="174547"/>
                  </a:lnTo>
                  <a:lnTo>
                    <a:pt x="334318" y="169256"/>
                  </a:lnTo>
                  <a:lnTo>
                    <a:pt x="334301" y="163963"/>
                  </a:lnTo>
                  <a:lnTo>
                    <a:pt x="334116" y="158673"/>
                  </a:lnTo>
                  <a:lnTo>
                    <a:pt x="333763" y="153391"/>
                  </a:lnTo>
                  <a:lnTo>
                    <a:pt x="333243" y="148124"/>
                  </a:lnTo>
                  <a:lnTo>
                    <a:pt x="332557" y="142875"/>
                  </a:lnTo>
                  <a:lnTo>
                    <a:pt x="331705" y="137651"/>
                  </a:lnTo>
                  <a:lnTo>
                    <a:pt x="330688" y="132456"/>
                  </a:lnTo>
                  <a:lnTo>
                    <a:pt x="329507" y="127296"/>
                  </a:lnTo>
                  <a:lnTo>
                    <a:pt x="328163" y="122176"/>
                  </a:lnTo>
                  <a:lnTo>
                    <a:pt x="326658" y="117101"/>
                  </a:lnTo>
                  <a:lnTo>
                    <a:pt x="324993" y="112077"/>
                  </a:lnTo>
                  <a:lnTo>
                    <a:pt x="323170" y="107108"/>
                  </a:lnTo>
                  <a:lnTo>
                    <a:pt x="321190" y="102198"/>
                  </a:lnTo>
                  <a:lnTo>
                    <a:pt x="319056" y="97354"/>
                  </a:lnTo>
                  <a:lnTo>
                    <a:pt x="316770" y="92580"/>
                  </a:lnTo>
                  <a:lnTo>
                    <a:pt x="314333" y="87881"/>
                  </a:lnTo>
                  <a:lnTo>
                    <a:pt x="311749" y="83262"/>
                  </a:lnTo>
                  <a:lnTo>
                    <a:pt x="309020" y="78726"/>
                  </a:lnTo>
                  <a:lnTo>
                    <a:pt x="306149" y="74279"/>
                  </a:lnTo>
                  <a:lnTo>
                    <a:pt x="303138" y="69925"/>
                  </a:lnTo>
                  <a:lnTo>
                    <a:pt x="299991" y="65669"/>
                  </a:lnTo>
                  <a:lnTo>
                    <a:pt x="296711" y="61514"/>
                  </a:lnTo>
                  <a:lnTo>
                    <a:pt x="293301" y="57466"/>
                  </a:lnTo>
                  <a:lnTo>
                    <a:pt x="289765" y="53527"/>
                  </a:lnTo>
                  <a:lnTo>
                    <a:pt x="286106" y="49703"/>
                  </a:lnTo>
                  <a:lnTo>
                    <a:pt x="282327" y="45996"/>
                  </a:lnTo>
                  <a:lnTo>
                    <a:pt x="278433" y="42410"/>
                  </a:lnTo>
                  <a:lnTo>
                    <a:pt x="274427" y="38950"/>
                  </a:lnTo>
                  <a:lnTo>
                    <a:pt x="270314" y="35618"/>
                  </a:lnTo>
                  <a:lnTo>
                    <a:pt x="266098" y="32419"/>
                  </a:lnTo>
                  <a:lnTo>
                    <a:pt x="261782" y="29354"/>
                  </a:lnTo>
                  <a:lnTo>
                    <a:pt x="257371" y="26427"/>
                  </a:lnTo>
                  <a:lnTo>
                    <a:pt x="252870" y="23642"/>
                  </a:lnTo>
                  <a:lnTo>
                    <a:pt x="248283" y="21000"/>
                  </a:lnTo>
                  <a:lnTo>
                    <a:pt x="243614" y="18505"/>
                  </a:lnTo>
                  <a:lnTo>
                    <a:pt x="238869" y="16159"/>
                  </a:lnTo>
                  <a:lnTo>
                    <a:pt x="234052" y="13965"/>
                  </a:lnTo>
                  <a:lnTo>
                    <a:pt x="229168" y="11924"/>
                  </a:lnTo>
                  <a:lnTo>
                    <a:pt x="224222" y="10039"/>
                  </a:lnTo>
                  <a:lnTo>
                    <a:pt x="219219" y="8311"/>
                  </a:lnTo>
                  <a:lnTo>
                    <a:pt x="214163" y="6742"/>
                  </a:lnTo>
                  <a:lnTo>
                    <a:pt x="209061" y="5335"/>
                  </a:lnTo>
                  <a:lnTo>
                    <a:pt x="203916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3766" y="4213821"/>
              <a:ext cx="7521" cy="167167"/>
            </a:xfrm>
            <a:custGeom>
              <a:avLst/>
              <a:pathLst>
                <a:path w="7521" h="167167">
                  <a:moveTo>
                    <a:pt x="7521" y="0"/>
                  </a:moveTo>
                  <a:lnTo>
                    <a:pt x="0" y="169"/>
                  </a:lnTo>
                  <a:lnTo>
                    <a:pt x="75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766" y="4213990"/>
              <a:ext cx="7521" cy="166998"/>
            </a:xfrm>
            <a:custGeom>
              <a:avLst/>
              <a:pathLst>
                <a:path w="7521" h="166998">
                  <a:moveTo>
                    <a:pt x="0" y="0"/>
                  </a:moveTo>
                  <a:lnTo>
                    <a:pt x="7521" y="166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3" y="4213821"/>
              <a:ext cx="334315" cy="334331"/>
            </a:xfrm>
            <a:custGeom>
              <a:avLst/>
              <a:pathLst>
                <a:path w="334315" h="334331">
                  <a:moveTo>
                    <a:pt x="159642" y="169"/>
                  </a:moveTo>
                  <a:lnTo>
                    <a:pt x="154360" y="490"/>
                  </a:lnTo>
                  <a:lnTo>
                    <a:pt x="149091" y="979"/>
                  </a:lnTo>
                  <a:lnTo>
                    <a:pt x="143840" y="1634"/>
                  </a:lnTo>
                  <a:lnTo>
                    <a:pt x="138613" y="2455"/>
                  </a:lnTo>
                  <a:lnTo>
                    <a:pt x="133413" y="3442"/>
                  </a:lnTo>
                  <a:lnTo>
                    <a:pt x="128248" y="4592"/>
                  </a:lnTo>
                  <a:lnTo>
                    <a:pt x="123122" y="5905"/>
                  </a:lnTo>
                  <a:lnTo>
                    <a:pt x="118040" y="7380"/>
                  </a:lnTo>
                  <a:lnTo>
                    <a:pt x="113007" y="9015"/>
                  </a:lnTo>
                  <a:lnTo>
                    <a:pt x="108028" y="10808"/>
                  </a:lnTo>
                  <a:lnTo>
                    <a:pt x="103109" y="12758"/>
                  </a:lnTo>
                  <a:lnTo>
                    <a:pt x="98254" y="14863"/>
                  </a:lnTo>
                  <a:lnTo>
                    <a:pt x="93468" y="17121"/>
                  </a:lnTo>
                  <a:lnTo>
                    <a:pt x="88755" y="19528"/>
                  </a:lnTo>
                  <a:lnTo>
                    <a:pt x="84122" y="22084"/>
                  </a:lnTo>
                  <a:lnTo>
                    <a:pt x="79571" y="24785"/>
                  </a:lnTo>
                  <a:lnTo>
                    <a:pt x="75108" y="27629"/>
                  </a:lnTo>
                  <a:lnTo>
                    <a:pt x="70738" y="30613"/>
                  </a:lnTo>
                  <a:lnTo>
                    <a:pt x="66464" y="33733"/>
                  </a:lnTo>
                  <a:lnTo>
                    <a:pt x="62291" y="36987"/>
                  </a:lnTo>
                  <a:lnTo>
                    <a:pt x="58223" y="40372"/>
                  </a:lnTo>
                  <a:lnTo>
                    <a:pt x="54265" y="43883"/>
                  </a:lnTo>
                  <a:lnTo>
                    <a:pt x="50419" y="47519"/>
                  </a:lnTo>
                  <a:lnTo>
                    <a:pt x="46691" y="51274"/>
                  </a:lnTo>
                  <a:lnTo>
                    <a:pt x="43083" y="55145"/>
                  </a:lnTo>
                  <a:lnTo>
                    <a:pt x="39599" y="59128"/>
                  </a:lnTo>
                  <a:lnTo>
                    <a:pt x="36244" y="63220"/>
                  </a:lnTo>
                  <a:lnTo>
                    <a:pt x="33019" y="67416"/>
                  </a:lnTo>
                  <a:lnTo>
                    <a:pt x="29929" y="71712"/>
                  </a:lnTo>
                  <a:lnTo>
                    <a:pt x="26976" y="76104"/>
                  </a:lnTo>
                  <a:lnTo>
                    <a:pt x="24164" y="80586"/>
                  </a:lnTo>
                  <a:lnTo>
                    <a:pt x="21496" y="85156"/>
                  </a:lnTo>
                  <a:lnTo>
                    <a:pt x="18973" y="89808"/>
                  </a:lnTo>
                  <a:lnTo>
                    <a:pt x="16599" y="94537"/>
                  </a:lnTo>
                  <a:lnTo>
                    <a:pt x="14375" y="99339"/>
                  </a:lnTo>
                  <a:lnTo>
                    <a:pt x="12305" y="104209"/>
                  </a:lnTo>
                  <a:lnTo>
                    <a:pt x="10390" y="109142"/>
                  </a:lnTo>
                  <a:lnTo>
                    <a:pt x="8632" y="114133"/>
                  </a:lnTo>
                  <a:lnTo>
                    <a:pt x="7033" y="119177"/>
                  </a:lnTo>
                  <a:lnTo>
                    <a:pt x="5594" y="124270"/>
                  </a:lnTo>
                  <a:lnTo>
                    <a:pt x="4317" y="129405"/>
                  </a:lnTo>
                  <a:lnTo>
                    <a:pt x="3203" y="134579"/>
                  </a:lnTo>
                  <a:lnTo>
                    <a:pt x="2254" y="139785"/>
                  </a:lnTo>
                  <a:lnTo>
                    <a:pt x="1470" y="145018"/>
                  </a:lnTo>
                  <a:lnTo>
                    <a:pt x="852" y="150273"/>
                  </a:lnTo>
                  <a:lnTo>
                    <a:pt x="401" y="155546"/>
                  </a:lnTo>
                  <a:lnTo>
                    <a:pt x="116" y="160830"/>
                  </a:lnTo>
                  <a:lnTo>
                    <a:pt x="0" y="166121"/>
                  </a:lnTo>
                  <a:lnTo>
                    <a:pt x="50" y="171412"/>
                  </a:lnTo>
                  <a:lnTo>
                    <a:pt x="268" y="176699"/>
                  </a:lnTo>
                  <a:lnTo>
                    <a:pt x="654" y="181977"/>
                  </a:lnTo>
                  <a:lnTo>
                    <a:pt x="1206" y="187240"/>
                  </a:lnTo>
                  <a:lnTo>
                    <a:pt x="1924" y="192483"/>
                  </a:lnTo>
                  <a:lnTo>
                    <a:pt x="2808" y="197700"/>
                  </a:lnTo>
                  <a:lnTo>
                    <a:pt x="3857" y="202887"/>
                  </a:lnTo>
                  <a:lnTo>
                    <a:pt x="5070" y="208038"/>
                  </a:lnTo>
                  <a:lnTo>
                    <a:pt x="6444" y="213148"/>
                  </a:lnTo>
                  <a:lnTo>
                    <a:pt x="7980" y="218212"/>
                  </a:lnTo>
                  <a:lnTo>
                    <a:pt x="9676" y="223225"/>
                  </a:lnTo>
                  <a:lnTo>
                    <a:pt x="11529" y="228182"/>
                  </a:lnTo>
                  <a:lnTo>
                    <a:pt x="13538" y="233077"/>
                  </a:lnTo>
                  <a:lnTo>
                    <a:pt x="15701" y="237907"/>
                  </a:lnTo>
                  <a:lnTo>
                    <a:pt x="18016" y="242665"/>
                  </a:lnTo>
                  <a:lnTo>
                    <a:pt x="20481" y="247348"/>
                  </a:lnTo>
                  <a:lnTo>
                    <a:pt x="23092" y="251951"/>
                  </a:lnTo>
                  <a:lnTo>
                    <a:pt x="25848" y="256468"/>
                  </a:lnTo>
                  <a:lnTo>
                    <a:pt x="28745" y="260896"/>
                  </a:lnTo>
                  <a:lnTo>
                    <a:pt x="31781" y="265231"/>
                  </a:lnTo>
                  <a:lnTo>
                    <a:pt x="34953" y="269467"/>
                  </a:lnTo>
                  <a:lnTo>
                    <a:pt x="38257" y="273600"/>
                  </a:lnTo>
                  <a:lnTo>
                    <a:pt x="41690" y="277627"/>
                  </a:lnTo>
                  <a:lnTo>
                    <a:pt x="45250" y="281543"/>
                  </a:lnTo>
                  <a:lnTo>
                    <a:pt x="48931" y="285344"/>
                  </a:lnTo>
                  <a:lnTo>
                    <a:pt x="52731" y="289027"/>
                  </a:lnTo>
                  <a:lnTo>
                    <a:pt x="56645" y="292588"/>
                  </a:lnTo>
                  <a:lnTo>
                    <a:pt x="60670" y="296024"/>
                  </a:lnTo>
                  <a:lnTo>
                    <a:pt x="64802" y="299330"/>
                  </a:lnTo>
                  <a:lnTo>
                    <a:pt x="69037" y="302503"/>
                  </a:lnTo>
                  <a:lnTo>
                    <a:pt x="73369" y="305541"/>
                  </a:lnTo>
                  <a:lnTo>
                    <a:pt x="77796" y="308441"/>
                  </a:lnTo>
                  <a:lnTo>
                    <a:pt x="82312" y="311199"/>
                  </a:lnTo>
                  <a:lnTo>
                    <a:pt x="86914" y="313812"/>
                  </a:lnTo>
                  <a:lnTo>
                    <a:pt x="91596" y="316279"/>
                  </a:lnTo>
                  <a:lnTo>
                    <a:pt x="96353" y="318596"/>
                  </a:lnTo>
                  <a:lnTo>
                    <a:pt x="101182" y="320761"/>
                  </a:lnTo>
                  <a:lnTo>
                    <a:pt x="106076" y="322773"/>
                  </a:lnTo>
                  <a:lnTo>
                    <a:pt x="111032" y="324628"/>
                  </a:lnTo>
                  <a:lnTo>
                    <a:pt x="116044" y="326326"/>
                  </a:lnTo>
                  <a:lnTo>
                    <a:pt x="121107" y="327864"/>
                  </a:lnTo>
                  <a:lnTo>
                    <a:pt x="126217" y="329242"/>
                  </a:lnTo>
                  <a:lnTo>
                    <a:pt x="131367" y="330456"/>
                  </a:lnTo>
                  <a:lnTo>
                    <a:pt x="136553" y="331508"/>
                  </a:lnTo>
                  <a:lnTo>
                    <a:pt x="141770" y="332394"/>
                  </a:lnTo>
                  <a:lnTo>
                    <a:pt x="147013" y="333115"/>
                  </a:lnTo>
                  <a:lnTo>
                    <a:pt x="152275" y="333670"/>
                  </a:lnTo>
                  <a:lnTo>
                    <a:pt x="157553" y="334058"/>
                  </a:lnTo>
                  <a:lnTo>
                    <a:pt x="162840" y="334278"/>
                  </a:lnTo>
                  <a:lnTo>
                    <a:pt x="168132" y="334331"/>
                  </a:lnTo>
                  <a:lnTo>
                    <a:pt x="173422" y="334217"/>
                  </a:lnTo>
                  <a:lnTo>
                    <a:pt x="178707" y="333935"/>
                  </a:lnTo>
                  <a:lnTo>
                    <a:pt x="183979" y="333486"/>
                  </a:lnTo>
                  <a:lnTo>
                    <a:pt x="189235" y="332871"/>
                  </a:lnTo>
                  <a:lnTo>
                    <a:pt x="194469" y="332089"/>
                  </a:lnTo>
                  <a:lnTo>
                    <a:pt x="199675" y="331142"/>
                  </a:lnTo>
                  <a:lnTo>
                    <a:pt x="204849" y="330031"/>
                  </a:lnTo>
                  <a:lnTo>
                    <a:pt x="209985" y="328757"/>
                  </a:lnTo>
                  <a:lnTo>
                    <a:pt x="215078" y="327320"/>
                  </a:lnTo>
                  <a:lnTo>
                    <a:pt x="220123" y="325723"/>
                  </a:lnTo>
                  <a:lnTo>
                    <a:pt x="225115" y="323968"/>
                  </a:lnTo>
                  <a:lnTo>
                    <a:pt x="230049" y="322055"/>
                  </a:lnTo>
                  <a:lnTo>
                    <a:pt x="234920" y="319987"/>
                  </a:lnTo>
                  <a:lnTo>
                    <a:pt x="239723" y="317766"/>
                  </a:lnTo>
                  <a:lnTo>
                    <a:pt x="244454" y="315394"/>
                  </a:lnTo>
                  <a:lnTo>
                    <a:pt x="249107" y="312873"/>
                  </a:lnTo>
                  <a:lnTo>
                    <a:pt x="253677" y="310206"/>
                  </a:lnTo>
                  <a:lnTo>
                    <a:pt x="258161" y="307396"/>
                  </a:lnTo>
                  <a:lnTo>
                    <a:pt x="262554" y="304446"/>
                  </a:lnTo>
                  <a:lnTo>
                    <a:pt x="266852" y="301358"/>
                  </a:lnTo>
                  <a:lnTo>
                    <a:pt x="271049" y="298135"/>
                  </a:lnTo>
                  <a:lnTo>
                    <a:pt x="275142" y="294782"/>
                  </a:lnTo>
                  <a:lnTo>
                    <a:pt x="279127" y="291300"/>
                  </a:lnTo>
                  <a:lnTo>
                    <a:pt x="283000" y="287694"/>
                  </a:lnTo>
                  <a:lnTo>
                    <a:pt x="286757" y="283967"/>
                  </a:lnTo>
                  <a:lnTo>
                    <a:pt x="290394" y="280123"/>
                  </a:lnTo>
                  <a:lnTo>
                    <a:pt x="293908" y="276166"/>
                  </a:lnTo>
                  <a:lnTo>
                    <a:pt x="297294" y="272100"/>
                  </a:lnTo>
                  <a:lnTo>
                    <a:pt x="300550" y="267928"/>
                  </a:lnTo>
                  <a:lnTo>
                    <a:pt x="303673" y="263656"/>
                  </a:lnTo>
                  <a:lnTo>
                    <a:pt x="306658" y="259287"/>
                  </a:lnTo>
                  <a:lnTo>
                    <a:pt x="309504" y="254826"/>
                  </a:lnTo>
                  <a:lnTo>
                    <a:pt x="312208" y="250276"/>
                  </a:lnTo>
                  <a:lnTo>
                    <a:pt x="314765" y="245644"/>
                  </a:lnTo>
                  <a:lnTo>
                    <a:pt x="317175" y="240933"/>
                  </a:lnTo>
                  <a:lnTo>
                    <a:pt x="319435" y="236148"/>
                  </a:lnTo>
                  <a:lnTo>
                    <a:pt x="321542" y="231293"/>
                  </a:lnTo>
                  <a:lnTo>
                    <a:pt x="323494" y="226375"/>
                  </a:lnTo>
                  <a:lnTo>
                    <a:pt x="325290" y="221397"/>
                  </a:lnTo>
                  <a:lnTo>
                    <a:pt x="326927" y="216365"/>
                  </a:lnTo>
                  <a:lnTo>
                    <a:pt x="328405" y="211284"/>
                  </a:lnTo>
                  <a:lnTo>
                    <a:pt x="329720" y="206158"/>
                  </a:lnTo>
                  <a:lnTo>
                    <a:pt x="330873" y="200993"/>
                  </a:lnTo>
                  <a:lnTo>
                    <a:pt x="331862" y="195795"/>
                  </a:lnTo>
                  <a:lnTo>
                    <a:pt x="332685" y="190567"/>
                  </a:lnTo>
                  <a:lnTo>
                    <a:pt x="333343" y="185317"/>
                  </a:lnTo>
                  <a:lnTo>
                    <a:pt x="333834" y="180048"/>
                  </a:lnTo>
                  <a:lnTo>
                    <a:pt x="334158" y="174766"/>
                  </a:lnTo>
                  <a:lnTo>
                    <a:pt x="334315" y="169476"/>
                  </a:lnTo>
                  <a:lnTo>
                    <a:pt x="334305" y="164185"/>
                  </a:lnTo>
                  <a:lnTo>
                    <a:pt x="334126" y="158896"/>
                  </a:lnTo>
                  <a:lnTo>
                    <a:pt x="333781" y="153615"/>
                  </a:lnTo>
                  <a:lnTo>
                    <a:pt x="333269" y="148348"/>
                  </a:lnTo>
                  <a:lnTo>
                    <a:pt x="332590" y="143100"/>
                  </a:lnTo>
                  <a:lnTo>
                    <a:pt x="331745" y="137876"/>
                  </a:lnTo>
                  <a:lnTo>
                    <a:pt x="330736" y="132682"/>
                  </a:lnTo>
                  <a:lnTo>
                    <a:pt x="329562" y="127522"/>
                  </a:lnTo>
                  <a:lnTo>
                    <a:pt x="328226" y="122402"/>
                  </a:lnTo>
                  <a:lnTo>
                    <a:pt x="326728" y="117326"/>
                  </a:lnTo>
                  <a:lnTo>
                    <a:pt x="325071" y="112301"/>
                  </a:lnTo>
                  <a:lnTo>
                    <a:pt x="323255" y="107330"/>
                  </a:lnTo>
                  <a:lnTo>
                    <a:pt x="321283" y="102419"/>
                  </a:lnTo>
                  <a:lnTo>
                    <a:pt x="319156" y="97574"/>
                  </a:lnTo>
                  <a:lnTo>
                    <a:pt x="316878" y="92798"/>
                  </a:lnTo>
                  <a:lnTo>
                    <a:pt x="314449" y="88096"/>
                  </a:lnTo>
                  <a:lnTo>
                    <a:pt x="311872" y="83474"/>
                  </a:lnTo>
                  <a:lnTo>
                    <a:pt x="309151" y="78936"/>
                  </a:lnTo>
                  <a:lnTo>
                    <a:pt x="306287" y="74486"/>
                  </a:lnTo>
                  <a:lnTo>
                    <a:pt x="303284" y="70129"/>
                  </a:lnTo>
                  <a:lnTo>
                    <a:pt x="300144" y="65869"/>
                  </a:lnTo>
                  <a:lnTo>
                    <a:pt x="296871" y="61711"/>
                  </a:lnTo>
                  <a:lnTo>
                    <a:pt x="293468" y="57658"/>
                  </a:lnTo>
                  <a:lnTo>
                    <a:pt x="289939" y="53715"/>
                  </a:lnTo>
                  <a:lnTo>
                    <a:pt x="286286" y="49886"/>
                  </a:lnTo>
                  <a:lnTo>
                    <a:pt x="282515" y="46175"/>
                  </a:lnTo>
                  <a:lnTo>
                    <a:pt x="278627" y="42584"/>
                  </a:lnTo>
                  <a:lnTo>
                    <a:pt x="274628" y="39119"/>
                  </a:lnTo>
                  <a:lnTo>
                    <a:pt x="270521" y="35781"/>
                  </a:lnTo>
                  <a:lnTo>
                    <a:pt x="266311" y="32576"/>
                  </a:lnTo>
                  <a:lnTo>
                    <a:pt x="262001" y="29505"/>
                  </a:lnTo>
                  <a:lnTo>
                    <a:pt x="257597" y="26572"/>
                  </a:lnTo>
                  <a:lnTo>
                    <a:pt x="253101" y="23780"/>
                  </a:lnTo>
                  <a:lnTo>
                    <a:pt x="248520" y="21132"/>
                  </a:lnTo>
                  <a:lnTo>
                    <a:pt x="243857" y="18630"/>
                  </a:lnTo>
                  <a:lnTo>
                    <a:pt x="239117" y="16277"/>
                  </a:lnTo>
                  <a:lnTo>
                    <a:pt x="234305" y="14075"/>
                  </a:lnTo>
                  <a:lnTo>
                    <a:pt x="229426" y="12027"/>
                  </a:lnTo>
                  <a:lnTo>
                    <a:pt x="224484" y="10134"/>
                  </a:lnTo>
                  <a:lnTo>
                    <a:pt x="219485" y="8398"/>
                  </a:lnTo>
                  <a:lnTo>
                    <a:pt x="214434" y="6822"/>
                  </a:lnTo>
                  <a:lnTo>
                    <a:pt x="209335" y="5406"/>
                  </a:lnTo>
                  <a:lnTo>
                    <a:pt x="204194" y="4152"/>
                  </a:lnTo>
                  <a:lnTo>
                    <a:pt x="199015" y="3062"/>
                  </a:lnTo>
                  <a:lnTo>
                    <a:pt x="193805" y="2136"/>
                  </a:lnTo>
                  <a:lnTo>
                    <a:pt x="188568" y="1375"/>
                  </a:lnTo>
                  <a:lnTo>
                    <a:pt x="183310" y="781"/>
                  </a:lnTo>
                  <a:lnTo>
                    <a:pt x="178036" y="353"/>
                  </a:lnTo>
                  <a:lnTo>
                    <a:pt x="172750" y="93"/>
                  </a:lnTo>
                  <a:lnTo>
                    <a:pt x="167459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295" cy="167167"/>
            </a:xfrm>
            <a:custGeom>
              <a:avLst/>
              <a:pathLst>
                <a:path w="295" h="167167">
                  <a:moveTo>
                    <a:pt x="295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52" y="4659281"/>
              <a:ext cx="1872" cy="167167"/>
            </a:xfrm>
            <a:custGeom>
              <a:avLst/>
              <a:pathLst>
                <a:path w="1872" h="167167">
                  <a:moveTo>
                    <a:pt x="1872" y="0"/>
                  </a:moveTo>
                  <a:lnTo>
                    <a:pt x="0" y="10"/>
                  </a:lnTo>
                  <a:lnTo>
                    <a:pt x="187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1380" y="4659292"/>
              <a:ext cx="145144" cy="167156"/>
            </a:xfrm>
            <a:custGeom>
              <a:avLst/>
              <a:pathLst>
                <a:path w="145144" h="167156">
                  <a:moveTo>
                    <a:pt x="143272" y="0"/>
                  </a:moveTo>
                  <a:lnTo>
                    <a:pt x="137839" y="149"/>
                  </a:lnTo>
                  <a:lnTo>
                    <a:pt x="132413" y="475"/>
                  </a:lnTo>
                  <a:lnTo>
                    <a:pt x="127001" y="977"/>
                  </a:lnTo>
                  <a:lnTo>
                    <a:pt x="121608" y="1654"/>
                  </a:lnTo>
                  <a:lnTo>
                    <a:pt x="116240" y="2507"/>
                  </a:lnTo>
                  <a:lnTo>
                    <a:pt x="110903" y="3533"/>
                  </a:lnTo>
                  <a:lnTo>
                    <a:pt x="105602" y="4733"/>
                  </a:lnTo>
                  <a:lnTo>
                    <a:pt x="100342" y="6104"/>
                  </a:lnTo>
                  <a:lnTo>
                    <a:pt x="95130" y="7646"/>
                  </a:lnTo>
                  <a:lnTo>
                    <a:pt x="89971" y="9356"/>
                  </a:lnTo>
                  <a:lnTo>
                    <a:pt x="84870" y="11233"/>
                  </a:lnTo>
                  <a:lnTo>
                    <a:pt x="79833" y="13275"/>
                  </a:lnTo>
                  <a:lnTo>
                    <a:pt x="74865" y="15480"/>
                  </a:lnTo>
                  <a:lnTo>
                    <a:pt x="69972" y="17845"/>
                  </a:lnTo>
                  <a:lnTo>
                    <a:pt x="65157" y="20367"/>
                  </a:lnTo>
                  <a:lnTo>
                    <a:pt x="60427" y="23045"/>
                  </a:lnTo>
                  <a:lnTo>
                    <a:pt x="55787" y="25876"/>
                  </a:lnTo>
                  <a:lnTo>
                    <a:pt x="51242" y="28855"/>
                  </a:lnTo>
                  <a:lnTo>
                    <a:pt x="46795" y="31981"/>
                  </a:lnTo>
                  <a:lnTo>
                    <a:pt x="42453" y="35250"/>
                  </a:lnTo>
                  <a:lnTo>
                    <a:pt x="38219" y="38658"/>
                  </a:lnTo>
                  <a:lnTo>
                    <a:pt x="34098" y="42202"/>
                  </a:lnTo>
                  <a:lnTo>
                    <a:pt x="30094" y="45878"/>
                  </a:lnTo>
                  <a:lnTo>
                    <a:pt x="26213" y="49682"/>
                  </a:lnTo>
                  <a:lnTo>
                    <a:pt x="22456" y="53611"/>
                  </a:lnTo>
                  <a:lnTo>
                    <a:pt x="18830" y="57659"/>
                  </a:lnTo>
                  <a:lnTo>
                    <a:pt x="15337" y="61824"/>
                  </a:lnTo>
                  <a:lnTo>
                    <a:pt x="11981" y="66099"/>
                  </a:lnTo>
                  <a:lnTo>
                    <a:pt x="8766" y="70482"/>
                  </a:lnTo>
                  <a:lnTo>
                    <a:pt x="5696" y="74966"/>
                  </a:lnTo>
                  <a:lnTo>
                    <a:pt x="2772" y="79549"/>
                  </a:lnTo>
                  <a:lnTo>
                    <a:pt x="0" y="84223"/>
                  </a:lnTo>
                  <a:lnTo>
                    <a:pt x="145144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9" y="4659281"/>
              <a:ext cx="334305" cy="334334"/>
            </a:xfrm>
            <a:custGeom>
              <a:avLst/>
              <a:pathLst>
                <a:path w="334305" h="334334">
                  <a:moveTo>
                    <a:pt x="22010" y="84234"/>
                  </a:moveTo>
                  <a:lnTo>
                    <a:pt x="19454" y="88877"/>
                  </a:lnTo>
                  <a:lnTo>
                    <a:pt x="17047" y="93598"/>
                  </a:lnTo>
                  <a:lnTo>
                    <a:pt x="14790" y="98394"/>
                  </a:lnTo>
                  <a:lnTo>
                    <a:pt x="12686" y="103258"/>
                  </a:lnTo>
                  <a:lnTo>
                    <a:pt x="10738" y="108187"/>
                  </a:lnTo>
                  <a:lnTo>
                    <a:pt x="8947" y="113175"/>
                  </a:lnTo>
                  <a:lnTo>
                    <a:pt x="7315" y="118218"/>
                  </a:lnTo>
                  <a:lnTo>
                    <a:pt x="5844" y="123310"/>
                  </a:lnTo>
                  <a:lnTo>
                    <a:pt x="4534" y="128445"/>
                  </a:lnTo>
                  <a:lnTo>
                    <a:pt x="3388" y="133620"/>
                  </a:lnTo>
                  <a:lnTo>
                    <a:pt x="2407" y="138828"/>
                  </a:lnTo>
                  <a:lnTo>
                    <a:pt x="1592" y="144065"/>
                  </a:lnTo>
                  <a:lnTo>
                    <a:pt x="943" y="149325"/>
                  </a:lnTo>
                  <a:lnTo>
                    <a:pt x="461" y="154603"/>
                  </a:lnTo>
                  <a:lnTo>
                    <a:pt x="146" y="159894"/>
                  </a:lnTo>
                  <a:lnTo>
                    <a:pt x="0" y="165192"/>
                  </a:lnTo>
                  <a:lnTo>
                    <a:pt x="21" y="170492"/>
                  </a:lnTo>
                  <a:lnTo>
                    <a:pt x="210" y="175789"/>
                  </a:lnTo>
                  <a:lnTo>
                    <a:pt x="568" y="181077"/>
                  </a:lnTo>
                  <a:lnTo>
                    <a:pt x="1092" y="186351"/>
                  </a:lnTo>
                  <a:lnTo>
                    <a:pt x="1784" y="191605"/>
                  </a:lnTo>
                  <a:lnTo>
                    <a:pt x="2642" y="196835"/>
                  </a:lnTo>
                  <a:lnTo>
                    <a:pt x="3665" y="202036"/>
                  </a:lnTo>
                  <a:lnTo>
                    <a:pt x="4852" y="207201"/>
                  </a:lnTo>
                  <a:lnTo>
                    <a:pt x="6203" y="212326"/>
                  </a:lnTo>
                  <a:lnTo>
                    <a:pt x="7715" y="217405"/>
                  </a:lnTo>
                  <a:lnTo>
                    <a:pt x="9388" y="222435"/>
                  </a:lnTo>
                  <a:lnTo>
                    <a:pt x="11220" y="227408"/>
                  </a:lnTo>
                  <a:lnTo>
                    <a:pt x="13208" y="232321"/>
                  </a:lnTo>
                  <a:lnTo>
                    <a:pt x="15350" y="237169"/>
                  </a:lnTo>
                  <a:lnTo>
                    <a:pt x="17646" y="241946"/>
                  </a:lnTo>
                  <a:lnTo>
                    <a:pt x="20092" y="246648"/>
                  </a:lnTo>
                  <a:lnTo>
                    <a:pt x="22685" y="251270"/>
                  </a:lnTo>
                  <a:lnTo>
                    <a:pt x="25424" y="255807"/>
                  </a:lnTo>
                  <a:lnTo>
                    <a:pt x="28305" y="260256"/>
                  </a:lnTo>
                  <a:lnTo>
                    <a:pt x="31326" y="264611"/>
                  </a:lnTo>
                  <a:lnTo>
                    <a:pt x="34483" y="268868"/>
                  </a:lnTo>
                  <a:lnTo>
                    <a:pt x="37774" y="273022"/>
                  </a:lnTo>
                  <a:lnTo>
                    <a:pt x="41194" y="277071"/>
                  </a:lnTo>
                  <a:lnTo>
                    <a:pt x="44742" y="281008"/>
                  </a:lnTo>
                  <a:lnTo>
                    <a:pt x="48412" y="284832"/>
                  </a:lnTo>
                  <a:lnTo>
                    <a:pt x="52202" y="288537"/>
                  </a:lnTo>
                  <a:lnTo>
                    <a:pt x="56107" y="292120"/>
                  </a:lnTo>
                  <a:lnTo>
                    <a:pt x="60124" y="295578"/>
                  </a:lnTo>
                  <a:lnTo>
                    <a:pt x="64249" y="298906"/>
                  </a:lnTo>
                  <a:lnTo>
                    <a:pt x="68477" y="302102"/>
                  </a:lnTo>
                  <a:lnTo>
                    <a:pt x="72804" y="305162"/>
                  </a:lnTo>
                  <a:lnTo>
                    <a:pt x="77226" y="308084"/>
                  </a:lnTo>
                  <a:lnTo>
                    <a:pt x="81738" y="310864"/>
                  </a:lnTo>
                  <a:lnTo>
                    <a:pt x="86336" y="313500"/>
                  </a:lnTo>
                  <a:lnTo>
                    <a:pt x="91016" y="315988"/>
                  </a:lnTo>
                  <a:lnTo>
                    <a:pt x="95772" y="318327"/>
                  </a:lnTo>
                  <a:lnTo>
                    <a:pt x="100600" y="320514"/>
                  </a:lnTo>
                  <a:lnTo>
                    <a:pt x="105494" y="322547"/>
                  </a:lnTo>
                  <a:lnTo>
                    <a:pt x="110451" y="324423"/>
                  </a:lnTo>
                  <a:lnTo>
                    <a:pt x="115465" y="326142"/>
                  </a:lnTo>
                  <a:lnTo>
                    <a:pt x="120530" y="327701"/>
                  </a:lnTo>
                  <a:lnTo>
                    <a:pt x="125643" y="329098"/>
                  </a:lnTo>
                  <a:lnTo>
                    <a:pt x="130797" y="330333"/>
                  </a:lnTo>
                  <a:lnTo>
                    <a:pt x="135988" y="331403"/>
                  </a:lnTo>
                  <a:lnTo>
                    <a:pt x="141210" y="332309"/>
                  </a:lnTo>
                  <a:lnTo>
                    <a:pt x="146458" y="333048"/>
                  </a:lnTo>
                  <a:lnTo>
                    <a:pt x="151727" y="333621"/>
                  </a:lnTo>
                  <a:lnTo>
                    <a:pt x="157011" y="334026"/>
                  </a:lnTo>
                  <a:lnTo>
                    <a:pt x="162306" y="334264"/>
                  </a:lnTo>
                  <a:lnTo>
                    <a:pt x="167605" y="334334"/>
                  </a:lnTo>
                  <a:lnTo>
                    <a:pt x="172904" y="334235"/>
                  </a:lnTo>
                  <a:lnTo>
                    <a:pt x="178198" y="333969"/>
                  </a:lnTo>
                  <a:lnTo>
                    <a:pt x="183480" y="333535"/>
                  </a:lnTo>
                  <a:lnTo>
                    <a:pt x="188746" y="332934"/>
                  </a:lnTo>
                  <a:lnTo>
                    <a:pt x="193990" y="332167"/>
                  </a:lnTo>
                  <a:lnTo>
                    <a:pt x="199207" y="331233"/>
                  </a:lnTo>
                  <a:lnTo>
                    <a:pt x="204392" y="330134"/>
                  </a:lnTo>
                  <a:lnTo>
                    <a:pt x="209539" y="328872"/>
                  </a:lnTo>
                  <a:lnTo>
                    <a:pt x="214644" y="327447"/>
                  </a:lnTo>
                  <a:lnTo>
                    <a:pt x="219701" y="325861"/>
                  </a:lnTo>
                  <a:lnTo>
                    <a:pt x="224706" y="324116"/>
                  </a:lnTo>
                  <a:lnTo>
                    <a:pt x="229652" y="322212"/>
                  </a:lnTo>
                  <a:lnTo>
                    <a:pt x="234536" y="320153"/>
                  </a:lnTo>
                  <a:lnTo>
                    <a:pt x="239352" y="317940"/>
                  </a:lnTo>
                  <a:lnTo>
                    <a:pt x="244095" y="315576"/>
                  </a:lnTo>
                  <a:lnTo>
                    <a:pt x="248761" y="313062"/>
                  </a:lnTo>
                  <a:lnTo>
                    <a:pt x="253345" y="310402"/>
                  </a:lnTo>
                  <a:lnTo>
                    <a:pt x="257842" y="307598"/>
                  </a:lnTo>
                  <a:lnTo>
                    <a:pt x="262249" y="304652"/>
                  </a:lnTo>
                  <a:lnTo>
                    <a:pt x="266559" y="301569"/>
                  </a:lnTo>
                  <a:lnTo>
                    <a:pt x="270770" y="298350"/>
                  </a:lnTo>
                  <a:lnTo>
                    <a:pt x="274876" y="294999"/>
                  </a:lnTo>
                  <a:lnTo>
                    <a:pt x="278875" y="291520"/>
                  </a:lnTo>
                  <a:lnTo>
                    <a:pt x="282761" y="287916"/>
                  </a:lnTo>
                  <a:lnTo>
                    <a:pt x="286530" y="284191"/>
                  </a:lnTo>
                  <a:lnTo>
                    <a:pt x="290180" y="280348"/>
                  </a:lnTo>
                  <a:lnTo>
                    <a:pt x="293706" y="276391"/>
                  </a:lnTo>
                  <a:lnTo>
                    <a:pt x="297105" y="272324"/>
                  </a:lnTo>
                  <a:lnTo>
                    <a:pt x="300373" y="268152"/>
                  </a:lnTo>
                  <a:lnTo>
                    <a:pt x="303508" y="263878"/>
                  </a:lnTo>
                  <a:lnTo>
                    <a:pt x="306505" y="259507"/>
                  </a:lnTo>
                  <a:lnTo>
                    <a:pt x="309362" y="255043"/>
                  </a:lnTo>
                  <a:lnTo>
                    <a:pt x="312076" y="250491"/>
                  </a:lnTo>
                  <a:lnTo>
                    <a:pt x="314645" y="245855"/>
                  </a:lnTo>
                  <a:lnTo>
                    <a:pt x="317065" y="241140"/>
                  </a:lnTo>
                  <a:lnTo>
                    <a:pt x="319335" y="236350"/>
                  </a:lnTo>
                  <a:lnTo>
                    <a:pt x="321452" y="231491"/>
                  </a:lnTo>
                  <a:lnTo>
                    <a:pt x="323413" y="226568"/>
                  </a:lnTo>
                  <a:lnTo>
                    <a:pt x="325218" y="221584"/>
                  </a:lnTo>
                  <a:lnTo>
                    <a:pt x="326863" y="216546"/>
                  </a:lnTo>
                  <a:lnTo>
                    <a:pt x="328348" y="211458"/>
                  </a:lnTo>
                  <a:lnTo>
                    <a:pt x="329671" y="206326"/>
                  </a:lnTo>
                  <a:lnTo>
                    <a:pt x="330831" y="201155"/>
                  </a:lnTo>
                  <a:lnTo>
                    <a:pt x="331826" y="195949"/>
                  </a:lnTo>
                  <a:lnTo>
                    <a:pt x="332656" y="190714"/>
                  </a:lnTo>
                  <a:lnTo>
                    <a:pt x="333319" y="185456"/>
                  </a:lnTo>
                  <a:lnTo>
                    <a:pt x="333816" y="180179"/>
                  </a:lnTo>
                  <a:lnTo>
                    <a:pt x="334144" y="174889"/>
                  </a:lnTo>
                  <a:lnTo>
                    <a:pt x="334305" y="169592"/>
                  </a:lnTo>
                  <a:lnTo>
                    <a:pt x="334298" y="164292"/>
                  </a:lnTo>
                  <a:lnTo>
                    <a:pt x="334123" y="158995"/>
                  </a:lnTo>
                  <a:lnTo>
                    <a:pt x="333780" y="153706"/>
                  </a:lnTo>
                  <a:lnTo>
                    <a:pt x="333269" y="148431"/>
                  </a:lnTo>
                  <a:lnTo>
                    <a:pt x="332592" y="143174"/>
                  </a:lnTo>
                  <a:lnTo>
                    <a:pt x="331748" y="137942"/>
                  </a:lnTo>
                  <a:lnTo>
                    <a:pt x="330739" y="132739"/>
                  </a:lnTo>
                  <a:lnTo>
                    <a:pt x="329565" y="127570"/>
                  </a:lnTo>
                  <a:lnTo>
                    <a:pt x="328229" y="122442"/>
                  </a:lnTo>
                  <a:lnTo>
                    <a:pt x="326730" y="117358"/>
                  </a:lnTo>
                  <a:lnTo>
                    <a:pt x="325071" y="112324"/>
                  </a:lnTo>
                  <a:lnTo>
                    <a:pt x="323253" y="107346"/>
                  </a:lnTo>
                  <a:lnTo>
                    <a:pt x="321278" y="102427"/>
                  </a:lnTo>
                  <a:lnTo>
                    <a:pt x="319148" y="97574"/>
                  </a:lnTo>
                  <a:lnTo>
                    <a:pt x="316866" y="92791"/>
                  </a:lnTo>
                  <a:lnTo>
                    <a:pt x="314433" y="88082"/>
                  </a:lnTo>
                  <a:lnTo>
                    <a:pt x="311851" y="83453"/>
                  </a:lnTo>
                  <a:lnTo>
                    <a:pt x="309125" y="78908"/>
                  </a:lnTo>
                  <a:lnTo>
                    <a:pt x="306256" y="74452"/>
                  </a:lnTo>
                  <a:lnTo>
                    <a:pt x="303247" y="70089"/>
                  </a:lnTo>
                  <a:lnTo>
                    <a:pt x="300101" y="65824"/>
                  </a:lnTo>
                  <a:lnTo>
                    <a:pt x="296821" y="61660"/>
                  </a:lnTo>
                  <a:lnTo>
                    <a:pt x="293412" y="57603"/>
                  </a:lnTo>
                  <a:lnTo>
                    <a:pt x="289875" y="53655"/>
                  </a:lnTo>
                  <a:lnTo>
                    <a:pt x="286215" y="49822"/>
                  </a:lnTo>
                  <a:lnTo>
                    <a:pt x="282435" y="46107"/>
                  </a:lnTo>
                  <a:lnTo>
                    <a:pt x="278539" y="42513"/>
                  </a:lnTo>
                  <a:lnTo>
                    <a:pt x="274532" y="39045"/>
                  </a:lnTo>
                  <a:lnTo>
                    <a:pt x="270416" y="35705"/>
                  </a:lnTo>
                  <a:lnTo>
                    <a:pt x="266197" y="32498"/>
                  </a:lnTo>
                  <a:lnTo>
                    <a:pt x="261878" y="29426"/>
                  </a:lnTo>
                  <a:lnTo>
                    <a:pt x="257464" y="26493"/>
                  </a:lnTo>
                  <a:lnTo>
                    <a:pt x="252959" y="23700"/>
                  </a:lnTo>
                  <a:lnTo>
                    <a:pt x="248368" y="21052"/>
                  </a:lnTo>
                  <a:lnTo>
                    <a:pt x="243695" y="18551"/>
                  </a:lnTo>
                  <a:lnTo>
                    <a:pt x="238946" y="16200"/>
                  </a:lnTo>
                  <a:lnTo>
                    <a:pt x="234124" y="14000"/>
                  </a:lnTo>
                  <a:lnTo>
                    <a:pt x="229234" y="11954"/>
                  </a:lnTo>
                  <a:lnTo>
                    <a:pt x="224283" y="10064"/>
                  </a:lnTo>
                  <a:lnTo>
                    <a:pt x="219274" y="8332"/>
                  </a:lnTo>
                  <a:lnTo>
                    <a:pt x="214213" y="6759"/>
                  </a:lnTo>
                  <a:lnTo>
                    <a:pt x="209104" y="5348"/>
                  </a:lnTo>
                  <a:lnTo>
                    <a:pt x="203953" y="4100"/>
                  </a:lnTo>
                  <a:lnTo>
                    <a:pt x="198765" y="3015"/>
                  </a:lnTo>
                  <a:lnTo>
                    <a:pt x="193546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164" y="0"/>
                  </a:moveTo>
                  <a:lnTo>
                    <a:pt x="0" y="0"/>
                  </a:ln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7" y="5018213"/>
              <a:ext cx="334318" cy="334331"/>
            </a:xfrm>
            <a:custGeom>
              <a:avLst/>
              <a:pathLst>
                <a:path w="334318" h="334331">
                  <a:moveTo>
                    <a:pt x="166989" y="0"/>
                  </a:moveTo>
                  <a:lnTo>
                    <a:pt x="161698" y="88"/>
                  </a:lnTo>
                  <a:lnTo>
                    <a:pt x="156412" y="345"/>
                  </a:lnTo>
                  <a:lnTo>
                    <a:pt x="151138" y="768"/>
                  </a:lnTo>
                  <a:lnTo>
                    <a:pt x="145879" y="1359"/>
                  </a:lnTo>
                  <a:lnTo>
                    <a:pt x="140642" y="2115"/>
                  </a:lnTo>
                  <a:lnTo>
                    <a:pt x="135431" y="3037"/>
                  </a:lnTo>
                  <a:lnTo>
                    <a:pt x="130252" y="4123"/>
                  </a:lnTo>
                  <a:lnTo>
                    <a:pt x="125110" y="5373"/>
                  </a:lnTo>
                  <a:lnTo>
                    <a:pt x="120011" y="6784"/>
                  </a:lnTo>
                  <a:lnTo>
                    <a:pt x="114958" y="8357"/>
                  </a:lnTo>
                  <a:lnTo>
                    <a:pt x="109958" y="10088"/>
                  </a:lnTo>
                  <a:lnTo>
                    <a:pt x="105015" y="11977"/>
                  </a:lnTo>
                  <a:lnTo>
                    <a:pt x="100134" y="14022"/>
                  </a:lnTo>
                  <a:lnTo>
                    <a:pt x="95320" y="16220"/>
                  </a:lnTo>
                  <a:lnTo>
                    <a:pt x="90579" y="18569"/>
                  </a:lnTo>
                  <a:lnTo>
                    <a:pt x="85914" y="21067"/>
                  </a:lnTo>
                  <a:lnTo>
                    <a:pt x="81331" y="23711"/>
                  </a:lnTo>
                  <a:lnTo>
                    <a:pt x="76833" y="26500"/>
                  </a:lnTo>
                  <a:lnTo>
                    <a:pt x="72426" y="29429"/>
                  </a:lnTo>
                  <a:lnTo>
                    <a:pt x="68114" y="32496"/>
                  </a:lnTo>
                  <a:lnTo>
                    <a:pt x="63901" y="35698"/>
                  </a:lnTo>
                  <a:lnTo>
                    <a:pt x="59792" y="39032"/>
                  </a:lnTo>
                  <a:lnTo>
                    <a:pt x="55790" y="42494"/>
                  </a:lnTo>
                  <a:lnTo>
                    <a:pt x="51900" y="46081"/>
                  </a:lnTo>
                  <a:lnTo>
                    <a:pt x="48125" y="49790"/>
                  </a:lnTo>
                  <a:lnTo>
                    <a:pt x="44470" y="53616"/>
                  </a:lnTo>
                  <a:lnTo>
                    <a:pt x="40937" y="57556"/>
                  </a:lnTo>
                  <a:lnTo>
                    <a:pt x="37531" y="61605"/>
                  </a:lnTo>
                  <a:lnTo>
                    <a:pt x="34255" y="65761"/>
                  </a:lnTo>
                  <a:lnTo>
                    <a:pt x="31112" y="70018"/>
                  </a:lnTo>
                  <a:lnTo>
                    <a:pt x="28106" y="74372"/>
                  </a:lnTo>
                  <a:lnTo>
                    <a:pt x="25238" y="78820"/>
                  </a:lnTo>
                  <a:lnTo>
                    <a:pt x="22513" y="83356"/>
                  </a:lnTo>
                  <a:lnTo>
                    <a:pt x="19933" y="87976"/>
                  </a:lnTo>
                  <a:lnTo>
                    <a:pt x="17500" y="92675"/>
                  </a:lnTo>
                  <a:lnTo>
                    <a:pt x="15218" y="97449"/>
                  </a:lnTo>
                  <a:lnTo>
                    <a:pt x="13087" y="102292"/>
                  </a:lnTo>
                  <a:lnTo>
                    <a:pt x="11111" y="107201"/>
                  </a:lnTo>
                  <a:lnTo>
                    <a:pt x="9291" y="112170"/>
                  </a:lnTo>
                  <a:lnTo>
                    <a:pt x="7630" y="117194"/>
                  </a:lnTo>
                  <a:lnTo>
                    <a:pt x="6128" y="122268"/>
                  </a:lnTo>
                  <a:lnTo>
                    <a:pt x="4787" y="127387"/>
                  </a:lnTo>
                  <a:lnTo>
                    <a:pt x="3610" y="132546"/>
                  </a:lnTo>
                  <a:lnTo>
                    <a:pt x="2596" y="137740"/>
                  </a:lnTo>
                  <a:lnTo>
                    <a:pt x="1747" y="142963"/>
                  </a:lnTo>
                  <a:lnTo>
                    <a:pt x="1064" y="148210"/>
                  </a:lnTo>
                  <a:lnTo>
                    <a:pt x="547" y="153476"/>
                  </a:lnTo>
                  <a:lnTo>
                    <a:pt x="197" y="158756"/>
                  </a:lnTo>
                  <a:lnTo>
                    <a:pt x="15" y="164045"/>
                  </a:lnTo>
                  <a:lnTo>
                    <a:pt x="0" y="169336"/>
                  </a:lnTo>
                  <a:lnTo>
                    <a:pt x="152" y="174626"/>
                  </a:lnTo>
                  <a:lnTo>
                    <a:pt x="472" y="179908"/>
                  </a:lnTo>
                  <a:lnTo>
                    <a:pt x="958" y="185177"/>
                  </a:lnTo>
                  <a:lnTo>
                    <a:pt x="1612" y="190428"/>
                  </a:lnTo>
                  <a:lnTo>
                    <a:pt x="2431" y="195656"/>
                  </a:lnTo>
                  <a:lnTo>
                    <a:pt x="3415" y="200855"/>
                  </a:lnTo>
                  <a:lnTo>
                    <a:pt x="4563" y="206021"/>
                  </a:lnTo>
                  <a:lnTo>
                    <a:pt x="5875" y="211147"/>
                  </a:lnTo>
                  <a:lnTo>
                    <a:pt x="7347" y="216230"/>
                  </a:lnTo>
                  <a:lnTo>
                    <a:pt x="8980" y="221263"/>
                  </a:lnTo>
                  <a:lnTo>
                    <a:pt x="10772" y="226242"/>
                  </a:lnTo>
                  <a:lnTo>
                    <a:pt x="12720" y="231162"/>
                  </a:lnTo>
                  <a:lnTo>
                    <a:pt x="14823" y="236018"/>
                  </a:lnTo>
                  <a:lnTo>
                    <a:pt x="17078" y="240805"/>
                  </a:lnTo>
                  <a:lnTo>
                    <a:pt x="19484" y="245518"/>
                  </a:lnTo>
                  <a:lnTo>
                    <a:pt x="22038" y="250152"/>
                  </a:lnTo>
                  <a:lnTo>
                    <a:pt x="24737" y="254704"/>
                  </a:lnTo>
                  <a:lnTo>
                    <a:pt x="27579" y="259167"/>
                  </a:lnTo>
                  <a:lnTo>
                    <a:pt x="30561" y="263539"/>
                  </a:lnTo>
                  <a:lnTo>
                    <a:pt x="33680" y="267814"/>
                  </a:lnTo>
                  <a:lnTo>
                    <a:pt x="36932" y="271988"/>
                  </a:lnTo>
                  <a:lnTo>
                    <a:pt x="40315" y="276057"/>
                  </a:lnTo>
                  <a:lnTo>
                    <a:pt x="43825" y="280017"/>
                  </a:lnTo>
                  <a:lnTo>
                    <a:pt x="47458" y="283864"/>
                  </a:lnTo>
                  <a:lnTo>
                    <a:pt x="51212" y="287594"/>
                  </a:lnTo>
                  <a:lnTo>
                    <a:pt x="55081" y="291203"/>
                  </a:lnTo>
                  <a:lnTo>
                    <a:pt x="59063" y="294688"/>
                  </a:lnTo>
                  <a:lnTo>
                    <a:pt x="63154" y="298045"/>
                  </a:lnTo>
                  <a:lnTo>
                    <a:pt x="67348" y="301271"/>
                  </a:lnTo>
                  <a:lnTo>
                    <a:pt x="71643" y="304363"/>
                  </a:lnTo>
                  <a:lnTo>
                    <a:pt x="76033" y="307317"/>
                  </a:lnTo>
                  <a:lnTo>
                    <a:pt x="80514" y="310131"/>
                  </a:lnTo>
                  <a:lnTo>
                    <a:pt x="85083" y="312801"/>
                  </a:lnTo>
                  <a:lnTo>
                    <a:pt x="89733" y="315326"/>
                  </a:lnTo>
                  <a:lnTo>
                    <a:pt x="94461" y="317702"/>
                  </a:lnTo>
                  <a:lnTo>
                    <a:pt x="99262" y="319927"/>
                  </a:lnTo>
                  <a:lnTo>
                    <a:pt x="104131" y="322000"/>
                  </a:lnTo>
                  <a:lnTo>
                    <a:pt x="109063" y="323917"/>
                  </a:lnTo>
                  <a:lnTo>
                    <a:pt x="114054" y="325677"/>
                  </a:lnTo>
                  <a:lnTo>
                    <a:pt x="119097" y="327278"/>
                  </a:lnTo>
                  <a:lnTo>
                    <a:pt x="124189" y="328719"/>
                  </a:lnTo>
                  <a:lnTo>
                    <a:pt x="129324" y="329998"/>
                  </a:lnTo>
                  <a:lnTo>
                    <a:pt x="134496" y="331113"/>
                  </a:lnTo>
                  <a:lnTo>
                    <a:pt x="139702" y="332065"/>
                  </a:lnTo>
                  <a:lnTo>
                    <a:pt x="144934" y="332851"/>
                  </a:lnTo>
                  <a:lnTo>
                    <a:pt x="150190" y="333471"/>
                  </a:lnTo>
                  <a:lnTo>
                    <a:pt x="155462" y="333925"/>
                  </a:lnTo>
                  <a:lnTo>
                    <a:pt x="160746" y="334211"/>
                  </a:lnTo>
                  <a:lnTo>
                    <a:pt x="166036" y="334331"/>
                  </a:lnTo>
                  <a:lnTo>
                    <a:pt x="171327" y="334282"/>
                  </a:lnTo>
                  <a:lnTo>
                    <a:pt x="176614" y="334066"/>
                  </a:lnTo>
                  <a:lnTo>
                    <a:pt x="181892" y="333683"/>
                  </a:lnTo>
                  <a:lnTo>
                    <a:pt x="187155" y="333133"/>
                  </a:lnTo>
                  <a:lnTo>
                    <a:pt x="192398" y="332417"/>
                  </a:lnTo>
                  <a:lnTo>
                    <a:pt x="197616" y="331535"/>
                  </a:lnTo>
                  <a:lnTo>
                    <a:pt x="202803" y="330489"/>
                  </a:lnTo>
                  <a:lnTo>
                    <a:pt x="207954" y="329279"/>
                  </a:lnTo>
                  <a:lnTo>
                    <a:pt x="213065" y="327906"/>
                  </a:lnTo>
                  <a:lnTo>
                    <a:pt x="218129" y="326372"/>
                  </a:lnTo>
                  <a:lnTo>
                    <a:pt x="223142" y="324679"/>
                  </a:lnTo>
                  <a:lnTo>
                    <a:pt x="228100" y="322828"/>
                  </a:lnTo>
                  <a:lnTo>
                    <a:pt x="232996" y="320821"/>
                  </a:lnTo>
                  <a:lnTo>
                    <a:pt x="237826" y="318660"/>
                  </a:lnTo>
                  <a:lnTo>
                    <a:pt x="242586" y="316347"/>
                  </a:lnTo>
                  <a:lnTo>
                    <a:pt x="247269" y="313885"/>
                  </a:lnTo>
                  <a:lnTo>
                    <a:pt x="251873" y="311276"/>
                  </a:lnTo>
                  <a:lnTo>
                    <a:pt x="256392" y="308522"/>
                  </a:lnTo>
                  <a:lnTo>
                    <a:pt x="260821" y="305627"/>
                  </a:lnTo>
                  <a:lnTo>
                    <a:pt x="265156" y="302593"/>
                  </a:lnTo>
                  <a:lnTo>
                    <a:pt x="269394" y="299423"/>
                  </a:lnTo>
                  <a:lnTo>
                    <a:pt x="273528" y="296121"/>
                  </a:lnTo>
                  <a:lnTo>
                    <a:pt x="277557" y="292690"/>
                  </a:lnTo>
                  <a:lnTo>
                    <a:pt x="281474" y="289132"/>
                  </a:lnTo>
                  <a:lnTo>
                    <a:pt x="285277" y="285453"/>
                  </a:lnTo>
                  <a:lnTo>
                    <a:pt x="288962" y="281655"/>
                  </a:lnTo>
                  <a:lnTo>
                    <a:pt x="292524" y="277742"/>
                  </a:lnTo>
                  <a:lnTo>
                    <a:pt x="295961" y="273719"/>
                  </a:lnTo>
                  <a:lnTo>
                    <a:pt x="299269" y="269589"/>
                  </a:lnTo>
                  <a:lnTo>
                    <a:pt x="302445" y="265356"/>
                  </a:lnTo>
                  <a:lnTo>
                    <a:pt x="305485" y="261025"/>
                  </a:lnTo>
                  <a:lnTo>
                    <a:pt x="308386" y="256599"/>
                  </a:lnTo>
                  <a:lnTo>
                    <a:pt x="311146" y="252084"/>
                  </a:lnTo>
                  <a:lnTo>
                    <a:pt x="313761" y="247484"/>
                  </a:lnTo>
                  <a:lnTo>
                    <a:pt x="316230" y="242804"/>
                  </a:lnTo>
                  <a:lnTo>
                    <a:pt x="318549" y="238048"/>
                  </a:lnTo>
                  <a:lnTo>
                    <a:pt x="320717" y="233220"/>
                  </a:lnTo>
                  <a:lnTo>
                    <a:pt x="322731" y="228327"/>
                  </a:lnTo>
                  <a:lnTo>
                    <a:pt x="324588" y="223372"/>
                  </a:lnTo>
                  <a:lnTo>
                    <a:pt x="326288" y="218361"/>
                  </a:lnTo>
                  <a:lnTo>
                    <a:pt x="327829" y="213299"/>
                  </a:lnTo>
                  <a:lnTo>
                    <a:pt x="329209" y="208190"/>
                  </a:lnTo>
                  <a:lnTo>
                    <a:pt x="330426" y="203040"/>
                  </a:lnTo>
                  <a:lnTo>
                    <a:pt x="331479" y="197855"/>
                  </a:lnTo>
                  <a:lnTo>
                    <a:pt x="332368" y="192638"/>
                  </a:lnTo>
                  <a:lnTo>
                    <a:pt x="333092" y="187396"/>
                  </a:lnTo>
                  <a:lnTo>
                    <a:pt x="333649" y="182134"/>
                  </a:lnTo>
                  <a:lnTo>
                    <a:pt x="334039" y="176857"/>
                  </a:lnTo>
                  <a:lnTo>
                    <a:pt x="334262" y="171570"/>
                  </a:lnTo>
                  <a:lnTo>
                    <a:pt x="334318" y="166279"/>
                  </a:lnTo>
                  <a:lnTo>
                    <a:pt x="334206" y="160988"/>
                  </a:lnTo>
                  <a:lnTo>
                    <a:pt x="333927" y="155704"/>
                  </a:lnTo>
                  <a:lnTo>
                    <a:pt x="333480" y="150431"/>
                  </a:lnTo>
                  <a:lnTo>
                    <a:pt x="332867" y="145175"/>
                  </a:lnTo>
                  <a:lnTo>
                    <a:pt x="332088" y="139941"/>
                  </a:lnTo>
                  <a:lnTo>
                    <a:pt x="331144" y="134735"/>
                  </a:lnTo>
                  <a:lnTo>
                    <a:pt x="330035" y="129561"/>
                  </a:lnTo>
                  <a:lnTo>
                    <a:pt x="328764" y="124424"/>
                  </a:lnTo>
                  <a:lnTo>
                    <a:pt x="327330" y="119330"/>
                  </a:lnTo>
                  <a:lnTo>
                    <a:pt x="325735" y="114285"/>
                  </a:lnTo>
                  <a:lnTo>
                    <a:pt x="323982" y="109292"/>
                  </a:lnTo>
                  <a:lnTo>
                    <a:pt x="322072" y="104357"/>
                  </a:lnTo>
                  <a:lnTo>
                    <a:pt x="320006" y="99485"/>
                  </a:lnTo>
                  <a:lnTo>
                    <a:pt x="317788" y="94681"/>
                  </a:lnTo>
                  <a:lnTo>
                    <a:pt x="315418" y="89950"/>
                  </a:lnTo>
                  <a:lnTo>
                    <a:pt x="312900" y="85296"/>
                  </a:lnTo>
                  <a:lnTo>
                    <a:pt x="310235" y="80724"/>
                  </a:lnTo>
                  <a:lnTo>
                    <a:pt x="307428" y="76239"/>
                  </a:lnTo>
                  <a:lnTo>
                    <a:pt x="304480" y="71845"/>
                  </a:lnTo>
                  <a:lnTo>
                    <a:pt x="301394" y="67546"/>
                  </a:lnTo>
                  <a:lnTo>
                    <a:pt x="298173" y="63347"/>
                  </a:lnTo>
                  <a:lnTo>
                    <a:pt x="294822" y="59252"/>
                  </a:lnTo>
                  <a:lnTo>
                    <a:pt x="291342" y="55265"/>
                  </a:lnTo>
                  <a:lnTo>
                    <a:pt x="287738" y="51391"/>
                  </a:lnTo>
                  <a:lnTo>
                    <a:pt x="284014" y="47632"/>
                  </a:lnTo>
                  <a:lnTo>
                    <a:pt x="280172" y="43993"/>
                  </a:lnTo>
                  <a:lnTo>
                    <a:pt x="276217" y="40478"/>
                  </a:lnTo>
                  <a:lnTo>
                    <a:pt x="272152" y="37090"/>
                  </a:lnTo>
                  <a:lnTo>
                    <a:pt x="267983" y="33831"/>
                  </a:lnTo>
                  <a:lnTo>
                    <a:pt x="263712" y="30707"/>
                  </a:lnTo>
                  <a:lnTo>
                    <a:pt x="259344" y="27719"/>
                  </a:lnTo>
                  <a:lnTo>
                    <a:pt x="254885" y="24871"/>
                  </a:lnTo>
                  <a:lnTo>
                    <a:pt x="250337" y="22166"/>
                  </a:lnTo>
                  <a:lnTo>
                    <a:pt x="245706" y="19605"/>
                  </a:lnTo>
                  <a:lnTo>
                    <a:pt x="240996" y="17193"/>
                  </a:lnTo>
                  <a:lnTo>
                    <a:pt x="236212" y="14931"/>
                  </a:lnTo>
                  <a:lnTo>
                    <a:pt x="231359" y="12822"/>
                  </a:lnTo>
                  <a:lnTo>
                    <a:pt x="226442" y="10867"/>
                  </a:lnTo>
                  <a:lnTo>
                    <a:pt x="221466" y="9069"/>
                  </a:lnTo>
                  <a:lnTo>
                    <a:pt x="216434" y="7429"/>
                  </a:lnTo>
                  <a:lnTo>
                    <a:pt x="211354" y="5949"/>
                  </a:lnTo>
                  <a:lnTo>
                    <a:pt x="206229" y="4631"/>
                  </a:lnTo>
                  <a:lnTo>
                    <a:pt x="201065" y="3475"/>
                  </a:lnTo>
                  <a:lnTo>
                    <a:pt x="195867" y="2484"/>
                  </a:lnTo>
                  <a:lnTo>
                    <a:pt x="190641" y="1658"/>
                  </a:lnTo>
                  <a:lnTo>
                    <a:pt x="185390" y="997"/>
                  </a:lnTo>
                  <a:lnTo>
                    <a:pt x="180122" y="503"/>
                  </a:lnTo>
                  <a:lnTo>
                    <a:pt x="174840" y="176"/>
                  </a:lnTo>
                  <a:lnTo>
                    <a:pt x="169551" y="1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398" cy="167167"/>
            </a:xfrm>
            <a:custGeom>
              <a:avLst/>
              <a:pathLst>
                <a:path w="2398" h="167167">
                  <a:moveTo>
                    <a:pt x="2398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4185" y="5269756"/>
              <a:ext cx="150315" cy="167167"/>
            </a:xfrm>
            <a:custGeom>
              <a:avLst/>
              <a:pathLst>
                <a:path w="150315" h="167167">
                  <a:moveTo>
                    <a:pt x="150315" y="0"/>
                  </a:moveTo>
                  <a:lnTo>
                    <a:pt x="144820" y="90"/>
                  </a:lnTo>
                  <a:lnTo>
                    <a:pt x="139330" y="361"/>
                  </a:lnTo>
                  <a:lnTo>
                    <a:pt x="133852" y="812"/>
                  </a:lnTo>
                  <a:lnTo>
                    <a:pt x="128393" y="1443"/>
                  </a:lnTo>
                  <a:lnTo>
                    <a:pt x="122956" y="2253"/>
                  </a:lnTo>
                  <a:lnTo>
                    <a:pt x="117550" y="3242"/>
                  </a:lnTo>
                  <a:lnTo>
                    <a:pt x="112179" y="4408"/>
                  </a:lnTo>
                  <a:lnTo>
                    <a:pt x="106849" y="5749"/>
                  </a:lnTo>
                  <a:lnTo>
                    <a:pt x="101566" y="7266"/>
                  </a:lnTo>
                  <a:lnTo>
                    <a:pt x="96336" y="8955"/>
                  </a:lnTo>
                  <a:lnTo>
                    <a:pt x="91164" y="10815"/>
                  </a:lnTo>
                  <a:lnTo>
                    <a:pt x="86056" y="12844"/>
                  </a:lnTo>
                  <a:lnTo>
                    <a:pt x="81017" y="15040"/>
                  </a:lnTo>
                  <a:lnTo>
                    <a:pt x="76054" y="17400"/>
                  </a:lnTo>
                  <a:lnTo>
                    <a:pt x="71170" y="19922"/>
                  </a:lnTo>
                  <a:lnTo>
                    <a:pt x="66372" y="22603"/>
                  </a:lnTo>
                  <a:lnTo>
                    <a:pt x="61665" y="25441"/>
                  </a:lnTo>
                  <a:lnTo>
                    <a:pt x="57054" y="28432"/>
                  </a:lnTo>
                  <a:lnTo>
                    <a:pt x="52544" y="31573"/>
                  </a:lnTo>
                  <a:lnTo>
                    <a:pt x="48139" y="34860"/>
                  </a:lnTo>
                  <a:lnTo>
                    <a:pt x="43845" y="38291"/>
                  </a:lnTo>
                  <a:lnTo>
                    <a:pt x="39666" y="41861"/>
                  </a:lnTo>
                  <a:lnTo>
                    <a:pt x="35606" y="45566"/>
                  </a:lnTo>
                  <a:lnTo>
                    <a:pt x="31671" y="49402"/>
                  </a:lnTo>
                  <a:lnTo>
                    <a:pt x="27864" y="53366"/>
                  </a:lnTo>
                  <a:lnTo>
                    <a:pt x="24189" y="57453"/>
                  </a:lnTo>
                  <a:lnTo>
                    <a:pt x="20650" y="61659"/>
                  </a:lnTo>
                  <a:lnTo>
                    <a:pt x="17252" y="65979"/>
                  </a:lnTo>
                  <a:lnTo>
                    <a:pt x="13997" y="70408"/>
                  </a:lnTo>
                  <a:lnTo>
                    <a:pt x="10890" y="74941"/>
                  </a:lnTo>
                  <a:lnTo>
                    <a:pt x="7933" y="79575"/>
                  </a:lnTo>
                  <a:lnTo>
                    <a:pt x="5131" y="84303"/>
                  </a:lnTo>
                  <a:lnTo>
                    <a:pt x="2485" y="89120"/>
                  </a:lnTo>
                  <a:lnTo>
                    <a:pt x="0" y="94022"/>
                  </a:lnTo>
                  <a:lnTo>
                    <a:pt x="15031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1" y="5269756"/>
              <a:ext cx="334312" cy="334333"/>
            </a:xfrm>
            <a:custGeom>
              <a:avLst/>
              <a:pathLst>
                <a:path w="334312" h="334333">
                  <a:moveTo>
                    <a:pt x="16844" y="94022"/>
                  </a:moveTo>
                  <a:lnTo>
                    <a:pt x="14602" y="98821"/>
                  </a:lnTo>
                  <a:lnTo>
                    <a:pt x="12513" y="103689"/>
                  </a:lnTo>
                  <a:lnTo>
                    <a:pt x="10580" y="108621"/>
                  </a:lnTo>
                  <a:lnTo>
                    <a:pt x="8803" y="113611"/>
                  </a:lnTo>
                  <a:lnTo>
                    <a:pt x="7186" y="118655"/>
                  </a:lnTo>
                  <a:lnTo>
                    <a:pt x="5729" y="123748"/>
                  </a:lnTo>
                  <a:lnTo>
                    <a:pt x="4435" y="128885"/>
                  </a:lnTo>
                  <a:lnTo>
                    <a:pt x="3304" y="134060"/>
                  </a:lnTo>
                  <a:lnTo>
                    <a:pt x="2337" y="139268"/>
                  </a:lnTo>
                  <a:lnTo>
                    <a:pt x="1536" y="144504"/>
                  </a:lnTo>
                  <a:lnTo>
                    <a:pt x="901" y="149763"/>
                  </a:lnTo>
                  <a:lnTo>
                    <a:pt x="433" y="155039"/>
                  </a:lnTo>
                  <a:lnTo>
                    <a:pt x="132" y="160328"/>
                  </a:lnTo>
                  <a:lnTo>
                    <a:pt x="0" y="165623"/>
                  </a:lnTo>
                  <a:lnTo>
                    <a:pt x="35" y="170920"/>
                  </a:lnTo>
                  <a:lnTo>
                    <a:pt x="237" y="176213"/>
                  </a:lnTo>
                  <a:lnTo>
                    <a:pt x="608" y="181498"/>
                  </a:lnTo>
                  <a:lnTo>
                    <a:pt x="1145" y="186767"/>
                  </a:lnTo>
                  <a:lnTo>
                    <a:pt x="1850" y="192017"/>
                  </a:lnTo>
                  <a:lnTo>
                    <a:pt x="2720" y="197243"/>
                  </a:lnTo>
                  <a:lnTo>
                    <a:pt x="3756" y="202437"/>
                  </a:lnTo>
                  <a:lnTo>
                    <a:pt x="4955" y="207597"/>
                  </a:lnTo>
                  <a:lnTo>
                    <a:pt x="6317" y="212716"/>
                  </a:lnTo>
                  <a:lnTo>
                    <a:pt x="7841" y="217789"/>
                  </a:lnTo>
                  <a:lnTo>
                    <a:pt x="9525" y="222811"/>
                  </a:lnTo>
                  <a:lnTo>
                    <a:pt x="11367" y="227778"/>
                  </a:lnTo>
                  <a:lnTo>
                    <a:pt x="13366" y="232683"/>
                  </a:lnTo>
                  <a:lnTo>
                    <a:pt x="15519" y="237523"/>
                  </a:lnTo>
                  <a:lnTo>
                    <a:pt x="17824" y="242292"/>
                  </a:lnTo>
                  <a:lnTo>
                    <a:pt x="20279" y="246986"/>
                  </a:lnTo>
                  <a:lnTo>
                    <a:pt x="22882" y="251600"/>
                  </a:lnTo>
                  <a:lnTo>
                    <a:pt x="25630" y="256129"/>
                  </a:lnTo>
                  <a:lnTo>
                    <a:pt x="28519" y="260568"/>
                  </a:lnTo>
                  <a:lnTo>
                    <a:pt x="31548" y="264914"/>
                  </a:lnTo>
                  <a:lnTo>
                    <a:pt x="34713" y="269161"/>
                  </a:lnTo>
                  <a:lnTo>
                    <a:pt x="38011" y="273307"/>
                  </a:lnTo>
                  <a:lnTo>
                    <a:pt x="41439" y="277345"/>
                  </a:lnTo>
                  <a:lnTo>
                    <a:pt x="44993" y="281273"/>
                  </a:lnTo>
                  <a:lnTo>
                    <a:pt x="48670" y="285086"/>
                  </a:lnTo>
                  <a:lnTo>
                    <a:pt x="52465" y="288781"/>
                  </a:lnTo>
                  <a:lnTo>
                    <a:pt x="56376" y="292354"/>
                  </a:lnTo>
                  <a:lnTo>
                    <a:pt x="60398" y="295801"/>
                  </a:lnTo>
                  <a:lnTo>
                    <a:pt x="64527" y="299119"/>
                  </a:lnTo>
                  <a:lnTo>
                    <a:pt x="68759" y="302305"/>
                  </a:lnTo>
                  <a:lnTo>
                    <a:pt x="73090" y="305355"/>
                  </a:lnTo>
                  <a:lnTo>
                    <a:pt x="77516" y="308266"/>
                  </a:lnTo>
                  <a:lnTo>
                    <a:pt x="82031" y="311035"/>
                  </a:lnTo>
                  <a:lnTo>
                    <a:pt x="86632" y="313660"/>
                  </a:lnTo>
                  <a:lnTo>
                    <a:pt x="91314" y="316138"/>
                  </a:lnTo>
                  <a:lnTo>
                    <a:pt x="96072" y="318466"/>
                  </a:lnTo>
                  <a:lnTo>
                    <a:pt x="100902" y="320643"/>
                  </a:lnTo>
                  <a:lnTo>
                    <a:pt x="105797" y="322665"/>
                  </a:lnTo>
                  <a:lnTo>
                    <a:pt x="110755" y="324531"/>
                  </a:lnTo>
                  <a:lnTo>
                    <a:pt x="115769" y="326239"/>
                  </a:lnTo>
                  <a:lnTo>
                    <a:pt x="120835" y="327787"/>
                  </a:lnTo>
                  <a:lnTo>
                    <a:pt x="125947" y="329175"/>
                  </a:lnTo>
                  <a:lnTo>
                    <a:pt x="131101" y="330399"/>
                  </a:lnTo>
                  <a:lnTo>
                    <a:pt x="136291" y="331460"/>
                  </a:lnTo>
                  <a:lnTo>
                    <a:pt x="141512" y="332355"/>
                  </a:lnTo>
                  <a:lnTo>
                    <a:pt x="146758" y="333085"/>
                  </a:lnTo>
                  <a:lnTo>
                    <a:pt x="152025" y="333648"/>
                  </a:lnTo>
                  <a:lnTo>
                    <a:pt x="157307" y="334044"/>
                  </a:lnTo>
                  <a:lnTo>
                    <a:pt x="162600" y="334272"/>
                  </a:lnTo>
                  <a:lnTo>
                    <a:pt x="167896" y="334333"/>
                  </a:lnTo>
                  <a:lnTo>
                    <a:pt x="173192" y="334225"/>
                  </a:lnTo>
                  <a:lnTo>
                    <a:pt x="178482" y="333950"/>
                  </a:lnTo>
                  <a:lnTo>
                    <a:pt x="183761" y="333508"/>
                  </a:lnTo>
                  <a:lnTo>
                    <a:pt x="189023" y="332899"/>
                  </a:lnTo>
                  <a:lnTo>
                    <a:pt x="194263" y="332123"/>
                  </a:lnTo>
                  <a:lnTo>
                    <a:pt x="199476" y="331181"/>
                  </a:lnTo>
                  <a:lnTo>
                    <a:pt x="204656" y="330075"/>
                  </a:lnTo>
                  <a:lnTo>
                    <a:pt x="209799" y="328805"/>
                  </a:lnTo>
                  <a:lnTo>
                    <a:pt x="214898" y="327373"/>
                  </a:lnTo>
                  <a:lnTo>
                    <a:pt x="219950" y="325780"/>
                  </a:lnTo>
                  <a:lnTo>
                    <a:pt x="224949" y="324028"/>
                  </a:lnTo>
                  <a:lnTo>
                    <a:pt x="229890" y="322118"/>
                  </a:lnTo>
                  <a:lnTo>
                    <a:pt x="234768" y="320053"/>
                  </a:lnTo>
                  <a:lnTo>
                    <a:pt x="239578" y="317834"/>
                  </a:lnTo>
                  <a:lnTo>
                    <a:pt x="244315" y="315464"/>
                  </a:lnTo>
                  <a:lnTo>
                    <a:pt x="248975" y="312945"/>
                  </a:lnTo>
                  <a:lnTo>
                    <a:pt x="253553" y="310279"/>
                  </a:lnTo>
                  <a:lnTo>
                    <a:pt x="258044" y="307470"/>
                  </a:lnTo>
                  <a:lnTo>
                    <a:pt x="262443" y="304520"/>
                  </a:lnTo>
                  <a:lnTo>
                    <a:pt x="266747" y="301433"/>
                  </a:lnTo>
                  <a:lnTo>
                    <a:pt x="270951" y="298210"/>
                  </a:lnTo>
                  <a:lnTo>
                    <a:pt x="275051" y="294856"/>
                  </a:lnTo>
                  <a:lnTo>
                    <a:pt x="279043" y="291373"/>
                  </a:lnTo>
                  <a:lnTo>
                    <a:pt x="282922" y="287766"/>
                  </a:lnTo>
                  <a:lnTo>
                    <a:pt x="286685" y="284038"/>
                  </a:lnTo>
                  <a:lnTo>
                    <a:pt x="290328" y="280192"/>
                  </a:lnTo>
                  <a:lnTo>
                    <a:pt x="293847" y="276233"/>
                  </a:lnTo>
                  <a:lnTo>
                    <a:pt x="297239" y="272164"/>
                  </a:lnTo>
                  <a:lnTo>
                    <a:pt x="300500" y="267990"/>
                  </a:lnTo>
                  <a:lnTo>
                    <a:pt x="303628" y="263715"/>
                  </a:lnTo>
                  <a:lnTo>
                    <a:pt x="306618" y="259343"/>
                  </a:lnTo>
                  <a:lnTo>
                    <a:pt x="309468" y="254878"/>
                  </a:lnTo>
                  <a:lnTo>
                    <a:pt x="312176" y="250325"/>
                  </a:lnTo>
                  <a:lnTo>
                    <a:pt x="314738" y="245689"/>
                  </a:lnTo>
                  <a:lnTo>
                    <a:pt x="317152" y="240973"/>
                  </a:lnTo>
                  <a:lnTo>
                    <a:pt x="319415" y="236184"/>
                  </a:lnTo>
                  <a:lnTo>
                    <a:pt x="321525" y="231326"/>
                  </a:lnTo>
                  <a:lnTo>
                    <a:pt x="323480" y="226402"/>
                  </a:lnTo>
                  <a:lnTo>
                    <a:pt x="325279" y="221420"/>
                  </a:lnTo>
                  <a:lnTo>
                    <a:pt x="326918" y="216383"/>
                  </a:lnTo>
                  <a:lnTo>
                    <a:pt x="328397" y="211297"/>
                  </a:lnTo>
                  <a:lnTo>
                    <a:pt x="329715" y="206166"/>
                  </a:lnTo>
                  <a:lnTo>
                    <a:pt x="330869" y="200996"/>
                  </a:lnTo>
                  <a:lnTo>
                    <a:pt x="331858" y="195792"/>
                  </a:lnTo>
                  <a:lnTo>
                    <a:pt x="332682" y="190560"/>
                  </a:lnTo>
                  <a:lnTo>
                    <a:pt x="333340" y="185304"/>
                  </a:lnTo>
                  <a:lnTo>
                    <a:pt x="333832" y="180029"/>
                  </a:lnTo>
                  <a:lnTo>
                    <a:pt x="334156" y="174742"/>
                  </a:lnTo>
                  <a:lnTo>
                    <a:pt x="334312" y="169447"/>
                  </a:lnTo>
                  <a:lnTo>
                    <a:pt x="334300" y="164150"/>
                  </a:lnTo>
                  <a:lnTo>
                    <a:pt x="334121" y="158856"/>
                  </a:lnTo>
                  <a:lnTo>
                    <a:pt x="333773" y="153570"/>
                  </a:lnTo>
                  <a:lnTo>
                    <a:pt x="333259" y="148298"/>
                  </a:lnTo>
                  <a:lnTo>
                    <a:pt x="332578" y="143045"/>
                  </a:lnTo>
                  <a:lnTo>
                    <a:pt x="331730" y="137816"/>
                  </a:lnTo>
                  <a:lnTo>
                    <a:pt x="330718" y="132617"/>
                  </a:lnTo>
                  <a:lnTo>
                    <a:pt x="329541" y="127452"/>
                  </a:lnTo>
                  <a:lnTo>
                    <a:pt x="328201" y="122327"/>
                  </a:lnTo>
                  <a:lnTo>
                    <a:pt x="326700" y="117247"/>
                  </a:lnTo>
                  <a:lnTo>
                    <a:pt x="325038" y="112218"/>
                  </a:lnTo>
                  <a:lnTo>
                    <a:pt x="323218" y="107243"/>
                  </a:lnTo>
                  <a:lnTo>
                    <a:pt x="321241" y="102329"/>
                  </a:lnTo>
                  <a:lnTo>
                    <a:pt x="319109" y="97480"/>
                  </a:lnTo>
                  <a:lnTo>
                    <a:pt x="316825" y="92700"/>
                  </a:lnTo>
                  <a:lnTo>
                    <a:pt x="314390" y="87996"/>
                  </a:lnTo>
                  <a:lnTo>
                    <a:pt x="311808" y="83371"/>
                  </a:lnTo>
                  <a:lnTo>
                    <a:pt x="309081" y="78830"/>
                  </a:lnTo>
                  <a:lnTo>
                    <a:pt x="306210" y="74378"/>
                  </a:lnTo>
                  <a:lnTo>
                    <a:pt x="303201" y="70019"/>
                  </a:lnTo>
                  <a:lnTo>
                    <a:pt x="300054" y="65757"/>
                  </a:lnTo>
                  <a:lnTo>
                    <a:pt x="296775" y="61597"/>
                  </a:lnTo>
                  <a:lnTo>
                    <a:pt x="293365" y="57544"/>
                  </a:lnTo>
                  <a:lnTo>
                    <a:pt x="289828" y="53600"/>
                  </a:lnTo>
                  <a:lnTo>
                    <a:pt x="286169" y="49771"/>
                  </a:lnTo>
                  <a:lnTo>
                    <a:pt x="282389" y="46059"/>
                  </a:lnTo>
                  <a:lnTo>
                    <a:pt x="278494" y="42469"/>
                  </a:lnTo>
                  <a:lnTo>
                    <a:pt x="274488" y="39004"/>
                  </a:lnTo>
                  <a:lnTo>
                    <a:pt x="270373" y="35668"/>
                  </a:lnTo>
                  <a:lnTo>
                    <a:pt x="266155" y="32464"/>
                  </a:lnTo>
                  <a:lnTo>
                    <a:pt x="261837" y="29395"/>
                  </a:lnTo>
                  <a:lnTo>
                    <a:pt x="257425" y="26464"/>
                  </a:lnTo>
                  <a:lnTo>
                    <a:pt x="252921" y="23675"/>
                  </a:lnTo>
                  <a:lnTo>
                    <a:pt x="248332" y="21030"/>
                  </a:lnTo>
                  <a:lnTo>
                    <a:pt x="243661" y="18531"/>
                  </a:lnTo>
                  <a:lnTo>
                    <a:pt x="238913" y="16182"/>
                  </a:lnTo>
                  <a:lnTo>
                    <a:pt x="234094" y="13985"/>
                  </a:lnTo>
                  <a:lnTo>
                    <a:pt x="229207" y="11941"/>
                  </a:lnTo>
                  <a:lnTo>
                    <a:pt x="224258" y="10053"/>
                  </a:lnTo>
                  <a:lnTo>
                    <a:pt x="219251" y="8323"/>
                  </a:lnTo>
                  <a:lnTo>
                    <a:pt x="214192" y="6752"/>
                  </a:lnTo>
                  <a:lnTo>
                    <a:pt x="209086" y="5342"/>
                  </a:lnTo>
                  <a:lnTo>
                    <a:pt x="203938" y="4095"/>
                  </a:lnTo>
                  <a:lnTo>
                    <a:pt x="198753" y="3012"/>
                  </a:lnTo>
                  <a:lnTo>
                    <a:pt x="193536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90" y="5399291"/>
              <a:ext cx="7225" cy="167167"/>
            </a:xfrm>
            <a:custGeom>
              <a:avLst/>
              <a:pathLst>
                <a:path w="7225" h="167167">
                  <a:moveTo>
                    <a:pt x="7225" y="0"/>
                  </a:moveTo>
                  <a:lnTo>
                    <a:pt x="0" y="156"/>
                  </a:lnTo>
                  <a:lnTo>
                    <a:pt x="722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90" y="5399448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90" y="5399448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90" y="5399448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90" y="5399448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90" y="5399448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90" y="5399448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5" y="5399448"/>
              <a:ext cx="334313" cy="334178"/>
            </a:xfrm>
            <a:custGeom>
              <a:avLst/>
              <a:pathLst>
                <a:path w="334313" h="334178">
                  <a:moveTo>
                    <a:pt x="159934" y="0"/>
                  </a:moveTo>
                  <a:lnTo>
                    <a:pt x="154655" y="312"/>
                  </a:lnTo>
                  <a:lnTo>
                    <a:pt x="149388" y="791"/>
                  </a:lnTo>
                  <a:lnTo>
                    <a:pt x="144139" y="1436"/>
                  </a:lnTo>
                  <a:lnTo>
                    <a:pt x="138913" y="2247"/>
                  </a:lnTo>
                  <a:lnTo>
                    <a:pt x="133715" y="3223"/>
                  </a:lnTo>
                  <a:lnTo>
                    <a:pt x="128551" y="4363"/>
                  </a:lnTo>
                  <a:lnTo>
                    <a:pt x="123426" y="5666"/>
                  </a:lnTo>
                  <a:lnTo>
                    <a:pt x="118344" y="7130"/>
                  </a:lnTo>
                  <a:lnTo>
                    <a:pt x="113311" y="8754"/>
                  </a:lnTo>
                  <a:lnTo>
                    <a:pt x="108332" y="10537"/>
                  </a:lnTo>
                  <a:lnTo>
                    <a:pt x="103411" y="12476"/>
                  </a:lnTo>
                  <a:lnTo>
                    <a:pt x="98555" y="14570"/>
                  </a:lnTo>
                  <a:lnTo>
                    <a:pt x="93767" y="16816"/>
                  </a:lnTo>
                  <a:lnTo>
                    <a:pt x="89053" y="19213"/>
                  </a:lnTo>
                  <a:lnTo>
                    <a:pt x="84417" y="21758"/>
                  </a:lnTo>
                  <a:lnTo>
                    <a:pt x="79863" y="24448"/>
                  </a:lnTo>
                  <a:lnTo>
                    <a:pt x="75398" y="27280"/>
                  </a:lnTo>
                  <a:lnTo>
                    <a:pt x="71023" y="30253"/>
                  </a:lnTo>
                  <a:lnTo>
                    <a:pt x="66746" y="33362"/>
                  </a:lnTo>
                  <a:lnTo>
                    <a:pt x="62568" y="36606"/>
                  </a:lnTo>
                  <a:lnTo>
                    <a:pt x="58496" y="39979"/>
                  </a:lnTo>
                  <a:lnTo>
                    <a:pt x="54532" y="43480"/>
                  </a:lnTo>
                  <a:lnTo>
                    <a:pt x="50680" y="47105"/>
                  </a:lnTo>
                  <a:lnTo>
                    <a:pt x="46946" y="50849"/>
                  </a:lnTo>
                  <a:lnTo>
                    <a:pt x="43332" y="54710"/>
                  </a:lnTo>
                  <a:lnTo>
                    <a:pt x="39841" y="58683"/>
                  </a:lnTo>
                  <a:lnTo>
                    <a:pt x="36478" y="62765"/>
                  </a:lnTo>
                  <a:lnTo>
                    <a:pt x="33246" y="66951"/>
                  </a:lnTo>
                  <a:lnTo>
                    <a:pt x="30148" y="71237"/>
                  </a:lnTo>
                  <a:lnTo>
                    <a:pt x="27187" y="75619"/>
                  </a:lnTo>
                  <a:lnTo>
                    <a:pt x="24366" y="80093"/>
                  </a:lnTo>
                  <a:lnTo>
                    <a:pt x="21688" y="84653"/>
                  </a:lnTo>
                  <a:lnTo>
                    <a:pt x="19156" y="89296"/>
                  </a:lnTo>
                  <a:lnTo>
                    <a:pt x="16771" y="94016"/>
                  </a:lnTo>
                  <a:lnTo>
                    <a:pt x="14538" y="98810"/>
                  </a:lnTo>
                  <a:lnTo>
                    <a:pt x="12457" y="103672"/>
                  </a:lnTo>
                  <a:lnTo>
                    <a:pt x="10531" y="108597"/>
                  </a:lnTo>
                  <a:lnTo>
                    <a:pt x="8761" y="113581"/>
                  </a:lnTo>
                  <a:lnTo>
                    <a:pt x="7150" y="118618"/>
                  </a:lnTo>
                  <a:lnTo>
                    <a:pt x="5700" y="123704"/>
                  </a:lnTo>
                  <a:lnTo>
                    <a:pt x="4411" y="128833"/>
                  </a:lnTo>
                  <a:lnTo>
                    <a:pt x="3284" y="134001"/>
                  </a:lnTo>
                  <a:lnTo>
                    <a:pt x="2322" y="139201"/>
                  </a:lnTo>
                  <a:lnTo>
                    <a:pt x="1525" y="144429"/>
                  </a:lnTo>
                  <a:lnTo>
                    <a:pt x="894" y="149680"/>
                  </a:lnTo>
                  <a:lnTo>
                    <a:pt x="429" y="154948"/>
                  </a:lnTo>
                  <a:lnTo>
                    <a:pt x="130" y="160228"/>
                  </a:lnTo>
                  <a:lnTo>
                    <a:pt x="0" y="165515"/>
                  </a:lnTo>
                  <a:lnTo>
                    <a:pt x="36" y="170803"/>
                  </a:lnTo>
                  <a:lnTo>
                    <a:pt x="239" y="176088"/>
                  </a:lnTo>
                  <a:lnTo>
                    <a:pt x="610" y="181364"/>
                  </a:lnTo>
                  <a:lnTo>
                    <a:pt x="1147" y="186625"/>
                  </a:lnTo>
                  <a:lnTo>
                    <a:pt x="1851" y="191866"/>
                  </a:lnTo>
                  <a:lnTo>
                    <a:pt x="2720" y="197083"/>
                  </a:lnTo>
                  <a:lnTo>
                    <a:pt x="3754" y="202270"/>
                  </a:lnTo>
                  <a:lnTo>
                    <a:pt x="4951" y="207421"/>
                  </a:lnTo>
                  <a:lnTo>
                    <a:pt x="6310" y="212532"/>
                  </a:lnTo>
                  <a:lnTo>
                    <a:pt x="7831" y="217597"/>
                  </a:lnTo>
                  <a:lnTo>
                    <a:pt x="9510" y="222612"/>
                  </a:lnTo>
                  <a:lnTo>
                    <a:pt x="11348" y="227571"/>
                  </a:lnTo>
                  <a:lnTo>
                    <a:pt x="13342" y="232469"/>
                  </a:lnTo>
                  <a:lnTo>
                    <a:pt x="15489" y="237302"/>
                  </a:lnTo>
                  <a:lnTo>
                    <a:pt x="17789" y="242065"/>
                  </a:lnTo>
                  <a:lnTo>
                    <a:pt x="20238" y="246752"/>
                  </a:lnTo>
                  <a:lnTo>
                    <a:pt x="22834" y="251360"/>
                  </a:lnTo>
                  <a:lnTo>
                    <a:pt x="25574" y="255883"/>
                  </a:lnTo>
                  <a:lnTo>
                    <a:pt x="28456" y="260317"/>
                  </a:lnTo>
                  <a:lnTo>
                    <a:pt x="31477" y="264658"/>
                  </a:lnTo>
                  <a:lnTo>
                    <a:pt x="34634" y="268901"/>
                  </a:lnTo>
                  <a:lnTo>
                    <a:pt x="37923" y="273042"/>
                  </a:lnTo>
                  <a:lnTo>
                    <a:pt x="41342" y="277077"/>
                  </a:lnTo>
                  <a:lnTo>
                    <a:pt x="44886" y="281002"/>
                  </a:lnTo>
                  <a:lnTo>
                    <a:pt x="48553" y="284813"/>
                  </a:lnTo>
                  <a:lnTo>
                    <a:pt x="52339" y="288506"/>
                  </a:lnTo>
                  <a:lnTo>
                    <a:pt x="56240" y="292077"/>
                  </a:lnTo>
                  <a:lnTo>
                    <a:pt x="60251" y="295523"/>
                  </a:lnTo>
                  <a:lnTo>
                    <a:pt x="64370" y="298841"/>
                  </a:lnTo>
                  <a:lnTo>
                    <a:pt x="68592" y="302026"/>
                  </a:lnTo>
                  <a:lnTo>
                    <a:pt x="72912" y="305077"/>
                  </a:lnTo>
                  <a:lnTo>
                    <a:pt x="77326" y="307989"/>
                  </a:lnTo>
                  <a:lnTo>
                    <a:pt x="81831" y="310760"/>
                  </a:lnTo>
                  <a:lnTo>
                    <a:pt x="86421" y="313387"/>
                  </a:lnTo>
                  <a:lnTo>
                    <a:pt x="91091" y="315868"/>
                  </a:lnTo>
                  <a:lnTo>
                    <a:pt x="95838" y="318200"/>
                  </a:lnTo>
                  <a:lnTo>
                    <a:pt x="100656" y="320380"/>
                  </a:lnTo>
                  <a:lnTo>
                    <a:pt x="105541" y="322407"/>
                  </a:lnTo>
                  <a:lnTo>
                    <a:pt x="110487" y="324278"/>
                  </a:lnTo>
                  <a:lnTo>
                    <a:pt x="115490" y="325992"/>
                  </a:lnTo>
                  <a:lnTo>
                    <a:pt x="120545" y="327547"/>
                  </a:lnTo>
                  <a:lnTo>
                    <a:pt x="125647" y="328942"/>
                  </a:lnTo>
                  <a:lnTo>
                    <a:pt x="130790" y="330174"/>
                  </a:lnTo>
                  <a:lnTo>
                    <a:pt x="135969" y="331242"/>
                  </a:lnTo>
                  <a:lnTo>
                    <a:pt x="141180" y="332147"/>
                  </a:lnTo>
                  <a:lnTo>
                    <a:pt x="146417" y="332886"/>
                  </a:lnTo>
                  <a:lnTo>
                    <a:pt x="151674" y="333459"/>
                  </a:lnTo>
                  <a:lnTo>
                    <a:pt x="156947" y="333866"/>
                  </a:lnTo>
                  <a:lnTo>
                    <a:pt x="162230" y="334105"/>
                  </a:lnTo>
                  <a:lnTo>
                    <a:pt x="167518" y="334178"/>
                  </a:lnTo>
                  <a:lnTo>
                    <a:pt x="172806" y="334083"/>
                  </a:lnTo>
                  <a:lnTo>
                    <a:pt x="178088" y="333821"/>
                  </a:lnTo>
                  <a:lnTo>
                    <a:pt x="183359" y="333391"/>
                  </a:lnTo>
                  <a:lnTo>
                    <a:pt x="188614" y="332796"/>
                  </a:lnTo>
                  <a:lnTo>
                    <a:pt x="193847" y="332034"/>
                  </a:lnTo>
                  <a:lnTo>
                    <a:pt x="199054" y="331107"/>
                  </a:lnTo>
                  <a:lnTo>
                    <a:pt x="204229" y="330016"/>
                  </a:lnTo>
                  <a:lnTo>
                    <a:pt x="209367" y="328762"/>
                  </a:lnTo>
                  <a:lnTo>
                    <a:pt x="214462" y="327346"/>
                  </a:lnTo>
                  <a:lnTo>
                    <a:pt x="219510" y="325770"/>
                  </a:lnTo>
                  <a:lnTo>
                    <a:pt x="224506" y="324034"/>
                  </a:lnTo>
                  <a:lnTo>
                    <a:pt x="229444" y="322142"/>
                  </a:lnTo>
                  <a:lnTo>
                    <a:pt x="234320" y="320094"/>
                  </a:lnTo>
                  <a:lnTo>
                    <a:pt x="239129" y="317893"/>
                  </a:lnTo>
                  <a:lnTo>
                    <a:pt x="243866" y="315541"/>
                  </a:lnTo>
                  <a:lnTo>
                    <a:pt x="248526" y="313040"/>
                  </a:lnTo>
                  <a:lnTo>
                    <a:pt x="253104" y="310393"/>
                  </a:lnTo>
                  <a:lnTo>
                    <a:pt x="257597" y="307603"/>
                  </a:lnTo>
                  <a:lnTo>
                    <a:pt x="261999" y="304672"/>
                  </a:lnTo>
                  <a:lnTo>
                    <a:pt x="266306" y="301603"/>
                  </a:lnTo>
                  <a:lnTo>
                    <a:pt x="270514" y="298399"/>
                  </a:lnTo>
                  <a:lnTo>
                    <a:pt x="274618" y="295064"/>
                  </a:lnTo>
                  <a:lnTo>
                    <a:pt x="278615" y="291601"/>
                  </a:lnTo>
                  <a:lnTo>
                    <a:pt x="282501" y="288013"/>
                  </a:lnTo>
                  <a:lnTo>
                    <a:pt x="286270" y="284304"/>
                  </a:lnTo>
                  <a:lnTo>
                    <a:pt x="289921" y="280478"/>
                  </a:lnTo>
                  <a:lnTo>
                    <a:pt x="293449" y="276538"/>
                  </a:lnTo>
                  <a:lnTo>
                    <a:pt x="296850" y="272488"/>
                  </a:lnTo>
                  <a:lnTo>
                    <a:pt x="300122" y="268333"/>
                  </a:lnTo>
                  <a:lnTo>
                    <a:pt x="303260" y="264076"/>
                  </a:lnTo>
                  <a:lnTo>
                    <a:pt x="306263" y="259722"/>
                  </a:lnTo>
                  <a:lnTo>
                    <a:pt x="309126" y="255276"/>
                  </a:lnTo>
                  <a:lnTo>
                    <a:pt x="311847" y="250741"/>
                  </a:lnTo>
                  <a:lnTo>
                    <a:pt x="314423" y="246122"/>
                  </a:lnTo>
                  <a:lnTo>
                    <a:pt x="316852" y="241424"/>
                  </a:lnTo>
                  <a:lnTo>
                    <a:pt x="319131" y="236652"/>
                  </a:lnTo>
                  <a:lnTo>
                    <a:pt x="321258" y="231810"/>
                  </a:lnTo>
                  <a:lnTo>
                    <a:pt x="323230" y="226903"/>
                  </a:lnTo>
                  <a:lnTo>
                    <a:pt x="325047" y="221936"/>
                  </a:lnTo>
                  <a:lnTo>
                    <a:pt x="326705" y="216914"/>
                  </a:lnTo>
                  <a:lnTo>
                    <a:pt x="328204" y="211843"/>
                  </a:lnTo>
                  <a:lnTo>
                    <a:pt x="329541" y="206726"/>
                  </a:lnTo>
                  <a:lnTo>
                    <a:pt x="330716" y="201570"/>
                  </a:lnTo>
                  <a:lnTo>
                    <a:pt x="331728" y="196379"/>
                  </a:lnTo>
                  <a:lnTo>
                    <a:pt x="332574" y="191158"/>
                  </a:lnTo>
                  <a:lnTo>
                    <a:pt x="333255" y="185914"/>
                  </a:lnTo>
                  <a:lnTo>
                    <a:pt x="333770" y="180650"/>
                  </a:lnTo>
                  <a:lnTo>
                    <a:pt x="334118" y="175373"/>
                  </a:lnTo>
                  <a:lnTo>
                    <a:pt x="334299" y="170088"/>
                  </a:lnTo>
                  <a:lnTo>
                    <a:pt x="334313" y="164799"/>
                  </a:lnTo>
                  <a:lnTo>
                    <a:pt x="334159" y="159513"/>
                  </a:lnTo>
                  <a:lnTo>
                    <a:pt x="333839" y="154234"/>
                  </a:lnTo>
                  <a:lnTo>
                    <a:pt x="333351" y="148968"/>
                  </a:lnTo>
                  <a:lnTo>
                    <a:pt x="332697" y="143720"/>
                  </a:lnTo>
                  <a:lnTo>
                    <a:pt x="331878" y="138495"/>
                  </a:lnTo>
                  <a:lnTo>
                    <a:pt x="330893" y="133299"/>
                  </a:lnTo>
                  <a:lnTo>
                    <a:pt x="329745" y="128137"/>
                  </a:lnTo>
                  <a:lnTo>
                    <a:pt x="328434" y="123013"/>
                  </a:lnTo>
                  <a:lnTo>
                    <a:pt x="326961" y="117934"/>
                  </a:lnTo>
                  <a:lnTo>
                    <a:pt x="325329" y="112903"/>
                  </a:lnTo>
                  <a:lnTo>
                    <a:pt x="323538" y="107927"/>
                  </a:lnTo>
                  <a:lnTo>
                    <a:pt x="321591" y="103010"/>
                  </a:lnTo>
                  <a:lnTo>
                    <a:pt x="319489" y="98157"/>
                  </a:lnTo>
                  <a:lnTo>
                    <a:pt x="317235" y="93373"/>
                  </a:lnTo>
                  <a:lnTo>
                    <a:pt x="314831" y="88663"/>
                  </a:lnTo>
                  <a:lnTo>
                    <a:pt x="312278" y="84031"/>
                  </a:lnTo>
                  <a:lnTo>
                    <a:pt x="309581" y="79482"/>
                  </a:lnTo>
                  <a:lnTo>
                    <a:pt x="306741" y="75021"/>
                  </a:lnTo>
                  <a:lnTo>
                    <a:pt x="303761" y="70651"/>
                  </a:lnTo>
                  <a:lnTo>
                    <a:pt x="300645" y="66379"/>
                  </a:lnTo>
                  <a:lnTo>
                    <a:pt x="297395" y="62206"/>
                  </a:lnTo>
                  <a:lnTo>
                    <a:pt x="294014" y="58139"/>
                  </a:lnTo>
                  <a:lnTo>
                    <a:pt x="290507" y="54181"/>
                  </a:lnTo>
                  <a:lnTo>
                    <a:pt x="286876" y="50336"/>
                  </a:lnTo>
                  <a:lnTo>
                    <a:pt x="283126" y="46607"/>
                  </a:lnTo>
                  <a:lnTo>
                    <a:pt x="279259" y="42999"/>
                  </a:lnTo>
                  <a:lnTo>
                    <a:pt x="275280" y="39515"/>
                  </a:lnTo>
                  <a:lnTo>
                    <a:pt x="271193" y="36159"/>
                  </a:lnTo>
                  <a:lnTo>
                    <a:pt x="267002" y="32934"/>
                  </a:lnTo>
                  <a:lnTo>
                    <a:pt x="262711" y="29843"/>
                  </a:lnTo>
                  <a:lnTo>
                    <a:pt x="258324" y="26889"/>
                  </a:lnTo>
                  <a:lnTo>
                    <a:pt x="253846" y="24075"/>
                  </a:lnTo>
                  <a:lnTo>
                    <a:pt x="249281" y="21405"/>
                  </a:lnTo>
                  <a:lnTo>
                    <a:pt x="244634" y="18880"/>
                  </a:lnTo>
                  <a:lnTo>
                    <a:pt x="239909" y="16503"/>
                  </a:lnTo>
                  <a:lnTo>
                    <a:pt x="235112" y="14277"/>
                  </a:lnTo>
                  <a:lnTo>
                    <a:pt x="230247" y="12204"/>
                  </a:lnTo>
                  <a:lnTo>
                    <a:pt x="225318" y="10286"/>
                  </a:lnTo>
                  <a:lnTo>
                    <a:pt x="220332" y="8525"/>
                  </a:lnTo>
                  <a:lnTo>
                    <a:pt x="215292" y="6922"/>
                  </a:lnTo>
                  <a:lnTo>
                    <a:pt x="167160" y="1670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8131" cy="167167"/>
            </a:xfrm>
            <a:custGeom>
              <a:avLst/>
              <a:pathLst>
                <a:path w="48131" h="167167">
                  <a:moveTo>
                    <a:pt x="48131" y="7078"/>
                  </a:moveTo>
                  <a:lnTo>
                    <a:pt x="42256" y="5428"/>
                  </a:lnTo>
                  <a:lnTo>
                    <a:pt x="36324" y="3994"/>
                  </a:lnTo>
                  <a:lnTo>
                    <a:pt x="30344" y="2777"/>
                  </a:lnTo>
                  <a:lnTo>
                    <a:pt x="24324" y="1779"/>
                  </a:lnTo>
                  <a:lnTo>
                    <a:pt x="18271" y="1001"/>
                  </a:lnTo>
                  <a:lnTo>
                    <a:pt x="12194" y="445"/>
                  </a:lnTo>
                  <a:lnTo>
                    <a:pt x="6101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450" y="5399291"/>
              <a:ext cx="81093" cy="167167"/>
            </a:xfrm>
            <a:custGeom>
              <a:avLst/>
              <a:pathLst>
                <a:path w="81093" h="167167">
                  <a:moveTo>
                    <a:pt x="81093" y="0"/>
                  </a:moveTo>
                  <a:lnTo>
                    <a:pt x="75450" y="95"/>
                  </a:lnTo>
                  <a:lnTo>
                    <a:pt x="69813" y="381"/>
                  </a:lnTo>
                  <a:lnTo>
                    <a:pt x="64189" y="856"/>
                  </a:lnTo>
                  <a:lnTo>
                    <a:pt x="58584" y="1522"/>
                  </a:lnTo>
                  <a:lnTo>
                    <a:pt x="53005" y="2376"/>
                  </a:lnTo>
                  <a:lnTo>
                    <a:pt x="47457" y="3418"/>
                  </a:lnTo>
                  <a:lnTo>
                    <a:pt x="41949" y="4647"/>
                  </a:lnTo>
                  <a:lnTo>
                    <a:pt x="36484" y="6061"/>
                  </a:lnTo>
                  <a:lnTo>
                    <a:pt x="31071" y="7659"/>
                  </a:lnTo>
                  <a:lnTo>
                    <a:pt x="25715" y="9439"/>
                  </a:lnTo>
                  <a:lnTo>
                    <a:pt x="20422" y="11398"/>
                  </a:lnTo>
                  <a:lnTo>
                    <a:pt x="15197" y="13535"/>
                  </a:lnTo>
                  <a:lnTo>
                    <a:pt x="10049" y="15847"/>
                  </a:lnTo>
                  <a:lnTo>
                    <a:pt x="4981" y="18332"/>
                  </a:lnTo>
                  <a:lnTo>
                    <a:pt x="0" y="20986"/>
                  </a:lnTo>
                  <a:lnTo>
                    <a:pt x="8109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450" y="5420278"/>
              <a:ext cx="81093" cy="146180"/>
            </a:xfrm>
            <a:custGeom>
              <a:avLst/>
              <a:pathLst>
                <a:path w="81093" h="146180">
                  <a:moveTo>
                    <a:pt x="0" y="0"/>
                  </a:moveTo>
                  <a:lnTo>
                    <a:pt x="81093" y="1461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450" y="5420278"/>
              <a:ext cx="81093" cy="146180"/>
            </a:xfrm>
            <a:custGeom>
              <a:avLst/>
              <a:pathLst>
                <a:path w="81093" h="146180">
                  <a:moveTo>
                    <a:pt x="0" y="0"/>
                  </a:moveTo>
                  <a:lnTo>
                    <a:pt x="81093" y="1461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450" y="5420278"/>
              <a:ext cx="81093" cy="146180"/>
            </a:xfrm>
            <a:custGeom>
              <a:avLst/>
              <a:pathLst>
                <a:path w="81093" h="146180">
                  <a:moveTo>
                    <a:pt x="0" y="0"/>
                  </a:moveTo>
                  <a:lnTo>
                    <a:pt x="81093" y="1461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450" y="5420278"/>
              <a:ext cx="81093" cy="146180"/>
            </a:xfrm>
            <a:custGeom>
              <a:avLst/>
              <a:pathLst>
                <a:path w="81093" h="146180">
                  <a:moveTo>
                    <a:pt x="0" y="0"/>
                  </a:moveTo>
                  <a:lnTo>
                    <a:pt x="81093" y="1461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450" y="5420278"/>
              <a:ext cx="81093" cy="146180"/>
            </a:xfrm>
            <a:custGeom>
              <a:avLst/>
              <a:pathLst>
                <a:path w="81093" h="146180">
                  <a:moveTo>
                    <a:pt x="0" y="0"/>
                  </a:moveTo>
                  <a:lnTo>
                    <a:pt x="81093" y="1461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78" y="5420278"/>
              <a:ext cx="167165" cy="311120"/>
            </a:xfrm>
            <a:custGeom>
              <a:avLst/>
              <a:pathLst>
                <a:path w="167165" h="311120">
                  <a:moveTo>
                    <a:pt x="86071" y="0"/>
                  </a:moveTo>
                  <a:lnTo>
                    <a:pt x="81421" y="2677"/>
                  </a:lnTo>
                  <a:lnTo>
                    <a:pt x="76860" y="5503"/>
                  </a:lnTo>
                  <a:lnTo>
                    <a:pt x="72391" y="8474"/>
                  </a:lnTo>
                  <a:lnTo>
                    <a:pt x="68021" y="11587"/>
                  </a:lnTo>
                  <a:lnTo>
                    <a:pt x="63752" y="14838"/>
                  </a:lnTo>
                  <a:lnTo>
                    <a:pt x="59590" y="18225"/>
                  </a:lnTo>
                  <a:lnTo>
                    <a:pt x="55539" y="21743"/>
                  </a:lnTo>
                  <a:lnTo>
                    <a:pt x="51603" y="25390"/>
                  </a:lnTo>
                  <a:lnTo>
                    <a:pt x="47785" y="29161"/>
                  </a:lnTo>
                  <a:lnTo>
                    <a:pt x="44091" y="33052"/>
                  </a:lnTo>
                  <a:lnTo>
                    <a:pt x="40524" y="37061"/>
                  </a:lnTo>
                  <a:lnTo>
                    <a:pt x="37087" y="41181"/>
                  </a:lnTo>
                  <a:lnTo>
                    <a:pt x="33784" y="45410"/>
                  </a:lnTo>
                  <a:lnTo>
                    <a:pt x="30619" y="49743"/>
                  </a:lnTo>
                  <a:lnTo>
                    <a:pt x="27594" y="54175"/>
                  </a:lnTo>
                  <a:lnTo>
                    <a:pt x="24713" y="58702"/>
                  </a:lnTo>
                  <a:lnTo>
                    <a:pt x="21979" y="63319"/>
                  </a:lnTo>
                  <a:lnTo>
                    <a:pt x="19394" y="68021"/>
                  </a:lnTo>
                  <a:lnTo>
                    <a:pt x="16962" y="72804"/>
                  </a:lnTo>
                  <a:lnTo>
                    <a:pt x="14684" y="77662"/>
                  </a:lnTo>
                  <a:lnTo>
                    <a:pt x="12564" y="82591"/>
                  </a:lnTo>
                  <a:lnTo>
                    <a:pt x="10603" y="87586"/>
                  </a:lnTo>
                  <a:lnTo>
                    <a:pt x="8803" y="92641"/>
                  </a:lnTo>
                  <a:lnTo>
                    <a:pt x="7166" y="97751"/>
                  </a:lnTo>
                  <a:lnTo>
                    <a:pt x="5694" y="102911"/>
                  </a:lnTo>
                  <a:lnTo>
                    <a:pt x="4389" y="108116"/>
                  </a:lnTo>
                  <a:lnTo>
                    <a:pt x="3251" y="113359"/>
                  </a:lnTo>
                  <a:lnTo>
                    <a:pt x="2282" y="118637"/>
                  </a:lnTo>
                  <a:lnTo>
                    <a:pt x="1483" y="123943"/>
                  </a:lnTo>
                  <a:lnTo>
                    <a:pt x="855" y="129272"/>
                  </a:lnTo>
                  <a:lnTo>
                    <a:pt x="398" y="134618"/>
                  </a:lnTo>
                  <a:lnTo>
                    <a:pt x="113" y="139976"/>
                  </a:lnTo>
                  <a:lnTo>
                    <a:pt x="0" y="145341"/>
                  </a:lnTo>
                  <a:lnTo>
                    <a:pt x="59" y="150707"/>
                  </a:lnTo>
                  <a:lnTo>
                    <a:pt x="290" y="156067"/>
                  </a:lnTo>
                  <a:lnTo>
                    <a:pt x="693" y="161418"/>
                  </a:lnTo>
                  <a:lnTo>
                    <a:pt x="1268" y="166753"/>
                  </a:lnTo>
                  <a:lnTo>
                    <a:pt x="2014" y="172067"/>
                  </a:lnTo>
                  <a:lnTo>
                    <a:pt x="2930" y="177354"/>
                  </a:lnTo>
                  <a:lnTo>
                    <a:pt x="4015" y="182609"/>
                  </a:lnTo>
                  <a:lnTo>
                    <a:pt x="5268" y="187826"/>
                  </a:lnTo>
                  <a:lnTo>
                    <a:pt x="6688" y="193001"/>
                  </a:lnTo>
                  <a:lnTo>
                    <a:pt x="8273" y="198127"/>
                  </a:lnTo>
                  <a:lnTo>
                    <a:pt x="10022" y="203200"/>
                  </a:lnTo>
                  <a:lnTo>
                    <a:pt x="11933" y="208214"/>
                  </a:lnTo>
                  <a:lnTo>
                    <a:pt x="14004" y="213164"/>
                  </a:lnTo>
                  <a:lnTo>
                    <a:pt x="16233" y="218045"/>
                  </a:lnTo>
                  <a:lnTo>
                    <a:pt x="18617" y="222852"/>
                  </a:lnTo>
                  <a:lnTo>
                    <a:pt x="21155" y="227580"/>
                  </a:lnTo>
                  <a:lnTo>
                    <a:pt x="23842" y="232224"/>
                  </a:lnTo>
                  <a:lnTo>
                    <a:pt x="26678" y="236780"/>
                  </a:lnTo>
                  <a:lnTo>
                    <a:pt x="29658" y="241242"/>
                  </a:lnTo>
                  <a:lnTo>
                    <a:pt x="32779" y="245606"/>
                  </a:lnTo>
                  <a:lnTo>
                    <a:pt x="36040" y="249868"/>
                  </a:lnTo>
                  <a:lnTo>
                    <a:pt x="39435" y="254023"/>
                  </a:lnTo>
                  <a:lnTo>
                    <a:pt x="42962" y="258067"/>
                  </a:lnTo>
                  <a:lnTo>
                    <a:pt x="46617" y="261995"/>
                  </a:lnTo>
                  <a:lnTo>
                    <a:pt x="50396" y="265804"/>
                  </a:lnTo>
                  <a:lnTo>
                    <a:pt x="54295" y="269490"/>
                  </a:lnTo>
                  <a:lnTo>
                    <a:pt x="58311" y="273049"/>
                  </a:lnTo>
                  <a:lnTo>
                    <a:pt x="62439" y="276478"/>
                  </a:lnTo>
                  <a:lnTo>
                    <a:pt x="66675" y="279772"/>
                  </a:lnTo>
                  <a:lnTo>
                    <a:pt x="71014" y="282928"/>
                  </a:lnTo>
                  <a:lnTo>
                    <a:pt x="75452" y="285943"/>
                  </a:lnTo>
                  <a:lnTo>
                    <a:pt x="79985" y="288815"/>
                  </a:lnTo>
                  <a:lnTo>
                    <a:pt x="84608" y="291539"/>
                  </a:lnTo>
                  <a:lnTo>
                    <a:pt x="89316" y="294114"/>
                  </a:lnTo>
                  <a:lnTo>
                    <a:pt x="94104" y="296536"/>
                  </a:lnTo>
                  <a:lnTo>
                    <a:pt x="98967" y="298804"/>
                  </a:lnTo>
                  <a:lnTo>
                    <a:pt x="103900" y="300914"/>
                  </a:lnTo>
                  <a:lnTo>
                    <a:pt x="108899" y="302865"/>
                  </a:lnTo>
                  <a:lnTo>
                    <a:pt x="113958" y="304654"/>
                  </a:lnTo>
                  <a:lnTo>
                    <a:pt x="119071" y="306280"/>
                  </a:lnTo>
                  <a:lnTo>
                    <a:pt x="124234" y="307741"/>
                  </a:lnTo>
                  <a:lnTo>
                    <a:pt x="129441" y="309036"/>
                  </a:lnTo>
                  <a:lnTo>
                    <a:pt x="134688" y="310162"/>
                  </a:lnTo>
                  <a:lnTo>
                    <a:pt x="139967" y="311120"/>
                  </a:lnTo>
                  <a:lnTo>
                    <a:pt x="167165" y="1461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6346" y="5399291"/>
              <a:ext cx="194349" cy="334333"/>
            </a:xfrm>
            <a:custGeom>
              <a:avLst/>
              <a:pathLst>
                <a:path w="194349" h="334333">
                  <a:moveTo>
                    <a:pt x="0" y="332107"/>
                  </a:moveTo>
                  <a:lnTo>
                    <a:pt x="5254" y="332888"/>
                  </a:lnTo>
                  <a:lnTo>
                    <a:pt x="10531" y="333501"/>
                  </a:lnTo>
                  <a:lnTo>
                    <a:pt x="15824" y="333947"/>
                  </a:lnTo>
                  <a:lnTo>
                    <a:pt x="21129" y="334224"/>
                  </a:lnTo>
                  <a:lnTo>
                    <a:pt x="26440" y="334333"/>
                  </a:lnTo>
                  <a:lnTo>
                    <a:pt x="31752" y="334272"/>
                  </a:lnTo>
                  <a:lnTo>
                    <a:pt x="37059" y="334043"/>
                  </a:lnTo>
                  <a:lnTo>
                    <a:pt x="42357" y="333646"/>
                  </a:lnTo>
                  <a:lnTo>
                    <a:pt x="47638" y="333080"/>
                  </a:lnTo>
                  <a:lnTo>
                    <a:pt x="52900" y="332347"/>
                  </a:lnTo>
                  <a:lnTo>
                    <a:pt x="58135" y="331447"/>
                  </a:lnTo>
                  <a:lnTo>
                    <a:pt x="63339" y="330381"/>
                  </a:lnTo>
                  <a:lnTo>
                    <a:pt x="68507" y="329150"/>
                  </a:lnTo>
                  <a:lnTo>
                    <a:pt x="73633" y="327755"/>
                  </a:lnTo>
                  <a:lnTo>
                    <a:pt x="78712" y="326199"/>
                  </a:lnTo>
                  <a:lnTo>
                    <a:pt x="83739" y="324482"/>
                  </a:lnTo>
                  <a:lnTo>
                    <a:pt x="88709" y="322606"/>
                  </a:lnTo>
                  <a:lnTo>
                    <a:pt x="93617" y="320573"/>
                  </a:lnTo>
                  <a:lnTo>
                    <a:pt x="98457" y="318385"/>
                  </a:lnTo>
                  <a:lnTo>
                    <a:pt x="103226" y="316044"/>
                  </a:lnTo>
                  <a:lnTo>
                    <a:pt x="107918" y="313554"/>
                  </a:lnTo>
                  <a:lnTo>
                    <a:pt x="112529" y="310915"/>
                  </a:lnTo>
                  <a:lnTo>
                    <a:pt x="117053" y="308131"/>
                  </a:lnTo>
                  <a:lnTo>
                    <a:pt x="121487" y="305205"/>
                  </a:lnTo>
                  <a:lnTo>
                    <a:pt x="125825" y="302139"/>
                  </a:lnTo>
                  <a:lnTo>
                    <a:pt x="130064" y="298937"/>
                  </a:lnTo>
                  <a:lnTo>
                    <a:pt x="134199" y="295602"/>
                  </a:lnTo>
                  <a:lnTo>
                    <a:pt x="138225" y="292138"/>
                  </a:lnTo>
                  <a:lnTo>
                    <a:pt x="142140" y="288547"/>
                  </a:lnTo>
                  <a:lnTo>
                    <a:pt x="145939" y="284833"/>
                  </a:lnTo>
                  <a:lnTo>
                    <a:pt x="149617" y="281001"/>
                  </a:lnTo>
                  <a:lnTo>
                    <a:pt x="153173" y="277054"/>
                  </a:lnTo>
                  <a:lnTo>
                    <a:pt x="156600" y="272996"/>
                  </a:lnTo>
                  <a:lnTo>
                    <a:pt x="159898" y="268831"/>
                  </a:lnTo>
                  <a:lnTo>
                    <a:pt x="163061" y="264563"/>
                  </a:lnTo>
                  <a:lnTo>
                    <a:pt x="166087" y="260197"/>
                  </a:lnTo>
                  <a:lnTo>
                    <a:pt x="168973" y="255737"/>
                  </a:lnTo>
                  <a:lnTo>
                    <a:pt x="171715" y="251187"/>
                  </a:lnTo>
                  <a:lnTo>
                    <a:pt x="174312" y="246553"/>
                  </a:lnTo>
                  <a:lnTo>
                    <a:pt x="176760" y="241839"/>
                  </a:lnTo>
                  <a:lnTo>
                    <a:pt x="179057" y="237049"/>
                  </a:lnTo>
                  <a:lnTo>
                    <a:pt x="181201" y="232188"/>
                  </a:lnTo>
                  <a:lnTo>
                    <a:pt x="183189" y="227262"/>
                  </a:lnTo>
                  <a:lnTo>
                    <a:pt x="185020" y="222275"/>
                  </a:lnTo>
                  <a:lnTo>
                    <a:pt x="186691" y="217233"/>
                  </a:lnTo>
                  <a:lnTo>
                    <a:pt x="188201" y="212140"/>
                  </a:lnTo>
                  <a:lnTo>
                    <a:pt x="189549" y="207002"/>
                  </a:lnTo>
                  <a:lnTo>
                    <a:pt x="190733" y="201823"/>
                  </a:lnTo>
                  <a:lnTo>
                    <a:pt x="191751" y="196609"/>
                  </a:lnTo>
                  <a:lnTo>
                    <a:pt x="192604" y="191366"/>
                  </a:lnTo>
                  <a:lnTo>
                    <a:pt x="193289" y="186098"/>
                  </a:lnTo>
                  <a:lnTo>
                    <a:pt x="193807" y="180811"/>
                  </a:lnTo>
                  <a:lnTo>
                    <a:pt x="194156" y="175511"/>
                  </a:lnTo>
                  <a:lnTo>
                    <a:pt x="194337" y="170201"/>
                  </a:lnTo>
                  <a:lnTo>
                    <a:pt x="194349" y="164889"/>
                  </a:lnTo>
                  <a:lnTo>
                    <a:pt x="194192" y="159579"/>
                  </a:lnTo>
                  <a:lnTo>
                    <a:pt x="193867" y="154277"/>
                  </a:lnTo>
                  <a:lnTo>
                    <a:pt x="193373" y="148988"/>
                  </a:lnTo>
                  <a:lnTo>
                    <a:pt x="192712" y="143717"/>
                  </a:lnTo>
                  <a:lnTo>
                    <a:pt x="191883" y="138470"/>
                  </a:lnTo>
                  <a:lnTo>
                    <a:pt x="190888" y="133252"/>
                  </a:lnTo>
                  <a:lnTo>
                    <a:pt x="189728" y="128068"/>
                  </a:lnTo>
                  <a:lnTo>
                    <a:pt x="188403" y="122923"/>
                  </a:lnTo>
                  <a:lnTo>
                    <a:pt x="186916" y="117824"/>
                  </a:lnTo>
                  <a:lnTo>
                    <a:pt x="185268" y="112774"/>
                  </a:lnTo>
                  <a:lnTo>
                    <a:pt x="183460" y="107779"/>
                  </a:lnTo>
                  <a:lnTo>
                    <a:pt x="181494" y="102844"/>
                  </a:lnTo>
                  <a:lnTo>
                    <a:pt x="179372" y="97974"/>
                  </a:lnTo>
                  <a:lnTo>
                    <a:pt x="177097" y="93173"/>
                  </a:lnTo>
                  <a:lnTo>
                    <a:pt x="174670" y="88448"/>
                  </a:lnTo>
                  <a:lnTo>
                    <a:pt x="172094" y="83802"/>
                  </a:lnTo>
                  <a:lnTo>
                    <a:pt x="169372" y="79240"/>
                  </a:lnTo>
                  <a:lnTo>
                    <a:pt x="166507" y="74767"/>
                  </a:lnTo>
                  <a:lnTo>
                    <a:pt x="163501" y="70387"/>
                  </a:lnTo>
                  <a:lnTo>
                    <a:pt x="160357" y="66105"/>
                  </a:lnTo>
                  <a:lnTo>
                    <a:pt x="157078" y="61925"/>
                  </a:lnTo>
                  <a:lnTo>
                    <a:pt x="153669" y="57852"/>
                  </a:lnTo>
                  <a:lnTo>
                    <a:pt x="150132" y="53888"/>
                  </a:lnTo>
                  <a:lnTo>
                    <a:pt x="146470" y="50039"/>
                  </a:lnTo>
                  <a:lnTo>
                    <a:pt x="142689" y="46309"/>
                  </a:lnTo>
                  <a:lnTo>
                    <a:pt x="138790" y="42700"/>
                  </a:lnTo>
                  <a:lnTo>
                    <a:pt x="134779" y="39217"/>
                  </a:lnTo>
                  <a:lnTo>
                    <a:pt x="130659" y="35864"/>
                  </a:lnTo>
                  <a:lnTo>
                    <a:pt x="126435" y="32643"/>
                  </a:lnTo>
                  <a:lnTo>
                    <a:pt x="122111" y="29557"/>
                  </a:lnTo>
                  <a:lnTo>
                    <a:pt x="117690" y="26611"/>
                  </a:lnTo>
                  <a:lnTo>
                    <a:pt x="113179" y="23807"/>
                  </a:lnTo>
                  <a:lnTo>
                    <a:pt x="108580" y="21147"/>
                  </a:lnTo>
                  <a:lnTo>
                    <a:pt x="103900" y="18635"/>
                  </a:lnTo>
                  <a:lnTo>
                    <a:pt x="99141" y="16273"/>
                  </a:lnTo>
                  <a:lnTo>
                    <a:pt x="94311" y="14063"/>
                  </a:lnTo>
                  <a:lnTo>
                    <a:pt x="89412" y="12008"/>
                  </a:lnTo>
                  <a:lnTo>
                    <a:pt x="84451" y="10110"/>
                  </a:lnTo>
                  <a:lnTo>
                    <a:pt x="79432" y="8370"/>
                  </a:lnTo>
                  <a:lnTo>
                    <a:pt x="74360" y="6790"/>
                  </a:lnTo>
                  <a:lnTo>
                    <a:pt x="69240" y="5373"/>
                  </a:lnTo>
                  <a:lnTo>
                    <a:pt x="64078" y="4119"/>
                  </a:lnTo>
                  <a:lnTo>
                    <a:pt x="58879" y="3029"/>
                  </a:lnTo>
                  <a:lnTo>
                    <a:pt x="53647" y="2105"/>
                  </a:lnTo>
                  <a:lnTo>
                    <a:pt x="48390" y="1348"/>
                  </a:lnTo>
                  <a:lnTo>
                    <a:pt x="43110" y="759"/>
                  </a:lnTo>
                  <a:lnTo>
                    <a:pt x="37815" y="337"/>
                  </a:lnTo>
                  <a:lnTo>
                    <a:pt x="32509" y="84"/>
                  </a:lnTo>
                  <a:lnTo>
                    <a:pt x="27197" y="0"/>
                  </a:lnTo>
                  <a:lnTo>
                    <a:pt x="271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6813" y="5269756"/>
              <a:ext cx="28444" cy="167167"/>
            </a:xfrm>
            <a:custGeom>
              <a:avLst/>
              <a:pathLst>
                <a:path w="28444" h="167167">
                  <a:moveTo>
                    <a:pt x="28444" y="0"/>
                  </a:moveTo>
                  <a:lnTo>
                    <a:pt x="21301" y="152"/>
                  </a:lnTo>
                  <a:lnTo>
                    <a:pt x="14170" y="610"/>
                  </a:lnTo>
                  <a:lnTo>
                    <a:pt x="7065" y="1372"/>
                  </a:lnTo>
                  <a:lnTo>
                    <a:pt x="0" y="2437"/>
                  </a:lnTo>
                  <a:lnTo>
                    <a:pt x="284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9638" y="5272194"/>
              <a:ext cx="155619" cy="164729"/>
            </a:xfrm>
            <a:custGeom>
              <a:avLst/>
              <a:pathLst>
                <a:path w="155619" h="164729">
                  <a:moveTo>
                    <a:pt x="127174" y="0"/>
                  </a:moveTo>
                  <a:lnTo>
                    <a:pt x="121739" y="1031"/>
                  </a:lnTo>
                  <a:lnTo>
                    <a:pt x="116341" y="2242"/>
                  </a:lnTo>
                  <a:lnTo>
                    <a:pt x="110986" y="3630"/>
                  </a:lnTo>
                  <a:lnTo>
                    <a:pt x="105680" y="5195"/>
                  </a:lnTo>
                  <a:lnTo>
                    <a:pt x="100429" y="6935"/>
                  </a:lnTo>
                  <a:lnTo>
                    <a:pt x="95238" y="8848"/>
                  </a:lnTo>
                  <a:lnTo>
                    <a:pt x="90113" y="10931"/>
                  </a:lnTo>
                  <a:lnTo>
                    <a:pt x="85060" y="13183"/>
                  </a:lnTo>
                  <a:lnTo>
                    <a:pt x="80084" y="15600"/>
                  </a:lnTo>
                  <a:lnTo>
                    <a:pt x="75191" y="18181"/>
                  </a:lnTo>
                  <a:lnTo>
                    <a:pt x="70386" y="20923"/>
                  </a:lnTo>
                  <a:lnTo>
                    <a:pt x="65674" y="23822"/>
                  </a:lnTo>
                  <a:lnTo>
                    <a:pt x="61061" y="26875"/>
                  </a:lnTo>
                  <a:lnTo>
                    <a:pt x="56551" y="30080"/>
                  </a:lnTo>
                  <a:lnTo>
                    <a:pt x="52150" y="33431"/>
                  </a:lnTo>
                  <a:lnTo>
                    <a:pt x="47862" y="36927"/>
                  </a:lnTo>
                  <a:lnTo>
                    <a:pt x="43693" y="40562"/>
                  </a:lnTo>
                  <a:lnTo>
                    <a:pt x="39645" y="44334"/>
                  </a:lnTo>
                  <a:lnTo>
                    <a:pt x="35725" y="48237"/>
                  </a:lnTo>
                  <a:lnTo>
                    <a:pt x="31936" y="52268"/>
                  </a:lnTo>
                  <a:lnTo>
                    <a:pt x="28283" y="56422"/>
                  </a:lnTo>
                  <a:lnTo>
                    <a:pt x="24769" y="60695"/>
                  </a:lnTo>
                  <a:lnTo>
                    <a:pt x="21398" y="65082"/>
                  </a:lnTo>
                  <a:lnTo>
                    <a:pt x="18174" y="69578"/>
                  </a:lnTo>
                  <a:lnTo>
                    <a:pt x="15101" y="74178"/>
                  </a:lnTo>
                  <a:lnTo>
                    <a:pt x="12182" y="78877"/>
                  </a:lnTo>
                  <a:lnTo>
                    <a:pt x="9420" y="83670"/>
                  </a:lnTo>
                  <a:lnTo>
                    <a:pt x="6818" y="88552"/>
                  </a:lnTo>
                  <a:lnTo>
                    <a:pt x="4378" y="93517"/>
                  </a:lnTo>
                  <a:lnTo>
                    <a:pt x="2105" y="98561"/>
                  </a:lnTo>
                  <a:lnTo>
                    <a:pt x="0" y="103676"/>
                  </a:lnTo>
                  <a:lnTo>
                    <a:pt x="155619" y="164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5" y="5269756"/>
              <a:ext cx="334315" cy="334332"/>
            </a:xfrm>
            <a:custGeom>
              <a:avLst/>
              <a:pathLst>
                <a:path w="334315" h="334332">
                  <a:moveTo>
                    <a:pt x="11542" y="106114"/>
                  </a:moveTo>
                  <a:lnTo>
                    <a:pt x="9680" y="111091"/>
                  </a:lnTo>
                  <a:lnTo>
                    <a:pt x="7978" y="116125"/>
                  </a:lnTo>
                  <a:lnTo>
                    <a:pt x="6436" y="121210"/>
                  </a:lnTo>
                  <a:lnTo>
                    <a:pt x="5056" y="126342"/>
                  </a:lnTo>
                  <a:lnTo>
                    <a:pt x="3841" y="131515"/>
                  </a:lnTo>
                  <a:lnTo>
                    <a:pt x="2790" y="136724"/>
                  </a:lnTo>
                  <a:lnTo>
                    <a:pt x="1906" y="141964"/>
                  </a:lnTo>
                  <a:lnTo>
                    <a:pt x="1188" y="147229"/>
                  </a:lnTo>
                  <a:lnTo>
                    <a:pt x="638" y="152514"/>
                  </a:lnTo>
                  <a:lnTo>
                    <a:pt x="257" y="157814"/>
                  </a:lnTo>
                  <a:lnTo>
                    <a:pt x="44" y="163124"/>
                  </a:lnTo>
                  <a:lnTo>
                    <a:pt x="0" y="168438"/>
                  </a:lnTo>
                  <a:lnTo>
                    <a:pt x="124" y="173750"/>
                  </a:lnTo>
                  <a:lnTo>
                    <a:pt x="418" y="179056"/>
                  </a:lnTo>
                  <a:lnTo>
                    <a:pt x="880" y="184350"/>
                  </a:lnTo>
                  <a:lnTo>
                    <a:pt x="1510" y="189626"/>
                  </a:lnTo>
                  <a:lnTo>
                    <a:pt x="2308" y="194880"/>
                  </a:lnTo>
                  <a:lnTo>
                    <a:pt x="3272" y="200105"/>
                  </a:lnTo>
                  <a:lnTo>
                    <a:pt x="4402" y="205298"/>
                  </a:lnTo>
                  <a:lnTo>
                    <a:pt x="5696" y="210452"/>
                  </a:lnTo>
                  <a:lnTo>
                    <a:pt x="7153" y="215562"/>
                  </a:lnTo>
                  <a:lnTo>
                    <a:pt x="8772" y="220623"/>
                  </a:lnTo>
                  <a:lnTo>
                    <a:pt x="10551" y="225630"/>
                  </a:lnTo>
                  <a:lnTo>
                    <a:pt x="12488" y="230578"/>
                  </a:lnTo>
                  <a:lnTo>
                    <a:pt x="14582" y="235462"/>
                  </a:lnTo>
                  <a:lnTo>
                    <a:pt x="16830" y="240277"/>
                  </a:lnTo>
                  <a:lnTo>
                    <a:pt x="19229" y="245019"/>
                  </a:lnTo>
                  <a:lnTo>
                    <a:pt x="21779" y="249681"/>
                  </a:lnTo>
                  <a:lnTo>
                    <a:pt x="24475" y="254260"/>
                  </a:lnTo>
                  <a:lnTo>
                    <a:pt x="27315" y="258751"/>
                  </a:lnTo>
                  <a:lnTo>
                    <a:pt x="30296" y="263150"/>
                  </a:lnTo>
                  <a:lnTo>
                    <a:pt x="33416" y="267452"/>
                  </a:lnTo>
                  <a:lnTo>
                    <a:pt x="36671" y="271652"/>
                  </a:lnTo>
                  <a:lnTo>
                    <a:pt x="40058" y="275747"/>
                  </a:lnTo>
                  <a:lnTo>
                    <a:pt x="43573" y="279732"/>
                  </a:lnTo>
                  <a:lnTo>
                    <a:pt x="47214" y="283603"/>
                  </a:lnTo>
                  <a:lnTo>
                    <a:pt x="50975" y="287356"/>
                  </a:lnTo>
                  <a:lnTo>
                    <a:pt x="54854" y="290989"/>
                  </a:lnTo>
                  <a:lnTo>
                    <a:pt x="58846" y="294496"/>
                  </a:lnTo>
                  <a:lnTo>
                    <a:pt x="62948" y="297874"/>
                  </a:lnTo>
                  <a:lnTo>
                    <a:pt x="67155" y="301120"/>
                  </a:lnTo>
                  <a:lnTo>
                    <a:pt x="71463" y="304231"/>
                  </a:lnTo>
                  <a:lnTo>
                    <a:pt x="75868" y="307204"/>
                  </a:lnTo>
                  <a:lnTo>
                    <a:pt x="80365" y="310035"/>
                  </a:lnTo>
                  <a:lnTo>
                    <a:pt x="84949" y="312721"/>
                  </a:lnTo>
                  <a:lnTo>
                    <a:pt x="89617" y="315261"/>
                  </a:lnTo>
                  <a:lnTo>
                    <a:pt x="94363" y="317650"/>
                  </a:lnTo>
                  <a:lnTo>
                    <a:pt x="99183" y="319888"/>
                  </a:lnTo>
                  <a:lnTo>
                    <a:pt x="104071" y="321972"/>
                  </a:lnTo>
                  <a:lnTo>
                    <a:pt x="109024" y="323899"/>
                  </a:lnTo>
                  <a:lnTo>
                    <a:pt x="114034" y="325667"/>
                  </a:lnTo>
                  <a:lnTo>
                    <a:pt x="119099" y="327276"/>
                  </a:lnTo>
                  <a:lnTo>
                    <a:pt x="124212" y="328723"/>
                  </a:lnTo>
                  <a:lnTo>
                    <a:pt x="129369" y="330006"/>
                  </a:lnTo>
                  <a:lnTo>
                    <a:pt x="134563" y="331125"/>
                  </a:lnTo>
                  <a:lnTo>
                    <a:pt x="139791" y="332078"/>
                  </a:lnTo>
                  <a:lnTo>
                    <a:pt x="145046" y="332865"/>
                  </a:lnTo>
                  <a:lnTo>
                    <a:pt x="150324" y="333484"/>
                  </a:lnTo>
                  <a:lnTo>
                    <a:pt x="155619" y="333935"/>
                  </a:lnTo>
                  <a:lnTo>
                    <a:pt x="160925" y="334218"/>
                  </a:lnTo>
                  <a:lnTo>
                    <a:pt x="166238" y="334332"/>
                  </a:lnTo>
                  <a:lnTo>
                    <a:pt x="171551" y="334277"/>
                  </a:lnTo>
                  <a:lnTo>
                    <a:pt x="176861" y="334053"/>
                  </a:lnTo>
                  <a:lnTo>
                    <a:pt x="182160" y="333660"/>
                  </a:lnTo>
                  <a:lnTo>
                    <a:pt x="187444" y="333099"/>
                  </a:lnTo>
                  <a:lnTo>
                    <a:pt x="192708" y="332371"/>
                  </a:lnTo>
                  <a:lnTo>
                    <a:pt x="197946" y="331476"/>
                  </a:lnTo>
                  <a:lnTo>
                    <a:pt x="203153" y="330414"/>
                  </a:lnTo>
                  <a:lnTo>
                    <a:pt x="208323" y="329188"/>
                  </a:lnTo>
                  <a:lnTo>
                    <a:pt x="213452" y="327798"/>
                  </a:lnTo>
                  <a:lnTo>
                    <a:pt x="218534" y="326245"/>
                  </a:lnTo>
                  <a:lnTo>
                    <a:pt x="223564" y="324532"/>
                  </a:lnTo>
                  <a:lnTo>
                    <a:pt x="228537" y="322660"/>
                  </a:lnTo>
                  <a:lnTo>
                    <a:pt x="233448" y="320631"/>
                  </a:lnTo>
                  <a:lnTo>
                    <a:pt x="238293" y="318446"/>
                  </a:lnTo>
                  <a:lnTo>
                    <a:pt x="243065" y="316109"/>
                  </a:lnTo>
                  <a:lnTo>
                    <a:pt x="247760" y="313621"/>
                  </a:lnTo>
                  <a:lnTo>
                    <a:pt x="252375" y="310986"/>
                  </a:lnTo>
                  <a:lnTo>
                    <a:pt x="256903" y="308205"/>
                  </a:lnTo>
                  <a:lnTo>
                    <a:pt x="261340" y="305281"/>
                  </a:lnTo>
                  <a:lnTo>
                    <a:pt x="265682" y="302218"/>
                  </a:lnTo>
                  <a:lnTo>
                    <a:pt x="269925" y="299018"/>
                  </a:lnTo>
                  <a:lnTo>
                    <a:pt x="274064" y="295686"/>
                  </a:lnTo>
                  <a:lnTo>
                    <a:pt x="278094" y="292223"/>
                  </a:lnTo>
                  <a:lnTo>
                    <a:pt x="282013" y="288634"/>
                  </a:lnTo>
                  <a:lnTo>
                    <a:pt x="285816" y="284922"/>
                  </a:lnTo>
                  <a:lnTo>
                    <a:pt x="289498" y="281091"/>
                  </a:lnTo>
                  <a:lnTo>
                    <a:pt x="293058" y="277145"/>
                  </a:lnTo>
                  <a:lnTo>
                    <a:pt x="296490" y="273088"/>
                  </a:lnTo>
                  <a:lnTo>
                    <a:pt x="299791" y="268924"/>
                  </a:lnTo>
                  <a:lnTo>
                    <a:pt x="302958" y="264658"/>
                  </a:lnTo>
                  <a:lnTo>
                    <a:pt x="305988" y="260292"/>
                  </a:lnTo>
                  <a:lnTo>
                    <a:pt x="308878" y="255833"/>
                  </a:lnTo>
                  <a:lnTo>
                    <a:pt x="311624" y="251284"/>
                  </a:lnTo>
                  <a:lnTo>
                    <a:pt x="314225" y="246650"/>
                  </a:lnTo>
                  <a:lnTo>
                    <a:pt x="316677" y="241935"/>
                  </a:lnTo>
                  <a:lnTo>
                    <a:pt x="318978" y="237145"/>
                  </a:lnTo>
                  <a:lnTo>
                    <a:pt x="321125" y="232285"/>
                  </a:lnTo>
                  <a:lnTo>
                    <a:pt x="323117" y="227358"/>
                  </a:lnTo>
                  <a:lnTo>
                    <a:pt x="324951" y="222371"/>
                  </a:lnTo>
                  <a:lnTo>
                    <a:pt x="326626" y="217328"/>
                  </a:lnTo>
                  <a:lnTo>
                    <a:pt x="328140" y="212234"/>
                  </a:lnTo>
                  <a:lnTo>
                    <a:pt x="329491" y="207095"/>
                  </a:lnTo>
                  <a:lnTo>
                    <a:pt x="330678" y="201916"/>
                  </a:lnTo>
                  <a:lnTo>
                    <a:pt x="331700" y="196701"/>
                  </a:lnTo>
                  <a:lnTo>
                    <a:pt x="332556" y="191456"/>
                  </a:lnTo>
                  <a:lnTo>
                    <a:pt x="333244" y="186187"/>
                  </a:lnTo>
                  <a:lnTo>
                    <a:pt x="333765" y="180899"/>
                  </a:lnTo>
                  <a:lnTo>
                    <a:pt x="334117" y="175597"/>
                  </a:lnTo>
                  <a:lnTo>
                    <a:pt x="334300" y="170286"/>
                  </a:lnTo>
                  <a:lnTo>
                    <a:pt x="334315" y="164972"/>
                  </a:lnTo>
                  <a:lnTo>
                    <a:pt x="334161" y="159660"/>
                  </a:lnTo>
                  <a:lnTo>
                    <a:pt x="333838" y="154356"/>
                  </a:lnTo>
                  <a:lnTo>
                    <a:pt x="333347" y="149065"/>
                  </a:lnTo>
                  <a:lnTo>
                    <a:pt x="332687" y="143792"/>
                  </a:lnTo>
                  <a:lnTo>
                    <a:pt x="331861" y="138543"/>
                  </a:lnTo>
                  <a:lnTo>
                    <a:pt x="330868" y="133323"/>
                  </a:lnTo>
                  <a:lnTo>
                    <a:pt x="329709" y="128137"/>
                  </a:lnTo>
                  <a:lnTo>
                    <a:pt x="328387" y="122990"/>
                  </a:lnTo>
                  <a:lnTo>
                    <a:pt x="326901" y="117888"/>
                  </a:lnTo>
                  <a:lnTo>
                    <a:pt x="325254" y="112836"/>
                  </a:lnTo>
                  <a:lnTo>
                    <a:pt x="323447" y="107839"/>
                  </a:lnTo>
                  <a:lnTo>
                    <a:pt x="321483" y="102901"/>
                  </a:lnTo>
                  <a:lnTo>
                    <a:pt x="319362" y="98029"/>
                  </a:lnTo>
                  <a:lnTo>
                    <a:pt x="317088" y="93226"/>
                  </a:lnTo>
                  <a:lnTo>
                    <a:pt x="314662" y="88499"/>
                  </a:lnTo>
                  <a:lnTo>
                    <a:pt x="312087" y="83850"/>
                  </a:lnTo>
                  <a:lnTo>
                    <a:pt x="309366" y="79286"/>
                  </a:lnTo>
                  <a:lnTo>
                    <a:pt x="306501" y="74811"/>
                  </a:lnTo>
                  <a:lnTo>
                    <a:pt x="303495" y="70429"/>
                  </a:lnTo>
                  <a:lnTo>
                    <a:pt x="300351" y="66144"/>
                  </a:lnTo>
                  <a:lnTo>
                    <a:pt x="297073" y="61962"/>
                  </a:lnTo>
                  <a:lnTo>
                    <a:pt x="293664" y="57886"/>
                  </a:lnTo>
                  <a:lnTo>
                    <a:pt x="290126" y="53921"/>
                  </a:lnTo>
                  <a:lnTo>
                    <a:pt x="286465" y="50070"/>
                  </a:lnTo>
                  <a:lnTo>
                    <a:pt x="282683" y="46337"/>
                  </a:lnTo>
                  <a:lnTo>
                    <a:pt x="278784" y="42726"/>
                  </a:lnTo>
                  <a:lnTo>
                    <a:pt x="274773" y="39241"/>
                  </a:lnTo>
                  <a:lnTo>
                    <a:pt x="270652" y="35886"/>
                  </a:lnTo>
                  <a:lnTo>
                    <a:pt x="266427" y="32663"/>
                  </a:lnTo>
                  <a:lnTo>
                    <a:pt x="262102" y="29576"/>
                  </a:lnTo>
                  <a:lnTo>
                    <a:pt x="257681" y="26628"/>
                  </a:lnTo>
                  <a:lnTo>
                    <a:pt x="253168" y="23822"/>
                  </a:lnTo>
                  <a:lnTo>
                    <a:pt x="248569" y="21160"/>
                  </a:lnTo>
                  <a:lnTo>
                    <a:pt x="243887" y="18647"/>
                  </a:lnTo>
                  <a:lnTo>
                    <a:pt x="239128" y="16283"/>
                  </a:lnTo>
                  <a:lnTo>
                    <a:pt x="234296" y="14072"/>
                  </a:lnTo>
                  <a:lnTo>
                    <a:pt x="229396" y="12016"/>
                  </a:lnTo>
                  <a:lnTo>
                    <a:pt x="224433" y="10116"/>
                  </a:lnTo>
                  <a:lnTo>
                    <a:pt x="219413" y="8375"/>
                  </a:lnTo>
                  <a:lnTo>
                    <a:pt x="214339" y="6795"/>
                  </a:lnTo>
                  <a:lnTo>
                    <a:pt x="209218" y="5376"/>
                  </a:lnTo>
                  <a:lnTo>
                    <a:pt x="204055" y="4121"/>
                  </a:lnTo>
                  <a:lnTo>
                    <a:pt x="198854" y="3031"/>
                  </a:lnTo>
                  <a:lnTo>
                    <a:pt x="193621" y="2107"/>
                  </a:lnTo>
                  <a:lnTo>
                    <a:pt x="188361" y="1349"/>
                  </a:lnTo>
                  <a:lnTo>
                    <a:pt x="183080" y="759"/>
                  </a:lnTo>
                  <a:lnTo>
                    <a:pt x="177783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330" y="5018213"/>
              <a:ext cx="43708" cy="167167"/>
            </a:xfrm>
            <a:custGeom>
              <a:avLst/>
              <a:pathLst>
                <a:path w="43708" h="167167">
                  <a:moveTo>
                    <a:pt x="43708" y="0"/>
                  </a:moveTo>
                  <a:lnTo>
                    <a:pt x="37392" y="119"/>
                  </a:lnTo>
                  <a:lnTo>
                    <a:pt x="31085" y="477"/>
                  </a:lnTo>
                  <a:lnTo>
                    <a:pt x="24796" y="1073"/>
                  </a:lnTo>
                  <a:lnTo>
                    <a:pt x="18534" y="1906"/>
                  </a:lnTo>
                  <a:lnTo>
                    <a:pt x="12308" y="2975"/>
                  </a:lnTo>
                  <a:lnTo>
                    <a:pt x="6127" y="4279"/>
                  </a:lnTo>
                  <a:lnTo>
                    <a:pt x="0" y="5815"/>
                  </a:lnTo>
                  <a:lnTo>
                    <a:pt x="4370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330" y="5024028"/>
              <a:ext cx="43708" cy="161352"/>
            </a:xfrm>
            <a:custGeom>
              <a:avLst/>
              <a:pathLst>
                <a:path w="43708" h="161352">
                  <a:moveTo>
                    <a:pt x="0" y="0"/>
                  </a:moveTo>
                  <a:lnTo>
                    <a:pt x="43708" y="161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330" y="5024028"/>
              <a:ext cx="43708" cy="161352"/>
            </a:xfrm>
            <a:custGeom>
              <a:avLst/>
              <a:pathLst>
                <a:path w="43708" h="161352">
                  <a:moveTo>
                    <a:pt x="0" y="0"/>
                  </a:moveTo>
                  <a:lnTo>
                    <a:pt x="43708" y="161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330" y="5024028"/>
              <a:ext cx="43708" cy="161352"/>
            </a:xfrm>
            <a:custGeom>
              <a:avLst/>
              <a:pathLst>
                <a:path w="43708" h="161352">
                  <a:moveTo>
                    <a:pt x="0" y="0"/>
                  </a:moveTo>
                  <a:lnTo>
                    <a:pt x="43708" y="161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80" y="5024028"/>
              <a:ext cx="167158" cy="181207"/>
            </a:xfrm>
            <a:custGeom>
              <a:avLst/>
              <a:pathLst>
                <a:path w="167158" h="181207">
                  <a:moveTo>
                    <a:pt x="123449" y="0"/>
                  </a:moveTo>
                  <a:lnTo>
                    <a:pt x="118246" y="1500"/>
                  </a:lnTo>
                  <a:lnTo>
                    <a:pt x="113094" y="3168"/>
                  </a:lnTo>
                  <a:lnTo>
                    <a:pt x="107999" y="5002"/>
                  </a:lnTo>
                  <a:lnTo>
                    <a:pt x="102967" y="7000"/>
                  </a:lnTo>
                  <a:lnTo>
                    <a:pt x="98001" y="9160"/>
                  </a:lnTo>
                  <a:lnTo>
                    <a:pt x="93108" y="11479"/>
                  </a:lnTo>
                  <a:lnTo>
                    <a:pt x="88293" y="13956"/>
                  </a:lnTo>
                  <a:lnTo>
                    <a:pt x="83561" y="16588"/>
                  </a:lnTo>
                  <a:lnTo>
                    <a:pt x="78916" y="19371"/>
                  </a:lnTo>
                  <a:lnTo>
                    <a:pt x="74364" y="22304"/>
                  </a:lnTo>
                  <a:lnTo>
                    <a:pt x="69909" y="25382"/>
                  </a:lnTo>
                  <a:lnTo>
                    <a:pt x="65557" y="28603"/>
                  </a:lnTo>
                  <a:lnTo>
                    <a:pt x="61310" y="31963"/>
                  </a:lnTo>
                  <a:lnTo>
                    <a:pt x="57175" y="35459"/>
                  </a:lnTo>
                  <a:lnTo>
                    <a:pt x="53156" y="39087"/>
                  </a:lnTo>
                  <a:lnTo>
                    <a:pt x="49256" y="42844"/>
                  </a:lnTo>
                  <a:lnTo>
                    <a:pt x="45479" y="46725"/>
                  </a:lnTo>
                  <a:lnTo>
                    <a:pt x="41831" y="50726"/>
                  </a:lnTo>
                  <a:lnTo>
                    <a:pt x="38313" y="54843"/>
                  </a:lnTo>
                  <a:lnTo>
                    <a:pt x="34932" y="59072"/>
                  </a:lnTo>
                  <a:lnTo>
                    <a:pt x="31688" y="63408"/>
                  </a:lnTo>
                  <a:lnTo>
                    <a:pt x="28587" y="67847"/>
                  </a:lnTo>
                  <a:lnTo>
                    <a:pt x="25631" y="72384"/>
                  </a:lnTo>
                  <a:lnTo>
                    <a:pt x="22824" y="77014"/>
                  </a:lnTo>
                  <a:lnTo>
                    <a:pt x="20168" y="81733"/>
                  </a:lnTo>
                  <a:lnTo>
                    <a:pt x="17667" y="86535"/>
                  </a:lnTo>
                  <a:lnTo>
                    <a:pt x="15322" y="91416"/>
                  </a:lnTo>
                  <a:lnTo>
                    <a:pt x="13137" y="96371"/>
                  </a:lnTo>
                  <a:lnTo>
                    <a:pt x="11113" y="101393"/>
                  </a:lnTo>
                  <a:lnTo>
                    <a:pt x="9253" y="106478"/>
                  </a:lnTo>
                  <a:lnTo>
                    <a:pt x="7559" y="111621"/>
                  </a:lnTo>
                  <a:lnTo>
                    <a:pt x="6032" y="116817"/>
                  </a:lnTo>
                  <a:lnTo>
                    <a:pt x="4674" y="122058"/>
                  </a:lnTo>
                  <a:lnTo>
                    <a:pt x="3486" y="127341"/>
                  </a:lnTo>
                  <a:lnTo>
                    <a:pt x="2471" y="132660"/>
                  </a:lnTo>
                  <a:lnTo>
                    <a:pt x="1628" y="138009"/>
                  </a:lnTo>
                  <a:lnTo>
                    <a:pt x="959" y="143382"/>
                  </a:lnTo>
                  <a:lnTo>
                    <a:pt x="464" y="148775"/>
                  </a:lnTo>
                  <a:lnTo>
                    <a:pt x="144" y="154180"/>
                  </a:lnTo>
                  <a:lnTo>
                    <a:pt x="0" y="159593"/>
                  </a:lnTo>
                  <a:lnTo>
                    <a:pt x="30" y="165008"/>
                  </a:lnTo>
                  <a:lnTo>
                    <a:pt x="236" y="170419"/>
                  </a:lnTo>
                  <a:lnTo>
                    <a:pt x="618" y="175820"/>
                  </a:lnTo>
                  <a:lnTo>
                    <a:pt x="1174" y="181207"/>
                  </a:lnTo>
                  <a:lnTo>
                    <a:pt x="167158" y="1613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5054" y="5018213"/>
              <a:ext cx="333137" cy="334332"/>
            </a:xfrm>
            <a:custGeom>
              <a:avLst/>
              <a:pathLst>
                <a:path w="333137" h="334332">
                  <a:moveTo>
                    <a:pt x="0" y="187022"/>
                  </a:moveTo>
                  <a:lnTo>
                    <a:pt x="712" y="192269"/>
                  </a:lnTo>
                  <a:lnTo>
                    <a:pt x="1590" y="197491"/>
                  </a:lnTo>
                  <a:lnTo>
                    <a:pt x="2633" y="202683"/>
                  </a:lnTo>
                  <a:lnTo>
                    <a:pt x="3839" y="207839"/>
                  </a:lnTo>
                  <a:lnTo>
                    <a:pt x="5209" y="212954"/>
                  </a:lnTo>
                  <a:lnTo>
                    <a:pt x="6740" y="218023"/>
                  </a:lnTo>
                  <a:lnTo>
                    <a:pt x="8430" y="223041"/>
                  </a:lnTo>
                  <a:lnTo>
                    <a:pt x="10279" y="228004"/>
                  </a:lnTo>
                  <a:lnTo>
                    <a:pt x="12284" y="232905"/>
                  </a:lnTo>
                  <a:lnTo>
                    <a:pt x="14443" y="237740"/>
                  </a:lnTo>
                  <a:lnTo>
                    <a:pt x="16755" y="242504"/>
                  </a:lnTo>
                  <a:lnTo>
                    <a:pt x="19216" y="247193"/>
                  </a:lnTo>
                  <a:lnTo>
                    <a:pt x="21824" y="251801"/>
                  </a:lnTo>
                  <a:lnTo>
                    <a:pt x="24577" y="256325"/>
                  </a:lnTo>
                  <a:lnTo>
                    <a:pt x="27472" y="260759"/>
                  </a:lnTo>
                  <a:lnTo>
                    <a:pt x="30506" y="265099"/>
                  </a:lnTo>
                  <a:lnTo>
                    <a:pt x="33675" y="269341"/>
                  </a:lnTo>
                  <a:lnTo>
                    <a:pt x="36978" y="273480"/>
                  </a:lnTo>
                  <a:lnTo>
                    <a:pt x="40410" y="277513"/>
                  </a:lnTo>
                  <a:lnTo>
                    <a:pt x="43968" y="281435"/>
                  </a:lnTo>
                  <a:lnTo>
                    <a:pt x="47648" y="285242"/>
                  </a:lnTo>
                  <a:lnTo>
                    <a:pt x="51447" y="288931"/>
                  </a:lnTo>
                  <a:lnTo>
                    <a:pt x="55361" y="292497"/>
                  </a:lnTo>
                  <a:lnTo>
                    <a:pt x="59386" y="295938"/>
                  </a:lnTo>
                  <a:lnTo>
                    <a:pt x="63518" y="299250"/>
                  </a:lnTo>
                  <a:lnTo>
                    <a:pt x="67753" y="302429"/>
                  </a:lnTo>
                  <a:lnTo>
                    <a:pt x="72087" y="305472"/>
                  </a:lnTo>
                  <a:lnTo>
                    <a:pt x="76514" y="308377"/>
                  </a:lnTo>
                  <a:lnTo>
                    <a:pt x="81032" y="311140"/>
                  </a:lnTo>
                  <a:lnTo>
                    <a:pt x="85634" y="313758"/>
                  </a:lnTo>
                  <a:lnTo>
                    <a:pt x="90318" y="316229"/>
                  </a:lnTo>
                  <a:lnTo>
                    <a:pt x="95077" y="318551"/>
                  </a:lnTo>
                  <a:lnTo>
                    <a:pt x="99907" y="320721"/>
                  </a:lnTo>
                  <a:lnTo>
                    <a:pt x="104804" y="322737"/>
                  </a:lnTo>
                  <a:lnTo>
                    <a:pt x="109762" y="324597"/>
                  </a:lnTo>
                  <a:lnTo>
                    <a:pt x="114776" y="326298"/>
                  </a:lnTo>
                  <a:lnTo>
                    <a:pt x="119842" y="327840"/>
                  </a:lnTo>
                  <a:lnTo>
                    <a:pt x="124954" y="329221"/>
                  </a:lnTo>
                  <a:lnTo>
                    <a:pt x="130108" y="330439"/>
                  </a:lnTo>
                  <a:lnTo>
                    <a:pt x="135297" y="331494"/>
                  </a:lnTo>
                  <a:lnTo>
                    <a:pt x="140517" y="332383"/>
                  </a:lnTo>
                  <a:lnTo>
                    <a:pt x="145763" y="333107"/>
                  </a:lnTo>
                  <a:lnTo>
                    <a:pt x="151029" y="333664"/>
                  </a:lnTo>
                  <a:lnTo>
                    <a:pt x="156310" y="334054"/>
                  </a:lnTo>
                  <a:lnTo>
                    <a:pt x="161600" y="334277"/>
                  </a:lnTo>
                  <a:lnTo>
                    <a:pt x="166895" y="334332"/>
                  </a:lnTo>
                  <a:lnTo>
                    <a:pt x="172189" y="334219"/>
                  </a:lnTo>
                  <a:lnTo>
                    <a:pt x="177477" y="333939"/>
                  </a:lnTo>
                  <a:lnTo>
                    <a:pt x="182754" y="333491"/>
                  </a:lnTo>
                  <a:lnTo>
                    <a:pt x="188013" y="332876"/>
                  </a:lnTo>
                  <a:lnTo>
                    <a:pt x="193251" y="332096"/>
                  </a:lnTo>
                  <a:lnTo>
                    <a:pt x="198461" y="331149"/>
                  </a:lnTo>
                  <a:lnTo>
                    <a:pt x="203638" y="330038"/>
                  </a:lnTo>
                  <a:lnTo>
                    <a:pt x="208778" y="328764"/>
                  </a:lnTo>
                  <a:lnTo>
                    <a:pt x="213875" y="327327"/>
                  </a:lnTo>
                  <a:lnTo>
                    <a:pt x="218924" y="325730"/>
                  </a:lnTo>
                  <a:lnTo>
                    <a:pt x="223919" y="323974"/>
                  </a:lnTo>
                  <a:lnTo>
                    <a:pt x="228857" y="322060"/>
                  </a:lnTo>
                  <a:lnTo>
                    <a:pt x="233731" y="319991"/>
                  </a:lnTo>
                  <a:lnTo>
                    <a:pt x="238537" y="317769"/>
                  </a:lnTo>
                  <a:lnTo>
                    <a:pt x="243271" y="315395"/>
                  </a:lnTo>
                  <a:lnTo>
                    <a:pt x="247927" y="312873"/>
                  </a:lnTo>
                  <a:lnTo>
                    <a:pt x="252501" y="310204"/>
                  </a:lnTo>
                  <a:lnTo>
                    <a:pt x="256988" y="307392"/>
                  </a:lnTo>
                  <a:lnTo>
                    <a:pt x="261383" y="304440"/>
                  </a:lnTo>
                  <a:lnTo>
                    <a:pt x="265683" y="301349"/>
                  </a:lnTo>
                  <a:lnTo>
                    <a:pt x="269883" y="298124"/>
                  </a:lnTo>
                  <a:lnTo>
                    <a:pt x="273979" y="294768"/>
                  </a:lnTo>
                  <a:lnTo>
                    <a:pt x="277966" y="291283"/>
                  </a:lnTo>
                  <a:lnTo>
                    <a:pt x="281841" y="287674"/>
                  </a:lnTo>
                  <a:lnTo>
                    <a:pt x="285600" y="283944"/>
                  </a:lnTo>
                  <a:lnTo>
                    <a:pt x="289239" y="280097"/>
                  </a:lnTo>
                  <a:lnTo>
                    <a:pt x="292754" y="276136"/>
                  </a:lnTo>
                  <a:lnTo>
                    <a:pt x="296141" y="272067"/>
                  </a:lnTo>
                  <a:lnTo>
                    <a:pt x="299399" y="267891"/>
                  </a:lnTo>
                  <a:lnTo>
                    <a:pt x="302522" y="263615"/>
                  </a:lnTo>
                  <a:lnTo>
                    <a:pt x="305508" y="259242"/>
                  </a:lnTo>
                  <a:lnTo>
                    <a:pt x="308354" y="254777"/>
                  </a:lnTo>
                  <a:lnTo>
                    <a:pt x="311058" y="250224"/>
                  </a:lnTo>
                  <a:lnTo>
                    <a:pt x="313616" y="245587"/>
                  </a:lnTo>
                  <a:lnTo>
                    <a:pt x="316025" y="240872"/>
                  </a:lnTo>
                  <a:lnTo>
                    <a:pt x="318285" y="236083"/>
                  </a:lnTo>
                  <a:lnTo>
                    <a:pt x="320391" y="231224"/>
                  </a:lnTo>
                  <a:lnTo>
                    <a:pt x="322342" y="226302"/>
                  </a:lnTo>
                  <a:lnTo>
                    <a:pt x="324137" y="221320"/>
                  </a:lnTo>
                  <a:lnTo>
                    <a:pt x="325773" y="216283"/>
                  </a:lnTo>
                  <a:lnTo>
                    <a:pt x="327248" y="211198"/>
                  </a:lnTo>
                  <a:lnTo>
                    <a:pt x="328562" y="206068"/>
                  </a:lnTo>
                  <a:lnTo>
                    <a:pt x="329712" y="200899"/>
                  </a:lnTo>
                  <a:lnTo>
                    <a:pt x="330699" y="195696"/>
                  </a:lnTo>
                  <a:lnTo>
                    <a:pt x="331520" y="190465"/>
                  </a:lnTo>
                  <a:lnTo>
                    <a:pt x="332174" y="185210"/>
                  </a:lnTo>
                  <a:lnTo>
                    <a:pt x="332663" y="179938"/>
                  </a:lnTo>
                  <a:lnTo>
                    <a:pt x="332983" y="174652"/>
                  </a:lnTo>
                  <a:lnTo>
                    <a:pt x="333137" y="169359"/>
                  </a:lnTo>
                  <a:lnTo>
                    <a:pt x="333122" y="164064"/>
                  </a:lnTo>
                  <a:lnTo>
                    <a:pt x="332940" y="158771"/>
                  </a:lnTo>
                  <a:lnTo>
                    <a:pt x="332590" y="153488"/>
                  </a:lnTo>
                  <a:lnTo>
                    <a:pt x="332074" y="148217"/>
                  </a:lnTo>
                  <a:lnTo>
                    <a:pt x="331390" y="142966"/>
                  </a:lnTo>
                  <a:lnTo>
                    <a:pt x="330541" y="137740"/>
                  </a:lnTo>
                  <a:lnTo>
                    <a:pt x="329526" y="132542"/>
                  </a:lnTo>
                  <a:lnTo>
                    <a:pt x="328347" y="127380"/>
                  </a:lnTo>
                  <a:lnTo>
                    <a:pt x="327006" y="122257"/>
                  </a:lnTo>
                  <a:lnTo>
                    <a:pt x="325502" y="117180"/>
                  </a:lnTo>
                  <a:lnTo>
                    <a:pt x="323839" y="112153"/>
                  </a:lnTo>
                  <a:lnTo>
                    <a:pt x="322018" y="107180"/>
                  </a:lnTo>
                  <a:lnTo>
                    <a:pt x="320039" y="102268"/>
                  </a:lnTo>
                  <a:lnTo>
                    <a:pt x="317906" y="97422"/>
                  </a:lnTo>
                  <a:lnTo>
                    <a:pt x="315621" y="92645"/>
                  </a:lnTo>
                  <a:lnTo>
                    <a:pt x="313186" y="87943"/>
                  </a:lnTo>
                  <a:lnTo>
                    <a:pt x="310603" y="83320"/>
                  </a:lnTo>
                  <a:lnTo>
                    <a:pt x="307874" y="78782"/>
                  </a:lnTo>
                  <a:lnTo>
                    <a:pt x="305004" y="74332"/>
                  </a:lnTo>
                  <a:lnTo>
                    <a:pt x="301994" y="69975"/>
                  </a:lnTo>
                  <a:lnTo>
                    <a:pt x="298847" y="65716"/>
                  </a:lnTo>
                  <a:lnTo>
                    <a:pt x="295567" y="61559"/>
                  </a:lnTo>
                  <a:lnTo>
                    <a:pt x="292157" y="57508"/>
                  </a:lnTo>
                  <a:lnTo>
                    <a:pt x="288621" y="53566"/>
                  </a:lnTo>
                  <a:lnTo>
                    <a:pt x="284961" y="49739"/>
                  </a:lnTo>
                  <a:lnTo>
                    <a:pt x="281182" y="46030"/>
                  </a:lnTo>
                  <a:lnTo>
                    <a:pt x="277288" y="42442"/>
                  </a:lnTo>
                  <a:lnTo>
                    <a:pt x="273282" y="38979"/>
                  </a:lnTo>
                  <a:lnTo>
                    <a:pt x="269168" y="35645"/>
                  </a:lnTo>
                  <a:lnTo>
                    <a:pt x="264950" y="32443"/>
                  </a:lnTo>
                  <a:lnTo>
                    <a:pt x="260633" y="29376"/>
                  </a:lnTo>
                  <a:lnTo>
                    <a:pt x="256222" y="26447"/>
                  </a:lnTo>
                  <a:lnTo>
                    <a:pt x="251719" y="23660"/>
                  </a:lnTo>
                  <a:lnTo>
                    <a:pt x="247131" y="21016"/>
                  </a:lnTo>
                  <a:lnTo>
                    <a:pt x="242461" y="18519"/>
                  </a:lnTo>
                  <a:lnTo>
                    <a:pt x="237715" y="16172"/>
                  </a:lnTo>
                  <a:lnTo>
                    <a:pt x="232896" y="13975"/>
                  </a:lnTo>
                  <a:lnTo>
                    <a:pt x="228011" y="11933"/>
                  </a:lnTo>
                  <a:lnTo>
                    <a:pt x="223063" y="10046"/>
                  </a:lnTo>
                  <a:lnTo>
                    <a:pt x="218058" y="8317"/>
                  </a:lnTo>
                  <a:lnTo>
                    <a:pt x="213001" y="6748"/>
                  </a:lnTo>
                  <a:lnTo>
                    <a:pt x="207896" y="5339"/>
                  </a:lnTo>
                  <a:lnTo>
                    <a:pt x="202750" y="4093"/>
                  </a:lnTo>
                  <a:lnTo>
                    <a:pt x="197566" y="3010"/>
                  </a:lnTo>
                  <a:lnTo>
                    <a:pt x="192351" y="2092"/>
                  </a:lnTo>
                  <a:lnTo>
                    <a:pt x="187109" y="1340"/>
                  </a:lnTo>
                  <a:lnTo>
                    <a:pt x="181846" y="754"/>
                  </a:lnTo>
                  <a:lnTo>
                    <a:pt x="176568" y="335"/>
                  </a:lnTo>
                  <a:lnTo>
                    <a:pt x="171278" y="83"/>
                  </a:lnTo>
                  <a:lnTo>
                    <a:pt x="165984" y="0"/>
                  </a:lnTo>
                  <a:lnTo>
                    <a:pt x="1659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4352" y="4659281"/>
              <a:ext cx="138882" cy="167167"/>
            </a:xfrm>
            <a:custGeom>
              <a:avLst/>
              <a:pathLst>
                <a:path w="138882" h="167167">
                  <a:moveTo>
                    <a:pt x="138882" y="0"/>
                  </a:moveTo>
                  <a:lnTo>
                    <a:pt x="133419" y="89"/>
                  </a:lnTo>
                  <a:lnTo>
                    <a:pt x="127962" y="357"/>
                  </a:lnTo>
                  <a:lnTo>
                    <a:pt x="122517" y="802"/>
                  </a:lnTo>
                  <a:lnTo>
                    <a:pt x="117089" y="1426"/>
                  </a:lnTo>
                  <a:lnTo>
                    <a:pt x="111684" y="2227"/>
                  </a:lnTo>
                  <a:lnTo>
                    <a:pt x="106309" y="3204"/>
                  </a:lnTo>
                  <a:lnTo>
                    <a:pt x="100968" y="4356"/>
                  </a:lnTo>
                  <a:lnTo>
                    <a:pt x="95668" y="5682"/>
                  </a:lnTo>
                  <a:lnTo>
                    <a:pt x="90414" y="7180"/>
                  </a:lnTo>
                  <a:lnTo>
                    <a:pt x="85211" y="8849"/>
                  </a:lnTo>
                  <a:lnTo>
                    <a:pt x="80066" y="10688"/>
                  </a:lnTo>
                  <a:lnTo>
                    <a:pt x="74984" y="12693"/>
                  </a:lnTo>
                  <a:lnTo>
                    <a:pt x="69970" y="14864"/>
                  </a:lnTo>
                  <a:lnTo>
                    <a:pt x="65030" y="17197"/>
                  </a:lnTo>
                  <a:lnTo>
                    <a:pt x="60169" y="19691"/>
                  </a:lnTo>
                  <a:lnTo>
                    <a:pt x="55391" y="22342"/>
                  </a:lnTo>
                  <a:lnTo>
                    <a:pt x="50703" y="25147"/>
                  </a:lnTo>
                  <a:lnTo>
                    <a:pt x="46109" y="28105"/>
                  </a:lnTo>
                  <a:lnTo>
                    <a:pt x="41615" y="31211"/>
                  </a:lnTo>
                  <a:lnTo>
                    <a:pt x="37224" y="34462"/>
                  </a:lnTo>
                  <a:lnTo>
                    <a:pt x="32941" y="37855"/>
                  </a:lnTo>
                  <a:lnTo>
                    <a:pt x="28772" y="41386"/>
                  </a:lnTo>
                  <a:lnTo>
                    <a:pt x="24721" y="45051"/>
                  </a:lnTo>
                  <a:lnTo>
                    <a:pt x="20791" y="48847"/>
                  </a:lnTo>
                  <a:lnTo>
                    <a:pt x="16987" y="52770"/>
                  </a:lnTo>
                  <a:lnTo>
                    <a:pt x="13314" y="56814"/>
                  </a:lnTo>
                  <a:lnTo>
                    <a:pt x="9775" y="60976"/>
                  </a:lnTo>
                  <a:lnTo>
                    <a:pt x="6374" y="65252"/>
                  </a:lnTo>
                  <a:lnTo>
                    <a:pt x="3114" y="69637"/>
                  </a:lnTo>
                  <a:lnTo>
                    <a:pt x="0" y="74126"/>
                  </a:lnTo>
                  <a:lnTo>
                    <a:pt x="1388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352" y="4733407"/>
              <a:ext cx="138882" cy="93041"/>
            </a:xfrm>
            <a:custGeom>
              <a:avLst/>
              <a:pathLst>
                <a:path w="138882" h="93041">
                  <a:moveTo>
                    <a:pt x="0" y="0"/>
                  </a:moveTo>
                  <a:lnTo>
                    <a:pt x="138882" y="93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352" y="4733407"/>
              <a:ext cx="138882" cy="93041"/>
            </a:xfrm>
            <a:custGeom>
              <a:avLst/>
              <a:pathLst>
                <a:path w="138882" h="93041">
                  <a:moveTo>
                    <a:pt x="0" y="0"/>
                  </a:moveTo>
                  <a:lnTo>
                    <a:pt x="138882" y="93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84" y="4733407"/>
              <a:ext cx="334311" cy="260208"/>
            </a:xfrm>
            <a:custGeom>
              <a:avLst/>
              <a:pathLst>
                <a:path w="334311" h="260208">
                  <a:moveTo>
                    <a:pt x="28267" y="0"/>
                  </a:moveTo>
                  <a:lnTo>
                    <a:pt x="25377" y="4466"/>
                  </a:lnTo>
                  <a:lnTo>
                    <a:pt x="22631" y="9021"/>
                  </a:lnTo>
                  <a:lnTo>
                    <a:pt x="20031" y="13662"/>
                  </a:lnTo>
                  <a:lnTo>
                    <a:pt x="17580" y="18383"/>
                  </a:lnTo>
                  <a:lnTo>
                    <a:pt x="15280" y="23180"/>
                  </a:lnTo>
                  <a:lnTo>
                    <a:pt x="13134" y="28047"/>
                  </a:lnTo>
                  <a:lnTo>
                    <a:pt x="11144" y="32981"/>
                  </a:lnTo>
                  <a:lnTo>
                    <a:pt x="9312" y="37975"/>
                  </a:lnTo>
                  <a:lnTo>
                    <a:pt x="7640" y="43025"/>
                  </a:lnTo>
                  <a:lnTo>
                    <a:pt x="6129" y="48125"/>
                  </a:lnTo>
                  <a:lnTo>
                    <a:pt x="4782" y="53271"/>
                  </a:lnTo>
                  <a:lnTo>
                    <a:pt x="3599" y="58458"/>
                  </a:lnTo>
                  <a:lnTo>
                    <a:pt x="2581" y="63679"/>
                  </a:lnTo>
                  <a:lnTo>
                    <a:pt x="1730" y="68930"/>
                  </a:lnTo>
                  <a:lnTo>
                    <a:pt x="1047" y="74205"/>
                  </a:lnTo>
                  <a:lnTo>
                    <a:pt x="532" y="79500"/>
                  </a:lnTo>
                  <a:lnTo>
                    <a:pt x="185" y="84808"/>
                  </a:lnTo>
                  <a:lnTo>
                    <a:pt x="8" y="90125"/>
                  </a:lnTo>
                  <a:lnTo>
                    <a:pt x="0" y="95444"/>
                  </a:lnTo>
                  <a:lnTo>
                    <a:pt x="161" y="100761"/>
                  </a:lnTo>
                  <a:lnTo>
                    <a:pt x="491" y="106071"/>
                  </a:lnTo>
                  <a:lnTo>
                    <a:pt x="990" y="111367"/>
                  </a:lnTo>
                  <a:lnTo>
                    <a:pt x="1657" y="116644"/>
                  </a:lnTo>
                  <a:lnTo>
                    <a:pt x="2492" y="121898"/>
                  </a:lnTo>
                  <a:lnTo>
                    <a:pt x="3493" y="127122"/>
                  </a:lnTo>
                  <a:lnTo>
                    <a:pt x="4661" y="132312"/>
                  </a:lnTo>
                  <a:lnTo>
                    <a:pt x="5992" y="137462"/>
                  </a:lnTo>
                  <a:lnTo>
                    <a:pt x="7487" y="142567"/>
                  </a:lnTo>
                  <a:lnTo>
                    <a:pt x="9144" y="147622"/>
                  </a:lnTo>
                  <a:lnTo>
                    <a:pt x="10961" y="152622"/>
                  </a:lnTo>
                  <a:lnTo>
                    <a:pt x="12935" y="157562"/>
                  </a:lnTo>
                  <a:lnTo>
                    <a:pt x="15066" y="162436"/>
                  </a:lnTo>
                  <a:lnTo>
                    <a:pt x="17351" y="167239"/>
                  </a:lnTo>
                  <a:lnTo>
                    <a:pt x="19788" y="171968"/>
                  </a:lnTo>
                  <a:lnTo>
                    <a:pt x="22374" y="176617"/>
                  </a:lnTo>
                  <a:lnTo>
                    <a:pt x="25106" y="181181"/>
                  </a:lnTo>
                  <a:lnTo>
                    <a:pt x="27983" y="185656"/>
                  </a:lnTo>
                  <a:lnTo>
                    <a:pt x="31000" y="190037"/>
                  </a:lnTo>
                  <a:lnTo>
                    <a:pt x="34155" y="194320"/>
                  </a:lnTo>
                  <a:lnTo>
                    <a:pt x="37445" y="198500"/>
                  </a:lnTo>
                  <a:lnTo>
                    <a:pt x="40866" y="202573"/>
                  </a:lnTo>
                  <a:lnTo>
                    <a:pt x="44415" y="206536"/>
                  </a:lnTo>
                  <a:lnTo>
                    <a:pt x="48088" y="210384"/>
                  </a:lnTo>
                  <a:lnTo>
                    <a:pt x="51882" y="214113"/>
                  </a:lnTo>
                  <a:lnTo>
                    <a:pt x="55793" y="217719"/>
                  </a:lnTo>
                  <a:lnTo>
                    <a:pt x="59816" y="221199"/>
                  </a:lnTo>
                  <a:lnTo>
                    <a:pt x="63948" y="224549"/>
                  </a:lnTo>
                  <a:lnTo>
                    <a:pt x="68185" y="227766"/>
                  </a:lnTo>
                  <a:lnTo>
                    <a:pt x="72521" y="230847"/>
                  </a:lnTo>
                  <a:lnTo>
                    <a:pt x="76954" y="233788"/>
                  </a:lnTo>
                  <a:lnTo>
                    <a:pt x="81478" y="236586"/>
                  </a:lnTo>
                  <a:lnTo>
                    <a:pt x="86088" y="239239"/>
                  </a:lnTo>
                  <a:lnTo>
                    <a:pt x="90781" y="241745"/>
                  </a:lnTo>
                  <a:lnTo>
                    <a:pt x="95551" y="244099"/>
                  </a:lnTo>
                  <a:lnTo>
                    <a:pt x="100394" y="246301"/>
                  </a:lnTo>
                  <a:lnTo>
                    <a:pt x="105304" y="248347"/>
                  </a:lnTo>
                  <a:lnTo>
                    <a:pt x="110277" y="250236"/>
                  </a:lnTo>
                  <a:lnTo>
                    <a:pt x="115307" y="251966"/>
                  </a:lnTo>
                  <a:lnTo>
                    <a:pt x="120390" y="253535"/>
                  </a:lnTo>
                  <a:lnTo>
                    <a:pt x="125520" y="254942"/>
                  </a:lnTo>
                  <a:lnTo>
                    <a:pt x="130693" y="256184"/>
                  </a:lnTo>
                  <a:lnTo>
                    <a:pt x="135902" y="257262"/>
                  </a:lnTo>
                  <a:lnTo>
                    <a:pt x="141143" y="258173"/>
                  </a:lnTo>
                  <a:lnTo>
                    <a:pt x="146410" y="258917"/>
                  </a:lnTo>
                  <a:lnTo>
                    <a:pt x="151698" y="259493"/>
                  </a:lnTo>
                  <a:lnTo>
                    <a:pt x="157002" y="259900"/>
                  </a:lnTo>
                  <a:lnTo>
                    <a:pt x="162317" y="260138"/>
                  </a:lnTo>
                  <a:lnTo>
                    <a:pt x="167636" y="260208"/>
                  </a:lnTo>
                  <a:lnTo>
                    <a:pt x="172954" y="260107"/>
                  </a:lnTo>
                  <a:lnTo>
                    <a:pt x="178267" y="259838"/>
                  </a:lnTo>
                  <a:lnTo>
                    <a:pt x="183568" y="259400"/>
                  </a:lnTo>
                  <a:lnTo>
                    <a:pt x="188853" y="258793"/>
                  </a:lnTo>
                  <a:lnTo>
                    <a:pt x="194116" y="258019"/>
                  </a:lnTo>
                  <a:lnTo>
                    <a:pt x="199352" y="257077"/>
                  </a:lnTo>
                  <a:lnTo>
                    <a:pt x="204555" y="255970"/>
                  </a:lnTo>
                  <a:lnTo>
                    <a:pt x="209720" y="254697"/>
                  </a:lnTo>
                  <a:lnTo>
                    <a:pt x="214842" y="253261"/>
                  </a:lnTo>
                  <a:lnTo>
                    <a:pt x="219915" y="251662"/>
                  </a:lnTo>
                  <a:lnTo>
                    <a:pt x="224935" y="249903"/>
                  </a:lnTo>
                  <a:lnTo>
                    <a:pt x="229897" y="247985"/>
                  </a:lnTo>
                  <a:lnTo>
                    <a:pt x="234795" y="245910"/>
                  </a:lnTo>
                  <a:lnTo>
                    <a:pt x="239625" y="243680"/>
                  </a:lnTo>
                  <a:lnTo>
                    <a:pt x="244381" y="241298"/>
                  </a:lnTo>
                  <a:lnTo>
                    <a:pt x="249059" y="238766"/>
                  </a:lnTo>
                  <a:lnTo>
                    <a:pt x="253655" y="236086"/>
                  </a:lnTo>
                  <a:lnTo>
                    <a:pt x="258162" y="233261"/>
                  </a:lnTo>
                  <a:lnTo>
                    <a:pt x="262578" y="230294"/>
                  </a:lnTo>
                  <a:lnTo>
                    <a:pt x="266896" y="227188"/>
                  </a:lnTo>
                  <a:lnTo>
                    <a:pt x="271114" y="223947"/>
                  </a:lnTo>
                  <a:lnTo>
                    <a:pt x="275227" y="220573"/>
                  </a:lnTo>
                  <a:lnTo>
                    <a:pt x="279230" y="217069"/>
                  </a:lnTo>
                  <a:lnTo>
                    <a:pt x="283119" y="213440"/>
                  </a:lnTo>
                  <a:lnTo>
                    <a:pt x="286891" y="209690"/>
                  </a:lnTo>
                  <a:lnTo>
                    <a:pt x="290542" y="205821"/>
                  </a:lnTo>
                  <a:lnTo>
                    <a:pt x="294068" y="201837"/>
                  </a:lnTo>
                  <a:lnTo>
                    <a:pt x="297465" y="197744"/>
                  </a:lnTo>
                  <a:lnTo>
                    <a:pt x="300731" y="193545"/>
                  </a:lnTo>
                  <a:lnTo>
                    <a:pt x="303861" y="189244"/>
                  </a:lnTo>
                  <a:lnTo>
                    <a:pt x="306853" y="184845"/>
                  </a:lnTo>
                  <a:lnTo>
                    <a:pt x="309703" y="180354"/>
                  </a:lnTo>
                  <a:lnTo>
                    <a:pt x="312409" y="175774"/>
                  </a:lnTo>
                  <a:lnTo>
                    <a:pt x="314968" y="171110"/>
                  </a:lnTo>
                  <a:lnTo>
                    <a:pt x="317377" y="166367"/>
                  </a:lnTo>
                  <a:lnTo>
                    <a:pt x="319634" y="161550"/>
                  </a:lnTo>
                  <a:lnTo>
                    <a:pt x="321736" y="156664"/>
                  </a:lnTo>
                  <a:lnTo>
                    <a:pt x="323682" y="151713"/>
                  </a:lnTo>
                  <a:lnTo>
                    <a:pt x="325470" y="146703"/>
                  </a:lnTo>
                  <a:lnTo>
                    <a:pt x="327097" y="141638"/>
                  </a:lnTo>
                  <a:lnTo>
                    <a:pt x="328563" y="136525"/>
                  </a:lnTo>
                  <a:lnTo>
                    <a:pt x="329864" y="131367"/>
                  </a:lnTo>
                  <a:lnTo>
                    <a:pt x="331001" y="126170"/>
                  </a:lnTo>
                  <a:lnTo>
                    <a:pt x="331973" y="120940"/>
                  </a:lnTo>
                  <a:lnTo>
                    <a:pt x="332777" y="115682"/>
                  </a:lnTo>
                  <a:lnTo>
                    <a:pt x="333413" y="110400"/>
                  </a:lnTo>
                  <a:lnTo>
                    <a:pt x="333881" y="105102"/>
                  </a:lnTo>
                  <a:lnTo>
                    <a:pt x="334181" y="99790"/>
                  </a:lnTo>
                  <a:lnTo>
                    <a:pt x="334311" y="94472"/>
                  </a:lnTo>
                  <a:lnTo>
                    <a:pt x="334272" y="89153"/>
                  </a:lnTo>
                  <a:lnTo>
                    <a:pt x="334064" y="83838"/>
                  </a:lnTo>
                  <a:lnTo>
                    <a:pt x="333686" y="78531"/>
                  </a:lnTo>
                  <a:lnTo>
                    <a:pt x="333140" y="73240"/>
                  </a:lnTo>
                  <a:lnTo>
                    <a:pt x="332426" y="67969"/>
                  </a:lnTo>
                  <a:lnTo>
                    <a:pt x="331545" y="62723"/>
                  </a:lnTo>
                  <a:lnTo>
                    <a:pt x="330497" y="57507"/>
                  </a:lnTo>
                  <a:lnTo>
                    <a:pt x="329284" y="52328"/>
                  </a:lnTo>
                  <a:lnTo>
                    <a:pt x="327906" y="47190"/>
                  </a:lnTo>
                  <a:lnTo>
                    <a:pt x="326366" y="42098"/>
                  </a:lnTo>
                  <a:lnTo>
                    <a:pt x="324664" y="37058"/>
                  </a:lnTo>
                  <a:lnTo>
                    <a:pt x="322803" y="32075"/>
                  </a:lnTo>
                  <a:lnTo>
                    <a:pt x="320785" y="27153"/>
                  </a:lnTo>
                  <a:lnTo>
                    <a:pt x="318611" y="22298"/>
                  </a:lnTo>
                  <a:lnTo>
                    <a:pt x="167150" y="93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1460" cy="167167"/>
            </a:xfrm>
            <a:custGeom>
              <a:avLst/>
              <a:pathLst>
                <a:path w="151460" h="167167">
                  <a:moveTo>
                    <a:pt x="151460" y="96424"/>
                  </a:moveTo>
                  <a:lnTo>
                    <a:pt x="149090" y="91556"/>
                  </a:lnTo>
                  <a:lnTo>
                    <a:pt x="146562" y="86766"/>
                  </a:lnTo>
                  <a:lnTo>
                    <a:pt x="143881" y="82061"/>
                  </a:lnTo>
                  <a:lnTo>
                    <a:pt x="141049" y="77446"/>
                  </a:lnTo>
                  <a:lnTo>
                    <a:pt x="138069" y="72924"/>
                  </a:lnTo>
                  <a:lnTo>
                    <a:pt x="134944" y="68502"/>
                  </a:lnTo>
                  <a:lnTo>
                    <a:pt x="131678" y="64183"/>
                  </a:lnTo>
                  <a:lnTo>
                    <a:pt x="128273" y="59972"/>
                  </a:lnTo>
                  <a:lnTo>
                    <a:pt x="124734" y="55873"/>
                  </a:lnTo>
                  <a:lnTo>
                    <a:pt x="121063" y="51891"/>
                  </a:lnTo>
                  <a:lnTo>
                    <a:pt x="117266" y="48031"/>
                  </a:lnTo>
                  <a:lnTo>
                    <a:pt x="113346" y="44295"/>
                  </a:lnTo>
                  <a:lnTo>
                    <a:pt x="109307" y="40688"/>
                  </a:lnTo>
                  <a:lnTo>
                    <a:pt x="105153" y="37214"/>
                  </a:lnTo>
                  <a:lnTo>
                    <a:pt x="100888" y="33876"/>
                  </a:lnTo>
                  <a:lnTo>
                    <a:pt x="96518" y="30678"/>
                  </a:lnTo>
                  <a:lnTo>
                    <a:pt x="92047" y="27624"/>
                  </a:lnTo>
                  <a:lnTo>
                    <a:pt x="87479" y="24716"/>
                  </a:lnTo>
                  <a:lnTo>
                    <a:pt x="82819" y="21957"/>
                  </a:lnTo>
                  <a:lnTo>
                    <a:pt x="78072" y="19351"/>
                  </a:lnTo>
                  <a:lnTo>
                    <a:pt x="73243" y="16900"/>
                  </a:lnTo>
                  <a:lnTo>
                    <a:pt x="68338" y="14606"/>
                  </a:lnTo>
                  <a:lnTo>
                    <a:pt x="63360" y="12473"/>
                  </a:lnTo>
                  <a:lnTo>
                    <a:pt x="58317" y="10502"/>
                  </a:lnTo>
                  <a:lnTo>
                    <a:pt x="53212" y="8695"/>
                  </a:lnTo>
                  <a:lnTo>
                    <a:pt x="48051" y="7054"/>
                  </a:lnTo>
                  <a:lnTo>
                    <a:pt x="42840" y="5582"/>
                  </a:lnTo>
                  <a:lnTo>
                    <a:pt x="37584" y="4279"/>
                  </a:lnTo>
                  <a:lnTo>
                    <a:pt x="32288" y="3147"/>
                  </a:lnTo>
                  <a:lnTo>
                    <a:pt x="26959" y="2188"/>
                  </a:lnTo>
                  <a:lnTo>
                    <a:pt x="21601" y="1401"/>
                  </a:lnTo>
                  <a:lnTo>
                    <a:pt x="16220" y="788"/>
                  </a:lnTo>
                  <a:lnTo>
                    <a:pt x="10823" y="350"/>
                  </a:lnTo>
                  <a:lnTo>
                    <a:pt x="541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399" y="4213821"/>
              <a:ext cx="141072" cy="167167"/>
            </a:xfrm>
            <a:custGeom>
              <a:avLst/>
              <a:pathLst>
                <a:path w="141072" h="167167">
                  <a:moveTo>
                    <a:pt x="141072" y="0"/>
                  </a:moveTo>
                  <a:lnTo>
                    <a:pt x="135476" y="93"/>
                  </a:lnTo>
                  <a:lnTo>
                    <a:pt x="129886" y="374"/>
                  </a:lnTo>
                  <a:lnTo>
                    <a:pt x="124308" y="842"/>
                  </a:lnTo>
                  <a:lnTo>
                    <a:pt x="118750" y="1497"/>
                  </a:lnTo>
                  <a:lnTo>
                    <a:pt x="113216" y="2337"/>
                  </a:lnTo>
                  <a:lnTo>
                    <a:pt x="107713" y="3362"/>
                  </a:lnTo>
                  <a:lnTo>
                    <a:pt x="102248" y="4570"/>
                  </a:lnTo>
                  <a:lnTo>
                    <a:pt x="96827" y="5961"/>
                  </a:lnTo>
                  <a:lnTo>
                    <a:pt x="91455" y="7533"/>
                  </a:lnTo>
                  <a:lnTo>
                    <a:pt x="86138" y="9283"/>
                  </a:lnTo>
                  <a:lnTo>
                    <a:pt x="80884" y="11211"/>
                  </a:lnTo>
                  <a:lnTo>
                    <a:pt x="75696" y="13313"/>
                  </a:lnTo>
                  <a:lnTo>
                    <a:pt x="70582" y="15588"/>
                  </a:lnTo>
                  <a:lnTo>
                    <a:pt x="65547" y="18033"/>
                  </a:lnTo>
                  <a:lnTo>
                    <a:pt x="60597" y="20645"/>
                  </a:lnTo>
                  <a:lnTo>
                    <a:pt x="55737" y="23421"/>
                  </a:lnTo>
                  <a:lnTo>
                    <a:pt x="50973" y="26359"/>
                  </a:lnTo>
                  <a:lnTo>
                    <a:pt x="46309" y="29454"/>
                  </a:lnTo>
                  <a:lnTo>
                    <a:pt x="41752" y="32704"/>
                  </a:lnTo>
                  <a:lnTo>
                    <a:pt x="37306" y="36104"/>
                  </a:lnTo>
                  <a:lnTo>
                    <a:pt x="32977" y="39651"/>
                  </a:lnTo>
                  <a:lnTo>
                    <a:pt x="28768" y="43342"/>
                  </a:lnTo>
                  <a:lnTo>
                    <a:pt x="24686" y="47171"/>
                  </a:lnTo>
                  <a:lnTo>
                    <a:pt x="20734" y="51134"/>
                  </a:lnTo>
                  <a:lnTo>
                    <a:pt x="16917" y="55228"/>
                  </a:lnTo>
                  <a:lnTo>
                    <a:pt x="13239" y="59447"/>
                  </a:lnTo>
                  <a:lnTo>
                    <a:pt x="9704" y="63787"/>
                  </a:lnTo>
                  <a:lnTo>
                    <a:pt x="6317" y="68243"/>
                  </a:lnTo>
                  <a:lnTo>
                    <a:pt x="3081" y="72810"/>
                  </a:lnTo>
                  <a:lnTo>
                    <a:pt x="0" y="77482"/>
                  </a:lnTo>
                  <a:lnTo>
                    <a:pt x="14107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399" y="4291304"/>
              <a:ext cx="141072" cy="89684"/>
            </a:xfrm>
            <a:custGeom>
              <a:avLst/>
              <a:pathLst>
                <a:path w="141072" h="89684">
                  <a:moveTo>
                    <a:pt x="0" y="0"/>
                  </a:moveTo>
                  <a:lnTo>
                    <a:pt x="141072" y="896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8" y="4275304"/>
              <a:ext cx="334310" cy="272850"/>
            </a:xfrm>
            <a:custGeom>
              <a:avLst/>
              <a:pathLst>
                <a:path w="334310" h="272850">
                  <a:moveTo>
                    <a:pt x="26090" y="15999"/>
                  </a:moveTo>
                  <a:lnTo>
                    <a:pt x="23308" y="20534"/>
                  </a:lnTo>
                  <a:lnTo>
                    <a:pt x="20671" y="25155"/>
                  </a:lnTo>
                  <a:lnTo>
                    <a:pt x="18182" y="29858"/>
                  </a:lnTo>
                  <a:lnTo>
                    <a:pt x="15845" y="34637"/>
                  </a:lnTo>
                  <a:lnTo>
                    <a:pt x="13661" y="39488"/>
                  </a:lnTo>
                  <a:lnTo>
                    <a:pt x="11632" y="44407"/>
                  </a:lnTo>
                  <a:lnTo>
                    <a:pt x="9761" y="49387"/>
                  </a:lnTo>
                  <a:lnTo>
                    <a:pt x="8049" y="54425"/>
                  </a:lnTo>
                  <a:lnTo>
                    <a:pt x="6498" y="59514"/>
                  </a:lnTo>
                  <a:lnTo>
                    <a:pt x="5110" y="64650"/>
                  </a:lnTo>
                  <a:lnTo>
                    <a:pt x="3887" y="69828"/>
                  </a:lnTo>
                  <a:lnTo>
                    <a:pt x="2828" y="75042"/>
                  </a:lnTo>
                  <a:lnTo>
                    <a:pt x="1936" y="80287"/>
                  </a:lnTo>
                  <a:lnTo>
                    <a:pt x="1212" y="85558"/>
                  </a:lnTo>
                  <a:lnTo>
                    <a:pt x="655" y="90849"/>
                  </a:lnTo>
                  <a:lnTo>
                    <a:pt x="268" y="96156"/>
                  </a:lnTo>
                  <a:lnTo>
                    <a:pt x="49" y="101472"/>
                  </a:lnTo>
                  <a:lnTo>
                    <a:pt x="0" y="106792"/>
                  </a:lnTo>
                  <a:lnTo>
                    <a:pt x="119" y="112111"/>
                  </a:lnTo>
                  <a:lnTo>
                    <a:pt x="409" y="117423"/>
                  </a:lnTo>
                  <a:lnTo>
                    <a:pt x="867" y="122724"/>
                  </a:lnTo>
                  <a:lnTo>
                    <a:pt x="1493" y="128007"/>
                  </a:lnTo>
                  <a:lnTo>
                    <a:pt x="2287" y="133268"/>
                  </a:lnTo>
                  <a:lnTo>
                    <a:pt x="3249" y="138501"/>
                  </a:lnTo>
                  <a:lnTo>
                    <a:pt x="4376" y="143700"/>
                  </a:lnTo>
                  <a:lnTo>
                    <a:pt x="5668" y="148862"/>
                  </a:lnTo>
                  <a:lnTo>
                    <a:pt x="7124" y="153979"/>
                  </a:lnTo>
                  <a:lnTo>
                    <a:pt x="8742" y="159047"/>
                  </a:lnTo>
                  <a:lnTo>
                    <a:pt x="10520" y="164062"/>
                  </a:lnTo>
                  <a:lnTo>
                    <a:pt x="12457" y="169017"/>
                  </a:lnTo>
                  <a:lnTo>
                    <a:pt x="14551" y="173908"/>
                  </a:lnTo>
                  <a:lnTo>
                    <a:pt x="16799" y="178730"/>
                  </a:lnTo>
                  <a:lnTo>
                    <a:pt x="19200" y="183478"/>
                  </a:lnTo>
                  <a:lnTo>
                    <a:pt x="21751" y="188147"/>
                  </a:lnTo>
                  <a:lnTo>
                    <a:pt x="24449" y="192733"/>
                  </a:lnTo>
                  <a:lnTo>
                    <a:pt x="27291" y="197230"/>
                  </a:lnTo>
                  <a:lnTo>
                    <a:pt x="30275" y="201635"/>
                  </a:lnTo>
                  <a:lnTo>
                    <a:pt x="33398" y="205943"/>
                  </a:lnTo>
                  <a:lnTo>
                    <a:pt x="36656" y="210149"/>
                  </a:lnTo>
                  <a:lnTo>
                    <a:pt x="40046" y="214249"/>
                  </a:lnTo>
                  <a:lnTo>
                    <a:pt x="43566" y="218239"/>
                  </a:lnTo>
                  <a:lnTo>
                    <a:pt x="47210" y="222115"/>
                  </a:lnTo>
                  <a:lnTo>
                    <a:pt x="50976" y="225874"/>
                  </a:lnTo>
                  <a:lnTo>
                    <a:pt x="54860" y="229510"/>
                  </a:lnTo>
                  <a:lnTo>
                    <a:pt x="58857" y="233021"/>
                  </a:lnTo>
                  <a:lnTo>
                    <a:pt x="62964" y="236403"/>
                  </a:lnTo>
                  <a:lnTo>
                    <a:pt x="67177" y="239653"/>
                  </a:lnTo>
                  <a:lnTo>
                    <a:pt x="71490" y="242767"/>
                  </a:lnTo>
                  <a:lnTo>
                    <a:pt x="75901" y="245742"/>
                  </a:lnTo>
                  <a:lnTo>
                    <a:pt x="80404" y="248575"/>
                  </a:lnTo>
                  <a:lnTo>
                    <a:pt x="84996" y="251264"/>
                  </a:lnTo>
                  <a:lnTo>
                    <a:pt x="89670" y="253805"/>
                  </a:lnTo>
                  <a:lnTo>
                    <a:pt x="94423" y="256196"/>
                  </a:lnTo>
                  <a:lnTo>
                    <a:pt x="99249" y="258435"/>
                  </a:lnTo>
                  <a:lnTo>
                    <a:pt x="104145" y="260518"/>
                  </a:lnTo>
                  <a:lnTo>
                    <a:pt x="109104" y="262445"/>
                  </a:lnTo>
                  <a:lnTo>
                    <a:pt x="114122" y="264214"/>
                  </a:lnTo>
                  <a:lnTo>
                    <a:pt x="119193" y="265821"/>
                  </a:lnTo>
                  <a:lnTo>
                    <a:pt x="124314" y="267267"/>
                  </a:lnTo>
                  <a:lnTo>
                    <a:pt x="129477" y="268548"/>
                  </a:lnTo>
                  <a:lnTo>
                    <a:pt x="134679" y="269665"/>
                  </a:lnTo>
                  <a:lnTo>
                    <a:pt x="139914" y="270616"/>
                  </a:lnTo>
                  <a:lnTo>
                    <a:pt x="145176" y="271400"/>
                  </a:lnTo>
                  <a:lnTo>
                    <a:pt x="150461" y="272015"/>
                  </a:lnTo>
                  <a:lnTo>
                    <a:pt x="155763" y="272463"/>
                  </a:lnTo>
                  <a:lnTo>
                    <a:pt x="161076" y="272741"/>
                  </a:lnTo>
                  <a:lnTo>
                    <a:pt x="166395" y="272850"/>
                  </a:lnTo>
                  <a:lnTo>
                    <a:pt x="171715" y="272790"/>
                  </a:lnTo>
                  <a:lnTo>
                    <a:pt x="177030" y="272560"/>
                  </a:lnTo>
                  <a:lnTo>
                    <a:pt x="182336" y="272162"/>
                  </a:lnTo>
                  <a:lnTo>
                    <a:pt x="187626" y="271595"/>
                  </a:lnTo>
                  <a:lnTo>
                    <a:pt x="192895" y="270859"/>
                  </a:lnTo>
                  <a:lnTo>
                    <a:pt x="198139" y="269957"/>
                  </a:lnTo>
                  <a:lnTo>
                    <a:pt x="203351" y="268888"/>
                  </a:lnTo>
                  <a:lnTo>
                    <a:pt x="208526" y="267654"/>
                  </a:lnTo>
                  <a:lnTo>
                    <a:pt x="213659" y="266255"/>
                  </a:lnTo>
                  <a:lnTo>
                    <a:pt x="218745" y="264694"/>
                  </a:lnTo>
                  <a:lnTo>
                    <a:pt x="223779" y="262972"/>
                  </a:lnTo>
                  <a:lnTo>
                    <a:pt x="228756" y="261091"/>
                  </a:lnTo>
                  <a:lnTo>
                    <a:pt x="233670" y="259052"/>
                  </a:lnTo>
                  <a:lnTo>
                    <a:pt x="238517" y="256858"/>
                  </a:lnTo>
                  <a:lnTo>
                    <a:pt x="243292" y="254511"/>
                  </a:lnTo>
                  <a:lnTo>
                    <a:pt x="247989" y="252013"/>
                  </a:lnTo>
                  <a:lnTo>
                    <a:pt x="252605" y="249367"/>
                  </a:lnTo>
                  <a:lnTo>
                    <a:pt x="257134" y="246575"/>
                  </a:lnTo>
                  <a:lnTo>
                    <a:pt x="261572" y="243641"/>
                  </a:lnTo>
                  <a:lnTo>
                    <a:pt x="265914" y="240566"/>
                  </a:lnTo>
                  <a:lnTo>
                    <a:pt x="270157" y="237355"/>
                  </a:lnTo>
                  <a:lnTo>
                    <a:pt x="274295" y="234011"/>
                  </a:lnTo>
                  <a:lnTo>
                    <a:pt x="278324" y="230537"/>
                  </a:lnTo>
                  <a:lnTo>
                    <a:pt x="282241" y="226936"/>
                  </a:lnTo>
                  <a:lnTo>
                    <a:pt x="286041" y="223213"/>
                  </a:lnTo>
                  <a:lnTo>
                    <a:pt x="289721" y="219370"/>
                  </a:lnTo>
                  <a:lnTo>
                    <a:pt x="293277" y="215413"/>
                  </a:lnTo>
                  <a:lnTo>
                    <a:pt x="296705" y="211344"/>
                  </a:lnTo>
                  <a:lnTo>
                    <a:pt x="300002" y="207168"/>
                  </a:lnTo>
                  <a:lnTo>
                    <a:pt x="303164" y="202889"/>
                  </a:lnTo>
                  <a:lnTo>
                    <a:pt x="306188" y="198512"/>
                  </a:lnTo>
                  <a:lnTo>
                    <a:pt x="309072" y="194041"/>
                  </a:lnTo>
                  <a:lnTo>
                    <a:pt x="311812" y="189480"/>
                  </a:lnTo>
                  <a:lnTo>
                    <a:pt x="314405" y="184835"/>
                  </a:lnTo>
                  <a:lnTo>
                    <a:pt x="316849" y="180109"/>
                  </a:lnTo>
                  <a:lnTo>
                    <a:pt x="319142" y="175308"/>
                  </a:lnTo>
                  <a:lnTo>
                    <a:pt x="321281" y="170436"/>
                  </a:lnTo>
                  <a:lnTo>
                    <a:pt x="323263" y="165499"/>
                  </a:lnTo>
                  <a:lnTo>
                    <a:pt x="325087" y="160501"/>
                  </a:lnTo>
                  <a:lnTo>
                    <a:pt x="326752" y="155448"/>
                  </a:lnTo>
                  <a:lnTo>
                    <a:pt x="328255" y="150344"/>
                  </a:lnTo>
                  <a:lnTo>
                    <a:pt x="329594" y="145195"/>
                  </a:lnTo>
                  <a:lnTo>
                    <a:pt x="330769" y="140006"/>
                  </a:lnTo>
                  <a:lnTo>
                    <a:pt x="331779" y="134782"/>
                  </a:lnTo>
                  <a:lnTo>
                    <a:pt x="332621" y="129529"/>
                  </a:lnTo>
                  <a:lnTo>
                    <a:pt x="333296" y="124252"/>
                  </a:lnTo>
                  <a:lnTo>
                    <a:pt x="333803" y="118956"/>
                  </a:lnTo>
                  <a:lnTo>
                    <a:pt x="334141" y="113646"/>
                  </a:lnTo>
                  <a:lnTo>
                    <a:pt x="334310" y="108328"/>
                  </a:lnTo>
                  <a:lnTo>
                    <a:pt x="334309" y="103008"/>
                  </a:lnTo>
                  <a:lnTo>
                    <a:pt x="334139" y="97690"/>
                  </a:lnTo>
                  <a:lnTo>
                    <a:pt x="333800" y="92381"/>
                  </a:lnTo>
                  <a:lnTo>
                    <a:pt x="333293" y="87084"/>
                  </a:lnTo>
                  <a:lnTo>
                    <a:pt x="332617" y="81807"/>
                  </a:lnTo>
                  <a:lnTo>
                    <a:pt x="331773" y="76554"/>
                  </a:lnTo>
                  <a:lnTo>
                    <a:pt x="330763" y="71330"/>
                  </a:lnTo>
                  <a:lnTo>
                    <a:pt x="329587" y="66142"/>
                  </a:lnTo>
                  <a:lnTo>
                    <a:pt x="328246" y="60993"/>
                  </a:lnTo>
                  <a:lnTo>
                    <a:pt x="326742" y="55890"/>
                  </a:lnTo>
                  <a:lnTo>
                    <a:pt x="325077" y="50837"/>
                  </a:lnTo>
                  <a:lnTo>
                    <a:pt x="323251" y="45839"/>
                  </a:lnTo>
                  <a:lnTo>
                    <a:pt x="321268" y="40902"/>
                  </a:lnTo>
                  <a:lnTo>
                    <a:pt x="319128" y="36031"/>
                  </a:lnTo>
                  <a:lnTo>
                    <a:pt x="316835" y="31230"/>
                  </a:lnTo>
                  <a:lnTo>
                    <a:pt x="314390" y="26505"/>
                  </a:lnTo>
                  <a:lnTo>
                    <a:pt x="311795" y="21860"/>
                  </a:lnTo>
                  <a:lnTo>
                    <a:pt x="309055" y="17300"/>
                  </a:lnTo>
                  <a:lnTo>
                    <a:pt x="306170" y="12829"/>
                  </a:lnTo>
                  <a:lnTo>
                    <a:pt x="303145" y="8453"/>
                  </a:lnTo>
                  <a:lnTo>
                    <a:pt x="299982" y="4175"/>
                  </a:lnTo>
                  <a:lnTo>
                    <a:pt x="296684" y="0"/>
                  </a:lnTo>
                  <a:lnTo>
                    <a:pt x="167163" y="105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9520" cy="167167"/>
            </a:xfrm>
            <a:custGeom>
              <a:avLst/>
              <a:pathLst>
                <a:path w="129520" h="167167">
                  <a:moveTo>
                    <a:pt x="129520" y="61482"/>
                  </a:moveTo>
                  <a:lnTo>
                    <a:pt x="125982" y="57288"/>
                  </a:lnTo>
                  <a:lnTo>
                    <a:pt x="122307" y="53212"/>
                  </a:lnTo>
                  <a:lnTo>
                    <a:pt x="118501" y="49259"/>
                  </a:lnTo>
                  <a:lnTo>
                    <a:pt x="114567" y="45433"/>
                  </a:lnTo>
                  <a:lnTo>
                    <a:pt x="110509" y="41738"/>
                  </a:lnTo>
                  <a:lnTo>
                    <a:pt x="106333" y="38178"/>
                  </a:lnTo>
                  <a:lnTo>
                    <a:pt x="102042" y="34757"/>
                  </a:lnTo>
                  <a:lnTo>
                    <a:pt x="97640" y="31479"/>
                  </a:lnTo>
                  <a:lnTo>
                    <a:pt x="93134" y="28347"/>
                  </a:lnTo>
                  <a:lnTo>
                    <a:pt x="88527" y="25365"/>
                  </a:lnTo>
                  <a:lnTo>
                    <a:pt x="83825" y="22536"/>
                  </a:lnTo>
                  <a:lnTo>
                    <a:pt x="79033" y="19862"/>
                  </a:lnTo>
                  <a:lnTo>
                    <a:pt x="74155" y="17347"/>
                  </a:lnTo>
                  <a:lnTo>
                    <a:pt x="69198" y="14994"/>
                  </a:lnTo>
                  <a:lnTo>
                    <a:pt x="64165" y="12805"/>
                  </a:lnTo>
                  <a:lnTo>
                    <a:pt x="59064" y="10782"/>
                  </a:lnTo>
                  <a:lnTo>
                    <a:pt x="53899" y="8927"/>
                  </a:lnTo>
                  <a:lnTo>
                    <a:pt x="48676" y="7243"/>
                  </a:lnTo>
                  <a:lnTo>
                    <a:pt x="43401" y="5732"/>
                  </a:lnTo>
                  <a:lnTo>
                    <a:pt x="38078" y="4394"/>
                  </a:lnTo>
                  <a:lnTo>
                    <a:pt x="32715" y="3232"/>
                  </a:lnTo>
                  <a:lnTo>
                    <a:pt x="27317" y="2247"/>
                  </a:lnTo>
                  <a:lnTo>
                    <a:pt x="21889" y="1439"/>
                  </a:lnTo>
                  <a:lnTo>
                    <a:pt x="16437" y="810"/>
                  </a:lnTo>
                  <a:lnTo>
                    <a:pt x="10968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078" y="3707720"/>
              <a:ext cx="166933" cy="167167"/>
            </a:xfrm>
            <a:custGeom>
              <a:avLst/>
              <a:pathLst>
                <a:path w="166933" h="167167">
                  <a:moveTo>
                    <a:pt x="166933" y="0"/>
                  </a:moveTo>
                  <a:lnTo>
                    <a:pt x="161535" y="87"/>
                  </a:lnTo>
                  <a:lnTo>
                    <a:pt x="156143" y="348"/>
                  </a:lnTo>
                  <a:lnTo>
                    <a:pt x="150762" y="783"/>
                  </a:lnTo>
                  <a:lnTo>
                    <a:pt x="145398" y="1392"/>
                  </a:lnTo>
                  <a:lnTo>
                    <a:pt x="140056" y="2174"/>
                  </a:lnTo>
                  <a:lnTo>
                    <a:pt x="134743" y="3128"/>
                  </a:lnTo>
                  <a:lnTo>
                    <a:pt x="129463" y="4253"/>
                  </a:lnTo>
                  <a:lnTo>
                    <a:pt x="124222" y="5548"/>
                  </a:lnTo>
                  <a:lnTo>
                    <a:pt x="119026" y="7011"/>
                  </a:lnTo>
                  <a:lnTo>
                    <a:pt x="113879" y="8642"/>
                  </a:lnTo>
                  <a:lnTo>
                    <a:pt x="108788" y="10437"/>
                  </a:lnTo>
                  <a:lnTo>
                    <a:pt x="103758" y="12397"/>
                  </a:lnTo>
                  <a:lnTo>
                    <a:pt x="98793" y="14517"/>
                  </a:lnTo>
                  <a:lnTo>
                    <a:pt x="93900" y="16797"/>
                  </a:lnTo>
                  <a:lnTo>
                    <a:pt x="89083" y="19234"/>
                  </a:lnTo>
                  <a:lnTo>
                    <a:pt x="84346" y="21825"/>
                  </a:lnTo>
                  <a:lnTo>
                    <a:pt x="79696" y="24567"/>
                  </a:lnTo>
                  <a:lnTo>
                    <a:pt x="75137" y="27458"/>
                  </a:lnTo>
                  <a:lnTo>
                    <a:pt x="70674" y="30495"/>
                  </a:lnTo>
                  <a:lnTo>
                    <a:pt x="66311" y="33675"/>
                  </a:lnTo>
                  <a:lnTo>
                    <a:pt x="62053" y="36993"/>
                  </a:lnTo>
                  <a:lnTo>
                    <a:pt x="57905" y="40448"/>
                  </a:lnTo>
                  <a:lnTo>
                    <a:pt x="53870" y="44034"/>
                  </a:lnTo>
                  <a:lnTo>
                    <a:pt x="49953" y="47749"/>
                  </a:lnTo>
                  <a:lnTo>
                    <a:pt x="46158" y="51589"/>
                  </a:lnTo>
                  <a:lnTo>
                    <a:pt x="42489" y="55549"/>
                  </a:lnTo>
                  <a:lnTo>
                    <a:pt x="38950" y="59625"/>
                  </a:lnTo>
                  <a:lnTo>
                    <a:pt x="35544" y="63814"/>
                  </a:lnTo>
                  <a:lnTo>
                    <a:pt x="32275" y="68110"/>
                  </a:lnTo>
                  <a:lnTo>
                    <a:pt x="29147" y="72510"/>
                  </a:lnTo>
                  <a:lnTo>
                    <a:pt x="26162" y="77008"/>
                  </a:lnTo>
                  <a:lnTo>
                    <a:pt x="23324" y="81601"/>
                  </a:lnTo>
                  <a:lnTo>
                    <a:pt x="20636" y="86282"/>
                  </a:lnTo>
                  <a:lnTo>
                    <a:pt x="18101" y="91048"/>
                  </a:lnTo>
                  <a:lnTo>
                    <a:pt x="15721" y="95894"/>
                  </a:lnTo>
                  <a:lnTo>
                    <a:pt x="13498" y="100814"/>
                  </a:lnTo>
                  <a:lnTo>
                    <a:pt x="11436" y="105803"/>
                  </a:lnTo>
                  <a:lnTo>
                    <a:pt x="9535" y="110856"/>
                  </a:lnTo>
                  <a:lnTo>
                    <a:pt x="7799" y="115967"/>
                  </a:lnTo>
                  <a:lnTo>
                    <a:pt x="6229" y="121132"/>
                  </a:lnTo>
                  <a:lnTo>
                    <a:pt x="4826" y="126345"/>
                  </a:lnTo>
                  <a:lnTo>
                    <a:pt x="3593" y="131601"/>
                  </a:lnTo>
                  <a:lnTo>
                    <a:pt x="2529" y="136894"/>
                  </a:lnTo>
                  <a:lnTo>
                    <a:pt x="1638" y="142218"/>
                  </a:lnTo>
                  <a:lnTo>
                    <a:pt x="918" y="147568"/>
                  </a:lnTo>
                  <a:lnTo>
                    <a:pt x="372" y="152939"/>
                  </a:lnTo>
                  <a:lnTo>
                    <a:pt x="0" y="158325"/>
                  </a:lnTo>
                  <a:lnTo>
                    <a:pt x="16693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3" y="3708028"/>
              <a:ext cx="334304" cy="334026"/>
            </a:xfrm>
            <a:custGeom>
              <a:avLst/>
              <a:pathLst>
                <a:path w="334304" h="334026">
                  <a:moveTo>
                    <a:pt x="224" y="158017"/>
                  </a:moveTo>
                  <a:lnTo>
                    <a:pt x="27" y="163327"/>
                  </a:lnTo>
                  <a:lnTo>
                    <a:pt x="0" y="168640"/>
                  </a:lnTo>
                  <a:lnTo>
                    <a:pt x="141" y="173952"/>
                  </a:lnTo>
                  <a:lnTo>
                    <a:pt x="450" y="179257"/>
                  </a:lnTo>
                  <a:lnTo>
                    <a:pt x="929" y="184549"/>
                  </a:lnTo>
                  <a:lnTo>
                    <a:pt x="1575" y="189823"/>
                  </a:lnTo>
                  <a:lnTo>
                    <a:pt x="2388" y="195074"/>
                  </a:lnTo>
                  <a:lnTo>
                    <a:pt x="3368" y="200296"/>
                  </a:lnTo>
                  <a:lnTo>
                    <a:pt x="4514" y="205485"/>
                  </a:lnTo>
                  <a:lnTo>
                    <a:pt x="5824" y="210635"/>
                  </a:lnTo>
                  <a:lnTo>
                    <a:pt x="7296" y="215740"/>
                  </a:lnTo>
                  <a:lnTo>
                    <a:pt x="8931" y="220796"/>
                  </a:lnTo>
                  <a:lnTo>
                    <a:pt x="10725" y="225798"/>
                  </a:lnTo>
                  <a:lnTo>
                    <a:pt x="12677" y="230740"/>
                  </a:lnTo>
                  <a:lnTo>
                    <a:pt x="14785" y="235617"/>
                  </a:lnTo>
                  <a:lnTo>
                    <a:pt x="17048" y="240425"/>
                  </a:lnTo>
                  <a:lnTo>
                    <a:pt x="19462" y="245159"/>
                  </a:lnTo>
                  <a:lnTo>
                    <a:pt x="22025" y="249814"/>
                  </a:lnTo>
                  <a:lnTo>
                    <a:pt x="24735" y="254384"/>
                  </a:lnTo>
                  <a:lnTo>
                    <a:pt x="27588" y="258867"/>
                  </a:lnTo>
                  <a:lnTo>
                    <a:pt x="30583" y="263256"/>
                  </a:lnTo>
                  <a:lnTo>
                    <a:pt x="33716" y="267548"/>
                  </a:lnTo>
                  <a:lnTo>
                    <a:pt x="36983" y="271738"/>
                  </a:lnTo>
                  <a:lnTo>
                    <a:pt x="40383" y="275822"/>
                  </a:lnTo>
                  <a:lnTo>
                    <a:pt x="43910" y="279797"/>
                  </a:lnTo>
                  <a:lnTo>
                    <a:pt x="47561" y="283657"/>
                  </a:lnTo>
                  <a:lnTo>
                    <a:pt x="51334" y="287399"/>
                  </a:lnTo>
                  <a:lnTo>
                    <a:pt x="55223" y="291019"/>
                  </a:lnTo>
                  <a:lnTo>
                    <a:pt x="59226" y="294514"/>
                  </a:lnTo>
                  <a:lnTo>
                    <a:pt x="63338" y="297879"/>
                  </a:lnTo>
                  <a:lnTo>
                    <a:pt x="67554" y="301113"/>
                  </a:lnTo>
                  <a:lnTo>
                    <a:pt x="71872" y="304211"/>
                  </a:lnTo>
                  <a:lnTo>
                    <a:pt x="76285" y="307170"/>
                  </a:lnTo>
                  <a:lnTo>
                    <a:pt x="80790" y="309987"/>
                  </a:lnTo>
                  <a:lnTo>
                    <a:pt x="85383" y="312660"/>
                  </a:lnTo>
                  <a:lnTo>
                    <a:pt x="90058" y="315185"/>
                  </a:lnTo>
                  <a:lnTo>
                    <a:pt x="94811" y="317560"/>
                  </a:lnTo>
                  <a:lnTo>
                    <a:pt x="99637" y="319784"/>
                  </a:lnTo>
                  <a:lnTo>
                    <a:pt x="104532" y="321852"/>
                  </a:lnTo>
                  <a:lnTo>
                    <a:pt x="109490" y="323764"/>
                  </a:lnTo>
                  <a:lnTo>
                    <a:pt x="114506" y="325518"/>
                  </a:lnTo>
                  <a:lnTo>
                    <a:pt x="119575" y="327111"/>
                  </a:lnTo>
                  <a:lnTo>
                    <a:pt x="124692" y="328543"/>
                  </a:lnTo>
                  <a:lnTo>
                    <a:pt x="129852" y="329810"/>
                  </a:lnTo>
                  <a:lnTo>
                    <a:pt x="135050" y="330914"/>
                  </a:lnTo>
                  <a:lnTo>
                    <a:pt x="140280" y="331851"/>
                  </a:lnTo>
                  <a:lnTo>
                    <a:pt x="145538" y="332622"/>
                  </a:lnTo>
                  <a:lnTo>
                    <a:pt x="150817" y="333226"/>
                  </a:lnTo>
                  <a:lnTo>
                    <a:pt x="156113" y="333661"/>
                  </a:lnTo>
                  <a:lnTo>
                    <a:pt x="161420" y="333928"/>
                  </a:lnTo>
                  <a:lnTo>
                    <a:pt x="166732" y="334026"/>
                  </a:lnTo>
                  <a:lnTo>
                    <a:pt x="172045" y="333955"/>
                  </a:lnTo>
                  <a:lnTo>
                    <a:pt x="177354" y="333715"/>
                  </a:lnTo>
                  <a:lnTo>
                    <a:pt x="182652" y="333307"/>
                  </a:lnTo>
                  <a:lnTo>
                    <a:pt x="187934" y="332730"/>
                  </a:lnTo>
                  <a:lnTo>
                    <a:pt x="193195" y="331986"/>
                  </a:lnTo>
                  <a:lnTo>
                    <a:pt x="198430" y="331075"/>
                  </a:lnTo>
                  <a:lnTo>
                    <a:pt x="203634" y="329998"/>
                  </a:lnTo>
                  <a:lnTo>
                    <a:pt x="208800" y="328756"/>
                  </a:lnTo>
                  <a:lnTo>
                    <a:pt x="213925" y="327351"/>
                  </a:lnTo>
                  <a:lnTo>
                    <a:pt x="219002" y="325784"/>
                  </a:lnTo>
                  <a:lnTo>
                    <a:pt x="224027" y="324056"/>
                  </a:lnTo>
                  <a:lnTo>
                    <a:pt x="228994" y="322169"/>
                  </a:lnTo>
                  <a:lnTo>
                    <a:pt x="233899" y="320125"/>
                  </a:lnTo>
                  <a:lnTo>
                    <a:pt x="238736" y="317926"/>
                  </a:lnTo>
                  <a:lnTo>
                    <a:pt x="243501" y="315575"/>
                  </a:lnTo>
                  <a:lnTo>
                    <a:pt x="248189" y="313074"/>
                  </a:lnTo>
                  <a:lnTo>
                    <a:pt x="252795" y="310424"/>
                  </a:lnTo>
                  <a:lnTo>
                    <a:pt x="257315" y="307630"/>
                  </a:lnTo>
                  <a:lnTo>
                    <a:pt x="261743" y="304694"/>
                  </a:lnTo>
                  <a:lnTo>
                    <a:pt x="266076" y="301618"/>
                  </a:lnTo>
                  <a:lnTo>
                    <a:pt x="270309" y="298406"/>
                  </a:lnTo>
                  <a:lnTo>
                    <a:pt x="274438" y="295061"/>
                  </a:lnTo>
                  <a:lnTo>
                    <a:pt x="278459" y="291587"/>
                  </a:lnTo>
                  <a:lnTo>
                    <a:pt x="282366" y="287986"/>
                  </a:lnTo>
                  <a:lnTo>
                    <a:pt x="286158" y="284263"/>
                  </a:lnTo>
                  <a:lnTo>
                    <a:pt x="289829" y="280422"/>
                  </a:lnTo>
                  <a:lnTo>
                    <a:pt x="293377" y="276466"/>
                  </a:lnTo>
                  <a:lnTo>
                    <a:pt x="296796" y="272399"/>
                  </a:lnTo>
                  <a:lnTo>
                    <a:pt x="300085" y="268225"/>
                  </a:lnTo>
                  <a:lnTo>
                    <a:pt x="303240" y="263949"/>
                  </a:lnTo>
                  <a:lnTo>
                    <a:pt x="306257" y="259575"/>
                  </a:lnTo>
                  <a:lnTo>
                    <a:pt x="309133" y="255108"/>
                  </a:lnTo>
                  <a:lnTo>
                    <a:pt x="311866" y="250551"/>
                  </a:lnTo>
                  <a:lnTo>
                    <a:pt x="314453" y="245909"/>
                  </a:lnTo>
                  <a:lnTo>
                    <a:pt x="316891" y="241188"/>
                  </a:lnTo>
                  <a:lnTo>
                    <a:pt x="319178" y="236391"/>
                  </a:lnTo>
                  <a:lnTo>
                    <a:pt x="321311" y="231525"/>
                  </a:lnTo>
                  <a:lnTo>
                    <a:pt x="323288" y="226593"/>
                  </a:lnTo>
                  <a:lnTo>
                    <a:pt x="325108" y="221600"/>
                  </a:lnTo>
                  <a:lnTo>
                    <a:pt x="326768" y="216553"/>
                  </a:lnTo>
                  <a:lnTo>
                    <a:pt x="328267" y="211455"/>
                  </a:lnTo>
                  <a:lnTo>
                    <a:pt x="329603" y="206312"/>
                  </a:lnTo>
                  <a:lnTo>
                    <a:pt x="330774" y="201129"/>
                  </a:lnTo>
                  <a:lnTo>
                    <a:pt x="331781" y="195912"/>
                  </a:lnTo>
                  <a:lnTo>
                    <a:pt x="332621" y="190665"/>
                  </a:lnTo>
                  <a:lnTo>
                    <a:pt x="333294" y="185394"/>
                  </a:lnTo>
                  <a:lnTo>
                    <a:pt x="333799" y="180104"/>
                  </a:lnTo>
                  <a:lnTo>
                    <a:pt x="334136" y="174801"/>
                  </a:lnTo>
                  <a:lnTo>
                    <a:pt x="334304" y="169490"/>
                  </a:lnTo>
                  <a:lnTo>
                    <a:pt x="334303" y="164177"/>
                  </a:lnTo>
                  <a:lnTo>
                    <a:pt x="334134" y="158866"/>
                  </a:lnTo>
                  <a:lnTo>
                    <a:pt x="333795" y="153563"/>
                  </a:lnTo>
                  <a:lnTo>
                    <a:pt x="333289" y="148274"/>
                  </a:lnTo>
                  <a:lnTo>
                    <a:pt x="332614" y="143003"/>
                  </a:lnTo>
                  <a:lnTo>
                    <a:pt x="331772" y="137756"/>
                  </a:lnTo>
                  <a:lnTo>
                    <a:pt x="330764" y="132539"/>
                  </a:lnTo>
                  <a:lnTo>
                    <a:pt x="329591" y="127357"/>
                  </a:lnTo>
                  <a:lnTo>
                    <a:pt x="328253" y="122214"/>
                  </a:lnTo>
                  <a:lnTo>
                    <a:pt x="326753" y="117117"/>
                  </a:lnTo>
                  <a:lnTo>
                    <a:pt x="325091" y="112070"/>
                  </a:lnTo>
                  <a:lnTo>
                    <a:pt x="323270" y="107078"/>
                  </a:lnTo>
                  <a:lnTo>
                    <a:pt x="321291" y="102146"/>
                  </a:lnTo>
                  <a:lnTo>
                    <a:pt x="319157" y="97280"/>
                  </a:lnTo>
                  <a:lnTo>
                    <a:pt x="316869" y="92485"/>
                  </a:lnTo>
                  <a:lnTo>
                    <a:pt x="314429" y="87764"/>
                  </a:lnTo>
                  <a:lnTo>
                    <a:pt x="311841" y="83123"/>
                  </a:lnTo>
                  <a:lnTo>
                    <a:pt x="309107" y="78567"/>
                  </a:lnTo>
                  <a:lnTo>
                    <a:pt x="306229" y="74100"/>
                  </a:lnTo>
                  <a:lnTo>
                    <a:pt x="303210" y="69727"/>
                  </a:lnTo>
                  <a:lnTo>
                    <a:pt x="300055" y="65452"/>
                  </a:lnTo>
                  <a:lnTo>
                    <a:pt x="296765" y="61280"/>
                  </a:lnTo>
                  <a:lnTo>
                    <a:pt x="293344" y="57214"/>
                  </a:lnTo>
                  <a:lnTo>
                    <a:pt x="289795" y="53259"/>
                  </a:lnTo>
                  <a:lnTo>
                    <a:pt x="286123" y="49418"/>
                  </a:lnTo>
                  <a:lnTo>
                    <a:pt x="282330" y="45697"/>
                  </a:lnTo>
                  <a:lnTo>
                    <a:pt x="278421" y="42097"/>
                  </a:lnTo>
                  <a:lnTo>
                    <a:pt x="274400" y="38624"/>
                  </a:lnTo>
                  <a:lnTo>
                    <a:pt x="270270" y="35281"/>
                  </a:lnTo>
                  <a:lnTo>
                    <a:pt x="266036" y="32070"/>
                  </a:lnTo>
                  <a:lnTo>
                    <a:pt x="261702" y="28995"/>
                  </a:lnTo>
                  <a:lnTo>
                    <a:pt x="257273" y="26060"/>
                  </a:lnTo>
                  <a:lnTo>
                    <a:pt x="252752" y="23267"/>
                  </a:lnTo>
                  <a:lnTo>
                    <a:pt x="248145" y="20619"/>
                  </a:lnTo>
                  <a:lnTo>
                    <a:pt x="243456" y="18119"/>
                  </a:lnTo>
                  <a:lnTo>
                    <a:pt x="238691" y="15770"/>
                  </a:lnTo>
                  <a:lnTo>
                    <a:pt x="233853" y="13572"/>
                  </a:lnTo>
                  <a:lnTo>
                    <a:pt x="228947" y="11530"/>
                  </a:lnTo>
                  <a:lnTo>
                    <a:pt x="223979" y="9645"/>
                  </a:lnTo>
                  <a:lnTo>
                    <a:pt x="218954" y="7918"/>
                  </a:lnTo>
                  <a:lnTo>
                    <a:pt x="213876" y="6352"/>
                  </a:lnTo>
                  <a:lnTo>
                    <a:pt x="208751" y="4949"/>
                  </a:lnTo>
                  <a:lnTo>
                    <a:pt x="203584" y="3708"/>
                  </a:lnTo>
                  <a:lnTo>
                    <a:pt x="198381" y="2633"/>
                  </a:lnTo>
                  <a:lnTo>
                    <a:pt x="193145" y="1724"/>
                  </a:lnTo>
                  <a:lnTo>
                    <a:pt x="187884" y="981"/>
                  </a:lnTo>
                  <a:lnTo>
                    <a:pt x="182601" y="406"/>
                  </a:lnTo>
                  <a:lnTo>
                    <a:pt x="177303" y="0"/>
                  </a:lnTo>
                  <a:lnTo>
                    <a:pt x="167157" y="1668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0145" cy="167167"/>
            </a:xfrm>
            <a:custGeom>
              <a:avLst/>
              <a:pathLst>
                <a:path w="10145" h="167167">
                  <a:moveTo>
                    <a:pt x="10145" y="30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2025-06-05T19:40:06Z</dcterms:modified>
  <cp:category/>
</cp:coreProperties>
</file>