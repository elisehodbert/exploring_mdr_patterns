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53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90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19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7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6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9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39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5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8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40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43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6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987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7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3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6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6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7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35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5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7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40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15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5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0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53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71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17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6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40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3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7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33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0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153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9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53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6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9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53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6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07120" y="3170392"/>
              <a:ext cx="76658" cy="167167"/>
            </a:xfrm>
            <a:custGeom>
              <a:avLst/>
              <a:pathLst>
                <a:path w="76658" h="167167">
                  <a:moveTo>
                    <a:pt x="76658" y="0"/>
                  </a:moveTo>
                  <a:lnTo>
                    <a:pt x="70971" y="96"/>
                  </a:lnTo>
                  <a:lnTo>
                    <a:pt x="65290" y="386"/>
                  </a:lnTo>
                  <a:lnTo>
                    <a:pt x="59623" y="870"/>
                  </a:lnTo>
                  <a:lnTo>
                    <a:pt x="53975" y="1546"/>
                  </a:lnTo>
                  <a:lnTo>
                    <a:pt x="48353" y="2413"/>
                  </a:lnTo>
                  <a:lnTo>
                    <a:pt x="42765" y="3472"/>
                  </a:lnTo>
                  <a:lnTo>
                    <a:pt x="37215" y="4719"/>
                  </a:lnTo>
                  <a:lnTo>
                    <a:pt x="31711" y="6155"/>
                  </a:lnTo>
                  <a:lnTo>
                    <a:pt x="26259" y="7778"/>
                  </a:lnTo>
                  <a:lnTo>
                    <a:pt x="20866" y="9585"/>
                  </a:lnTo>
                  <a:lnTo>
                    <a:pt x="15537" y="11574"/>
                  </a:lnTo>
                  <a:lnTo>
                    <a:pt x="10279" y="13743"/>
                  </a:lnTo>
                  <a:lnTo>
                    <a:pt x="5098" y="16090"/>
                  </a:lnTo>
                  <a:lnTo>
                    <a:pt x="0" y="18612"/>
                  </a:lnTo>
                  <a:lnTo>
                    <a:pt x="766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07120" y="3189005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29" y="3170398"/>
              <a:ext cx="334309" cy="334327"/>
            </a:xfrm>
            <a:custGeom>
              <a:avLst/>
              <a:pathLst>
                <a:path w="334309" h="334327">
                  <a:moveTo>
                    <a:pt x="90491" y="18606"/>
                  </a:moveTo>
                  <a:lnTo>
                    <a:pt x="85823" y="21109"/>
                  </a:lnTo>
                  <a:lnTo>
                    <a:pt x="81237" y="23759"/>
                  </a:lnTo>
                  <a:lnTo>
                    <a:pt x="76738" y="26553"/>
                  </a:lnTo>
                  <a:lnTo>
                    <a:pt x="72329" y="29487"/>
                  </a:lnTo>
                  <a:lnTo>
                    <a:pt x="68015" y="32560"/>
                  </a:lnTo>
                  <a:lnTo>
                    <a:pt x="63801" y="35768"/>
                  </a:lnTo>
                  <a:lnTo>
                    <a:pt x="59690" y="39108"/>
                  </a:lnTo>
                  <a:lnTo>
                    <a:pt x="55687" y="42577"/>
                  </a:lnTo>
                  <a:lnTo>
                    <a:pt x="51797" y="46170"/>
                  </a:lnTo>
                  <a:lnTo>
                    <a:pt x="48022" y="49885"/>
                  </a:lnTo>
                  <a:lnTo>
                    <a:pt x="44366" y="53718"/>
                  </a:lnTo>
                  <a:lnTo>
                    <a:pt x="40834" y="57664"/>
                  </a:lnTo>
                  <a:lnTo>
                    <a:pt x="37429" y="61721"/>
                  </a:lnTo>
                  <a:lnTo>
                    <a:pt x="34154" y="65883"/>
                  </a:lnTo>
                  <a:lnTo>
                    <a:pt x="31012" y="70147"/>
                  </a:lnTo>
                  <a:lnTo>
                    <a:pt x="28007" y="74508"/>
                  </a:lnTo>
                  <a:lnTo>
                    <a:pt x="25142" y="78963"/>
                  </a:lnTo>
                  <a:lnTo>
                    <a:pt x="22419" y="83506"/>
                  </a:lnTo>
                  <a:lnTo>
                    <a:pt x="19842" y="88133"/>
                  </a:lnTo>
                  <a:lnTo>
                    <a:pt x="17412" y="92839"/>
                  </a:lnTo>
                  <a:lnTo>
                    <a:pt x="15133" y="97620"/>
                  </a:lnTo>
                  <a:lnTo>
                    <a:pt x="13006" y="102470"/>
                  </a:lnTo>
                  <a:lnTo>
                    <a:pt x="11034" y="107386"/>
                  </a:lnTo>
                  <a:lnTo>
                    <a:pt x="9219" y="112361"/>
                  </a:lnTo>
                  <a:lnTo>
                    <a:pt x="7562" y="117392"/>
                  </a:lnTo>
                  <a:lnTo>
                    <a:pt x="6066" y="122472"/>
                  </a:lnTo>
                  <a:lnTo>
                    <a:pt x="4731" y="127598"/>
                  </a:lnTo>
                  <a:lnTo>
                    <a:pt x="3559" y="132763"/>
                  </a:lnTo>
                  <a:lnTo>
                    <a:pt x="2552" y="137963"/>
                  </a:lnTo>
                  <a:lnTo>
                    <a:pt x="1709" y="143192"/>
                  </a:lnTo>
                  <a:lnTo>
                    <a:pt x="1033" y="148445"/>
                  </a:lnTo>
                  <a:lnTo>
                    <a:pt x="523" y="153716"/>
                  </a:lnTo>
                  <a:lnTo>
                    <a:pt x="181" y="159002"/>
                  </a:lnTo>
                  <a:lnTo>
                    <a:pt x="6" y="164295"/>
                  </a:lnTo>
                  <a:lnTo>
                    <a:pt x="0" y="169591"/>
                  </a:lnTo>
                  <a:lnTo>
                    <a:pt x="160" y="174885"/>
                  </a:lnTo>
                  <a:lnTo>
                    <a:pt x="489" y="180171"/>
                  </a:lnTo>
                  <a:lnTo>
                    <a:pt x="985" y="185445"/>
                  </a:lnTo>
                  <a:lnTo>
                    <a:pt x="1647" y="190699"/>
                  </a:lnTo>
                  <a:lnTo>
                    <a:pt x="2476" y="195930"/>
                  </a:lnTo>
                  <a:lnTo>
                    <a:pt x="3470" y="201133"/>
                  </a:lnTo>
                  <a:lnTo>
                    <a:pt x="4628" y="206301"/>
                  </a:lnTo>
                  <a:lnTo>
                    <a:pt x="5950" y="211430"/>
                  </a:lnTo>
                  <a:lnTo>
                    <a:pt x="7433" y="216514"/>
                  </a:lnTo>
                  <a:lnTo>
                    <a:pt x="9077" y="221549"/>
                  </a:lnTo>
                  <a:lnTo>
                    <a:pt x="10879" y="226529"/>
                  </a:lnTo>
                  <a:lnTo>
                    <a:pt x="12838" y="231450"/>
                  </a:lnTo>
                  <a:lnTo>
                    <a:pt x="14952" y="236306"/>
                  </a:lnTo>
                  <a:lnTo>
                    <a:pt x="17219" y="241093"/>
                  </a:lnTo>
                  <a:lnTo>
                    <a:pt x="19637" y="245805"/>
                  </a:lnTo>
                  <a:lnTo>
                    <a:pt x="22202" y="250439"/>
                  </a:lnTo>
                  <a:lnTo>
                    <a:pt x="24913" y="254989"/>
                  </a:lnTo>
                  <a:lnTo>
                    <a:pt x="27767" y="259451"/>
                  </a:lnTo>
                  <a:lnTo>
                    <a:pt x="30760" y="263820"/>
                  </a:lnTo>
                  <a:lnTo>
                    <a:pt x="33891" y="268092"/>
                  </a:lnTo>
                  <a:lnTo>
                    <a:pt x="37155" y="272263"/>
                  </a:lnTo>
                  <a:lnTo>
                    <a:pt x="40550" y="276328"/>
                  </a:lnTo>
                  <a:lnTo>
                    <a:pt x="44071" y="280284"/>
                  </a:lnTo>
                  <a:lnTo>
                    <a:pt x="47717" y="284126"/>
                  </a:lnTo>
                  <a:lnTo>
                    <a:pt x="51482" y="287851"/>
                  </a:lnTo>
                  <a:lnTo>
                    <a:pt x="55364" y="291454"/>
                  </a:lnTo>
                  <a:lnTo>
                    <a:pt x="59357" y="294933"/>
                  </a:lnTo>
                  <a:lnTo>
                    <a:pt x="63459" y="298284"/>
                  </a:lnTo>
                  <a:lnTo>
                    <a:pt x="67665" y="301503"/>
                  </a:lnTo>
                  <a:lnTo>
                    <a:pt x="71971" y="304587"/>
                  </a:lnTo>
                  <a:lnTo>
                    <a:pt x="76372" y="307533"/>
                  </a:lnTo>
                  <a:lnTo>
                    <a:pt x="80864" y="310338"/>
                  </a:lnTo>
                  <a:lnTo>
                    <a:pt x="85443" y="313000"/>
                  </a:lnTo>
                  <a:lnTo>
                    <a:pt x="90104" y="315515"/>
                  </a:lnTo>
                  <a:lnTo>
                    <a:pt x="94843" y="317881"/>
                  </a:lnTo>
                  <a:lnTo>
                    <a:pt x="99654" y="320096"/>
                  </a:lnTo>
                  <a:lnTo>
                    <a:pt x="104532" y="322158"/>
                  </a:lnTo>
                  <a:lnTo>
                    <a:pt x="109474" y="324064"/>
                  </a:lnTo>
                  <a:lnTo>
                    <a:pt x="114473" y="325812"/>
                  </a:lnTo>
                  <a:lnTo>
                    <a:pt x="119526" y="327401"/>
                  </a:lnTo>
                  <a:lnTo>
                    <a:pt x="124626" y="328829"/>
                  </a:lnTo>
                  <a:lnTo>
                    <a:pt x="129769" y="330095"/>
                  </a:lnTo>
                  <a:lnTo>
                    <a:pt x="134949" y="331198"/>
                  </a:lnTo>
                  <a:lnTo>
                    <a:pt x="140162" y="332135"/>
                  </a:lnTo>
                  <a:lnTo>
                    <a:pt x="145401" y="332908"/>
                  </a:lnTo>
                  <a:lnTo>
                    <a:pt x="150663" y="333513"/>
                  </a:lnTo>
                  <a:lnTo>
                    <a:pt x="155941" y="333952"/>
                  </a:lnTo>
                  <a:lnTo>
                    <a:pt x="161231" y="334223"/>
                  </a:lnTo>
                  <a:lnTo>
                    <a:pt x="166526" y="334327"/>
                  </a:lnTo>
                  <a:lnTo>
                    <a:pt x="171822" y="334263"/>
                  </a:lnTo>
                  <a:lnTo>
                    <a:pt x="177113" y="334031"/>
                  </a:lnTo>
                  <a:lnTo>
                    <a:pt x="182394" y="333632"/>
                  </a:lnTo>
                  <a:lnTo>
                    <a:pt x="187660" y="333065"/>
                  </a:lnTo>
                  <a:lnTo>
                    <a:pt x="192906" y="332332"/>
                  </a:lnTo>
                  <a:lnTo>
                    <a:pt x="198125" y="331433"/>
                  </a:lnTo>
                  <a:lnTo>
                    <a:pt x="203314" y="330370"/>
                  </a:lnTo>
                  <a:lnTo>
                    <a:pt x="208466" y="329142"/>
                  </a:lnTo>
                  <a:lnTo>
                    <a:pt x="213576" y="327752"/>
                  </a:lnTo>
                  <a:lnTo>
                    <a:pt x="218641" y="326200"/>
                  </a:lnTo>
                  <a:lnTo>
                    <a:pt x="223653" y="324489"/>
                  </a:lnTo>
                  <a:lnTo>
                    <a:pt x="228609" y="322620"/>
                  </a:lnTo>
                  <a:lnTo>
                    <a:pt x="233502" y="320595"/>
                  </a:lnTo>
                  <a:lnTo>
                    <a:pt x="238330" y="318416"/>
                  </a:lnTo>
                  <a:lnTo>
                    <a:pt x="243086" y="316086"/>
                  </a:lnTo>
                  <a:lnTo>
                    <a:pt x="247765" y="313605"/>
                  </a:lnTo>
                  <a:lnTo>
                    <a:pt x="252364" y="310978"/>
                  </a:lnTo>
                  <a:lnTo>
                    <a:pt x="256877" y="308206"/>
                  </a:lnTo>
                  <a:lnTo>
                    <a:pt x="261300" y="305293"/>
                  </a:lnTo>
                  <a:lnTo>
                    <a:pt x="265629" y="302241"/>
                  </a:lnTo>
                  <a:lnTo>
                    <a:pt x="269859" y="299054"/>
                  </a:lnTo>
                  <a:lnTo>
                    <a:pt x="273986" y="295734"/>
                  </a:lnTo>
                  <a:lnTo>
                    <a:pt x="278005" y="292285"/>
                  </a:lnTo>
                  <a:lnTo>
                    <a:pt x="281913" y="288710"/>
                  </a:lnTo>
                  <a:lnTo>
                    <a:pt x="285706" y="285013"/>
                  </a:lnTo>
                  <a:lnTo>
                    <a:pt x="289380" y="281199"/>
                  </a:lnTo>
                  <a:lnTo>
                    <a:pt x="292931" y="277269"/>
                  </a:lnTo>
                  <a:lnTo>
                    <a:pt x="296356" y="273229"/>
                  </a:lnTo>
                  <a:lnTo>
                    <a:pt x="299652" y="269083"/>
                  </a:lnTo>
                  <a:lnTo>
                    <a:pt x="302814" y="264834"/>
                  </a:lnTo>
                  <a:lnTo>
                    <a:pt x="305840" y="260487"/>
                  </a:lnTo>
                  <a:lnTo>
                    <a:pt x="308727" y="256047"/>
                  </a:lnTo>
                  <a:lnTo>
                    <a:pt x="311472" y="251517"/>
                  </a:lnTo>
                  <a:lnTo>
                    <a:pt x="314071" y="246903"/>
                  </a:lnTo>
                  <a:lnTo>
                    <a:pt x="316524" y="242209"/>
                  </a:lnTo>
                  <a:lnTo>
                    <a:pt x="318826" y="237439"/>
                  </a:lnTo>
                  <a:lnTo>
                    <a:pt x="320977" y="232599"/>
                  </a:lnTo>
                  <a:lnTo>
                    <a:pt x="322972" y="227693"/>
                  </a:lnTo>
                  <a:lnTo>
                    <a:pt x="324812" y="222726"/>
                  </a:lnTo>
                  <a:lnTo>
                    <a:pt x="326493" y="217704"/>
                  </a:lnTo>
                  <a:lnTo>
                    <a:pt x="328014" y="212631"/>
                  </a:lnTo>
                  <a:lnTo>
                    <a:pt x="329374" y="207512"/>
                  </a:lnTo>
                  <a:lnTo>
                    <a:pt x="330571" y="202352"/>
                  </a:lnTo>
                  <a:lnTo>
                    <a:pt x="331603" y="197158"/>
                  </a:lnTo>
                  <a:lnTo>
                    <a:pt x="332471" y="191933"/>
                  </a:lnTo>
                  <a:lnTo>
                    <a:pt x="333173" y="186683"/>
                  </a:lnTo>
                  <a:lnTo>
                    <a:pt x="333708" y="181414"/>
                  </a:lnTo>
                  <a:lnTo>
                    <a:pt x="334076" y="176130"/>
                  </a:lnTo>
                  <a:lnTo>
                    <a:pt x="334276" y="170838"/>
                  </a:lnTo>
                  <a:lnTo>
                    <a:pt x="334309" y="165542"/>
                  </a:lnTo>
                  <a:lnTo>
                    <a:pt x="334174" y="160247"/>
                  </a:lnTo>
                  <a:lnTo>
                    <a:pt x="333871" y="154959"/>
                  </a:lnTo>
                  <a:lnTo>
                    <a:pt x="333401" y="149684"/>
                  </a:lnTo>
                  <a:lnTo>
                    <a:pt x="332764" y="144426"/>
                  </a:lnTo>
                  <a:lnTo>
                    <a:pt x="331960" y="139191"/>
                  </a:lnTo>
                  <a:lnTo>
                    <a:pt x="330991" y="133984"/>
                  </a:lnTo>
                  <a:lnTo>
                    <a:pt x="329858" y="128810"/>
                  </a:lnTo>
                  <a:lnTo>
                    <a:pt x="328562" y="123675"/>
                  </a:lnTo>
                  <a:lnTo>
                    <a:pt x="327103" y="118584"/>
                  </a:lnTo>
                  <a:lnTo>
                    <a:pt x="325484" y="113541"/>
                  </a:lnTo>
                  <a:lnTo>
                    <a:pt x="323706" y="108552"/>
                  </a:lnTo>
                  <a:lnTo>
                    <a:pt x="321771" y="103622"/>
                  </a:lnTo>
                  <a:lnTo>
                    <a:pt x="319680" y="98755"/>
                  </a:lnTo>
                  <a:lnTo>
                    <a:pt x="317437" y="93958"/>
                  </a:lnTo>
                  <a:lnTo>
                    <a:pt x="315042" y="89233"/>
                  </a:lnTo>
                  <a:lnTo>
                    <a:pt x="312499" y="84587"/>
                  </a:lnTo>
                  <a:lnTo>
                    <a:pt x="309810" y="80024"/>
                  </a:lnTo>
                  <a:lnTo>
                    <a:pt x="306978" y="75549"/>
                  </a:lnTo>
                  <a:lnTo>
                    <a:pt x="304006" y="71165"/>
                  </a:lnTo>
                  <a:lnTo>
                    <a:pt x="300896" y="66878"/>
                  </a:lnTo>
                  <a:lnTo>
                    <a:pt x="297652" y="62691"/>
                  </a:lnTo>
                  <a:lnTo>
                    <a:pt x="294277" y="58609"/>
                  </a:lnTo>
                  <a:lnTo>
                    <a:pt x="290775" y="54637"/>
                  </a:lnTo>
                  <a:lnTo>
                    <a:pt x="287148" y="50777"/>
                  </a:lnTo>
                  <a:lnTo>
                    <a:pt x="283401" y="47034"/>
                  </a:lnTo>
                  <a:lnTo>
                    <a:pt x="279537" y="43411"/>
                  </a:lnTo>
                  <a:lnTo>
                    <a:pt x="275560" y="39913"/>
                  </a:lnTo>
                  <a:lnTo>
                    <a:pt x="271475" y="36543"/>
                  </a:lnTo>
                  <a:lnTo>
                    <a:pt x="267285" y="33303"/>
                  </a:lnTo>
                  <a:lnTo>
                    <a:pt x="262994" y="30198"/>
                  </a:lnTo>
                  <a:lnTo>
                    <a:pt x="258607" y="27231"/>
                  </a:lnTo>
                  <a:lnTo>
                    <a:pt x="254128" y="24404"/>
                  </a:lnTo>
                  <a:lnTo>
                    <a:pt x="249562" y="21720"/>
                  </a:lnTo>
                  <a:lnTo>
                    <a:pt x="244914" y="19182"/>
                  </a:lnTo>
                  <a:lnTo>
                    <a:pt x="240187" y="16793"/>
                  </a:lnTo>
                  <a:lnTo>
                    <a:pt x="235387" y="14555"/>
                  </a:lnTo>
                  <a:lnTo>
                    <a:pt x="230518" y="12470"/>
                  </a:lnTo>
                  <a:lnTo>
                    <a:pt x="225586" y="10540"/>
                  </a:lnTo>
                  <a:lnTo>
                    <a:pt x="220595" y="8767"/>
                  </a:lnTo>
                  <a:lnTo>
                    <a:pt x="215550" y="7154"/>
                  </a:lnTo>
                  <a:lnTo>
                    <a:pt x="210457" y="5701"/>
                  </a:lnTo>
                  <a:lnTo>
                    <a:pt x="205320" y="4410"/>
                  </a:lnTo>
                  <a:lnTo>
                    <a:pt x="200145" y="3282"/>
                  </a:lnTo>
                  <a:lnTo>
                    <a:pt x="194937" y="2319"/>
                  </a:lnTo>
                  <a:lnTo>
                    <a:pt x="189701" y="1522"/>
                  </a:lnTo>
                  <a:lnTo>
                    <a:pt x="184443" y="890"/>
                  </a:lnTo>
                  <a:lnTo>
                    <a:pt x="179167" y="426"/>
                  </a:lnTo>
                  <a:lnTo>
                    <a:pt x="173879" y="129"/>
                  </a:lnTo>
                  <a:lnTo>
                    <a:pt x="168584" y="0"/>
                  </a:lnTo>
                  <a:lnTo>
                    <a:pt x="167149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58" y="2633064"/>
              <a:ext cx="167153" cy="246995"/>
            </a:xfrm>
            <a:custGeom>
              <a:avLst/>
              <a:pathLst>
                <a:path w="167153" h="246995">
                  <a:moveTo>
                    <a:pt x="167153" y="0"/>
                  </a:moveTo>
                  <a:lnTo>
                    <a:pt x="161750" y="87"/>
                  </a:lnTo>
                  <a:lnTo>
                    <a:pt x="156354" y="349"/>
                  </a:lnTo>
                  <a:lnTo>
                    <a:pt x="150968" y="785"/>
                  </a:lnTo>
                  <a:lnTo>
                    <a:pt x="145600" y="1395"/>
                  </a:lnTo>
                  <a:lnTo>
                    <a:pt x="140254" y="2178"/>
                  </a:lnTo>
                  <a:lnTo>
                    <a:pt x="134936" y="3133"/>
                  </a:lnTo>
                  <a:lnTo>
                    <a:pt x="129652" y="4260"/>
                  </a:lnTo>
                  <a:lnTo>
                    <a:pt x="124407" y="5557"/>
                  </a:lnTo>
                  <a:lnTo>
                    <a:pt x="119206" y="7023"/>
                  </a:lnTo>
                  <a:lnTo>
                    <a:pt x="114056" y="8656"/>
                  </a:lnTo>
                  <a:lnTo>
                    <a:pt x="108961" y="10455"/>
                  </a:lnTo>
                  <a:lnTo>
                    <a:pt x="103927" y="12417"/>
                  </a:lnTo>
                  <a:lnTo>
                    <a:pt x="98959" y="14541"/>
                  </a:lnTo>
                  <a:lnTo>
                    <a:pt x="94062" y="16825"/>
                  </a:lnTo>
                  <a:lnTo>
                    <a:pt x="89242" y="19266"/>
                  </a:lnTo>
                  <a:lnTo>
                    <a:pt x="84503" y="21861"/>
                  </a:lnTo>
                  <a:lnTo>
                    <a:pt x="79850" y="24608"/>
                  </a:lnTo>
                  <a:lnTo>
                    <a:pt x="75289" y="27503"/>
                  </a:lnTo>
                  <a:lnTo>
                    <a:pt x="70823" y="30545"/>
                  </a:lnTo>
                  <a:lnTo>
                    <a:pt x="66458" y="33729"/>
                  </a:lnTo>
                  <a:lnTo>
                    <a:pt x="62199" y="37053"/>
                  </a:lnTo>
                  <a:lnTo>
                    <a:pt x="58048" y="40513"/>
                  </a:lnTo>
                  <a:lnTo>
                    <a:pt x="54012" y="44105"/>
                  </a:lnTo>
                  <a:lnTo>
                    <a:pt x="50095" y="47826"/>
                  </a:lnTo>
                  <a:lnTo>
                    <a:pt x="46299" y="51671"/>
                  </a:lnTo>
                  <a:lnTo>
                    <a:pt x="42630" y="55637"/>
                  </a:lnTo>
                  <a:lnTo>
                    <a:pt x="39090" y="59720"/>
                  </a:lnTo>
                  <a:lnTo>
                    <a:pt x="35685" y="63914"/>
                  </a:lnTo>
                  <a:lnTo>
                    <a:pt x="32417" y="68217"/>
                  </a:lnTo>
                  <a:lnTo>
                    <a:pt x="29289" y="72623"/>
                  </a:lnTo>
                  <a:lnTo>
                    <a:pt x="26306" y="77127"/>
                  </a:lnTo>
                  <a:lnTo>
                    <a:pt x="23470" y="81726"/>
                  </a:lnTo>
                  <a:lnTo>
                    <a:pt x="20784" y="86414"/>
                  </a:lnTo>
                  <a:lnTo>
                    <a:pt x="18250" y="91187"/>
                  </a:lnTo>
                  <a:lnTo>
                    <a:pt x="15873" y="96038"/>
                  </a:lnTo>
                  <a:lnTo>
                    <a:pt x="13653" y="100964"/>
                  </a:lnTo>
                  <a:lnTo>
                    <a:pt x="11594" y="105960"/>
                  </a:lnTo>
                  <a:lnTo>
                    <a:pt x="9697" y="111019"/>
                  </a:lnTo>
                  <a:lnTo>
                    <a:pt x="7965" y="116137"/>
                  </a:lnTo>
                  <a:lnTo>
                    <a:pt x="6399" y="121308"/>
                  </a:lnTo>
                  <a:lnTo>
                    <a:pt x="5001" y="126527"/>
                  </a:lnTo>
                  <a:lnTo>
                    <a:pt x="3772" y="131788"/>
                  </a:lnTo>
                  <a:lnTo>
                    <a:pt x="2714" y="137087"/>
                  </a:lnTo>
                  <a:lnTo>
                    <a:pt x="1828" y="142417"/>
                  </a:lnTo>
                  <a:lnTo>
                    <a:pt x="1114" y="147772"/>
                  </a:lnTo>
                  <a:lnTo>
                    <a:pt x="574" y="153148"/>
                  </a:lnTo>
                  <a:lnTo>
                    <a:pt x="208" y="158539"/>
                  </a:lnTo>
                  <a:lnTo>
                    <a:pt x="17" y="163939"/>
                  </a:lnTo>
                  <a:lnTo>
                    <a:pt x="0" y="169342"/>
                  </a:lnTo>
                  <a:lnTo>
                    <a:pt x="157" y="174742"/>
                  </a:lnTo>
                  <a:lnTo>
                    <a:pt x="489" y="180135"/>
                  </a:lnTo>
                  <a:lnTo>
                    <a:pt x="995" y="185515"/>
                  </a:lnTo>
                  <a:lnTo>
                    <a:pt x="1675" y="190875"/>
                  </a:lnTo>
                  <a:lnTo>
                    <a:pt x="2528" y="196210"/>
                  </a:lnTo>
                  <a:lnTo>
                    <a:pt x="3552" y="201515"/>
                  </a:lnTo>
                  <a:lnTo>
                    <a:pt x="4748" y="206784"/>
                  </a:lnTo>
                  <a:lnTo>
                    <a:pt x="6113" y="212012"/>
                  </a:lnTo>
                  <a:lnTo>
                    <a:pt x="7646" y="217193"/>
                  </a:lnTo>
                  <a:lnTo>
                    <a:pt x="9346" y="222321"/>
                  </a:lnTo>
                  <a:lnTo>
                    <a:pt x="11211" y="227392"/>
                  </a:lnTo>
                  <a:lnTo>
                    <a:pt x="13239" y="232401"/>
                  </a:lnTo>
                  <a:lnTo>
                    <a:pt x="15427" y="237340"/>
                  </a:lnTo>
                  <a:lnTo>
                    <a:pt x="17774" y="242207"/>
                  </a:lnTo>
                  <a:lnTo>
                    <a:pt x="20277" y="24699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72136" y="2800231"/>
              <a:ext cx="146875" cy="79828"/>
            </a:xfrm>
            <a:custGeom>
              <a:avLst/>
              <a:pathLst>
                <a:path w="146875" h="79828">
                  <a:moveTo>
                    <a:pt x="0" y="79828"/>
                  </a:moveTo>
                  <a:lnTo>
                    <a:pt x="1468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72136" y="2647053"/>
              <a:ext cx="314027" cy="320344"/>
            </a:xfrm>
            <a:custGeom>
              <a:avLst/>
              <a:pathLst>
                <a:path w="314027" h="320344">
                  <a:moveTo>
                    <a:pt x="0" y="233006"/>
                  </a:moveTo>
                  <a:lnTo>
                    <a:pt x="2602" y="237620"/>
                  </a:lnTo>
                  <a:lnTo>
                    <a:pt x="5350" y="242148"/>
                  </a:lnTo>
                  <a:lnTo>
                    <a:pt x="8240" y="246587"/>
                  </a:lnTo>
                  <a:lnTo>
                    <a:pt x="11269" y="250933"/>
                  </a:lnTo>
                  <a:lnTo>
                    <a:pt x="14434" y="255180"/>
                  </a:lnTo>
                  <a:lnTo>
                    <a:pt x="17732" y="259325"/>
                  </a:lnTo>
                  <a:lnTo>
                    <a:pt x="21160" y="263363"/>
                  </a:lnTo>
                  <a:lnTo>
                    <a:pt x="24714" y="267291"/>
                  </a:lnTo>
                  <a:lnTo>
                    <a:pt x="28391" y="271104"/>
                  </a:lnTo>
                  <a:lnTo>
                    <a:pt x="32187" y="274798"/>
                  </a:lnTo>
                  <a:lnTo>
                    <a:pt x="36097" y="278371"/>
                  </a:lnTo>
                  <a:lnTo>
                    <a:pt x="40119" y="281818"/>
                  </a:lnTo>
                  <a:lnTo>
                    <a:pt x="44249" y="285135"/>
                  </a:lnTo>
                  <a:lnTo>
                    <a:pt x="48481" y="288321"/>
                  </a:lnTo>
                  <a:lnTo>
                    <a:pt x="52812" y="291370"/>
                  </a:lnTo>
                  <a:lnTo>
                    <a:pt x="57237" y="294281"/>
                  </a:lnTo>
                  <a:lnTo>
                    <a:pt x="61753" y="297050"/>
                  </a:lnTo>
                  <a:lnTo>
                    <a:pt x="66354" y="299675"/>
                  </a:lnTo>
                  <a:lnTo>
                    <a:pt x="71036" y="302152"/>
                  </a:lnTo>
                  <a:lnTo>
                    <a:pt x="75794" y="304480"/>
                  </a:lnTo>
                  <a:lnTo>
                    <a:pt x="80623" y="306656"/>
                  </a:lnTo>
                  <a:lnTo>
                    <a:pt x="85519" y="308678"/>
                  </a:lnTo>
                  <a:lnTo>
                    <a:pt x="90476" y="310544"/>
                  </a:lnTo>
                  <a:lnTo>
                    <a:pt x="95490" y="312252"/>
                  </a:lnTo>
                  <a:lnTo>
                    <a:pt x="100556" y="313800"/>
                  </a:lnTo>
                  <a:lnTo>
                    <a:pt x="105668" y="315187"/>
                  </a:lnTo>
                  <a:lnTo>
                    <a:pt x="110822" y="316411"/>
                  </a:lnTo>
                  <a:lnTo>
                    <a:pt x="116011" y="317471"/>
                  </a:lnTo>
                  <a:lnTo>
                    <a:pt x="121232" y="318367"/>
                  </a:lnTo>
                  <a:lnTo>
                    <a:pt x="126479" y="319096"/>
                  </a:lnTo>
                  <a:lnTo>
                    <a:pt x="131745" y="319659"/>
                  </a:lnTo>
                  <a:lnTo>
                    <a:pt x="137028" y="320055"/>
                  </a:lnTo>
                  <a:lnTo>
                    <a:pt x="142320" y="320283"/>
                  </a:lnTo>
                  <a:lnTo>
                    <a:pt x="147616" y="320344"/>
                  </a:lnTo>
                  <a:lnTo>
                    <a:pt x="152912" y="320236"/>
                  </a:lnTo>
                  <a:lnTo>
                    <a:pt x="158202" y="319961"/>
                  </a:lnTo>
                  <a:lnTo>
                    <a:pt x="163480" y="319519"/>
                  </a:lnTo>
                  <a:lnTo>
                    <a:pt x="168742" y="318909"/>
                  </a:lnTo>
                  <a:lnTo>
                    <a:pt x="173982" y="318133"/>
                  </a:lnTo>
                  <a:lnTo>
                    <a:pt x="179194" y="317191"/>
                  </a:lnTo>
                  <a:lnTo>
                    <a:pt x="184374" y="316085"/>
                  </a:lnTo>
                  <a:lnTo>
                    <a:pt x="189517" y="314815"/>
                  </a:lnTo>
                  <a:lnTo>
                    <a:pt x="194617" y="313383"/>
                  </a:lnTo>
                  <a:lnTo>
                    <a:pt x="199668" y="311790"/>
                  </a:lnTo>
                  <a:lnTo>
                    <a:pt x="204667" y="310038"/>
                  </a:lnTo>
                  <a:lnTo>
                    <a:pt x="209608" y="308128"/>
                  </a:lnTo>
                  <a:lnTo>
                    <a:pt x="214485" y="306063"/>
                  </a:lnTo>
                  <a:lnTo>
                    <a:pt x="219295" y="303844"/>
                  </a:lnTo>
                  <a:lnTo>
                    <a:pt x="224032" y="301474"/>
                  </a:lnTo>
                  <a:lnTo>
                    <a:pt x="228692" y="298955"/>
                  </a:lnTo>
                  <a:lnTo>
                    <a:pt x="233270" y="296289"/>
                  </a:lnTo>
                  <a:lnTo>
                    <a:pt x="237760" y="293480"/>
                  </a:lnTo>
                  <a:lnTo>
                    <a:pt x="242160" y="290530"/>
                  </a:lnTo>
                  <a:lnTo>
                    <a:pt x="246464" y="287443"/>
                  </a:lnTo>
                  <a:lnTo>
                    <a:pt x="250667" y="284220"/>
                  </a:lnTo>
                  <a:lnTo>
                    <a:pt x="254767" y="280866"/>
                  </a:lnTo>
                  <a:lnTo>
                    <a:pt x="258758" y="277383"/>
                  </a:lnTo>
                  <a:lnTo>
                    <a:pt x="262637" y="273776"/>
                  </a:lnTo>
                  <a:lnTo>
                    <a:pt x="266400" y="270048"/>
                  </a:lnTo>
                  <a:lnTo>
                    <a:pt x="270043" y="266203"/>
                  </a:lnTo>
                  <a:lnTo>
                    <a:pt x="273562" y="262244"/>
                  </a:lnTo>
                  <a:lnTo>
                    <a:pt x="276954" y="258175"/>
                  </a:lnTo>
                  <a:lnTo>
                    <a:pt x="280215" y="254001"/>
                  </a:lnTo>
                  <a:lnTo>
                    <a:pt x="283342" y="249726"/>
                  </a:lnTo>
                  <a:lnTo>
                    <a:pt x="286333" y="245354"/>
                  </a:lnTo>
                  <a:lnTo>
                    <a:pt x="289183" y="240889"/>
                  </a:lnTo>
                  <a:lnTo>
                    <a:pt x="291891" y="236337"/>
                  </a:lnTo>
                  <a:lnTo>
                    <a:pt x="294452" y="231700"/>
                  </a:lnTo>
                  <a:lnTo>
                    <a:pt x="296866" y="226985"/>
                  </a:lnTo>
                  <a:lnTo>
                    <a:pt x="299129" y="222196"/>
                  </a:lnTo>
                  <a:lnTo>
                    <a:pt x="301240" y="217338"/>
                  </a:lnTo>
                  <a:lnTo>
                    <a:pt x="303195" y="212415"/>
                  </a:lnTo>
                  <a:lnTo>
                    <a:pt x="304993" y="207433"/>
                  </a:lnTo>
                  <a:lnTo>
                    <a:pt x="306633" y="202396"/>
                  </a:lnTo>
                  <a:lnTo>
                    <a:pt x="308112" y="197310"/>
                  </a:lnTo>
                  <a:lnTo>
                    <a:pt x="309429" y="192179"/>
                  </a:lnTo>
                  <a:lnTo>
                    <a:pt x="310583" y="187009"/>
                  </a:lnTo>
                  <a:lnTo>
                    <a:pt x="311573" y="181806"/>
                  </a:lnTo>
                  <a:lnTo>
                    <a:pt x="312397" y="176573"/>
                  </a:lnTo>
                  <a:lnTo>
                    <a:pt x="313055" y="171317"/>
                  </a:lnTo>
                  <a:lnTo>
                    <a:pt x="313546" y="166043"/>
                  </a:lnTo>
                  <a:lnTo>
                    <a:pt x="313870" y="160756"/>
                  </a:lnTo>
                  <a:lnTo>
                    <a:pt x="314027" y="155462"/>
                  </a:lnTo>
                  <a:lnTo>
                    <a:pt x="314015" y="150165"/>
                  </a:lnTo>
                  <a:lnTo>
                    <a:pt x="313836" y="144871"/>
                  </a:lnTo>
                  <a:lnTo>
                    <a:pt x="313489" y="139585"/>
                  </a:lnTo>
                  <a:lnTo>
                    <a:pt x="312974" y="134313"/>
                  </a:lnTo>
                  <a:lnTo>
                    <a:pt x="312293" y="129060"/>
                  </a:lnTo>
                  <a:lnTo>
                    <a:pt x="311446" y="123832"/>
                  </a:lnTo>
                  <a:lnTo>
                    <a:pt x="310434" y="118632"/>
                  </a:lnTo>
                  <a:lnTo>
                    <a:pt x="309257" y="113468"/>
                  </a:lnTo>
                  <a:lnTo>
                    <a:pt x="307918" y="108343"/>
                  </a:lnTo>
                  <a:lnTo>
                    <a:pt x="306416" y="103263"/>
                  </a:lnTo>
                  <a:lnTo>
                    <a:pt x="304755" y="98234"/>
                  </a:lnTo>
                  <a:lnTo>
                    <a:pt x="302935" y="93259"/>
                  </a:lnTo>
                  <a:lnTo>
                    <a:pt x="300958" y="88345"/>
                  </a:lnTo>
                  <a:lnTo>
                    <a:pt x="298827" y="83496"/>
                  </a:lnTo>
                  <a:lnTo>
                    <a:pt x="296543" y="78717"/>
                  </a:lnTo>
                  <a:lnTo>
                    <a:pt x="294108" y="74012"/>
                  </a:lnTo>
                  <a:lnTo>
                    <a:pt x="291526" y="69387"/>
                  </a:lnTo>
                  <a:lnTo>
                    <a:pt x="288799" y="64846"/>
                  </a:lnTo>
                  <a:lnTo>
                    <a:pt x="285929" y="60394"/>
                  </a:lnTo>
                  <a:lnTo>
                    <a:pt x="282920" y="56035"/>
                  </a:lnTo>
                  <a:lnTo>
                    <a:pt x="279774" y="51774"/>
                  </a:lnTo>
                  <a:lnTo>
                    <a:pt x="276494" y="47614"/>
                  </a:lnTo>
                  <a:lnTo>
                    <a:pt x="273085" y="43560"/>
                  </a:lnTo>
                  <a:lnTo>
                    <a:pt x="269548" y="39617"/>
                  </a:lnTo>
                  <a:lnTo>
                    <a:pt x="265889" y="35787"/>
                  </a:lnTo>
                  <a:lnTo>
                    <a:pt x="262110" y="32075"/>
                  </a:lnTo>
                  <a:lnTo>
                    <a:pt x="258215" y="28485"/>
                  </a:lnTo>
                  <a:lnTo>
                    <a:pt x="254209" y="25020"/>
                  </a:lnTo>
                  <a:lnTo>
                    <a:pt x="250095" y="21684"/>
                  </a:lnTo>
                  <a:lnTo>
                    <a:pt x="245877" y="18480"/>
                  </a:lnTo>
                  <a:lnTo>
                    <a:pt x="241560" y="15411"/>
                  </a:lnTo>
                  <a:lnTo>
                    <a:pt x="237147" y="12480"/>
                  </a:lnTo>
                  <a:lnTo>
                    <a:pt x="232644" y="9691"/>
                  </a:lnTo>
                  <a:lnTo>
                    <a:pt x="228055" y="7045"/>
                  </a:lnTo>
                  <a:lnTo>
                    <a:pt x="223385" y="4547"/>
                  </a:lnTo>
                  <a:lnTo>
                    <a:pt x="218637" y="2197"/>
                  </a:lnTo>
                  <a:lnTo>
                    <a:pt x="213818" y="0"/>
                  </a:lnTo>
                  <a:lnTo>
                    <a:pt x="146875" y="153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66942" cy="167167"/>
            </a:xfrm>
            <a:custGeom>
              <a:avLst/>
              <a:pathLst>
                <a:path w="66942" h="167167">
                  <a:moveTo>
                    <a:pt x="66942" y="13989"/>
                  </a:move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3648" y="2126963"/>
              <a:ext cx="84823" cy="167167"/>
            </a:xfrm>
            <a:custGeom>
              <a:avLst/>
              <a:pathLst>
                <a:path w="84823" h="167167">
                  <a:moveTo>
                    <a:pt x="84823" y="0"/>
                  </a:moveTo>
                  <a:lnTo>
                    <a:pt x="78893" y="105"/>
                  </a:lnTo>
                  <a:lnTo>
                    <a:pt x="72971" y="420"/>
                  </a:lnTo>
                  <a:lnTo>
                    <a:pt x="67064" y="946"/>
                  </a:lnTo>
                  <a:lnTo>
                    <a:pt x="61179" y="1680"/>
                  </a:lnTo>
                  <a:lnTo>
                    <a:pt x="55324" y="2623"/>
                  </a:lnTo>
                  <a:lnTo>
                    <a:pt x="49506" y="3773"/>
                  </a:lnTo>
                  <a:lnTo>
                    <a:pt x="43732" y="5128"/>
                  </a:lnTo>
                  <a:lnTo>
                    <a:pt x="38010" y="6688"/>
                  </a:lnTo>
                  <a:lnTo>
                    <a:pt x="32347" y="8449"/>
                  </a:lnTo>
                  <a:lnTo>
                    <a:pt x="26750" y="10411"/>
                  </a:lnTo>
                  <a:lnTo>
                    <a:pt x="21226" y="12569"/>
                  </a:lnTo>
                  <a:lnTo>
                    <a:pt x="15783" y="14922"/>
                  </a:lnTo>
                  <a:lnTo>
                    <a:pt x="10426" y="17467"/>
                  </a:lnTo>
                  <a:lnTo>
                    <a:pt x="5162" y="20200"/>
                  </a:lnTo>
                  <a:lnTo>
                    <a:pt x="0" y="23118"/>
                  </a:lnTo>
                  <a:lnTo>
                    <a:pt x="848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3648" y="2150082"/>
              <a:ext cx="84823" cy="144048"/>
            </a:xfrm>
            <a:custGeom>
              <a:avLst/>
              <a:pathLst>
                <a:path w="84823" h="144048">
                  <a:moveTo>
                    <a:pt x="0" y="0"/>
                  </a:moveTo>
                  <a:lnTo>
                    <a:pt x="84823" y="144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18" y="2150082"/>
              <a:ext cx="242534" cy="311201"/>
            </a:xfrm>
            <a:custGeom>
              <a:avLst/>
              <a:pathLst>
                <a:path w="242534" h="311201">
                  <a:moveTo>
                    <a:pt x="82330" y="0"/>
                  </a:moveTo>
                  <a:lnTo>
                    <a:pt x="77757" y="2792"/>
                  </a:lnTo>
                  <a:lnTo>
                    <a:pt x="73276" y="5730"/>
                  </a:lnTo>
                  <a:lnTo>
                    <a:pt x="68891" y="8809"/>
                  </a:lnTo>
                  <a:lnTo>
                    <a:pt x="64607" y="12028"/>
                  </a:lnTo>
                  <a:lnTo>
                    <a:pt x="60429" y="15382"/>
                  </a:lnTo>
                  <a:lnTo>
                    <a:pt x="56360" y="18869"/>
                  </a:lnTo>
                  <a:lnTo>
                    <a:pt x="52405" y="22484"/>
                  </a:lnTo>
                  <a:lnTo>
                    <a:pt x="48568" y="26224"/>
                  </a:lnTo>
                  <a:lnTo>
                    <a:pt x="44853" y="30085"/>
                  </a:lnTo>
                  <a:lnTo>
                    <a:pt x="41263" y="34063"/>
                  </a:lnTo>
                  <a:lnTo>
                    <a:pt x="37803" y="38154"/>
                  </a:lnTo>
                  <a:lnTo>
                    <a:pt x="34476" y="42354"/>
                  </a:lnTo>
                  <a:lnTo>
                    <a:pt x="31285" y="46658"/>
                  </a:lnTo>
                  <a:lnTo>
                    <a:pt x="28233" y="51063"/>
                  </a:lnTo>
                  <a:lnTo>
                    <a:pt x="25325" y="55563"/>
                  </a:lnTo>
                  <a:lnTo>
                    <a:pt x="22562" y="60154"/>
                  </a:lnTo>
                  <a:lnTo>
                    <a:pt x="19947" y="64831"/>
                  </a:lnTo>
                  <a:lnTo>
                    <a:pt x="17484" y="69589"/>
                  </a:lnTo>
                  <a:lnTo>
                    <a:pt x="15174" y="74424"/>
                  </a:lnTo>
                  <a:lnTo>
                    <a:pt x="13021" y="79331"/>
                  </a:lnTo>
                  <a:lnTo>
                    <a:pt x="11026" y="84304"/>
                  </a:lnTo>
                  <a:lnTo>
                    <a:pt x="9192" y="89338"/>
                  </a:lnTo>
                  <a:lnTo>
                    <a:pt x="7519" y="94429"/>
                  </a:lnTo>
                  <a:lnTo>
                    <a:pt x="6011" y="99570"/>
                  </a:lnTo>
                  <a:lnTo>
                    <a:pt x="4669" y="104758"/>
                  </a:lnTo>
                  <a:lnTo>
                    <a:pt x="3493" y="109985"/>
                  </a:lnTo>
                  <a:lnTo>
                    <a:pt x="2485" y="115248"/>
                  </a:lnTo>
                  <a:lnTo>
                    <a:pt x="1647" y="120540"/>
                  </a:lnTo>
                  <a:lnTo>
                    <a:pt x="978" y="125856"/>
                  </a:lnTo>
                  <a:lnTo>
                    <a:pt x="481" y="131191"/>
                  </a:lnTo>
                  <a:lnTo>
                    <a:pt x="154" y="136540"/>
                  </a:lnTo>
                  <a:lnTo>
                    <a:pt x="0" y="141896"/>
                  </a:lnTo>
                  <a:lnTo>
                    <a:pt x="16" y="147254"/>
                  </a:lnTo>
                  <a:lnTo>
                    <a:pt x="205" y="152609"/>
                  </a:lnTo>
                  <a:lnTo>
                    <a:pt x="565" y="157955"/>
                  </a:lnTo>
                  <a:lnTo>
                    <a:pt x="1096" y="163287"/>
                  </a:lnTo>
                  <a:lnTo>
                    <a:pt x="1798" y="168599"/>
                  </a:lnTo>
                  <a:lnTo>
                    <a:pt x="2670" y="173886"/>
                  </a:lnTo>
                  <a:lnTo>
                    <a:pt x="3711" y="179142"/>
                  </a:lnTo>
                  <a:lnTo>
                    <a:pt x="4919" y="184362"/>
                  </a:lnTo>
                  <a:lnTo>
                    <a:pt x="6295" y="189540"/>
                  </a:lnTo>
                  <a:lnTo>
                    <a:pt x="7835" y="194672"/>
                  </a:lnTo>
                  <a:lnTo>
                    <a:pt x="9540" y="199752"/>
                  </a:lnTo>
                  <a:lnTo>
                    <a:pt x="11406" y="204775"/>
                  </a:lnTo>
                  <a:lnTo>
                    <a:pt x="13432" y="209735"/>
                  </a:lnTo>
                  <a:lnTo>
                    <a:pt x="15616" y="214628"/>
                  </a:lnTo>
                  <a:lnTo>
                    <a:pt x="17956" y="219449"/>
                  </a:lnTo>
                  <a:lnTo>
                    <a:pt x="20449" y="224191"/>
                  </a:lnTo>
                  <a:lnTo>
                    <a:pt x="23093" y="228852"/>
                  </a:lnTo>
                  <a:lnTo>
                    <a:pt x="25885" y="233425"/>
                  </a:lnTo>
                  <a:lnTo>
                    <a:pt x="28822" y="237907"/>
                  </a:lnTo>
                  <a:lnTo>
                    <a:pt x="31901" y="242292"/>
                  </a:lnTo>
                  <a:lnTo>
                    <a:pt x="35119" y="246576"/>
                  </a:lnTo>
                  <a:lnTo>
                    <a:pt x="38473" y="250755"/>
                  </a:lnTo>
                  <a:lnTo>
                    <a:pt x="41959" y="254824"/>
                  </a:lnTo>
                  <a:lnTo>
                    <a:pt x="45574" y="258780"/>
                  </a:lnTo>
                  <a:lnTo>
                    <a:pt x="49313" y="262617"/>
                  </a:lnTo>
                  <a:lnTo>
                    <a:pt x="53174" y="266333"/>
                  </a:lnTo>
                  <a:lnTo>
                    <a:pt x="57151" y="269923"/>
                  </a:lnTo>
                  <a:lnTo>
                    <a:pt x="61242" y="273384"/>
                  </a:lnTo>
                  <a:lnTo>
                    <a:pt x="65441" y="276712"/>
                  </a:lnTo>
                  <a:lnTo>
                    <a:pt x="69745" y="279903"/>
                  </a:lnTo>
                  <a:lnTo>
                    <a:pt x="74149" y="282955"/>
                  </a:lnTo>
                  <a:lnTo>
                    <a:pt x="78649" y="285865"/>
                  </a:lnTo>
                  <a:lnTo>
                    <a:pt x="83240" y="288628"/>
                  </a:lnTo>
                  <a:lnTo>
                    <a:pt x="87916" y="291243"/>
                  </a:lnTo>
                  <a:lnTo>
                    <a:pt x="92674" y="293707"/>
                  </a:lnTo>
                  <a:lnTo>
                    <a:pt x="97509" y="296017"/>
                  </a:lnTo>
                  <a:lnTo>
                    <a:pt x="102415" y="298171"/>
                  </a:lnTo>
                  <a:lnTo>
                    <a:pt x="107388" y="300167"/>
                  </a:lnTo>
                  <a:lnTo>
                    <a:pt x="112422" y="302002"/>
                  </a:lnTo>
                  <a:lnTo>
                    <a:pt x="117512" y="303675"/>
                  </a:lnTo>
                  <a:lnTo>
                    <a:pt x="122654" y="305184"/>
                  </a:lnTo>
                  <a:lnTo>
                    <a:pt x="127841" y="306527"/>
                  </a:lnTo>
                  <a:lnTo>
                    <a:pt x="133068" y="307704"/>
                  </a:lnTo>
                  <a:lnTo>
                    <a:pt x="138331" y="308712"/>
                  </a:lnTo>
                  <a:lnTo>
                    <a:pt x="143623" y="309551"/>
                  </a:lnTo>
                  <a:lnTo>
                    <a:pt x="148939" y="310220"/>
                  </a:lnTo>
                  <a:lnTo>
                    <a:pt x="154274" y="310719"/>
                  </a:lnTo>
                  <a:lnTo>
                    <a:pt x="159622" y="311046"/>
                  </a:lnTo>
                  <a:lnTo>
                    <a:pt x="164978" y="311201"/>
                  </a:lnTo>
                  <a:lnTo>
                    <a:pt x="170337" y="311185"/>
                  </a:lnTo>
                  <a:lnTo>
                    <a:pt x="175691" y="310997"/>
                  </a:lnTo>
                  <a:lnTo>
                    <a:pt x="181038" y="310638"/>
                  </a:lnTo>
                  <a:lnTo>
                    <a:pt x="186370" y="310107"/>
                  </a:lnTo>
                  <a:lnTo>
                    <a:pt x="191682" y="309406"/>
                  </a:lnTo>
                  <a:lnTo>
                    <a:pt x="196969" y="308535"/>
                  </a:lnTo>
                  <a:lnTo>
                    <a:pt x="202225" y="307495"/>
                  </a:lnTo>
                  <a:lnTo>
                    <a:pt x="207445" y="306287"/>
                  </a:lnTo>
                  <a:lnTo>
                    <a:pt x="212624" y="304912"/>
                  </a:lnTo>
                  <a:lnTo>
                    <a:pt x="217756" y="303372"/>
                  </a:lnTo>
                  <a:lnTo>
                    <a:pt x="222836" y="301669"/>
                  </a:lnTo>
                  <a:lnTo>
                    <a:pt x="227859" y="299803"/>
                  </a:lnTo>
                  <a:lnTo>
                    <a:pt x="232820" y="297778"/>
                  </a:lnTo>
                  <a:lnTo>
                    <a:pt x="237713" y="295594"/>
                  </a:lnTo>
                  <a:lnTo>
                    <a:pt x="242534" y="293255"/>
                  </a:lnTo>
                  <a:lnTo>
                    <a:pt x="167153" y="144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728472" y="2126963"/>
              <a:ext cx="167157" cy="316374"/>
            </a:xfrm>
            <a:custGeom>
              <a:avLst/>
              <a:pathLst>
                <a:path w="167157" h="316374">
                  <a:moveTo>
                    <a:pt x="75380" y="316374"/>
                  </a:moveTo>
                  <a:lnTo>
                    <a:pt x="80090" y="313899"/>
                  </a:lnTo>
                  <a:lnTo>
                    <a:pt x="84720" y="311276"/>
                  </a:lnTo>
                  <a:lnTo>
                    <a:pt x="89263" y="308507"/>
                  </a:lnTo>
                  <a:lnTo>
                    <a:pt x="93716" y="305594"/>
                  </a:lnTo>
                  <a:lnTo>
                    <a:pt x="98074" y="302542"/>
                  </a:lnTo>
                  <a:lnTo>
                    <a:pt x="102333" y="299352"/>
                  </a:lnTo>
                  <a:lnTo>
                    <a:pt x="106488" y="296028"/>
                  </a:lnTo>
                  <a:lnTo>
                    <a:pt x="110535" y="292574"/>
                  </a:lnTo>
                  <a:lnTo>
                    <a:pt x="114470" y="288992"/>
                  </a:lnTo>
                  <a:lnTo>
                    <a:pt x="118289" y="285288"/>
                  </a:lnTo>
                  <a:lnTo>
                    <a:pt x="121989" y="281463"/>
                  </a:lnTo>
                  <a:lnTo>
                    <a:pt x="125564" y="277523"/>
                  </a:lnTo>
                  <a:lnTo>
                    <a:pt x="129013" y="273471"/>
                  </a:lnTo>
                  <a:lnTo>
                    <a:pt x="132331" y="269311"/>
                  </a:lnTo>
                  <a:lnTo>
                    <a:pt x="135514" y="265048"/>
                  </a:lnTo>
                  <a:lnTo>
                    <a:pt x="138561" y="260685"/>
                  </a:lnTo>
                  <a:lnTo>
                    <a:pt x="141467" y="256228"/>
                  </a:lnTo>
                  <a:lnTo>
                    <a:pt x="144230" y="251681"/>
                  </a:lnTo>
                  <a:lnTo>
                    <a:pt x="146846" y="247048"/>
                  </a:lnTo>
                  <a:lnTo>
                    <a:pt x="149314" y="242334"/>
                  </a:lnTo>
                  <a:lnTo>
                    <a:pt x="151631" y="237544"/>
                  </a:lnTo>
                  <a:lnTo>
                    <a:pt x="153794" y="232683"/>
                  </a:lnTo>
                  <a:lnTo>
                    <a:pt x="155801" y="227755"/>
                  </a:lnTo>
                  <a:lnTo>
                    <a:pt x="157650" y="222766"/>
                  </a:lnTo>
                  <a:lnTo>
                    <a:pt x="159340" y="217720"/>
                  </a:lnTo>
                  <a:lnTo>
                    <a:pt x="160868" y="212624"/>
                  </a:lnTo>
                  <a:lnTo>
                    <a:pt x="162233" y="207481"/>
                  </a:lnTo>
                  <a:lnTo>
                    <a:pt x="163434" y="202297"/>
                  </a:lnTo>
                  <a:lnTo>
                    <a:pt x="164469" y="197078"/>
                  </a:lnTo>
                  <a:lnTo>
                    <a:pt x="165338" y="191829"/>
                  </a:lnTo>
                  <a:lnTo>
                    <a:pt x="166039" y="186554"/>
                  </a:lnTo>
                  <a:lnTo>
                    <a:pt x="166572" y="181260"/>
                  </a:lnTo>
                  <a:lnTo>
                    <a:pt x="166936" y="175952"/>
                  </a:lnTo>
                  <a:lnTo>
                    <a:pt x="167131" y="170634"/>
                  </a:lnTo>
                  <a:lnTo>
                    <a:pt x="167157" y="165314"/>
                  </a:lnTo>
                  <a:lnTo>
                    <a:pt x="167013" y="159995"/>
                  </a:lnTo>
                  <a:lnTo>
                    <a:pt x="166700" y="154683"/>
                  </a:lnTo>
                  <a:lnTo>
                    <a:pt x="166218" y="149384"/>
                  </a:lnTo>
                  <a:lnTo>
                    <a:pt x="165568" y="144103"/>
                  </a:lnTo>
                  <a:lnTo>
                    <a:pt x="164750" y="138845"/>
                  </a:lnTo>
                  <a:lnTo>
                    <a:pt x="163766" y="133617"/>
                  </a:lnTo>
                  <a:lnTo>
                    <a:pt x="162615" y="128422"/>
                  </a:lnTo>
                  <a:lnTo>
                    <a:pt x="161299" y="123266"/>
                  </a:lnTo>
                  <a:lnTo>
                    <a:pt x="159821" y="118155"/>
                  </a:lnTo>
                  <a:lnTo>
                    <a:pt x="158180" y="113093"/>
                  </a:lnTo>
                  <a:lnTo>
                    <a:pt x="156379" y="108086"/>
                  </a:lnTo>
                  <a:lnTo>
                    <a:pt x="154419" y="103139"/>
                  </a:lnTo>
                  <a:lnTo>
                    <a:pt x="152303" y="98257"/>
                  </a:lnTo>
                  <a:lnTo>
                    <a:pt x="150033" y="93445"/>
                  </a:lnTo>
                  <a:lnTo>
                    <a:pt x="147611" y="88708"/>
                  </a:lnTo>
                  <a:lnTo>
                    <a:pt x="145039" y="84050"/>
                  </a:lnTo>
                  <a:lnTo>
                    <a:pt x="142320" y="79476"/>
                  </a:lnTo>
                  <a:lnTo>
                    <a:pt x="139457" y="74991"/>
                  </a:lnTo>
                  <a:lnTo>
                    <a:pt x="136453" y="70599"/>
                  </a:lnTo>
                  <a:lnTo>
                    <a:pt x="133311" y="66305"/>
                  </a:lnTo>
                  <a:lnTo>
                    <a:pt x="130033" y="62114"/>
                  </a:lnTo>
                  <a:lnTo>
                    <a:pt x="126624" y="58029"/>
                  </a:lnTo>
                  <a:lnTo>
                    <a:pt x="123087" y="54054"/>
                  </a:lnTo>
                  <a:lnTo>
                    <a:pt x="119424" y="50194"/>
                  </a:lnTo>
                  <a:lnTo>
                    <a:pt x="115641" y="46453"/>
                  </a:lnTo>
                  <a:lnTo>
                    <a:pt x="111741" y="42833"/>
                  </a:lnTo>
                  <a:lnTo>
                    <a:pt x="107727" y="39340"/>
                  </a:lnTo>
                  <a:lnTo>
                    <a:pt x="103604" y="35976"/>
                  </a:lnTo>
                  <a:lnTo>
                    <a:pt x="99377" y="32746"/>
                  </a:lnTo>
                  <a:lnTo>
                    <a:pt x="95048" y="29651"/>
                  </a:lnTo>
                  <a:lnTo>
                    <a:pt x="90624" y="26696"/>
                  </a:lnTo>
                  <a:lnTo>
                    <a:pt x="86107" y="23883"/>
                  </a:lnTo>
                  <a:lnTo>
                    <a:pt x="81504" y="21215"/>
                  </a:lnTo>
                  <a:lnTo>
                    <a:pt x="76817" y="18695"/>
                  </a:lnTo>
                  <a:lnTo>
                    <a:pt x="72053" y="16325"/>
                  </a:lnTo>
                  <a:lnTo>
                    <a:pt x="67216" y="14109"/>
                  </a:lnTo>
                  <a:lnTo>
                    <a:pt x="62311" y="12047"/>
                  </a:lnTo>
                  <a:lnTo>
                    <a:pt x="57343" y="10142"/>
                  </a:lnTo>
                  <a:lnTo>
                    <a:pt x="52316" y="8397"/>
                  </a:lnTo>
                  <a:lnTo>
                    <a:pt x="47237" y="6812"/>
                  </a:lnTo>
                  <a:lnTo>
                    <a:pt x="42110" y="5390"/>
                  </a:lnTo>
                  <a:lnTo>
                    <a:pt x="36940" y="4132"/>
                  </a:lnTo>
                  <a:lnTo>
                    <a:pt x="31732" y="3039"/>
                  </a:lnTo>
                  <a:lnTo>
                    <a:pt x="26493" y="2112"/>
                  </a:lnTo>
                  <a:lnTo>
                    <a:pt x="21226" y="1353"/>
                  </a:lnTo>
                  <a:lnTo>
                    <a:pt x="15938" y="761"/>
                  </a:lnTo>
                  <a:lnTo>
                    <a:pt x="10634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2559" y="1681503"/>
              <a:ext cx="30675" cy="167167"/>
            </a:xfrm>
            <a:custGeom>
              <a:avLst/>
              <a:pathLst>
                <a:path w="30675" h="167167">
                  <a:moveTo>
                    <a:pt x="30675" y="0"/>
                  </a:moveTo>
                  <a:lnTo>
                    <a:pt x="22965" y="177"/>
                  </a:lnTo>
                  <a:lnTo>
                    <a:pt x="15272" y="711"/>
                  </a:lnTo>
                  <a:lnTo>
                    <a:pt x="7611" y="1598"/>
                  </a:lnTo>
                  <a:lnTo>
                    <a:pt x="0" y="2838"/>
                  </a:lnTo>
                  <a:lnTo>
                    <a:pt x="3067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2559" y="1684341"/>
              <a:ext cx="30675" cy="164328"/>
            </a:xfrm>
            <a:custGeom>
              <a:avLst/>
              <a:pathLst>
                <a:path w="30675" h="164328">
                  <a:moveTo>
                    <a:pt x="0" y="0"/>
                  </a:moveTo>
                  <a:lnTo>
                    <a:pt x="30675" y="1643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70" y="1684341"/>
              <a:ext cx="334331" cy="331480"/>
            </a:xfrm>
            <a:custGeom>
              <a:avLst/>
              <a:pathLst>
                <a:path w="334331" h="331480">
                  <a:moveTo>
                    <a:pt x="136488" y="0"/>
                  </a:moveTo>
                  <a:lnTo>
                    <a:pt x="131304" y="1052"/>
                  </a:lnTo>
                  <a:lnTo>
                    <a:pt x="126155" y="2269"/>
                  </a:lnTo>
                  <a:lnTo>
                    <a:pt x="121047" y="3648"/>
                  </a:lnTo>
                  <a:lnTo>
                    <a:pt x="115986" y="5188"/>
                  </a:lnTo>
                  <a:lnTo>
                    <a:pt x="110976" y="6887"/>
                  </a:lnTo>
                  <a:lnTo>
                    <a:pt x="106022" y="8744"/>
                  </a:lnTo>
                  <a:lnTo>
                    <a:pt x="101129" y="10756"/>
                  </a:lnTo>
                  <a:lnTo>
                    <a:pt x="96303" y="12923"/>
                  </a:lnTo>
                  <a:lnTo>
                    <a:pt x="91547" y="15241"/>
                  </a:lnTo>
                  <a:lnTo>
                    <a:pt x="86867" y="17708"/>
                  </a:lnTo>
                  <a:lnTo>
                    <a:pt x="82268" y="20323"/>
                  </a:lnTo>
                  <a:lnTo>
                    <a:pt x="77753" y="23081"/>
                  </a:lnTo>
                  <a:lnTo>
                    <a:pt x="73329" y="25981"/>
                  </a:lnTo>
                  <a:lnTo>
                    <a:pt x="68998" y="29020"/>
                  </a:lnTo>
                  <a:lnTo>
                    <a:pt x="64765" y="32194"/>
                  </a:lnTo>
                  <a:lnTo>
                    <a:pt x="60635" y="35500"/>
                  </a:lnTo>
                  <a:lnTo>
                    <a:pt x="56612" y="38936"/>
                  </a:lnTo>
                  <a:lnTo>
                    <a:pt x="52700" y="42497"/>
                  </a:lnTo>
                  <a:lnTo>
                    <a:pt x="48902" y="46180"/>
                  </a:lnTo>
                  <a:lnTo>
                    <a:pt x="45222" y="49981"/>
                  </a:lnTo>
                  <a:lnTo>
                    <a:pt x="41665" y="53897"/>
                  </a:lnTo>
                  <a:lnTo>
                    <a:pt x="38233" y="57924"/>
                  </a:lnTo>
                  <a:lnTo>
                    <a:pt x="34931" y="62057"/>
                  </a:lnTo>
                  <a:lnTo>
                    <a:pt x="31761" y="66292"/>
                  </a:lnTo>
                  <a:lnTo>
                    <a:pt x="28726" y="70626"/>
                  </a:lnTo>
                  <a:lnTo>
                    <a:pt x="25831" y="75054"/>
                  </a:lnTo>
                  <a:lnTo>
                    <a:pt x="23077" y="79571"/>
                  </a:lnTo>
                  <a:lnTo>
                    <a:pt x="20467" y="84173"/>
                  </a:lnTo>
                  <a:lnTo>
                    <a:pt x="18004" y="88855"/>
                  </a:lnTo>
                  <a:lnTo>
                    <a:pt x="15690" y="93613"/>
                  </a:lnTo>
                  <a:lnTo>
                    <a:pt x="13528" y="98441"/>
                  </a:lnTo>
                  <a:lnTo>
                    <a:pt x="11520" y="103336"/>
                  </a:lnTo>
                  <a:lnTo>
                    <a:pt x="9668" y="108291"/>
                  </a:lnTo>
                  <a:lnTo>
                    <a:pt x="7974" y="113303"/>
                  </a:lnTo>
                  <a:lnTo>
                    <a:pt x="6439" y="118366"/>
                  </a:lnTo>
                  <a:lnTo>
                    <a:pt x="5065" y="123475"/>
                  </a:lnTo>
                  <a:lnTo>
                    <a:pt x="3853" y="128625"/>
                  </a:lnTo>
                  <a:lnTo>
                    <a:pt x="2805" y="133811"/>
                  </a:lnTo>
                  <a:lnTo>
                    <a:pt x="1922" y="139027"/>
                  </a:lnTo>
                  <a:lnTo>
                    <a:pt x="1204" y="144268"/>
                  </a:lnTo>
                  <a:lnTo>
                    <a:pt x="652" y="149530"/>
                  </a:lnTo>
                  <a:lnTo>
                    <a:pt x="268" y="154806"/>
                  </a:lnTo>
                  <a:lnTo>
                    <a:pt x="50" y="160092"/>
                  </a:lnTo>
                  <a:lnTo>
                    <a:pt x="0" y="165382"/>
                  </a:lnTo>
                  <a:lnTo>
                    <a:pt x="117" y="170672"/>
                  </a:lnTo>
                  <a:lnTo>
                    <a:pt x="401" y="175954"/>
                  </a:lnTo>
                  <a:lnTo>
                    <a:pt x="852" y="181226"/>
                  </a:lnTo>
                  <a:lnTo>
                    <a:pt x="1470" y="186480"/>
                  </a:lnTo>
                  <a:lnTo>
                    <a:pt x="2254" y="191712"/>
                  </a:lnTo>
                  <a:lnTo>
                    <a:pt x="3203" y="196917"/>
                  </a:lnTo>
                  <a:lnTo>
                    <a:pt x="4317" y="202089"/>
                  </a:lnTo>
                  <a:lnTo>
                    <a:pt x="5593" y="207223"/>
                  </a:lnTo>
                  <a:lnTo>
                    <a:pt x="7031" y="212314"/>
                  </a:lnTo>
                  <a:lnTo>
                    <a:pt x="8630" y="217357"/>
                  </a:lnTo>
                  <a:lnTo>
                    <a:pt x="10387" y="222347"/>
                  </a:lnTo>
                  <a:lnTo>
                    <a:pt x="12302" y="227279"/>
                  </a:lnTo>
                  <a:lnTo>
                    <a:pt x="14371" y="232148"/>
                  </a:lnTo>
                  <a:lnTo>
                    <a:pt x="16594" y="236949"/>
                  </a:lnTo>
                  <a:lnTo>
                    <a:pt x="18967" y="241677"/>
                  </a:lnTo>
                  <a:lnTo>
                    <a:pt x="21489" y="246328"/>
                  </a:lnTo>
                  <a:lnTo>
                    <a:pt x="24157" y="250896"/>
                  </a:lnTo>
                  <a:lnTo>
                    <a:pt x="26968" y="255378"/>
                  </a:lnTo>
                  <a:lnTo>
                    <a:pt x="29919" y="259769"/>
                  </a:lnTo>
                  <a:lnTo>
                    <a:pt x="33008" y="264064"/>
                  </a:lnTo>
                  <a:lnTo>
                    <a:pt x="36231" y="268259"/>
                  </a:lnTo>
                  <a:lnTo>
                    <a:pt x="39586" y="272351"/>
                  </a:lnTo>
                  <a:lnTo>
                    <a:pt x="43068" y="276333"/>
                  </a:lnTo>
                  <a:lnTo>
                    <a:pt x="46674" y="280204"/>
                  </a:lnTo>
                  <a:lnTo>
                    <a:pt x="50401" y="283959"/>
                  </a:lnTo>
                  <a:lnTo>
                    <a:pt x="54245" y="287594"/>
                  </a:lnTo>
                  <a:lnTo>
                    <a:pt x="58202" y="291105"/>
                  </a:lnTo>
                  <a:lnTo>
                    <a:pt x="62269" y="294490"/>
                  </a:lnTo>
                  <a:lnTo>
                    <a:pt x="66440" y="297744"/>
                  </a:lnTo>
                  <a:lnTo>
                    <a:pt x="70712" y="300864"/>
                  </a:lnTo>
                  <a:lnTo>
                    <a:pt x="75081" y="303848"/>
                  </a:lnTo>
                  <a:lnTo>
                    <a:pt x="79542" y="306692"/>
                  </a:lnTo>
                  <a:lnTo>
                    <a:pt x="84091" y="309393"/>
                  </a:lnTo>
                  <a:lnTo>
                    <a:pt x="88723" y="311949"/>
                  </a:lnTo>
                  <a:lnTo>
                    <a:pt x="93433" y="314358"/>
                  </a:lnTo>
                  <a:lnTo>
                    <a:pt x="98218" y="316616"/>
                  </a:lnTo>
                  <a:lnTo>
                    <a:pt x="103071" y="318721"/>
                  </a:lnTo>
                  <a:lnTo>
                    <a:pt x="107989" y="320672"/>
                  </a:lnTo>
                  <a:lnTo>
                    <a:pt x="112966" y="322466"/>
                  </a:lnTo>
                  <a:lnTo>
                    <a:pt x="117997" y="324102"/>
                  </a:lnTo>
                  <a:lnTo>
                    <a:pt x="123077" y="325578"/>
                  </a:lnTo>
                  <a:lnTo>
                    <a:pt x="128202" y="326892"/>
                  </a:lnTo>
                  <a:lnTo>
                    <a:pt x="133366" y="328043"/>
                  </a:lnTo>
                  <a:lnTo>
                    <a:pt x="138563" y="329031"/>
                  </a:lnTo>
                  <a:lnTo>
                    <a:pt x="143789" y="329854"/>
                  </a:lnTo>
                  <a:lnTo>
                    <a:pt x="149039" y="330510"/>
                  </a:lnTo>
                  <a:lnTo>
                    <a:pt x="154306" y="331001"/>
                  </a:lnTo>
                  <a:lnTo>
                    <a:pt x="159587" y="331324"/>
                  </a:lnTo>
                  <a:lnTo>
                    <a:pt x="164875" y="331480"/>
                  </a:lnTo>
                  <a:lnTo>
                    <a:pt x="170166" y="331469"/>
                  </a:lnTo>
                  <a:lnTo>
                    <a:pt x="175453" y="331290"/>
                  </a:lnTo>
                  <a:lnTo>
                    <a:pt x="180732" y="330944"/>
                  </a:lnTo>
                  <a:lnTo>
                    <a:pt x="185998" y="330431"/>
                  </a:lnTo>
                  <a:lnTo>
                    <a:pt x="191244" y="329752"/>
                  </a:lnTo>
                  <a:lnTo>
                    <a:pt x="196467" y="328907"/>
                  </a:lnTo>
                  <a:lnTo>
                    <a:pt x="201660" y="327898"/>
                  </a:lnTo>
                  <a:lnTo>
                    <a:pt x="206819" y="326724"/>
                  </a:lnTo>
                  <a:lnTo>
                    <a:pt x="211938" y="325388"/>
                  </a:lnTo>
                  <a:lnTo>
                    <a:pt x="217012" y="323891"/>
                  </a:lnTo>
                  <a:lnTo>
                    <a:pt x="222036" y="322233"/>
                  </a:lnTo>
                  <a:lnTo>
                    <a:pt x="227005" y="320418"/>
                  </a:lnTo>
                  <a:lnTo>
                    <a:pt x="231914" y="318446"/>
                  </a:lnTo>
                  <a:lnTo>
                    <a:pt x="236759" y="316320"/>
                  </a:lnTo>
                  <a:lnTo>
                    <a:pt x="241534" y="314042"/>
                  </a:lnTo>
                  <a:lnTo>
                    <a:pt x="246234" y="311613"/>
                  </a:lnTo>
                  <a:lnTo>
                    <a:pt x="250855" y="309037"/>
                  </a:lnTo>
                  <a:lnTo>
                    <a:pt x="255392" y="306317"/>
                  </a:lnTo>
                  <a:lnTo>
                    <a:pt x="259841" y="303454"/>
                  </a:lnTo>
                  <a:lnTo>
                    <a:pt x="264197" y="300451"/>
                  </a:lnTo>
                  <a:lnTo>
                    <a:pt x="268456" y="297313"/>
                  </a:lnTo>
                  <a:lnTo>
                    <a:pt x="272613" y="294041"/>
                  </a:lnTo>
                  <a:lnTo>
                    <a:pt x="276665" y="290639"/>
                  </a:lnTo>
                  <a:lnTo>
                    <a:pt x="280607" y="287111"/>
                  </a:lnTo>
                  <a:lnTo>
                    <a:pt x="284436" y="283460"/>
                  </a:lnTo>
                  <a:lnTo>
                    <a:pt x="288147" y="279689"/>
                  </a:lnTo>
                  <a:lnTo>
                    <a:pt x="291736" y="275803"/>
                  </a:lnTo>
                  <a:lnTo>
                    <a:pt x="295202" y="271805"/>
                  </a:lnTo>
                  <a:lnTo>
                    <a:pt x="298538" y="267700"/>
                  </a:lnTo>
                  <a:lnTo>
                    <a:pt x="301744" y="263491"/>
                  </a:lnTo>
                  <a:lnTo>
                    <a:pt x="304814" y="259182"/>
                  </a:lnTo>
                  <a:lnTo>
                    <a:pt x="307747" y="254779"/>
                  </a:lnTo>
                  <a:lnTo>
                    <a:pt x="310539" y="250285"/>
                  </a:lnTo>
                  <a:lnTo>
                    <a:pt x="313187" y="245705"/>
                  </a:lnTo>
                  <a:lnTo>
                    <a:pt x="315689" y="241044"/>
                  </a:lnTo>
                  <a:lnTo>
                    <a:pt x="318042" y="236306"/>
                  </a:lnTo>
                  <a:lnTo>
                    <a:pt x="320244" y="231495"/>
                  </a:lnTo>
                  <a:lnTo>
                    <a:pt x="322293" y="226618"/>
                  </a:lnTo>
                  <a:lnTo>
                    <a:pt x="324186" y="221677"/>
                  </a:lnTo>
                  <a:lnTo>
                    <a:pt x="325922" y="216680"/>
                  </a:lnTo>
                  <a:lnTo>
                    <a:pt x="327499" y="211630"/>
                  </a:lnTo>
                  <a:lnTo>
                    <a:pt x="328916" y="206533"/>
                  </a:lnTo>
                  <a:lnTo>
                    <a:pt x="330170" y="201393"/>
                  </a:lnTo>
                  <a:lnTo>
                    <a:pt x="331261" y="196216"/>
                  </a:lnTo>
                  <a:lnTo>
                    <a:pt x="332188" y="191008"/>
                  </a:lnTo>
                  <a:lnTo>
                    <a:pt x="332950" y="185772"/>
                  </a:lnTo>
                  <a:lnTo>
                    <a:pt x="333545" y="180516"/>
                  </a:lnTo>
                  <a:lnTo>
                    <a:pt x="333974" y="175243"/>
                  </a:lnTo>
                  <a:lnTo>
                    <a:pt x="334236" y="169959"/>
                  </a:lnTo>
                  <a:lnTo>
                    <a:pt x="334331" y="164669"/>
                  </a:lnTo>
                  <a:lnTo>
                    <a:pt x="334258" y="159379"/>
                  </a:lnTo>
                  <a:lnTo>
                    <a:pt x="334017" y="154094"/>
                  </a:lnTo>
                  <a:lnTo>
                    <a:pt x="333610" y="148819"/>
                  </a:lnTo>
                  <a:lnTo>
                    <a:pt x="333036" y="143560"/>
                  </a:lnTo>
                  <a:lnTo>
                    <a:pt x="332296" y="138322"/>
                  </a:lnTo>
                  <a:lnTo>
                    <a:pt x="331390" y="133109"/>
                  </a:lnTo>
                  <a:lnTo>
                    <a:pt x="330320" y="127928"/>
                  </a:lnTo>
                  <a:lnTo>
                    <a:pt x="329086" y="122784"/>
                  </a:lnTo>
                  <a:lnTo>
                    <a:pt x="327691" y="117681"/>
                  </a:lnTo>
                  <a:lnTo>
                    <a:pt x="326134" y="112624"/>
                  </a:lnTo>
                  <a:lnTo>
                    <a:pt x="324418" y="107620"/>
                  </a:lnTo>
                  <a:lnTo>
                    <a:pt x="322545" y="102672"/>
                  </a:lnTo>
                  <a:lnTo>
                    <a:pt x="320516" y="97786"/>
                  </a:lnTo>
                  <a:lnTo>
                    <a:pt x="318334" y="92967"/>
                  </a:lnTo>
                  <a:lnTo>
                    <a:pt x="316000" y="88219"/>
                  </a:lnTo>
                  <a:lnTo>
                    <a:pt x="313517" y="83547"/>
                  </a:lnTo>
                  <a:lnTo>
                    <a:pt x="310888" y="78957"/>
                  </a:lnTo>
                  <a:lnTo>
                    <a:pt x="308114" y="74451"/>
                  </a:lnTo>
                  <a:lnTo>
                    <a:pt x="305200" y="70036"/>
                  </a:lnTo>
                  <a:lnTo>
                    <a:pt x="302147" y="65715"/>
                  </a:lnTo>
                  <a:lnTo>
                    <a:pt x="298959" y="61493"/>
                  </a:lnTo>
                  <a:lnTo>
                    <a:pt x="295639" y="57374"/>
                  </a:lnTo>
                  <a:lnTo>
                    <a:pt x="292190" y="53363"/>
                  </a:lnTo>
                  <a:lnTo>
                    <a:pt x="288616" y="49462"/>
                  </a:lnTo>
                  <a:lnTo>
                    <a:pt x="284920" y="45676"/>
                  </a:lnTo>
                  <a:lnTo>
                    <a:pt x="281107" y="42009"/>
                  </a:lnTo>
                  <a:lnTo>
                    <a:pt x="277179" y="38465"/>
                  </a:lnTo>
                  <a:lnTo>
                    <a:pt x="273141" y="35047"/>
                  </a:lnTo>
                  <a:lnTo>
                    <a:pt x="268997" y="31758"/>
                  </a:lnTo>
                  <a:lnTo>
                    <a:pt x="264751" y="28602"/>
                  </a:lnTo>
                  <a:lnTo>
                    <a:pt x="260407" y="25582"/>
                  </a:lnTo>
                  <a:lnTo>
                    <a:pt x="255970" y="22701"/>
                  </a:lnTo>
                  <a:lnTo>
                    <a:pt x="251444" y="19962"/>
                  </a:lnTo>
                  <a:lnTo>
                    <a:pt x="246834" y="17367"/>
                  </a:lnTo>
                  <a:lnTo>
                    <a:pt x="242143" y="14919"/>
                  </a:lnTo>
                  <a:lnTo>
                    <a:pt x="237378" y="12622"/>
                  </a:lnTo>
                  <a:lnTo>
                    <a:pt x="167164" y="1643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70214" cy="167167"/>
            </a:xfrm>
            <a:custGeom>
              <a:avLst/>
              <a:pathLst>
                <a:path w="70214" h="167167">
                  <a:moveTo>
                    <a:pt x="70214" y="15460"/>
                  </a:moveTo>
                  <a:lnTo>
                    <a:pt x="64689" y="13023"/>
                  </a:lnTo>
                  <a:lnTo>
                    <a:pt x="59080" y="10788"/>
                  </a:lnTo>
                  <a:lnTo>
                    <a:pt x="53394" y="8756"/>
                  </a:lnTo>
                  <a:lnTo>
                    <a:pt x="47638" y="6931"/>
                  </a:lnTo>
                  <a:lnTo>
                    <a:pt x="41820" y="5315"/>
                  </a:lnTo>
                  <a:lnTo>
                    <a:pt x="35948" y="3910"/>
                  </a:lnTo>
                  <a:lnTo>
                    <a:pt x="30028" y="2719"/>
                  </a:lnTo>
                  <a:lnTo>
                    <a:pt x="24070" y="1741"/>
                  </a:lnTo>
                  <a:lnTo>
                    <a:pt x="18080" y="980"/>
                  </a:lnTo>
                  <a:lnTo>
                    <a:pt x="12066" y="436"/>
                  </a:lnTo>
                  <a:lnTo>
                    <a:pt x="603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91" y="1322571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60" y="756"/>
                  </a:lnTo>
                  <a:lnTo>
                    <a:pt x="145989" y="1344"/>
                  </a:lnTo>
                  <a:lnTo>
                    <a:pt x="140739" y="2098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1" y="5355"/>
                  </a:lnTo>
                  <a:lnTo>
                    <a:pt x="120059" y="6768"/>
                  </a:lnTo>
                  <a:lnTo>
                    <a:pt x="114995" y="8343"/>
                  </a:lnTo>
                  <a:lnTo>
                    <a:pt x="109983" y="10077"/>
                  </a:lnTo>
                  <a:lnTo>
                    <a:pt x="105029" y="11969"/>
                  </a:lnTo>
                  <a:lnTo>
                    <a:pt x="100137" y="14018"/>
                  </a:lnTo>
                  <a:lnTo>
                    <a:pt x="95312" y="16221"/>
                  </a:lnTo>
                  <a:lnTo>
                    <a:pt x="90560" y="18575"/>
                  </a:lnTo>
                  <a:lnTo>
                    <a:pt x="85885" y="21080"/>
                  </a:lnTo>
                  <a:lnTo>
                    <a:pt x="81292" y="23731"/>
                  </a:lnTo>
                  <a:lnTo>
                    <a:pt x="76785" y="26527"/>
                  </a:lnTo>
                  <a:lnTo>
                    <a:pt x="72369" y="29464"/>
                  </a:lnTo>
                  <a:lnTo>
                    <a:pt x="68049" y="32539"/>
                  </a:lnTo>
                  <a:lnTo>
                    <a:pt x="63828" y="35751"/>
                  </a:lnTo>
                  <a:lnTo>
                    <a:pt x="59711" y="39094"/>
                  </a:lnTo>
                  <a:lnTo>
                    <a:pt x="55703" y="42567"/>
                  </a:lnTo>
                  <a:lnTo>
                    <a:pt x="51806" y="46165"/>
                  </a:lnTo>
                  <a:lnTo>
                    <a:pt x="48026" y="49884"/>
                  </a:lnTo>
                  <a:lnTo>
                    <a:pt x="44365" y="53722"/>
                  </a:lnTo>
                  <a:lnTo>
                    <a:pt x="40829" y="57674"/>
                  </a:lnTo>
                  <a:lnTo>
                    <a:pt x="37419" y="61736"/>
                  </a:lnTo>
                  <a:lnTo>
                    <a:pt x="34140" y="65904"/>
                  </a:lnTo>
                  <a:lnTo>
                    <a:pt x="30994" y="70175"/>
                  </a:lnTo>
                  <a:lnTo>
                    <a:pt x="27986" y="74542"/>
                  </a:lnTo>
                  <a:lnTo>
                    <a:pt x="25118" y="79003"/>
                  </a:lnTo>
                  <a:lnTo>
                    <a:pt x="22393" y="83553"/>
                  </a:lnTo>
                  <a:lnTo>
                    <a:pt x="19813" y="88187"/>
                  </a:lnTo>
                  <a:lnTo>
                    <a:pt x="17382" y="92900"/>
                  </a:lnTo>
                  <a:lnTo>
                    <a:pt x="15102" y="97689"/>
                  </a:lnTo>
                  <a:lnTo>
                    <a:pt x="12974" y="102547"/>
                  </a:lnTo>
                  <a:lnTo>
                    <a:pt x="11002" y="107470"/>
                  </a:lnTo>
                  <a:lnTo>
                    <a:pt x="9187" y="112453"/>
                  </a:lnTo>
                  <a:lnTo>
                    <a:pt x="7531" y="117491"/>
                  </a:lnTo>
                  <a:lnTo>
                    <a:pt x="6035" y="122580"/>
                  </a:lnTo>
                  <a:lnTo>
                    <a:pt x="4702" y="127713"/>
                  </a:lnTo>
                  <a:lnTo>
                    <a:pt x="3532" y="132886"/>
                  </a:lnTo>
                  <a:lnTo>
                    <a:pt x="2527" y="138093"/>
                  </a:lnTo>
                  <a:lnTo>
                    <a:pt x="1688" y="143330"/>
                  </a:lnTo>
                  <a:lnTo>
                    <a:pt x="1015" y="148590"/>
                  </a:lnTo>
                  <a:lnTo>
                    <a:pt x="509" y="153870"/>
                  </a:lnTo>
                  <a:lnTo>
                    <a:pt x="171" y="159162"/>
                  </a:lnTo>
                  <a:lnTo>
                    <a:pt x="1" y="164463"/>
                  </a:lnTo>
                  <a:lnTo>
                    <a:pt x="0" y="169767"/>
                  </a:lnTo>
                  <a:lnTo>
                    <a:pt x="166" y="175067"/>
                  </a:lnTo>
                  <a:lnTo>
                    <a:pt x="501" y="180360"/>
                  </a:lnTo>
                  <a:lnTo>
                    <a:pt x="1003" y="185640"/>
                  </a:lnTo>
                  <a:lnTo>
                    <a:pt x="1673" y="190901"/>
                  </a:lnTo>
                  <a:lnTo>
                    <a:pt x="2509" y="196138"/>
                  </a:lnTo>
                  <a:lnTo>
                    <a:pt x="3511" y="201346"/>
                  </a:lnTo>
                  <a:lnTo>
                    <a:pt x="4677" y="206520"/>
                  </a:lnTo>
                  <a:lnTo>
                    <a:pt x="6007" y="211654"/>
                  </a:lnTo>
                  <a:lnTo>
                    <a:pt x="7500" y="216743"/>
                  </a:lnTo>
                  <a:lnTo>
                    <a:pt x="9153" y="221782"/>
                  </a:lnTo>
                  <a:lnTo>
                    <a:pt x="10965" y="226767"/>
                  </a:lnTo>
                  <a:lnTo>
                    <a:pt x="12934" y="231691"/>
                  </a:lnTo>
                  <a:lnTo>
                    <a:pt x="15058" y="236551"/>
                  </a:lnTo>
                  <a:lnTo>
                    <a:pt x="17336" y="241340"/>
                  </a:lnTo>
                  <a:lnTo>
                    <a:pt x="19764" y="246055"/>
                  </a:lnTo>
                  <a:lnTo>
                    <a:pt x="22341" y="250691"/>
                  </a:lnTo>
                  <a:lnTo>
                    <a:pt x="25063" y="255242"/>
                  </a:lnTo>
                  <a:lnTo>
                    <a:pt x="27929" y="259705"/>
                  </a:lnTo>
                  <a:lnTo>
                    <a:pt x="30934" y="264074"/>
                  </a:lnTo>
                  <a:lnTo>
                    <a:pt x="34077" y="268347"/>
                  </a:lnTo>
                  <a:lnTo>
                    <a:pt x="37353" y="272517"/>
                  </a:lnTo>
                  <a:lnTo>
                    <a:pt x="40760" y="276581"/>
                  </a:lnTo>
                  <a:lnTo>
                    <a:pt x="44295" y="280535"/>
                  </a:lnTo>
                  <a:lnTo>
                    <a:pt x="47953" y="284375"/>
                  </a:lnTo>
                  <a:lnTo>
                    <a:pt x="51731" y="288097"/>
                  </a:lnTo>
                  <a:lnTo>
                    <a:pt x="55625" y="291698"/>
                  </a:lnTo>
                  <a:lnTo>
                    <a:pt x="59632" y="295173"/>
                  </a:lnTo>
                  <a:lnTo>
                    <a:pt x="63746" y="298519"/>
                  </a:lnTo>
                  <a:lnTo>
                    <a:pt x="67965" y="301733"/>
                  </a:lnTo>
                  <a:lnTo>
                    <a:pt x="72283" y="304811"/>
                  </a:lnTo>
                  <a:lnTo>
                    <a:pt x="76698" y="307751"/>
                  </a:lnTo>
                  <a:lnTo>
                    <a:pt x="81203" y="310550"/>
                  </a:lnTo>
                  <a:lnTo>
                    <a:pt x="85794" y="313204"/>
                  </a:lnTo>
                  <a:lnTo>
                    <a:pt x="90468" y="315711"/>
                  </a:lnTo>
                  <a:lnTo>
                    <a:pt x="95218" y="318068"/>
                  </a:lnTo>
                  <a:lnTo>
                    <a:pt x="100041" y="320274"/>
                  </a:lnTo>
                  <a:lnTo>
                    <a:pt x="104932" y="322326"/>
                  </a:lnTo>
                  <a:lnTo>
                    <a:pt x="109885" y="324221"/>
                  </a:lnTo>
                  <a:lnTo>
                    <a:pt x="114896" y="325959"/>
                  </a:lnTo>
                  <a:lnTo>
                    <a:pt x="119959" y="327536"/>
                  </a:lnTo>
                  <a:lnTo>
                    <a:pt x="125070" y="328952"/>
                  </a:lnTo>
                  <a:lnTo>
                    <a:pt x="130224" y="330206"/>
                  </a:lnTo>
                  <a:lnTo>
                    <a:pt x="135414" y="331295"/>
                  </a:lnTo>
                  <a:lnTo>
                    <a:pt x="140636" y="332219"/>
                  </a:lnTo>
                  <a:lnTo>
                    <a:pt x="145885" y="332977"/>
                  </a:lnTo>
                  <a:lnTo>
                    <a:pt x="151156" y="333568"/>
                  </a:lnTo>
                  <a:lnTo>
                    <a:pt x="156442" y="333991"/>
                  </a:lnTo>
                  <a:lnTo>
                    <a:pt x="161740" y="334247"/>
                  </a:lnTo>
                  <a:lnTo>
                    <a:pt x="167043" y="334334"/>
                  </a:lnTo>
                  <a:lnTo>
                    <a:pt x="172345" y="334254"/>
                  </a:lnTo>
                  <a:lnTo>
                    <a:pt x="177643" y="334005"/>
                  </a:lnTo>
                  <a:lnTo>
                    <a:pt x="182930" y="333588"/>
                  </a:lnTo>
                  <a:lnTo>
                    <a:pt x="188201" y="333003"/>
                  </a:lnTo>
                  <a:lnTo>
                    <a:pt x="193451" y="332252"/>
                  </a:lnTo>
                  <a:lnTo>
                    <a:pt x="198675" y="331334"/>
                  </a:lnTo>
                  <a:lnTo>
                    <a:pt x="203867" y="330252"/>
                  </a:lnTo>
                  <a:lnTo>
                    <a:pt x="209022" y="329005"/>
                  </a:lnTo>
                  <a:lnTo>
                    <a:pt x="214134" y="327595"/>
                  </a:lnTo>
                  <a:lnTo>
                    <a:pt x="219200" y="326024"/>
                  </a:lnTo>
                  <a:lnTo>
                    <a:pt x="224213" y="324292"/>
                  </a:lnTo>
                  <a:lnTo>
                    <a:pt x="229168" y="322403"/>
                  </a:lnTo>
                  <a:lnTo>
                    <a:pt x="234061" y="320358"/>
                  </a:lnTo>
                  <a:lnTo>
                    <a:pt x="238887" y="318158"/>
                  </a:lnTo>
                  <a:lnTo>
                    <a:pt x="243641" y="315806"/>
                  </a:lnTo>
                  <a:lnTo>
                    <a:pt x="248317" y="313305"/>
                  </a:lnTo>
                  <a:lnTo>
                    <a:pt x="252912" y="310656"/>
                  </a:lnTo>
                  <a:lnTo>
                    <a:pt x="257421" y="307864"/>
                  </a:lnTo>
                  <a:lnTo>
                    <a:pt x="261838" y="304929"/>
                  </a:lnTo>
                  <a:lnTo>
                    <a:pt x="266161" y="301856"/>
                  </a:lnTo>
                  <a:lnTo>
                    <a:pt x="270384" y="298647"/>
                  </a:lnTo>
                  <a:lnTo>
                    <a:pt x="274502" y="295306"/>
                  </a:lnTo>
                  <a:lnTo>
                    <a:pt x="278513" y="291836"/>
                  </a:lnTo>
                  <a:lnTo>
                    <a:pt x="282412" y="288241"/>
                  </a:lnTo>
                  <a:lnTo>
                    <a:pt x="286194" y="284524"/>
                  </a:lnTo>
                  <a:lnTo>
                    <a:pt x="289857" y="280688"/>
                  </a:lnTo>
                  <a:lnTo>
                    <a:pt x="293397" y="276738"/>
                  </a:lnTo>
                  <a:lnTo>
                    <a:pt x="296809" y="272678"/>
                  </a:lnTo>
                  <a:lnTo>
                    <a:pt x="300091" y="268512"/>
                  </a:lnTo>
                  <a:lnTo>
                    <a:pt x="303239" y="264244"/>
                  </a:lnTo>
                  <a:lnTo>
                    <a:pt x="306250" y="259878"/>
                  </a:lnTo>
                  <a:lnTo>
                    <a:pt x="309120" y="255419"/>
                  </a:lnTo>
                  <a:lnTo>
                    <a:pt x="311848" y="250871"/>
                  </a:lnTo>
                  <a:lnTo>
                    <a:pt x="314431" y="246239"/>
                  </a:lnTo>
                  <a:lnTo>
                    <a:pt x="316865" y="241527"/>
                  </a:lnTo>
                  <a:lnTo>
                    <a:pt x="319149" y="236740"/>
                  </a:lnTo>
                  <a:lnTo>
                    <a:pt x="321279" y="231883"/>
                  </a:lnTo>
                  <a:lnTo>
                    <a:pt x="323254" y="226961"/>
                  </a:lnTo>
                  <a:lnTo>
                    <a:pt x="325073" y="221979"/>
                  </a:lnTo>
                  <a:lnTo>
                    <a:pt x="326732" y="216942"/>
                  </a:lnTo>
                  <a:lnTo>
                    <a:pt x="328230" y="211855"/>
                  </a:lnTo>
                  <a:lnTo>
                    <a:pt x="329567" y="206722"/>
                  </a:lnTo>
                  <a:lnTo>
                    <a:pt x="330740" y="201550"/>
                  </a:lnTo>
                  <a:lnTo>
                    <a:pt x="331748" y="196343"/>
                  </a:lnTo>
                  <a:lnTo>
                    <a:pt x="332591" y="191107"/>
                  </a:lnTo>
                  <a:lnTo>
                    <a:pt x="333267" y="185847"/>
                  </a:lnTo>
                  <a:lnTo>
                    <a:pt x="333776" y="180568"/>
                  </a:lnTo>
                  <a:lnTo>
                    <a:pt x="334117" y="175276"/>
                  </a:lnTo>
                  <a:lnTo>
                    <a:pt x="334291" y="169975"/>
                  </a:lnTo>
                  <a:lnTo>
                    <a:pt x="334296" y="164671"/>
                  </a:lnTo>
                  <a:lnTo>
                    <a:pt x="334132" y="159370"/>
                  </a:lnTo>
                  <a:lnTo>
                    <a:pt x="333801" y="154077"/>
                  </a:lnTo>
                  <a:lnTo>
                    <a:pt x="333302" y="148797"/>
                  </a:lnTo>
                  <a:lnTo>
                    <a:pt x="332635" y="143536"/>
                  </a:lnTo>
                  <a:lnTo>
                    <a:pt x="331803" y="138298"/>
                  </a:lnTo>
                  <a:lnTo>
                    <a:pt x="330804" y="133090"/>
                  </a:lnTo>
                  <a:lnTo>
                    <a:pt x="329641" y="127915"/>
                  </a:lnTo>
                  <a:lnTo>
                    <a:pt x="328314" y="122780"/>
                  </a:lnTo>
                  <a:lnTo>
                    <a:pt x="326825" y="117690"/>
                  </a:lnTo>
                  <a:lnTo>
                    <a:pt x="325175" y="112650"/>
                  </a:lnTo>
                  <a:lnTo>
                    <a:pt x="323366" y="107664"/>
                  </a:lnTo>
                  <a:lnTo>
                    <a:pt x="321400" y="102739"/>
                  </a:lnTo>
                  <a:lnTo>
                    <a:pt x="319278" y="97878"/>
                  </a:lnTo>
                  <a:lnTo>
                    <a:pt x="317004" y="93087"/>
                  </a:lnTo>
                  <a:lnTo>
                    <a:pt x="314578" y="88371"/>
                  </a:lnTo>
                  <a:lnTo>
                    <a:pt x="312005" y="83734"/>
                  </a:lnTo>
                  <a:lnTo>
                    <a:pt x="309285" y="79180"/>
                  </a:lnTo>
                  <a:lnTo>
                    <a:pt x="306423" y="74716"/>
                  </a:lnTo>
                  <a:lnTo>
                    <a:pt x="303420" y="70344"/>
                  </a:lnTo>
                  <a:lnTo>
                    <a:pt x="300280" y="66070"/>
                  </a:lnTo>
                  <a:lnTo>
                    <a:pt x="297006" y="61898"/>
                  </a:lnTo>
                  <a:lnTo>
                    <a:pt x="293601" y="57832"/>
                  </a:lnTo>
                  <a:lnTo>
                    <a:pt x="290069" y="53875"/>
                  </a:lnTo>
                  <a:lnTo>
                    <a:pt x="286414" y="50033"/>
                  </a:lnTo>
                  <a:lnTo>
                    <a:pt x="282638" y="46309"/>
                  </a:lnTo>
                  <a:lnTo>
                    <a:pt x="278746" y="42706"/>
                  </a:lnTo>
                  <a:lnTo>
                    <a:pt x="274742" y="39228"/>
                  </a:lnTo>
                  <a:lnTo>
                    <a:pt x="270629" y="35880"/>
                  </a:lnTo>
                  <a:lnTo>
                    <a:pt x="266412" y="32663"/>
                  </a:lnTo>
                  <a:lnTo>
                    <a:pt x="262096" y="29582"/>
                  </a:lnTo>
                  <a:lnTo>
                    <a:pt x="257684" y="26639"/>
                  </a:lnTo>
                  <a:lnTo>
                    <a:pt x="253180" y="23838"/>
                  </a:lnTo>
                  <a:lnTo>
                    <a:pt x="248590" y="21181"/>
                  </a:lnTo>
                  <a:lnTo>
                    <a:pt x="243918" y="18671"/>
                  </a:lnTo>
                  <a:lnTo>
                    <a:pt x="239169" y="16310"/>
                  </a:lnTo>
                  <a:lnTo>
                    <a:pt x="234348" y="14102"/>
                  </a:lnTo>
                  <a:lnTo>
                    <a:pt x="229458" y="1204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4619"/>
              <a:ext cx="62311" cy="155120"/>
            </a:xfrm>
            <a:custGeom>
              <a:avLst/>
              <a:pathLst>
                <a:path w="62311" h="155120">
                  <a:moveTo>
                    <a:pt x="62311" y="0"/>
                  </a:moveTo>
                  <a:lnTo>
                    <a:pt x="0" y="155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62311" cy="167167"/>
            </a:xfrm>
            <a:custGeom>
              <a:avLst/>
              <a:pathLst>
                <a:path w="62311" h="167167">
                  <a:moveTo>
                    <a:pt x="62311" y="12047"/>
                  </a:moveTo>
                  <a:lnTo>
                    <a:pt x="56888" y="9977"/>
                  </a:lnTo>
                  <a:lnTo>
                    <a:pt x="51396" y="8097"/>
                  </a:lnTo>
                  <a:lnTo>
                    <a:pt x="45843" y="6408"/>
                  </a:lnTo>
                  <a:lnTo>
                    <a:pt x="40234" y="4914"/>
                  </a:lnTo>
                  <a:lnTo>
                    <a:pt x="34577" y="3615"/>
                  </a:lnTo>
                  <a:lnTo>
                    <a:pt x="28878" y="2513"/>
                  </a:lnTo>
                  <a:lnTo>
                    <a:pt x="23144" y="1609"/>
                  </a:lnTo>
                  <a:lnTo>
                    <a:pt x="17382" y="906"/>
                  </a:lnTo>
                  <a:lnTo>
                    <a:pt x="11600" y="402"/>
                  </a:lnTo>
                  <a:lnTo>
                    <a:pt x="580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00" y="1071028"/>
              <a:ext cx="333978" cy="334326"/>
            </a:xfrm>
            <a:custGeom>
              <a:avLst/>
              <a:pathLst>
                <a:path w="333978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20" y="3040"/>
                  </a:lnTo>
                  <a:lnTo>
                    <a:pt x="130211" y="4133"/>
                  </a:lnTo>
                  <a:lnTo>
                    <a:pt x="125041" y="5392"/>
                  </a:lnTo>
                  <a:lnTo>
                    <a:pt x="119913" y="6814"/>
                  </a:lnTo>
                  <a:lnTo>
                    <a:pt x="114833" y="8400"/>
                  </a:lnTo>
                  <a:lnTo>
                    <a:pt x="109806" y="10145"/>
                  </a:lnTo>
                  <a:lnTo>
                    <a:pt x="104837" y="12051"/>
                  </a:lnTo>
                  <a:lnTo>
                    <a:pt x="99931" y="14113"/>
                  </a:lnTo>
                  <a:lnTo>
                    <a:pt x="95093" y="16330"/>
                  </a:lnTo>
                  <a:lnTo>
                    <a:pt x="90328" y="18700"/>
                  </a:lnTo>
                  <a:lnTo>
                    <a:pt x="85642" y="21221"/>
                  </a:lnTo>
                  <a:lnTo>
                    <a:pt x="81037" y="23890"/>
                  </a:lnTo>
                  <a:lnTo>
                    <a:pt x="76520" y="26704"/>
                  </a:lnTo>
                  <a:lnTo>
                    <a:pt x="72095" y="29660"/>
                  </a:lnTo>
                  <a:lnTo>
                    <a:pt x="67767" y="32755"/>
                  </a:lnTo>
                  <a:lnTo>
                    <a:pt x="63539" y="35987"/>
                  </a:lnTo>
                  <a:lnTo>
                    <a:pt x="59416" y="39352"/>
                  </a:lnTo>
                  <a:lnTo>
                    <a:pt x="55402" y="42846"/>
                  </a:lnTo>
                  <a:lnTo>
                    <a:pt x="51501" y="46466"/>
                  </a:lnTo>
                  <a:lnTo>
                    <a:pt x="47718" y="50209"/>
                  </a:lnTo>
                  <a:lnTo>
                    <a:pt x="44056" y="54070"/>
                  </a:lnTo>
                  <a:lnTo>
                    <a:pt x="40518" y="58045"/>
                  </a:lnTo>
                  <a:lnTo>
                    <a:pt x="37109" y="62132"/>
                  </a:lnTo>
                  <a:lnTo>
                    <a:pt x="33831" y="66324"/>
                  </a:lnTo>
                  <a:lnTo>
                    <a:pt x="30689" y="70619"/>
                  </a:lnTo>
                  <a:lnTo>
                    <a:pt x="27685" y="75012"/>
                  </a:lnTo>
                  <a:lnTo>
                    <a:pt x="24823" y="79498"/>
                  </a:lnTo>
                  <a:lnTo>
                    <a:pt x="22104" y="84073"/>
                  </a:lnTo>
                  <a:lnTo>
                    <a:pt x="19533" y="88732"/>
                  </a:lnTo>
                  <a:lnTo>
                    <a:pt x="17111" y="93471"/>
                  </a:lnTo>
                  <a:lnTo>
                    <a:pt x="14841" y="98284"/>
                  </a:lnTo>
                  <a:lnTo>
                    <a:pt x="12726" y="103167"/>
                  </a:lnTo>
                  <a:lnTo>
                    <a:pt x="10767" y="108116"/>
                  </a:lnTo>
                  <a:lnTo>
                    <a:pt x="8967" y="113123"/>
                  </a:lnTo>
                  <a:lnTo>
                    <a:pt x="7326" y="118186"/>
                  </a:lnTo>
                  <a:lnTo>
                    <a:pt x="5848" y="123298"/>
                  </a:lnTo>
                  <a:lnTo>
                    <a:pt x="4534" y="128455"/>
                  </a:lnTo>
                  <a:lnTo>
                    <a:pt x="3384" y="133651"/>
                  </a:lnTo>
                  <a:lnTo>
                    <a:pt x="2400" y="138881"/>
                  </a:lnTo>
                  <a:lnTo>
                    <a:pt x="1583" y="144140"/>
                  </a:lnTo>
                  <a:lnTo>
                    <a:pt x="934" y="149421"/>
                  </a:lnTo>
                  <a:lnTo>
                    <a:pt x="454" y="154721"/>
                  </a:lnTo>
                  <a:lnTo>
                    <a:pt x="142" y="160034"/>
                  </a:lnTo>
                  <a:lnTo>
                    <a:pt x="0" y="165354"/>
                  </a:lnTo>
                  <a:lnTo>
                    <a:pt x="26" y="170675"/>
                  </a:lnTo>
                  <a:lnTo>
                    <a:pt x="223" y="175993"/>
                  </a:lnTo>
                  <a:lnTo>
                    <a:pt x="588" y="181302"/>
                  </a:lnTo>
                  <a:lnTo>
                    <a:pt x="1123" y="186597"/>
                  </a:lnTo>
                  <a:lnTo>
                    <a:pt x="1825" y="191872"/>
                  </a:lnTo>
                  <a:lnTo>
                    <a:pt x="2695" y="197122"/>
                  </a:lnTo>
                  <a:lnTo>
                    <a:pt x="3732" y="202342"/>
                  </a:lnTo>
                  <a:lnTo>
                    <a:pt x="4935" y="207526"/>
                  </a:lnTo>
                  <a:lnTo>
                    <a:pt x="6302" y="212669"/>
                  </a:lnTo>
                  <a:lnTo>
                    <a:pt x="7831" y="217766"/>
                  </a:lnTo>
                  <a:lnTo>
                    <a:pt x="9523" y="222812"/>
                  </a:lnTo>
                  <a:lnTo>
                    <a:pt x="11374" y="227801"/>
                  </a:lnTo>
                  <a:lnTo>
                    <a:pt x="13383" y="232729"/>
                  </a:lnTo>
                  <a:lnTo>
                    <a:pt x="15548" y="237591"/>
                  </a:lnTo>
                  <a:lnTo>
                    <a:pt x="17866" y="242381"/>
                  </a:lnTo>
                  <a:lnTo>
                    <a:pt x="20336" y="247095"/>
                  </a:lnTo>
                  <a:lnTo>
                    <a:pt x="22954" y="251728"/>
                  </a:lnTo>
                  <a:lnTo>
                    <a:pt x="25719" y="256275"/>
                  </a:lnTo>
                  <a:lnTo>
                    <a:pt x="28627" y="260732"/>
                  </a:lnTo>
                  <a:lnTo>
                    <a:pt x="31675" y="265094"/>
                  </a:lnTo>
                  <a:lnTo>
                    <a:pt x="34861" y="269356"/>
                  </a:lnTo>
                  <a:lnTo>
                    <a:pt x="38181" y="273516"/>
                  </a:lnTo>
                  <a:lnTo>
                    <a:pt x="41631" y="277567"/>
                  </a:lnTo>
                  <a:lnTo>
                    <a:pt x="45209" y="281507"/>
                  </a:lnTo>
                  <a:lnTo>
                    <a:pt x="48910" y="285330"/>
                  </a:lnTo>
                  <a:lnTo>
                    <a:pt x="52731" y="289034"/>
                  </a:lnTo>
                  <a:lnTo>
                    <a:pt x="56668" y="292615"/>
                  </a:lnTo>
                  <a:lnTo>
                    <a:pt x="60717" y="296068"/>
                  </a:lnTo>
                  <a:lnTo>
                    <a:pt x="64874" y="299391"/>
                  </a:lnTo>
                  <a:lnTo>
                    <a:pt x="69135" y="302580"/>
                  </a:lnTo>
                  <a:lnTo>
                    <a:pt x="73495" y="305631"/>
                  </a:lnTo>
                  <a:lnTo>
                    <a:pt x="77950" y="308542"/>
                  </a:lnTo>
                  <a:lnTo>
                    <a:pt x="82495" y="311310"/>
                  </a:lnTo>
                  <a:lnTo>
                    <a:pt x="87126" y="313932"/>
                  </a:lnTo>
                  <a:lnTo>
                    <a:pt x="91838" y="316405"/>
                  </a:lnTo>
                  <a:lnTo>
                    <a:pt x="96626" y="318727"/>
                  </a:lnTo>
                  <a:lnTo>
                    <a:pt x="101486" y="320895"/>
                  </a:lnTo>
                  <a:lnTo>
                    <a:pt x="106413" y="322907"/>
                  </a:lnTo>
                  <a:lnTo>
                    <a:pt x="111401" y="324762"/>
                  </a:lnTo>
                  <a:lnTo>
                    <a:pt x="116445" y="326457"/>
                  </a:lnTo>
                  <a:lnTo>
                    <a:pt x="121541" y="327990"/>
                  </a:lnTo>
                  <a:lnTo>
                    <a:pt x="126684" y="329361"/>
                  </a:lnTo>
                  <a:lnTo>
                    <a:pt x="131867" y="330567"/>
                  </a:lnTo>
                  <a:lnTo>
                    <a:pt x="137086" y="331607"/>
                  </a:lnTo>
                  <a:lnTo>
                    <a:pt x="142335" y="332481"/>
                  </a:lnTo>
                  <a:lnTo>
                    <a:pt x="147610" y="333188"/>
                  </a:lnTo>
                  <a:lnTo>
                    <a:pt x="152904" y="333726"/>
                  </a:lnTo>
                  <a:lnTo>
                    <a:pt x="158213" y="334095"/>
                  </a:lnTo>
                  <a:lnTo>
                    <a:pt x="163531" y="334295"/>
                  </a:lnTo>
                  <a:lnTo>
                    <a:pt x="168852" y="334326"/>
                  </a:lnTo>
                  <a:lnTo>
                    <a:pt x="174172" y="334187"/>
                  </a:lnTo>
                  <a:lnTo>
                    <a:pt x="179485" y="333879"/>
                  </a:lnTo>
                  <a:lnTo>
                    <a:pt x="184785" y="333402"/>
                  </a:lnTo>
                  <a:lnTo>
                    <a:pt x="190068" y="332757"/>
                  </a:lnTo>
                  <a:lnTo>
                    <a:pt x="195327" y="331944"/>
                  </a:lnTo>
                  <a:lnTo>
                    <a:pt x="200557" y="330964"/>
                  </a:lnTo>
                  <a:lnTo>
                    <a:pt x="205754" y="329818"/>
                  </a:lnTo>
                  <a:lnTo>
                    <a:pt x="210912" y="328507"/>
                  </a:lnTo>
                  <a:lnTo>
                    <a:pt x="216025" y="327032"/>
                  </a:lnTo>
                  <a:lnTo>
                    <a:pt x="221089" y="325396"/>
                  </a:lnTo>
                  <a:lnTo>
                    <a:pt x="226098" y="323599"/>
                  </a:lnTo>
                  <a:lnTo>
                    <a:pt x="231048" y="321643"/>
                  </a:lnTo>
                  <a:lnTo>
                    <a:pt x="235932" y="319531"/>
                  </a:lnTo>
                  <a:lnTo>
                    <a:pt x="240747" y="317265"/>
                  </a:lnTo>
                  <a:lnTo>
                    <a:pt x="245488" y="314847"/>
                  </a:lnTo>
                  <a:lnTo>
                    <a:pt x="250149" y="312279"/>
                  </a:lnTo>
                  <a:lnTo>
                    <a:pt x="254725" y="309563"/>
                  </a:lnTo>
                  <a:lnTo>
                    <a:pt x="259214" y="306704"/>
                  </a:lnTo>
                  <a:lnTo>
                    <a:pt x="263608" y="303703"/>
                  </a:lnTo>
                  <a:lnTo>
                    <a:pt x="267906" y="300564"/>
                  </a:lnTo>
                  <a:lnTo>
                    <a:pt x="272101" y="297289"/>
                  </a:lnTo>
                  <a:lnTo>
                    <a:pt x="276189" y="293883"/>
                  </a:lnTo>
                  <a:lnTo>
                    <a:pt x="280167" y="290348"/>
                  </a:lnTo>
                  <a:lnTo>
                    <a:pt x="284031" y="286689"/>
                  </a:lnTo>
                  <a:lnTo>
                    <a:pt x="287776" y="282908"/>
                  </a:lnTo>
                  <a:lnTo>
                    <a:pt x="291399" y="279010"/>
                  </a:lnTo>
                  <a:lnTo>
                    <a:pt x="294896" y="274999"/>
                  </a:lnTo>
                  <a:lnTo>
                    <a:pt x="298264" y="270878"/>
                  </a:lnTo>
                  <a:lnTo>
                    <a:pt x="301499" y="266652"/>
                  </a:lnTo>
                  <a:lnTo>
                    <a:pt x="304597" y="262326"/>
                  </a:lnTo>
                  <a:lnTo>
                    <a:pt x="307556" y="257903"/>
                  </a:lnTo>
                  <a:lnTo>
                    <a:pt x="310373" y="253388"/>
                  </a:lnTo>
                  <a:lnTo>
                    <a:pt x="313045" y="248785"/>
                  </a:lnTo>
                  <a:lnTo>
                    <a:pt x="315569" y="244100"/>
                  </a:lnTo>
                  <a:lnTo>
                    <a:pt x="317943" y="239337"/>
                  </a:lnTo>
                  <a:lnTo>
                    <a:pt x="320164" y="234501"/>
                  </a:lnTo>
                  <a:lnTo>
                    <a:pt x="322230" y="229597"/>
                  </a:lnTo>
                  <a:lnTo>
                    <a:pt x="324138" y="224629"/>
                  </a:lnTo>
                  <a:lnTo>
                    <a:pt x="325888" y="219603"/>
                  </a:lnTo>
                  <a:lnTo>
                    <a:pt x="327476" y="214524"/>
                  </a:lnTo>
                  <a:lnTo>
                    <a:pt x="328902" y="209397"/>
                  </a:lnTo>
                  <a:lnTo>
                    <a:pt x="330165" y="204228"/>
                  </a:lnTo>
                  <a:lnTo>
                    <a:pt x="331262" y="199020"/>
                  </a:lnTo>
                  <a:lnTo>
                    <a:pt x="332192" y="193781"/>
                  </a:lnTo>
                  <a:lnTo>
                    <a:pt x="332956" y="188514"/>
                  </a:lnTo>
                  <a:lnTo>
                    <a:pt x="333551" y="183226"/>
                  </a:lnTo>
                  <a:lnTo>
                    <a:pt x="333978" y="17792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6821" cy="10754"/>
            </a:xfrm>
            <a:custGeom>
              <a:avLst/>
              <a:pathLst>
                <a:path w="166821" h="10754">
                  <a:moveTo>
                    <a:pt x="166821" y="1075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6981" cy="10754"/>
            </a:xfrm>
            <a:custGeom>
              <a:avLst/>
              <a:pathLst>
                <a:path w="166981" h="10754">
                  <a:moveTo>
                    <a:pt x="166821" y="10754"/>
                  </a:moveTo>
                  <a:lnTo>
                    <a:pt x="166981" y="7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167149" cy="175056"/>
            </a:xfrm>
            <a:custGeom>
              <a:avLst/>
              <a:pathLst>
                <a:path w="167149" h="175056">
                  <a:moveTo>
                    <a:pt x="166981" y="175056"/>
                  </a:moveTo>
                  <a:lnTo>
                    <a:pt x="167149" y="169649"/>
                  </a:lnTo>
                  <a:lnTo>
                    <a:pt x="167141" y="164240"/>
                  </a:lnTo>
                  <a:lnTo>
                    <a:pt x="166959" y="158834"/>
                  </a:lnTo>
                  <a:lnTo>
                    <a:pt x="166602" y="153436"/>
                  </a:lnTo>
                  <a:lnTo>
                    <a:pt x="166071" y="148053"/>
                  </a:lnTo>
                  <a:lnTo>
                    <a:pt x="165365" y="142690"/>
                  </a:lnTo>
                  <a:lnTo>
                    <a:pt x="164487" y="137352"/>
                  </a:lnTo>
                  <a:lnTo>
                    <a:pt x="163436" y="132046"/>
                  </a:lnTo>
                  <a:lnTo>
                    <a:pt x="162214" y="126777"/>
                  </a:lnTo>
                  <a:lnTo>
                    <a:pt x="160822" y="121549"/>
                  </a:lnTo>
                  <a:lnTo>
                    <a:pt x="159262" y="116370"/>
                  </a:lnTo>
                  <a:lnTo>
                    <a:pt x="157535" y="111244"/>
                  </a:lnTo>
                  <a:lnTo>
                    <a:pt x="155643" y="106176"/>
                  </a:lnTo>
                  <a:lnTo>
                    <a:pt x="153589" y="101172"/>
                  </a:lnTo>
                  <a:lnTo>
                    <a:pt x="151373" y="96237"/>
                  </a:lnTo>
                  <a:lnTo>
                    <a:pt x="148999" y="91377"/>
                  </a:lnTo>
                  <a:lnTo>
                    <a:pt x="146469" y="86596"/>
                  </a:lnTo>
                  <a:lnTo>
                    <a:pt x="143785" y="81899"/>
                  </a:lnTo>
                  <a:lnTo>
                    <a:pt x="140951" y="77291"/>
                  </a:lnTo>
                  <a:lnTo>
                    <a:pt x="137969" y="72778"/>
                  </a:lnTo>
                  <a:lnTo>
                    <a:pt x="134843" y="68364"/>
                  </a:lnTo>
                  <a:lnTo>
                    <a:pt x="131576" y="64053"/>
                  </a:lnTo>
                  <a:lnTo>
                    <a:pt x="128171" y="59849"/>
                  </a:lnTo>
                  <a:lnTo>
                    <a:pt x="124632" y="55759"/>
                  </a:lnTo>
                  <a:lnTo>
                    <a:pt x="120962" y="51785"/>
                  </a:lnTo>
                  <a:lnTo>
                    <a:pt x="117165" y="47931"/>
                  </a:lnTo>
                  <a:lnTo>
                    <a:pt x="113246" y="44203"/>
                  </a:lnTo>
                  <a:lnTo>
                    <a:pt x="109208" y="40603"/>
                  </a:lnTo>
                  <a:lnTo>
                    <a:pt x="105056" y="37136"/>
                  </a:lnTo>
                  <a:lnTo>
                    <a:pt x="100794" y="33805"/>
                  </a:lnTo>
                  <a:lnTo>
                    <a:pt x="96427" y="30614"/>
                  </a:lnTo>
                  <a:lnTo>
                    <a:pt x="91958" y="27565"/>
                  </a:lnTo>
                  <a:lnTo>
                    <a:pt x="87393" y="24663"/>
                  </a:lnTo>
                  <a:lnTo>
                    <a:pt x="82737" y="21910"/>
                  </a:lnTo>
                  <a:lnTo>
                    <a:pt x="77994" y="19309"/>
                  </a:lnTo>
                  <a:lnTo>
                    <a:pt x="73169" y="16863"/>
                  </a:lnTo>
                  <a:lnTo>
                    <a:pt x="68268" y="14575"/>
                  </a:lnTo>
                  <a:lnTo>
                    <a:pt x="63295" y="12446"/>
                  </a:lnTo>
                  <a:lnTo>
                    <a:pt x="58256" y="10479"/>
                  </a:lnTo>
                  <a:lnTo>
                    <a:pt x="53156" y="8676"/>
                  </a:lnTo>
                  <a:lnTo>
                    <a:pt x="48000" y="7039"/>
                  </a:lnTo>
                  <a:lnTo>
                    <a:pt x="42794" y="5570"/>
                  </a:lnTo>
                  <a:lnTo>
                    <a:pt x="37543" y="4270"/>
                  </a:lnTo>
                  <a:lnTo>
                    <a:pt x="32253" y="3141"/>
                  </a:lnTo>
                  <a:lnTo>
                    <a:pt x="26929" y="2183"/>
                  </a:lnTo>
                  <a:lnTo>
                    <a:pt x="21577" y="1398"/>
                  </a:lnTo>
                  <a:lnTo>
                    <a:pt x="16203" y="787"/>
                  </a:lnTo>
                  <a:lnTo>
                    <a:pt x="10811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4328" y="941493"/>
              <a:ext cx="119215" cy="167167"/>
            </a:xfrm>
            <a:custGeom>
              <a:avLst/>
              <a:pathLst>
                <a:path w="119215" h="167167">
                  <a:moveTo>
                    <a:pt x="119215" y="0"/>
                  </a:moveTo>
                  <a:lnTo>
                    <a:pt x="113686" y="91"/>
                  </a:lnTo>
                  <a:lnTo>
                    <a:pt x="108162" y="365"/>
                  </a:lnTo>
                  <a:lnTo>
                    <a:pt x="102651" y="822"/>
                  </a:lnTo>
                  <a:lnTo>
                    <a:pt x="97158" y="1461"/>
                  </a:lnTo>
                  <a:lnTo>
                    <a:pt x="91689" y="2281"/>
                  </a:lnTo>
                  <a:lnTo>
                    <a:pt x="86250" y="3282"/>
                  </a:lnTo>
                  <a:lnTo>
                    <a:pt x="80848" y="4462"/>
                  </a:lnTo>
                  <a:lnTo>
                    <a:pt x="75487" y="5820"/>
                  </a:lnTo>
                  <a:lnTo>
                    <a:pt x="70174" y="7355"/>
                  </a:lnTo>
                  <a:lnTo>
                    <a:pt x="64915" y="9064"/>
                  </a:lnTo>
                  <a:lnTo>
                    <a:pt x="59715" y="10947"/>
                  </a:lnTo>
                  <a:lnTo>
                    <a:pt x="54581" y="13000"/>
                  </a:lnTo>
                  <a:lnTo>
                    <a:pt x="49517" y="15223"/>
                  </a:lnTo>
                  <a:lnTo>
                    <a:pt x="44529" y="17611"/>
                  </a:lnTo>
                  <a:lnTo>
                    <a:pt x="39623" y="20163"/>
                  </a:lnTo>
                  <a:lnTo>
                    <a:pt x="34804" y="22876"/>
                  </a:lnTo>
                  <a:lnTo>
                    <a:pt x="30078" y="25747"/>
                  </a:lnTo>
                  <a:lnTo>
                    <a:pt x="25449" y="28773"/>
                  </a:lnTo>
                  <a:lnTo>
                    <a:pt x="20923" y="31950"/>
                  </a:lnTo>
                  <a:lnTo>
                    <a:pt x="16504" y="35275"/>
                  </a:lnTo>
                  <a:lnTo>
                    <a:pt x="12198" y="38745"/>
                  </a:lnTo>
                  <a:lnTo>
                    <a:pt x="8008" y="42355"/>
                  </a:lnTo>
                  <a:lnTo>
                    <a:pt x="3941" y="46102"/>
                  </a:lnTo>
                  <a:lnTo>
                    <a:pt x="0" y="49981"/>
                  </a:lnTo>
                  <a:lnTo>
                    <a:pt x="1192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96" y="963177"/>
              <a:ext cx="334306" cy="312650"/>
            </a:xfrm>
            <a:custGeom>
              <a:avLst/>
              <a:pathLst>
                <a:path w="334306" h="312650">
                  <a:moveTo>
                    <a:pt x="47932" y="28297"/>
                  </a:moveTo>
                  <a:lnTo>
                    <a:pt x="44280" y="32132"/>
                  </a:lnTo>
                  <a:lnTo>
                    <a:pt x="40751" y="36081"/>
                  </a:lnTo>
                  <a:lnTo>
                    <a:pt x="37349" y="40140"/>
                  </a:lnTo>
                  <a:lnTo>
                    <a:pt x="34077" y="44304"/>
                  </a:lnTo>
                  <a:lnTo>
                    <a:pt x="30938" y="48570"/>
                  </a:lnTo>
                  <a:lnTo>
                    <a:pt x="27937" y="52934"/>
                  </a:lnTo>
                  <a:lnTo>
                    <a:pt x="25075" y="57390"/>
                  </a:lnTo>
                  <a:lnTo>
                    <a:pt x="22356" y="61935"/>
                  </a:lnTo>
                  <a:lnTo>
                    <a:pt x="19782" y="66563"/>
                  </a:lnTo>
                  <a:lnTo>
                    <a:pt x="17356" y="71271"/>
                  </a:lnTo>
                  <a:lnTo>
                    <a:pt x="15080" y="76053"/>
                  </a:lnTo>
                  <a:lnTo>
                    <a:pt x="12957" y="80905"/>
                  </a:lnTo>
                  <a:lnTo>
                    <a:pt x="10989" y="85822"/>
                  </a:lnTo>
                  <a:lnTo>
                    <a:pt x="9177" y="90799"/>
                  </a:lnTo>
                  <a:lnTo>
                    <a:pt x="7524" y="95830"/>
                  </a:lnTo>
                  <a:lnTo>
                    <a:pt x="6032" y="100912"/>
                  </a:lnTo>
                  <a:lnTo>
                    <a:pt x="4700" y="106038"/>
                  </a:lnTo>
                  <a:lnTo>
                    <a:pt x="3532" y="111203"/>
                  </a:lnTo>
                  <a:lnTo>
                    <a:pt x="2529" y="116404"/>
                  </a:lnTo>
                  <a:lnTo>
                    <a:pt x="1690" y="121633"/>
                  </a:lnTo>
                  <a:lnTo>
                    <a:pt x="1018" y="126886"/>
                  </a:lnTo>
                  <a:lnTo>
                    <a:pt x="512" y="132158"/>
                  </a:lnTo>
                  <a:lnTo>
                    <a:pt x="173" y="137443"/>
                  </a:lnTo>
                  <a:lnTo>
                    <a:pt x="3" y="142737"/>
                  </a:lnTo>
                  <a:lnTo>
                    <a:pt x="0" y="148033"/>
                  </a:lnTo>
                  <a:lnTo>
                    <a:pt x="164" y="153326"/>
                  </a:lnTo>
                  <a:lnTo>
                    <a:pt x="496" y="158612"/>
                  </a:lnTo>
                  <a:lnTo>
                    <a:pt x="996" y="163884"/>
                  </a:lnTo>
                  <a:lnTo>
                    <a:pt x="1662" y="169138"/>
                  </a:lnTo>
                  <a:lnTo>
                    <a:pt x="2495" y="174369"/>
                  </a:lnTo>
                  <a:lnTo>
                    <a:pt x="3492" y="179570"/>
                  </a:lnTo>
                  <a:lnTo>
                    <a:pt x="4654" y="184737"/>
                  </a:lnTo>
                  <a:lnTo>
                    <a:pt x="5979" y="189865"/>
                  </a:lnTo>
                  <a:lnTo>
                    <a:pt x="7466" y="194948"/>
                  </a:lnTo>
                  <a:lnTo>
                    <a:pt x="9113" y="199981"/>
                  </a:lnTo>
                  <a:lnTo>
                    <a:pt x="10919" y="204960"/>
                  </a:lnTo>
                  <a:lnTo>
                    <a:pt x="12881" y="209879"/>
                  </a:lnTo>
                  <a:lnTo>
                    <a:pt x="14999" y="214734"/>
                  </a:lnTo>
                  <a:lnTo>
                    <a:pt x="17269" y="219518"/>
                  </a:lnTo>
                  <a:lnTo>
                    <a:pt x="19689" y="224229"/>
                  </a:lnTo>
                  <a:lnTo>
                    <a:pt x="22258" y="228861"/>
                  </a:lnTo>
                  <a:lnTo>
                    <a:pt x="24971" y="233409"/>
                  </a:lnTo>
                  <a:lnTo>
                    <a:pt x="27828" y="237868"/>
                  </a:lnTo>
                  <a:lnTo>
                    <a:pt x="30825" y="242235"/>
                  </a:lnTo>
                  <a:lnTo>
                    <a:pt x="33958" y="246505"/>
                  </a:lnTo>
                  <a:lnTo>
                    <a:pt x="37225" y="250673"/>
                  </a:lnTo>
                  <a:lnTo>
                    <a:pt x="40622" y="254736"/>
                  </a:lnTo>
                  <a:lnTo>
                    <a:pt x="44147" y="258689"/>
                  </a:lnTo>
                  <a:lnTo>
                    <a:pt x="47794" y="262529"/>
                  </a:lnTo>
                  <a:lnTo>
                    <a:pt x="51562" y="266251"/>
                  </a:lnTo>
                  <a:lnTo>
                    <a:pt x="55446" y="269852"/>
                  </a:lnTo>
                  <a:lnTo>
                    <a:pt x="59441" y="273328"/>
                  </a:lnTo>
                  <a:lnTo>
                    <a:pt x="63545" y="276676"/>
                  </a:lnTo>
                  <a:lnTo>
                    <a:pt x="67753" y="279892"/>
                  </a:lnTo>
                  <a:lnTo>
                    <a:pt x="72061" y="282973"/>
                  </a:lnTo>
                  <a:lnTo>
                    <a:pt x="76464" y="285916"/>
                  </a:lnTo>
                  <a:lnTo>
                    <a:pt x="80958" y="288718"/>
                  </a:lnTo>
                  <a:lnTo>
                    <a:pt x="85538" y="291376"/>
                  </a:lnTo>
                  <a:lnTo>
                    <a:pt x="90201" y="293888"/>
                  </a:lnTo>
                  <a:lnTo>
                    <a:pt x="94941" y="296251"/>
                  </a:lnTo>
                  <a:lnTo>
                    <a:pt x="99753" y="298463"/>
                  </a:lnTo>
                  <a:lnTo>
                    <a:pt x="104633" y="300521"/>
                  </a:lnTo>
                  <a:lnTo>
                    <a:pt x="109575" y="302424"/>
                  </a:lnTo>
                  <a:lnTo>
                    <a:pt x="114575" y="304169"/>
                  </a:lnTo>
                  <a:lnTo>
                    <a:pt x="119629" y="305754"/>
                  </a:lnTo>
                  <a:lnTo>
                    <a:pt x="124729" y="307179"/>
                  </a:lnTo>
                  <a:lnTo>
                    <a:pt x="129873" y="308442"/>
                  </a:lnTo>
                  <a:lnTo>
                    <a:pt x="135054" y="309541"/>
                  </a:lnTo>
                  <a:lnTo>
                    <a:pt x="140267" y="310475"/>
                  </a:lnTo>
                  <a:lnTo>
                    <a:pt x="145507" y="311244"/>
                  </a:lnTo>
                  <a:lnTo>
                    <a:pt x="150768" y="311846"/>
                  </a:lnTo>
                  <a:lnTo>
                    <a:pt x="156047" y="312281"/>
                  </a:lnTo>
                  <a:lnTo>
                    <a:pt x="161336" y="312549"/>
                  </a:lnTo>
                  <a:lnTo>
                    <a:pt x="166631" y="312650"/>
                  </a:lnTo>
                  <a:lnTo>
                    <a:pt x="171927" y="312582"/>
                  </a:lnTo>
                  <a:lnTo>
                    <a:pt x="177218" y="312347"/>
                  </a:lnTo>
                  <a:lnTo>
                    <a:pt x="182498" y="311944"/>
                  </a:lnTo>
                  <a:lnTo>
                    <a:pt x="187764" y="311374"/>
                  </a:lnTo>
                  <a:lnTo>
                    <a:pt x="193008" y="310638"/>
                  </a:lnTo>
                  <a:lnTo>
                    <a:pt x="198227" y="309736"/>
                  </a:lnTo>
                  <a:lnTo>
                    <a:pt x="203415" y="308669"/>
                  </a:lnTo>
                  <a:lnTo>
                    <a:pt x="208566" y="307438"/>
                  </a:lnTo>
                  <a:lnTo>
                    <a:pt x="213675" y="306045"/>
                  </a:lnTo>
                  <a:lnTo>
                    <a:pt x="218738" y="304490"/>
                  </a:lnTo>
                  <a:lnTo>
                    <a:pt x="223749" y="302776"/>
                  </a:lnTo>
                  <a:lnTo>
                    <a:pt x="228703" y="300904"/>
                  </a:lnTo>
                  <a:lnTo>
                    <a:pt x="233596" y="298876"/>
                  </a:lnTo>
                  <a:lnTo>
                    <a:pt x="238422" y="296694"/>
                  </a:lnTo>
                  <a:lnTo>
                    <a:pt x="243176" y="294361"/>
                  </a:lnTo>
                  <a:lnTo>
                    <a:pt x="247854" y="291878"/>
                  </a:lnTo>
                  <a:lnTo>
                    <a:pt x="252451" y="289248"/>
                  </a:lnTo>
                  <a:lnTo>
                    <a:pt x="256962" y="286473"/>
                  </a:lnTo>
                  <a:lnTo>
                    <a:pt x="261383" y="283557"/>
                  </a:lnTo>
                  <a:lnTo>
                    <a:pt x="265710" y="280503"/>
                  </a:lnTo>
                  <a:lnTo>
                    <a:pt x="269937" y="277313"/>
                  </a:lnTo>
                  <a:lnTo>
                    <a:pt x="274062" y="273991"/>
                  </a:lnTo>
                  <a:lnTo>
                    <a:pt x="278079" y="270540"/>
                  </a:lnTo>
                  <a:lnTo>
                    <a:pt x="281985" y="266963"/>
                  </a:lnTo>
                  <a:lnTo>
                    <a:pt x="285775" y="263264"/>
                  </a:lnTo>
                  <a:lnTo>
                    <a:pt x="289447" y="259447"/>
                  </a:lnTo>
                  <a:lnTo>
                    <a:pt x="292995" y="255516"/>
                  </a:lnTo>
                  <a:lnTo>
                    <a:pt x="296418" y="251474"/>
                  </a:lnTo>
                  <a:lnTo>
                    <a:pt x="299711" y="247326"/>
                  </a:lnTo>
                  <a:lnTo>
                    <a:pt x="302870" y="243076"/>
                  </a:lnTo>
                  <a:lnTo>
                    <a:pt x="305893" y="238727"/>
                  </a:lnTo>
                  <a:lnTo>
                    <a:pt x="308778" y="234285"/>
                  </a:lnTo>
                  <a:lnTo>
                    <a:pt x="311520" y="229754"/>
                  </a:lnTo>
                  <a:lnTo>
                    <a:pt x="314117" y="225139"/>
                  </a:lnTo>
                  <a:lnTo>
                    <a:pt x="316566" y="220443"/>
                  </a:lnTo>
                  <a:lnTo>
                    <a:pt x="318866" y="215672"/>
                  </a:lnTo>
                  <a:lnTo>
                    <a:pt x="321013" y="210831"/>
                  </a:lnTo>
                  <a:lnTo>
                    <a:pt x="323006" y="205924"/>
                  </a:lnTo>
                  <a:lnTo>
                    <a:pt x="324842" y="200957"/>
                  </a:lnTo>
                  <a:lnTo>
                    <a:pt x="326520" y="195933"/>
                  </a:lnTo>
                  <a:lnTo>
                    <a:pt x="328038" y="190860"/>
                  </a:lnTo>
                  <a:lnTo>
                    <a:pt x="329395" y="185740"/>
                  </a:lnTo>
                  <a:lnTo>
                    <a:pt x="330589" y="180580"/>
                  </a:lnTo>
                  <a:lnTo>
                    <a:pt x="331619" y="175385"/>
                  </a:lnTo>
                  <a:lnTo>
                    <a:pt x="332483" y="170160"/>
                  </a:lnTo>
                  <a:lnTo>
                    <a:pt x="333182" y="164910"/>
                  </a:lnTo>
                  <a:lnTo>
                    <a:pt x="333714" y="159641"/>
                  </a:lnTo>
                  <a:lnTo>
                    <a:pt x="334079" y="154358"/>
                  </a:lnTo>
                  <a:lnTo>
                    <a:pt x="334277" y="149065"/>
                  </a:lnTo>
                  <a:lnTo>
                    <a:pt x="334306" y="143769"/>
                  </a:lnTo>
                  <a:lnTo>
                    <a:pt x="334168" y="138475"/>
                  </a:lnTo>
                  <a:lnTo>
                    <a:pt x="333862" y="133188"/>
                  </a:lnTo>
                  <a:lnTo>
                    <a:pt x="333389" y="127913"/>
                  </a:lnTo>
                  <a:lnTo>
                    <a:pt x="332749" y="122655"/>
                  </a:lnTo>
                  <a:lnTo>
                    <a:pt x="331943" y="117421"/>
                  </a:lnTo>
                  <a:lnTo>
                    <a:pt x="330971" y="112215"/>
                  </a:lnTo>
                  <a:lnTo>
                    <a:pt x="329835" y="107042"/>
                  </a:lnTo>
                  <a:lnTo>
                    <a:pt x="328536" y="101908"/>
                  </a:lnTo>
                  <a:lnTo>
                    <a:pt x="327074" y="96817"/>
                  </a:lnTo>
                  <a:lnTo>
                    <a:pt x="325453" y="91776"/>
                  </a:lnTo>
                  <a:lnTo>
                    <a:pt x="323672" y="86788"/>
                  </a:lnTo>
                  <a:lnTo>
                    <a:pt x="321734" y="81859"/>
                  </a:lnTo>
                  <a:lnTo>
                    <a:pt x="319641" y="76994"/>
                  </a:lnTo>
                  <a:lnTo>
                    <a:pt x="317395" y="72198"/>
                  </a:lnTo>
                  <a:lnTo>
                    <a:pt x="314998" y="67475"/>
                  </a:lnTo>
                  <a:lnTo>
                    <a:pt x="312453" y="62831"/>
                  </a:lnTo>
                  <a:lnTo>
                    <a:pt x="309762" y="58269"/>
                  </a:lnTo>
                  <a:lnTo>
                    <a:pt x="306927" y="53796"/>
                  </a:lnTo>
                  <a:lnTo>
                    <a:pt x="303953" y="49414"/>
                  </a:lnTo>
                  <a:lnTo>
                    <a:pt x="300841" y="45128"/>
                  </a:lnTo>
                  <a:lnTo>
                    <a:pt x="297595" y="40944"/>
                  </a:lnTo>
                  <a:lnTo>
                    <a:pt x="294218" y="36864"/>
                  </a:lnTo>
                  <a:lnTo>
                    <a:pt x="290713" y="32893"/>
                  </a:lnTo>
                  <a:lnTo>
                    <a:pt x="287085" y="29035"/>
                  </a:lnTo>
                  <a:lnTo>
                    <a:pt x="283336" y="25294"/>
                  </a:lnTo>
                  <a:lnTo>
                    <a:pt x="279470" y="21674"/>
                  </a:lnTo>
                  <a:lnTo>
                    <a:pt x="275492" y="18178"/>
                  </a:lnTo>
                  <a:lnTo>
                    <a:pt x="271405" y="14810"/>
                  </a:lnTo>
                  <a:lnTo>
                    <a:pt x="267213" y="11573"/>
                  </a:lnTo>
                  <a:lnTo>
                    <a:pt x="262921" y="8470"/>
                  </a:lnTo>
                  <a:lnTo>
                    <a:pt x="258533" y="5505"/>
                  </a:lnTo>
                  <a:lnTo>
                    <a:pt x="254053" y="2681"/>
                  </a:lnTo>
                  <a:lnTo>
                    <a:pt x="249485" y="0"/>
                  </a:lnTo>
                  <a:lnTo>
                    <a:pt x="167147" y="145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82338" cy="167167"/>
            </a:xfrm>
            <a:custGeom>
              <a:avLst/>
              <a:pathLst>
                <a:path w="82338" h="167167">
                  <a:moveTo>
                    <a:pt x="82338" y="21684"/>
                  </a:moveTo>
                  <a:lnTo>
                    <a:pt x="77295" y="18943"/>
                  </a:lnTo>
                  <a:lnTo>
                    <a:pt x="72161" y="16377"/>
                  </a:ln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7609" y="941493"/>
              <a:ext cx="98606" cy="167167"/>
            </a:xfrm>
            <a:custGeom>
              <a:avLst/>
              <a:pathLst>
                <a:path w="98606" h="167167">
                  <a:moveTo>
                    <a:pt x="98606" y="0"/>
                  </a:moveTo>
                  <a:lnTo>
                    <a:pt x="93056" y="92"/>
                  </a:lnTo>
                  <a:lnTo>
                    <a:pt x="87513" y="368"/>
                  </a:lnTo>
                  <a:lnTo>
                    <a:pt x="81981" y="828"/>
                  </a:lnTo>
                  <a:lnTo>
                    <a:pt x="76468" y="1472"/>
                  </a:lnTo>
                  <a:lnTo>
                    <a:pt x="70979" y="2298"/>
                  </a:lnTo>
                  <a:lnTo>
                    <a:pt x="65521" y="3306"/>
                  </a:lnTo>
                  <a:lnTo>
                    <a:pt x="60099" y="4495"/>
                  </a:lnTo>
                  <a:lnTo>
                    <a:pt x="54720" y="5863"/>
                  </a:lnTo>
                  <a:lnTo>
                    <a:pt x="49389" y="7409"/>
                  </a:lnTo>
                  <a:lnTo>
                    <a:pt x="44113" y="9131"/>
                  </a:lnTo>
                  <a:lnTo>
                    <a:pt x="38896" y="11027"/>
                  </a:lnTo>
                  <a:lnTo>
                    <a:pt x="33745" y="13095"/>
                  </a:lnTo>
                  <a:lnTo>
                    <a:pt x="28666" y="15334"/>
                  </a:lnTo>
                  <a:lnTo>
                    <a:pt x="23664" y="17739"/>
                  </a:lnTo>
                  <a:lnTo>
                    <a:pt x="18744" y="20310"/>
                  </a:lnTo>
                  <a:lnTo>
                    <a:pt x="13913" y="23042"/>
                  </a:lnTo>
                  <a:lnTo>
                    <a:pt x="9175" y="25933"/>
                  </a:lnTo>
                  <a:lnTo>
                    <a:pt x="4535" y="28980"/>
                  </a:lnTo>
                  <a:lnTo>
                    <a:pt x="0" y="32179"/>
                  </a:lnTo>
                  <a:lnTo>
                    <a:pt x="986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7609" y="973672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51" y="973672"/>
              <a:ext cx="167163" cy="280471"/>
            </a:xfrm>
            <a:custGeom>
              <a:avLst/>
              <a:pathLst>
                <a:path w="167163" h="280471">
                  <a:moveTo>
                    <a:pt x="68557" y="0"/>
                  </a:moveTo>
                  <a:lnTo>
                    <a:pt x="64264" y="3243"/>
                  </a:lnTo>
                  <a:lnTo>
                    <a:pt x="60077" y="6623"/>
                  </a:lnTo>
                  <a:lnTo>
                    <a:pt x="56001" y="10136"/>
                  </a:lnTo>
                  <a:lnTo>
                    <a:pt x="52041" y="13778"/>
                  </a:lnTo>
                  <a:lnTo>
                    <a:pt x="48200" y="17546"/>
                  </a:lnTo>
                  <a:lnTo>
                    <a:pt x="44482" y="21435"/>
                  </a:lnTo>
                  <a:lnTo>
                    <a:pt x="40891" y="25442"/>
                  </a:lnTo>
                  <a:lnTo>
                    <a:pt x="37431" y="29563"/>
                  </a:lnTo>
                  <a:lnTo>
                    <a:pt x="34105" y="33792"/>
                  </a:lnTo>
                  <a:lnTo>
                    <a:pt x="30917" y="38127"/>
                  </a:lnTo>
                  <a:lnTo>
                    <a:pt x="27871" y="42562"/>
                  </a:lnTo>
                  <a:lnTo>
                    <a:pt x="24968" y="47093"/>
                  </a:lnTo>
                  <a:lnTo>
                    <a:pt x="22213" y="51714"/>
                  </a:lnTo>
                  <a:lnTo>
                    <a:pt x="19608" y="56423"/>
                  </a:lnTo>
                  <a:lnTo>
                    <a:pt x="17156" y="61212"/>
                  </a:lnTo>
                  <a:lnTo>
                    <a:pt x="14860" y="66078"/>
                  </a:lnTo>
                  <a:lnTo>
                    <a:pt x="12721" y="71015"/>
                  </a:lnTo>
                  <a:lnTo>
                    <a:pt x="10742" y="76019"/>
                  </a:lnTo>
                  <a:lnTo>
                    <a:pt x="8925" y="81083"/>
                  </a:lnTo>
                  <a:lnTo>
                    <a:pt x="7273" y="86204"/>
                  </a:lnTo>
                  <a:lnTo>
                    <a:pt x="5785" y="91375"/>
                  </a:lnTo>
                  <a:lnTo>
                    <a:pt x="4465" y="96591"/>
                  </a:lnTo>
                  <a:lnTo>
                    <a:pt x="3314" y="101847"/>
                  </a:lnTo>
                  <a:lnTo>
                    <a:pt x="2332" y="107137"/>
                  </a:lnTo>
                  <a:lnTo>
                    <a:pt x="1521" y="112456"/>
                  </a:lnTo>
                  <a:lnTo>
                    <a:pt x="882" y="117799"/>
                  </a:lnTo>
                  <a:lnTo>
                    <a:pt x="415" y="123159"/>
                  </a:lnTo>
                  <a:lnTo>
                    <a:pt x="121" y="128532"/>
                  </a:lnTo>
                  <a:lnTo>
                    <a:pt x="0" y="133911"/>
                  </a:lnTo>
                  <a:lnTo>
                    <a:pt x="51" y="139292"/>
                  </a:lnTo>
                  <a:lnTo>
                    <a:pt x="277" y="144667"/>
                  </a:lnTo>
                  <a:lnTo>
                    <a:pt x="675" y="150033"/>
                  </a:lnTo>
                  <a:lnTo>
                    <a:pt x="1245" y="155384"/>
                  </a:lnTo>
                  <a:lnTo>
                    <a:pt x="1987" y="160713"/>
                  </a:lnTo>
                  <a:lnTo>
                    <a:pt x="2901" y="166015"/>
                  </a:lnTo>
                  <a:lnTo>
                    <a:pt x="3984" y="171286"/>
                  </a:lnTo>
                  <a:lnTo>
                    <a:pt x="5237" y="176518"/>
                  </a:lnTo>
                  <a:lnTo>
                    <a:pt x="6658" y="181708"/>
                  </a:lnTo>
                  <a:lnTo>
                    <a:pt x="8244" y="186850"/>
                  </a:lnTo>
                  <a:lnTo>
                    <a:pt x="9996" y="191937"/>
                  </a:lnTo>
                  <a:lnTo>
                    <a:pt x="11910" y="196966"/>
                  </a:lnTo>
                  <a:lnTo>
                    <a:pt x="13985" y="201930"/>
                  </a:lnTo>
                  <a:lnTo>
                    <a:pt x="16219" y="206825"/>
                  </a:lnTo>
                  <a:lnTo>
                    <a:pt x="18609" y="211646"/>
                  </a:lnTo>
                  <a:lnTo>
                    <a:pt x="21153" y="216387"/>
                  </a:lnTo>
                  <a:lnTo>
                    <a:pt x="23848" y="221044"/>
                  </a:lnTo>
                  <a:lnTo>
                    <a:pt x="26692" y="225612"/>
                  </a:lnTo>
                  <a:lnTo>
                    <a:pt x="29681" y="230085"/>
                  </a:lnTo>
                  <a:lnTo>
                    <a:pt x="32813" y="234461"/>
                  </a:lnTo>
                  <a:lnTo>
                    <a:pt x="36084" y="238733"/>
                  </a:lnTo>
                  <a:lnTo>
                    <a:pt x="39491" y="242898"/>
                  </a:lnTo>
                  <a:lnTo>
                    <a:pt x="43030" y="246951"/>
                  </a:lnTo>
                  <a:lnTo>
                    <a:pt x="46698" y="250888"/>
                  </a:lnTo>
                  <a:lnTo>
                    <a:pt x="50490" y="254705"/>
                  </a:lnTo>
                  <a:lnTo>
                    <a:pt x="54403" y="258398"/>
                  </a:lnTo>
                  <a:lnTo>
                    <a:pt x="58433" y="261963"/>
                  </a:lnTo>
                  <a:lnTo>
                    <a:pt x="62576" y="265396"/>
                  </a:lnTo>
                  <a:lnTo>
                    <a:pt x="66827" y="268694"/>
                  </a:lnTo>
                  <a:lnTo>
                    <a:pt x="71182" y="271854"/>
                  </a:lnTo>
                  <a:lnTo>
                    <a:pt x="75637" y="274872"/>
                  </a:lnTo>
                  <a:lnTo>
                    <a:pt x="80186" y="277745"/>
                  </a:lnTo>
                  <a:lnTo>
                    <a:pt x="84825" y="280471"/>
                  </a:lnTo>
                  <a:lnTo>
                    <a:pt x="167163" y="134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03877" y="941493"/>
              <a:ext cx="249491" cy="334331"/>
            </a:xfrm>
            <a:custGeom>
              <a:avLst/>
              <a:pathLst>
                <a:path w="249491" h="334331">
                  <a:moveTo>
                    <a:pt x="0" y="312650"/>
                  </a:moveTo>
                  <a:lnTo>
                    <a:pt x="4666" y="315194"/>
                  </a:lnTo>
                  <a:lnTo>
                    <a:pt x="9411" y="317589"/>
                  </a:lnTo>
                  <a:lnTo>
                    <a:pt x="14230" y="319831"/>
                  </a:lnTo>
                  <a:lnTo>
                    <a:pt x="19118" y="321919"/>
                  </a:lnTo>
                  <a:lnTo>
                    <a:pt x="24070" y="323851"/>
                  </a:lnTo>
                  <a:lnTo>
                    <a:pt x="29081" y="325624"/>
                  </a:lnTo>
                  <a:lnTo>
                    <a:pt x="34145" y="327237"/>
                  </a:lnTo>
                  <a:lnTo>
                    <a:pt x="39258" y="328688"/>
                  </a:lnTo>
                  <a:lnTo>
                    <a:pt x="44415" y="329976"/>
                  </a:lnTo>
                  <a:lnTo>
                    <a:pt x="49610" y="331099"/>
                  </a:lnTo>
                  <a:lnTo>
                    <a:pt x="54838" y="332057"/>
                  </a:lnTo>
                  <a:lnTo>
                    <a:pt x="60094" y="332848"/>
                  </a:lnTo>
                  <a:lnTo>
                    <a:pt x="65373" y="333471"/>
                  </a:lnTo>
                  <a:lnTo>
                    <a:pt x="70668" y="333927"/>
                  </a:lnTo>
                  <a:lnTo>
                    <a:pt x="75976" y="334213"/>
                  </a:lnTo>
                  <a:lnTo>
                    <a:pt x="81289" y="334331"/>
                  </a:lnTo>
                  <a:lnTo>
                    <a:pt x="86604" y="334280"/>
                  </a:lnTo>
                  <a:lnTo>
                    <a:pt x="91915" y="334060"/>
                  </a:lnTo>
                  <a:lnTo>
                    <a:pt x="97216" y="333671"/>
                  </a:lnTo>
                  <a:lnTo>
                    <a:pt x="102502" y="333114"/>
                  </a:lnTo>
                  <a:lnTo>
                    <a:pt x="107767" y="332389"/>
                  </a:lnTo>
                  <a:lnTo>
                    <a:pt x="113007" y="331497"/>
                  </a:lnTo>
                  <a:lnTo>
                    <a:pt x="118216" y="330439"/>
                  </a:lnTo>
                  <a:lnTo>
                    <a:pt x="123388" y="329216"/>
                  </a:lnTo>
                  <a:lnTo>
                    <a:pt x="128519" y="327829"/>
                  </a:lnTo>
                  <a:lnTo>
                    <a:pt x="133603" y="326279"/>
                  </a:lnTo>
                  <a:lnTo>
                    <a:pt x="138636" y="324569"/>
                  </a:lnTo>
                  <a:lnTo>
                    <a:pt x="143611" y="322700"/>
                  </a:lnTo>
                  <a:lnTo>
                    <a:pt x="148525" y="320673"/>
                  </a:lnTo>
                  <a:lnTo>
                    <a:pt x="153372" y="318491"/>
                  </a:lnTo>
                  <a:lnTo>
                    <a:pt x="158147" y="316157"/>
                  </a:lnTo>
                  <a:lnTo>
                    <a:pt x="162845" y="313671"/>
                  </a:lnTo>
                  <a:lnTo>
                    <a:pt x="167462" y="311038"/>
                  </a:lnTo>
                  <a:lnTo>
                    <a:pt x="171992" y="308259"/>
                  </a:lnTo>
                  <a:lnTo>
                    <a:pt x="176433" y="305337"/>
                  </a:lnTo>
                  <a:lnTo>
                    <a:pt x="180778" y="302276"/>
                  </a:lnTo>
                  <a:lnTo>
                    <a:pt x="185023" y="299078"/>
                  </a:lnTo>
                  <a:lnTo>
                    <a:pt x="189165" y="295747"/>
                  </a:lnTo>
                  <a:lnTo>
                    <a:pt x="193199" y="292286"/>
                  </a:lnTo>
                  <a:lnTo>
                    <a:pt x="197120" y="288698"/>
                  </a:lnTo>
                  <a:lnTo>
                    <a:pt x="200926" y="284988"/>
                  </a:lnTo>
                  <a:lnTo>
                    <a:pt x="204612" y="281158"/>
                  </a:lnTo>
                  <a:lnTo>
                    <a:pt x="208174" y="277213"/>
                  </a:lnTo>
                  <a:lnTo>
                    <a:pt x="211609" y="273157"/>
                  </a:lnTo>
                  <a:lnTo>
                    <a:pt x="214913" y="268994"/>
                  </a:lnTo>
                  <a:lnTo>
                    <a:pt x="218083" y="264728"/>
                  </a:lnTo>
                  <a:lnTo>
                    <a:pt x="221116" y="260363"/>
                  </a:lnTo>
                  <a:lnTo>
                    <a:pt x="224009" y="255904"/>
                  </a:lnTo>
                  <a:lnTo>
                    <a:pt x="226758" y="251355"/>
                  </a:lnTo>
                  <a:lnTo>
                    <a:pt x="229362" y="246721"/>
                  </a:lnTo>
                  <a:lnTo>
                    <a:pt x="231816" y="242007"/>
                  </a:lnTo>
                  <a:lnTo>
                    <a:pt x="234120" y="237217"/>
                  </a:lnTo>
                  <a:lnTo>
                    <a:pt x="236270" y="232356"/>
                  </a:lnTo>
                  <a:lnTo>
                    <a:pt x="238265" y="227430"/>
                  </a:lnTo>
                  <a:lnTo>
                    <a:pt x="240102" y="222442"/>
                  </a:lnTo>
                  <a:lnTo>
                    <a:pt x="241779" y="217398"/>
                  </a:lnTo>
                  <a:lnTo>
                    <a:pt x="243296" y="212304"/>
                  </a:lnTo>
                  <a:lnTo>
                    <a:pt x="244649" y="207164"/>
                  </a:lnTo>
                  <a:lnTo>
                    <a:pt x="245839" y="201984"/>
                  </a:lnTo>
                  <a:lnTo>
                    <a:pt x="246863" y="196769"/>
                  </a:lnTo>
                  <a:lnTo>
                    <a:pt x="247721" y="191523"/>
                  </a:lnTo>
                  <a:lnTo>
                    <a:pt x="248412" y="186253"/>
                  </a:lnTo>
                  <a:lnTo>
                    <a:pt x="248935" y="180964"/>
                  </a:lnTo>
                  <a:lnTo>
                    <a:pt x="249289" y="175660"/>
                  </a:lnTo>
                  <a:lnTo>
                    <a:pt x="249475" y="170348"/>
                  </a:lnTo>
                  <a:lnTo>
                    <a:pt x="249491" y="165033"/>
                  </a:lnTo>
                  <a:lnTo>
                    <a:pt x="249339" y="159720"/>
                  </a:lnTo>
                  <a:lnTo>
                    <a:pt x="249018" y="154415"/>
                  </a:lnTo>
                  <a:lnTo>
                    <a:pt x="248528" y="149122"/>
                  </a:lnTo>
                  <a:lnTo>
                    <a:pt x="247871" y="143848"/>
                  </a:lnTo>
                  <a:lnTo>
                    <a:pt x="247046" y="138597"/>
                  </a:lnTo>
                  <a:lnTo>
                    <a:pt x="246054" y="133376"/>
                  </a:lnTo>
                  <a:lnTo>
                    <a:pt x="244897" y="128188"/>
                  </a:lnTo>
                  <a:lnTo>
                    <a:pt x="243576" y="123040"/>
                  </a:lnTo>
                  <a:lnTo>
                    <a:pt x="242091" y="117936"/>
                  </a:lnTo>
                  <a:lnTo>
                    <a:pt x="240445" y="112882"/>
                  </a:lnTo>
                  <a:lnTo>
                    <a:pt x="238640" y="107883"/>
                  </a:lnTo>
                  <a:lnTo>
                    <a:pt x="236676" y="102944"/>
                  </a:lnTo>
                  <a:lnTo>
                    <a:pt x="234556" y="98070"/>
                  </a:lnTo>
                  <a:lnTo>
                    <a:pt x="232283" y="93266"/>
                  </a:lnTo>
                  <a:lnTo>
                    <a:pt x="229857" y="88536"/>
                  </a:lnTo>
                  <a:lnTo>
                    <a:pt x="227283" y="83886"/>
                  </a:lnTo>
                  <a:lnTo>
                    <a:pt x="224562" y="79320"/>
                  </a:lnTo>
                  <a:lnTo>
                    <a:pt x="221698" y="74843"/>
                  </a:lnTo>
                  <a:lnTo>
                    <a:pt x="218692" y="70459"/>
                  </a:lnTo>
                  <a:lnTo>
                    <a:pt x="215549" y="66173"/>
                  </a:lnTo>
                  <a:lnTo>
                    <a:pt x="212271" y="61989"/>
                  </a:lnTo>
                  <a:lnTo>
                    <a:pt x="208861" y="57912"/>
                  </a:lnTo>
                  <a:lnTo>
                    <a:pt x="205324" y="53945"/>
                  </a:lnTo>
                  <a:lnTo>
                    <a:pt x="201662" y="50092"/>
                  </a:lnTo>
                  <a:lnTo>
                    <a:pt x="197880" y="46358"/>
                  </a:lnTo>
                  <a:lnTo>
                    <a:pt x="193981" y="42745"/>
                  </a:lnTo>
                  <a:lnTo>
                    <a:pt x="189969" y="39259"/>
                  </a:lnTo>
                  <a:lnTo>
                    <a:pt x="185848" y="35902"/>
                  </a:lnTo>
                  <a:lnTo>
                    <a:pt x="181623" y="32678"/>
                  </a:lnTo>
                  <a:lnTo>
                    <a:pt x="177297" y="29589"/>
                  </a:lnTo>
                  <a:lnTo>
                    <a:pt x="172875" y="26640"/>
                  </a:lnTo>
                  <a:lnTo>
                    <a:pt x="168362" y="23833"/>
                  </a:lnTo>
                  <a:lnTo>
                    <a:pt x="163762" y="21170"/>
                  </a:lnTo>
                  <a:lnTo>
                    <a:pt x="159079" y="18655"/>
                  </a:lnTo>
                  <a:lnTo>
                    <a:pt x="154319" y="16291"/>
                  </a:lnTo>
                  <a:lnTo>
                    <a:pt x="149486" y="14079"/>
                  </a:lnTo>
                  <a:lnTo>
                    <a:pt x="144585" y="12021"/>
                  </a:lnTo>
                  <a:lnTo>
                    <a:pt x="139622" y="10121"/>
                  </a:lnTo>
                  <a:lnTo>
                    <a:pt x="134600" y="8379"/>
                  </a:lnTo>
                  <a:lnTo>
                    <a:pt x="129525" y="6798"/>
                  </a:lnTo>
                  <a:lnTo>
                    <a:pt x="124403" y="5379"/>
                  </a:lnTo>
                  <a:lnTo>
                    <a:pt x="119239" y="4123"/>
                  </a:lnTo>
                  <a:lnTo>
                    <a:pt x="114037" y="3032"/>
                  </a:lnTo>
                  <a:lnTo>
                    <a:pt x="108802" y="2108"/>
                  </a:lnTo>
                  <a:lnTo>
                    <a:pt x="103542" y="1350"/>
                  </a:lnTo>
                  <a:lnTo>
                    <a:pt x="98259" y="759"/>
                  </a:lnTo>
                  <a:lnTo>
                    <a:pt x="92961" y="337"/>
                  </a:lnTo>
                  <a:lnTo>
                    <a:pt x="87652" y="84"/>
                  </a:lnTo>
                  <a:lnTo>
                    <a:pt x="82338" y="0"/>
                  </a:lnTo>
                  <a:lnTo>
                    <a:pt x="823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35" y="1071028"/>
              <a:ext cx="167165" cy="332760"/>
            </a:xfrm>
            <a:custGeom>
              <a:avLst/>
              <a:pathLst>
                <a:path w="167165" h="332760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2" y="1364"/>
                  </a:lnTo>
                  <a:lnTo>
                    <a:pt x="140565" y="2129"/>
                  </a:lnTo>
                  <a:lnTo>
                    <a:pt x="135305" y="3064"/>
                  </a:lnTo>
                  <a:lnTo>
                    <a:pt x="130077" y="4166"/>
                  </a:lnTo>
                  <a:lnTo>
                    <a:pt x="124888" y="5434"/>
                  </a:lnTo>
                  <a:lnTo>
                    <a:pt x="119741" y="6867"/>
                  </a:lnTo>
                  <a:lnTo>
                    <a:pt x="114643" y="8465"/>
                  </a:lnTo>
                  <a:lnTo>
                    <a:pt x="109599" y="10224"/>
                  </a:lnTo>
                  <a:lnTo>
                    <a:pt x="104613" y="12144"/>
                  </a:lnTo>
                  <a:lnTo>
                    <a:pt x="99691" y="14222"/>
                  </a:lnTo>
                  <a:lnTo>
                    <a:pt x="94838" y="16456"/>
                  </a:lnTo>
                  <a:lnTo>
                    <a:pt x="90059" y="18844"/>
                  </a:lnTo>
                  <a:lnTo>
                    <a:pt x="85359" y="21384"/>
                  </a:lnTo>
                  <a:lnTo>
                    <a:pt x="80742" y="24072"/>
                  </a:lnTo>
                  <a:lnTo>
                    <a:pt x="76214" y="26907"/>
                  </a:lnTo>
                  <a:lnTo>
                    <a:pt x="71778" y="29885"/>
                  </a:lnTo>
                  <a:lnTo>
                    <a:pt x="67440" y="33003"/>
                  </a:lnTo>
                  <a:lnTo>
                    <a:pt x="63204" y="36258"/>
                  </a:lnTo>
                  <a:lnTo>
                    <a:pt x="59074" y="39647"/>
                  </a:lnTo>
                  <a:lnTo>
                    <a:pt x="55054" y="43166"/>
                  </a:lnTo>
                  <a:lnTo>
                    <a:pt x="51149" y="46812"/>
                  </a:lnTo>
                  <a:lnTo>
                    <a:pt x="47363" y="50581"/>
                  </a:lnTo>
                  <a:lnTo>
                    <a:pt x="43698" y="54469"/>
                  </a:lnTo>
                  <a:lnTo>
                    <a:pt x="40160" y="58472"/>
                  </a:lnTo>
                  <a:lnTo>
                    <a:pt x="36752" y="62586"/>
                  </a:lnTo>
                  <a:lnTo>
                    <a:pt x="33476" y="66806"/>
                  </a:lnTo>
                  <a:lnTo>
                    <a:pt x="30338" y="71129"/>
                  </a:lnTo>
                  <a:lnTo>
                    <a:pt x="27339" y="75551"/>
                  </a:lnTo>
                  <a:lnTo>
                    <a:pt x="24482" y="80066"/>
                  </a:lnTo>
                  <a:lnTo>
                    <a:pt x="21772" y="84670"/>
                  </a:lnTo>
                  <a:lnTo>
                    <a:pt x="19210" y="89358"/>
                  </a:lnTo>
                  <a:lnTo>
                    <a:pt x="16799" y="94125"/>
                  </a:lnTo>
                  <a:lnTo>
                    <a:pt x="14542" y="98967"/>
                  </a:lnTo>
                  <a:lnTo>
                    <a:pt x="12441" y="103879"/>
                  </a:lnTo>
                  <a:lnTo>
                    <a:pt x="10497" y="108856"/>
                  </a:lnTo>
                  <a:lnTo>
                    <a:pt x="8714" y="113892"/>
                  </a:lnTo>
                  <a:lnTo>
                    <a:pt x="7093" y="118982"/>
                  </a:lnTo>
                  <a:lnTo>
                    <a:pt x="5635" y="124122"/>
                  </a:lnTo>
                  <a:lnTo>
                    <a:pt x="4342" y="129306"/>
                  </a:lnTo>
                  <a:lnTo>
                    <a:pt x="3215" y="134528"/>
                  </a:lnTo>
                  <a:lnTo>
                    <a:pt x="2256" y="139784"/>
                  </a:lnTo>
                  <a:lnTo>
                    <a:pt x="1465" y="145067"/>
                  </a:lnTo>
                  <a:lnTo>
                    <a:pt x="843" y="150373"/>
                  </a:lnTo>
                  <a:lnTo>
                    <a:pt x="392" y="155697"/>
                  </a:lnTo>
                  <a:lnTo>
                    <a:pt x="110" y="161032"/>
                  </a:lnTo>
                  <a:lnTo>
                    <a:pt x="0" y="166373"/>
                  </a:lnTo>
                  <a:lnTo>
                    <a:pt x="60" y="171715"/>
                  </a:lnTo>
                  <a:lnTo>
                    <a:pt x="290" y="177053"/>
                  </a:lnTo>
                  <a:lnTo>
                    <a:pt x="691" y="182380"/>
                  </a:lnTo>
                  <a:lnTo>
                    <a:pt x="1262" y="187692"/>
                  </a:lnTo>
                  <a:lnTo>
                    <a:pt x="2003" y="192983"/>
                  </a:lnTo>
                  <a:lnTo>
                    <a:pt x="2912" y="198247"/>
                  </a:lnTo>
                  <a:lnTo>
                    <a:pt x="3989" y="203480"/>
                  </a:lnTo>
                  <a:lnTo>
                    <a:pt x="5233" y="208676"/>
                  </a:lnTo>
                  <a:lnTo>
                    <a:pt x="6642" y="213829"/>
                  </a:lnTo>
                  <a:lnTo>
                    <a:pt x="8215" y="218935"/>
                  </a:lnTo>
                  <a:lnTo>
                    <a:pt x="9951" y="223988"/>
                  </a:lnTo>
                  <a:lnTo>
                    <a:pt x="11847" y="228982"/>
                  </a:lnTo>
                  <a:lnTo>
                    <a:pt x="13901" y="233914"/>
                  </a:lnTo>
                  <a:lnTo>
                    <a:pt x="16112" y="238777"/>
                  </a:lnTo>
                  <a:lnTo>
                    <a:pt x="18478" y="243568"/>
                  </a:lnTo>
                  <a:lnTo>
                    <a:pt x="20995" y="248280"/>
                  </a:lnTo>
                  <a:lnTo>
                    <a:pt x="23662" y="252909"/>
                  </a:lnTo>
                  <a:lnTo>
                    <a:pt x="26475" y="257451"/>
                  </a:lnTo>
                  <a:lnTo>
                    <a:pt x="29432" y="261901"/>
                  </a:lnTo>
                  <a:lnTo>
                    <a:pt x="32529" y="266254"/>
                  </a:lnTo>
                  <a:lnTo>
                    <a:pt x="35764" y="270505"/>
                  </a:lnTo>
                  <a:lnTo>
                    <a:pt x="39134" y="274651"/>
                  </a:lnTo>
                  <a:lnTo>
                    <a:pt x="42634" y="278688"/>
                  </a:lnTo>
                  <a:lnTo>
                    <a:pt x="46261" y="282610"/>
                  </a:lnTo>
                  <a:lnTo>
                    <a:pt x="50011" y="286415"/>
                  </a:lnTo>
                  <a:lnTo>
                    <a:pt x="53882" y="290097"/>
                  </a:lnTo>
                  <a:lnTo>
                    <a:pt x="57868" y="293654"/>
                  </a:lnTo>
                  <a:lnTo>
                    <a:pt x="61966" y="297082"/>
                  </a:lnTo>
                  <a:lnTo>
                    <a:pt x="66171" y="300378"/>
                  </a:lnTo>
                  <a:lnTo>
                    <a:pt x="70479" y="303537"/>
                  </a:lnTo>
                  <a:lnTo>
                    <a:pt x="74886" y="306557"/>
                  </a:lnTo>
                  <a:lnTo>
                    <a:pt x="79387" y="309434"/>
                  </a:lnTo>
                  <a:lnTo>
                    <a:pt x="83978" y="312167"/>
                  </a:lnTo>
                  <a:lnTo>
                    <a:pt x="88654" y="314751"/>
                  </a:lnTo>
                  <a:lnTo>
                    <a:pt x="93410" y="317184"/>
                  </a:lnTo>
                  <a:lnTo>
                    <a:pt x="98242" y="319464"/>
                  </a:lnTo>
                  <a:lnTo>
                    <a:pt x="103143" y="321589"/>
                  </a:lnTo>
                  <a:lnTo>
                    <a:pt x="108111" y="323556"/>
                  </a:lnTo>
                  <a:lnTo>
                    <a:pt x="113138" y="325363"/>
                  </a:lnTo>
                  <a:lnTo>
                    <a:pt x="118221" y="327009"/>
                  </a:lnTo>
                  <a:lnTo>
                    <a:pt x="123354" y="328491"/>
                  </a:lnTo>
                  <a:lnTo>
                    <a:pt x="128531" y="329809"/>
                  </a:lnTo>
                  <a:lnTo>
                    <a:pt x="133748" y="330960"/>
                  </a:lnTo>
                  <a:lnTo>
                    <a:pt x="138999" y="331944"/>
                  </a:lnTo>
                  <a:lnTo>
                    <a:pt x="144279" y="33276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1615" y="1238196"/>
              <a:ext cx="22886" cy="165593"/>
            </a:xfrm>
            <a:custGeom>
              <a:avLst/>
              <a:pathLst>
                <a:path w="22886" h="165593">
                  <a:moveTo>
                    <a:pt x="0" y="165593"/>
                  </a:moveTo>
                  <a:lnTo>
                    <a:pt x="2288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1615" y="1086489"/>
              <a:ext cx="190038" cy="318866"/>
            </a:xfrm>
            <a:custGeom>
              <a:avLst/>
              <a:pathLst>
                <a:path w="190038" h="318866">
                  <a:moveTo>
                    <a:pt x="0" y="317300"/>
                  </a:moveTo>
                  <a:lnTo>
                    <a:pt x="5305" y="317947"/>
                  </a:lnTo>
                  <a:lnTo>
                    <a:pt x="10628" y="318424"/>
                  </a:lnTo>
                  <a:lnTo>
                    <a:pt x="15963" y="318730"/>
                  </a:lnTo>
                  <a:lnTo>
                    <a:pt x="21306" y="318866"/>
                  </a:lnTo>
                  <a:lnTo>
                    <a:pt x="26650" y="318831"/>
                  </a:lnTo>
                  <a:lnTo>
                    <a:pt x="31990" y="318625"/>
                  </a:lnTo>
                  <a:lnTo>
                    <a:pt x="37321" y="318249"/>
                  </a:lnTo>
                  <a:lnTo>
                    <a:pt x="42638" y="317703"/>
                  </a:lnTo>
                  <a:lnTo>
                    <a:pt x="47934" y="316986"/>
                  </a:lnTo>
                  <a:lnTo>
                    <a:pt x="53205" y="316101"/>
                  </a:lnTo>
                  <a:lnTo>
                    <a:pt x="58444" y="315048"/>
                  </a:lnTo>
                  <a:lnTo>
                    <a:pt x="63647" y="313828"/>
                  </a:lnTo>
                  <a:lnTo>
                    <a:pt x="68809" y="312442"/>
                  </a:lnTo>
                  <a:lnTo>
                    <a:pt x="73923" y="310892"/>
                  </a:lnTo>
                  <a:lnTo>
                    <a:pt x="78986" y="309179"/>
                  </a:lnTo>
                  <a:lnTo>
                    <a:pt x="83991" y="307305"/>
                  </a:lnTo>
                  <a:lnTo>
                    <a:pt x="88934" y="305273"/>
                  </a:lnTo>
                  <a:lnTo>
                    <a:pt x="93809" y="303083"/>
                  </a:lnTo>
                  <a:lnTo>
                    <a:pt x="98611" y="300738"/>
                  </a:lnTo>
                  <a:lnTo>
                    <a:pt x="103337" y="298241"/>
                  </a:lnTo>
                  <a:lnTo>
                    <a:pt x="107980" y="295595"/>
                  </a:lnTo>
                  <a:lnTo>
                    <a:pt x="112536" y="292801"/>
                  </a:lnTo>
                  <a:lnTo>
                    <a:pt x="117000" y="289863"/>
                  </a:lnTo>
                  <a:lnTo>
                    <a:pt x="121369" y="286784"/>
                  </a:lnTo>
                  <a:lnTo>
                    <a:pt x="125636" y="283567"/>
                  </a:lnTo>
                  <a:lnTo>
                    <a:pt x="129799" y="280215"/>
                  </a:lnTo>
                  <a:lnTo>
                    <a:pt x="133852" y="276732"/>
                  </a:lnTo>
                  <a:lnTo>
                    <a:pt x="137792" y="273121"/>
                  </a:lnTo>
                  <a:lnTo>
                    <a:pt x="141614" y="269386"/>
                  </a:lnTo>
                  <a:lnTo>
                    <a:pt x="145315" y="265530"/>
                  </a:lnTo>
                  <a:lnTo>
                    <a:pt x="148891" y="261559"/>
                  </a:lnTo>
                  <a:lnTo>
                    <a:pt x="152338" y="257475"/>
                  </a:lnTo>
                  <a:lnTo>
                    <a:pt x="155653" y="253282"/>
                  </a:lnTo>
                  <a:lnTo>
                    <a:pt x="158832" y="248987"/>
                  </a:lnTo>
                  <a:lnTo>
                    <a:pt x="161873" y="244591"/>
                  </a:lnTo>
                  <a:lnTo>
                    <a:pt x="164771" y="240101"/>
                  </a:lnTo>
                  <a:lnTo>
                    <a:pt x="167524" y="235520"/>
                  </a:lnTo>
                  <a:lnTo>
                    <a:pt x="170129" y="230854"/>
                  </a:lnTo>
                  <a:lnTo>
                    <a:pt x="172584" y="226107"/>
                  </a:lnTo>
                  <a:lnTo>
                    <a:pt x="174886" y="221283"/>
                  </a:lnTo>
                  <a:lnTo>
                    <a:pt x="177032" y="216389"/>
                  </a:lnTo>
                  <a:lnTo>
                    <a:pt x="179021" y="211428"/>
                  </a:lnTo>
                  <a:lnTo>
                    <a:pt x="180850" y="206407"/>
                  </a:lnTo>
                  <a:lnTo>
                    <a:pt x="182518" y="201329"/>
                  </a:lnTo>
                  <a:lnTo>
                    <a:pt x="184023" y="196201"/>
                  </a:lnTo>
                  <a:lnTo>
                    <a:pt x="185363" y="191028"/>
                  </a:lnTo>
                  <a:lnTo>
                    <a:pt x="186537" y="185814"/>
                  </a:lnTo>
                  <a:lnTo>
                    <a:pt x="187543" y="180565"/>
                  </a:lnTo>
                  <a:lnTo>
                    <a:pt x="188382" y="175287"/>
                  </a:lnTo>
                  <a:lnTo>
                    <a:pt x="189051" y="169985"/>
                  </a:lnTo>
                  <a:lnTo>
                    <a:pt x="189550" y="164664"/>
                  </a:lnTo>
                  <a:lnTo>
                    <a:pt x="189879" y="159329"/>
                  </a:lnTo>
                  <a:lnTo>
                    <a:pt x="190038" y="153987"/>
                  </a:lnTo>
                  <a:lnTo>
                    <a:pt x="190025" y="148643"/>
                  </a:lnTo>
                  <a:lnTo>
                    <a:pt x="189842" y="143302"/>
                  </a:lnTo>
                  <a:lnTo>
                    <a:pt x="189488" y="137969"/>
                  </a:lnTo>
                  <a:lnTo>
                    <a:pt x="188964" y="132651"/>
                  </a:lnTo>
                  <a:lnTo>
                    <a:pt x="188270" y="127352"/>
                  </a:lnTo>
                  <a:lnTo>
                    <a:pt x="187407" y="122077"/>
                  </a:lnTo>
                  <a:lnTo>
                    <a:pt x="186375" y="116833"/>
                  </a:lnTo>
                  <a:lnTo>
                    <a:pt x="185177" y="111625"/>
                  </a:lnTo>
                  <a:lnTo>
                    <a:pt x="183813" y="106458"/>
                  </a:lnTo>
                  <a:lnTo>
                    <a:pt x="182284" y="101337"/>
                  </a:lnTo>
                  <a:lnTo>
                    <a:pt x="180593" y="96267"/>
                  </a:lnTo>
                  <a:lnTo>
                    <a:pt x="178740" y="91254"/>
                  </a:lnTo>
                  <a:lnTo>
                    <a:pt x="176728" y="86303"/>
                  </a:lnTo>
                  <a:lnTo>
                    <a:pt x="174559" y="81419"/>
                  </a:lnTo>
                  <a:lnTo>
                    <a:pt x="172234" y="76606"/>
                  </a:lnTo>
                  <a:lnTo>
                    <a:pt x="169757" y="71871"/>
                  </a:lnTo>
                  <a:lnTo>
                    <a:pt x="167130" y="67217"/>
                  </a:lnTo>
                  <a:lnTo>
                    <a:pt x="164356" y="62649"/>
                  </a:lnTo>
                  <a:lnTo>
                    <a:pt x="161437" y="58172"/>
                  </a:lnTo>
                  <a:lnTo>
                    <a:pt x="158376" y="53791"/>
                  </a:lnTo>
                  <a:lnTo>
                    <a:pt x="155177" y="49510"/>
                  </a:lnTo>
                  <a:lnTo>
                    <a:pt x="151842" y="45333"/>
                  </a:lnTo>
                  <a:lnTo>
                    <a:pt x="148376" y="41265"/>
                  </a:lnTo>
                  <a:lnTo>
                    <a:pt x="144782" y="37311"/>
                  </a:lnTo>
                  <a:lnTo>
                    <a:pt x="141062" y="33472"/>
                  </a:lnTo>
                  <a:lnTo>
                    <a:pt x="137223" y="29755"/>
                  </a:lnTo>
                  <a:lnTo>
                    <a:pt x="133266" y="26163"/>
                  </a:lnTo>
                  <a:lnTo>
                    <a:pt x="129196" y="22698"/>
                  </a:lnTo>
                  <a:lnTo>
                    <a:pt x="125018" y="19366"/>
                  </a:lnTo>
                  <a:lnTo>
                    <a:pt x="120736" y="16169"/>
                  </a:lnTo>
                  <a:lnTo>
                    <a:pt x="116353" y="13110"/>
                  </a:lnTo>
                  <a:lnTo>
                    <a:pt x="111875" y="10193"/>
                  </a:lnTo>
                  <a:lnTo>
                    <a:pt x="107306" y="7421"/>
                  </a:lnTo>
                  <a:lnTo>
                    <a:pt x="102650" y="4796"/>
                  </a:lnTo>
                  <a:lnTo>
                    <a:pt x="97914" y="2321"/>
                  </a:lnTo>
                  <a:lnTo>
                    <a:pt x="93100" y="0"/>
                  </a:lnTo>
                  <a:lnTo>
                    <a:pt x="22886" y="151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70214" cy="167167"/>
            </a:xfrm>
            <a:custGeom>
              <a:avLst/>
              <a:pathLst>
                <a:path w="70214" h="167167">
                  <a:moveTo>
                    <a:pt x="70214" y="15460"/>
                  </a:moveTo>
                  <a:lnTo>
                    <a:pt x="64689" y="13023"/>
                  </a:lnTo>
                  <a:lnTo>
                    <a:pt x="59080" y="10788"/>
                  </a:lnTo>
                  <a:lnTo>
                    <a:pt x="53394" y="8756"/>
                  </a:lnTo>
                  <a:lnTo>
                    <a:pt x="47638" y="6931"/>
                  </a:lnTo>
                  <a:lnTo>
                    <a:pt x="41820" y="5315"/>
                  </a:lnTo>
                  <a:lnTo>
                    <a:pt x="35948" y="3910"/>
                  </a:lnTo>
                  <a:lnTo>
                    <a:pt x="30028" y="2719"/>
                  </a:lnTo>
                  <a:lnTo>
                    <a:pt x="24070" y="1741"/>
                  </a:lnTo>
                  <a:lnTo>
                    <a:pt x="18080" y="980"/>
                  </a:lnTo>
                  <a:lnTo>
                    <a:pt x="12066" y="436"/>
                  </a:lnTo>
                  <a:lnTo>
                    <a:pt x="603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85538" y="1322571"/>
              <a:ext cx="103182" cy="167167"/>
            </a:xfrm>
            <a:custGeom>
              <a:avLst/>
              <a:pathLst>
                <a:path w="103182" h="167167">
                  <a:moveTo>
                    <a:pt x="103182" y="0"/>
                  </a:moveTo>
                  <a:lnTo>
                    <a:pt x="97622" y="92"/>
                  </a:lnTo>
                  <a:lnTo>
                    <a:pt x="92069" y="369"/>
                  </a:lnTo>
                  <a:lnTo>
                    <a:pt x="86529" y="831"/>
                  </a:lnTo>
                  <a:lnTo>
                    <a:pt x="81006" y="1477"/>
                  </a:lnTo>
                  <a:lnTo>
                    <a:pt x="75509" y="2306"/>
                  </a:lnTo>
                  <a:lnTo>
                    <a:pt x="70041" y="3317"/>
                  </a:lnTo>
                  <a:lnTo>
                    <a:pt x="64611" y="4510"/>
                  </a:lnTo>
                  <a:lnTo>
                    <a:pt x="59223" y="5883"/>
                  </a:lnTo>
                  <a:lnTo>
                    <a:pt x="53884" y="7434"/>
                  </a:lnTo>
                  <a:lnTo>
                    <a:pt x="48599" y="9162"/>
                  </a:lnTo>
                  <a:lnTo>
                    <a:pt x="43375" y="11064"/>
                  </a:lnTo>
                  <a:lnTo>
                    <a:pt x="38217" y="13139"/>
                  </a:lnTo>
                  <a:lnTo>
                    <a:pt x="33130" y="15385"/>
                  </a:lnTo>
                  <a:lnTo>
                    <a:pt x="28121" y="17799"/>
                  </a:lnTo>
                  <a:lnTo>
                    <a:pt x="23196" y="20377"/>
                  </a:lnTo>
                  <a:lnTo>
                    <a:pt x="18358" y="23118"/>
                  </a:lnTo>
                  <a:lnTo>
                    <a:pt x="13615" y="26019"/>
                  </a:lnTo>
                  <a:lnTo>
                    <a:pt x="8971" y="29076"/>
                  </a:lnTo>
                  <a:lnTo>
                    <a:pt x="4430" y="32285"/>
                  </a:lnTo>
                  <a:lnTo>
                    <a:pt x="0" y="35644"/>
                  </a:lnTo>
                  <a:lnTo>
                    <a:pt x="10318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5538" y="1358215"/>
              <a:ext cx="103182" cy="131523"/>
            </a:xfrm>
            <a:custGeom>
              <a:avLst/>
              <a:pathLst>
                <a:path w="103182" h="131523">
                  <a:moveTo>
                    <a:pt x="0" y="0"/>
                  </a:moveTo>
                  <a:lnTo>
                    <a:pt x="103182" y="1315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69" y="1358215"/>
              <a:ext cx="334318" cy="298685"/>
            </a:xfrm>
            <a:custGeom>
              <a:avLst/>
              <a:pathLst>
                <a:path w="334318" h="298685">
                  <a:moveTo>
                    <a:pt x="63969" y="0"/>
                  </a:moveTo>
                  <a:lnTo>
                    <a:pt x="59833" y="3352"/>
                  </a:lnTo>
                  <a:lnTo>
                    <a:pt x="55806" y="6834"/>
                  </a:lnTo>
                  <a:lnTo>
                    <a:pt x="51893" y="10442"/>
                  </a:lnTo>
                  <a:lnTo>
                    <a:pt x="48096" y="14174"/>
                  </a:lnTo>
                  <a:lnTo>
                    <a:pt x="44420" y="18024"/>
                  </a:lnTo>
                  <a:lnTo>
                    <a:pt x="40868" y="21989"/>
                  </a:lnTo>
                  <a:lnTo>
                    <a:pt x="37444" y="26066"/>
                  </a:lnTo>
                  <a:lnTo>
                    <a:pt x="34152" y="30249"/>
                  </a:lnTo>
                  <a:lnTo>
                    <a:pt x="30995" y="34535"/>
                  </a:lnTo>
                  <a:lnTo>
                    <a:pt x="27976" y="38920"/>
                  </a:lnTo>
                  <a:lnTo>
                    <a:pt x="25098" y="43398"/>
                  </a:lnTo>
                  <a:lnTo>
                    <a:pt x="22364" y="47966"/>
                  </a:lnTo>
                  <a:lnTo>
                    <a:pt x="19777" y="52619"/>
                  </a:lnTo>
                  <a:lnTo>
                    <a:pt x="17339" y="57351"/>
                  </a:lnTo>
                  <a:lnTo>
                    <a:pt x="15054" y="62159"/>
                  </a:lnTo>
                  <a:lnTo>
                    <a:pt x="12922" y="67037"/>
                  </a:lnTo>
                  <a:lnTo>
                    <a:pt x="10947" y="71981"/>
                  </a:lnTo>
                  <a:lnTo>
                    <a:pt x="9130" y="76984"/>
                  </a:lnTo>
                  <a:lnTo>
                    <a:pt x="7474" y="82044"/>
                  </a:lnTo>
                  <a:lnTo>
                    <a:pt x="5979" y="87153"/>
                  </a:lnTo>
                  <a:lnTo>
                    <a:pt x="4648" y="92307"/>
                  </a:lnTo>
                  <a:lnTo>
                    <a:pt x="3482" y="97501"/>
                  </a:lnTo>
                  <a:lnTo>
                    <a:pt x="2482" y="102730"/>
                  </a:lnTo>
                  <a:lnTo>
                    <a:pt x="1648" y="107988"/>
                  </a:lnTo>
                  <a:lnTo>
                    <a:pt x="983" y="113270"/>
                  </a:lnTo>
                  <a:lnTo>
                    <a:pt x="486" y="118570"/>
                  </a:lnTo>
                  <a:lnTo>
                    <a:pt x="158" y="123883"/>
                  </a:lnTo>
                  <a:lnTo>
                    <a:pt x="0" y="129204"/>
                  </a:lnTo>
                  <a:lnTo>
                    <a:pt x="10" y="134528"/>
                  </a:lnTo>
                  <a:lnTo>
                    <a:pt x="191" y="139848"/>
                  </a:lnTo>
                  <a:lnTo>
                    <a:pt x="541" y="145160"/>
                  </a:lnTo>
                  <a:lnTo>
                    <a:pt x="1059" y="150458"/>
                  </a:lnTo>
                  <a:lnTo>
                    <a:pt x="1746" y="155737"/>
                  </a:lnTo>
                  <a:lnTo>
                    <a:pt x="2601" y="160991"/>
                  </a:lnTo>
                  <a:lnTo>
                    <a:pt x="3623" y="166216"/>
                  </a:lnTo>
                  <a:lnTo>
                    <a:pt x="4811" y="171405"/>
                  </a:lnTo>
                  <a:lnTo>
                    <a:pt x="6163" y="176554"/>
                  </a:lnTo>
                  <a:lnTo>
                    <a:pt x="7678" y="181657"/>
                  </a:lnTo>
                  <a:lnTo>
                    <a:pt x="9355" y="186710"/>
                  </a:lnTo>
                  <a:lnTo>
                    <a:pt x="11193" y="191706"/>
                  </a:lnTo>
                  <a:lnTo>
                    <a:pt x="13188" y="196641"/>
                  </a:lnTo>
                  <a:lnTo>
                    <a:pt x="15340" y="201511"/>
                  </a:lnTo>
                  <a:lnTo>
                    <a:pt x="17645" y="206309"/>
                  </a:lnTo>
                  <a:lnTo>
                    <a:pt x="20102" y="211031"/>
                  </a:lnTo>
                  <a:lnTo>
                    <a:pt x="22708" y="215673"/>
                  </a:lnTo>
                  <a:lnTo>
                    <a:pt x="25461" y="220230"/>
                  </a:lnTo>
                  <a:lnTo>
                    <a:pt x="28357" y="224696"/>
                  </a:lnTo>
                  <a:lnTo>
                    <a:pt x="31394" y="229068"/>
                  </a:lnTo>
                  <a:lnTo>
                    <a:pt x="34569" y="233342"/>
                  </a:lnTo>
                  <a:lnTo>
                    <a:pt x="37878" y="237511"/>
                  </a:lnTo>
                  <a:lnTo>
                    <a:pt x="41319" y="241574"/>
                  </a:lnTo>
                  <a:lnTo>
                    <a:pt x="44887" y="245525"/>
                  </a:lnTo>
                  <a:lnTo>
                    <a:pt x="48579" y="249360"/>
                  </a:lnTo>
                  <a:lnTo>
                    <a:pt x="52391" y="253076"/>
                  </a:lnTo>
                  <a:lnTo>
                    <a:pt x="56319" y="256668"/>
                  </a:lnTo>
                  <a:lnTo>
                    <a:pt x="60360" y="260134"/>
                  </a:lnTo>
                  <a:lnTo>
                    <a:pt x="64509" y="263469"/>
                  </a:lnTo>
                  <a:lnTo>
                    <a:pt x="68763" y="266670"/>
                  </a:lnTo>
                  <a:lnTo>
                    <a:pt x="73116" y="269734"/>
                  </a:lnTo>
                  <a:lnTo>
                    <a:pt x="77564" y="272658"/>
                  </a:lnTo>
                  <a:lnTo>
                    <a:pt x="82104" y="275439"/>
                  </a:lnTo>
                  <a:lnTo>
                    <a:pt x="86729" y="278074"/>
                  </a:lnTo>
                  <a:lnTo>
                    <a:pt x="91436" y="280561"/>
                  </a:lnTo>
                  <a:lnTo>
                    <a:pt x="96220" y="282896"/>
                  </a:lnTo>
                  <a:lnTo>
                    <a:pt x="101076" y="285078"/>
                  </a:lnTo>
                  <a:lnTo>
                    <a:pt x="105999" y="287104"/>
                  </a:lnTo>
                  <a:lnTo>
                    <a:pt x="110984" y="288972"/>
                  </a:lnTo>
                  <a:lnTo>
                    <a:pt x="116026" y="290681"/>
                  </a:lnTo>
                  <a:lnTo>
                    <a:pt x="121119" y="292228"/>
                  </a:lnTo>
                  <a:lnTo>
                    <a:pt x="126260" y="293612"/>
                  </a:lnTo>
                  <a:lnTo>
                    <a:pt x="131441" y="294832"/>
                  </a:lnTo>
                  <a:lnTo>
                    <a:pt x="136659" y="295886"/>
                  </a:lnTo>
                  <a:lnTo>
                    <a:pt x="141908" y="296773"/>
                  </a:lnTo>
                  <a:lnTo>
                    <a:pt x="147183" y="297493"/>
                  </a:lnTo>
                  <a:lnTo>
                    <a:pt x="152478" y="298045"/>
                  </a:lnTo>
                  <a:lnTo>
                    <a:pt x="157787" y="298428"/>
                  </a:lnTo>
                  <a:lnTo>
                    <a:pt x="163107" y="298641"/>
                  </a:lnTo>
                  <a:lnTo>
                    <a:pt x="168430" y="298685"/>
                  </a:lnTo>
                  <a:lnTo>
                    <a:pt x="173752" y="298560"/>
                  </a:lnTo>
                  <a:lnTo>
                    <a:pt x="179067" y="298265"/>
                  </a:lnTo>
                  <a:lnTo>
                    <a:pt x="184370" y="297801"/>
                  </a:lnTo>
                  <a:lnTo>
                    <a:pt x="189656" y="297168"/>
                  </a:lnTo>
                  <a:lnTo>
                    <a:pt x="194919" y="296368"/>
                  </a:lnTo>
                  <a:lnTo>
                    <a:pt x="200154" y="295400"/>
                  </a:lnTo>
                  <a:lnTo>
                    <a:pt x="205355" y="294266"/>
                  </a:lnTo>
                  <a:lnTo>
                    <a:pt x="210517" y="292967"/>
                  </a:lnTo>
                  <a:lnTo>
                    <a:pt x="215636" y="291505"/>
                  </a:lnTo>
                  <a:lnTo>
                    <a:pt x="220705" y="289880"/>
                  </a:lnTo>
                  <a:lnTo>
                    <a:pt x="225720" y="288094"/>
                  </a:lnTo>
                  <a:lnTo>
                    <a:pt x="230676" y="286150"/>
                  </a:lnTo>
                  <a:lnTo>
                    <a:pt x="235567" y="284049"/>
                  </a:lnTo>
                  <a:lnTo>
                    <a:pt x="240389" y="281793"/>
                  </a:lnTo>
                  <a:lnTo>
                    <a:pt x="245137" y="279385"/>
                  </a:lnTo>
                  <a:lnTo>
                    <a:pt x="249805" y="276827"/>
                  </a:lnTo>
                  <a:lnTo>
                    <a:pt x="254390" y="274121"/>
                  </a:lnTo>
                  <a:lnTo>
                    <a:pt x="258886" y="271271"/>
                  </a:lnTo>
                  <a:lnTo>
                    <a:pt x="263290" y="268279"/>
                  </a:lnTo>
                  <a:lnTo>
                    <a:pt x="267595" y="265149"/>
                  </a:lnTo>
                  <a:lnTo>
                    <a:pt x="271799" y="261883"/>
                  </a:lnTo>
                  <a:lnTo>
                    <a:pt x="275897" y="258485"/>
                  </a:lnTo>
                  <a:lnTo>
                    <a:pt x="279884" y="254958"/>
                  </a:lnTo>
                  <a:lnTo>
                    <a:pt x="283757" y="251305"/>
                  </a:lnTo>
                  <a:lnTo>
                    <a:pt x="287512" y="247532"/>
                  </a:lnTo>
                  <a:lnTo>
                    <a:pt x="291145" y="243641"/>
                  </a:lnTo>
                  <a:lnTo>
                    <a:pt x="294652" y="239636"/>
                  </a:lnTo>
                  <a:lnTo>
                    <a:pt x="298030" y="235521"/>
                  </a:lnTo>
                  <a:lnTo>
                    <a:pt x="301275" y="231301"/>
                  </a:lnTo>
                  <a:lnTo>
                    <a:pt x="304384" y="226980"/>
                  </a:lnTo>
                  <a:lnTo>
                    <a:pt x="307354" y="222562"/>
                  </a:lnTo>
                  <a:lnTo>
                    <a:pt x="310181" y="218051"/>
                  </a:lnTo>
                  <a:lnTo>
                    <a:pt x="312864" y="213453"/>
                  </a:lnTo>
                  <a:lnTo>
                    <a:pt x="315399" y="208772"/>
                  </a:lnTo>
                  <a:lnTo>
                    <a:pt x="317783" y="204013"/>
                  </a:lnTo>
                  <a:lnTo>
                    <a:pt x="320015" y="199180"/>
                  </a:lnTo>
                  <a:lnTo>
                    <a:pt x="322092" y="194278"/>
                  </a:lnTo>
                  <a:lnTo>
                    <a:pt x="324012" y="189313"/>
                  </a:lnTo>
                  <a:lnTo>
                    <a:pt x="325772" y="184289"/>
                  </a:lnTo>
                  <a:lnTo>
                    <a:pt x="327372" y="179211"/>
                  </a:lnTo>
                  <a:lnTo>
                    <a:pt x="328809" y="174086"/>
                  </a:lnTo>
                  <a:lnTo>
                    <a:pt x="330082" y="168917"/>
                  </a:lnTo>
                  <a:lnTo>
                    <a:pt x="331190" y="163710"/>
                  </a:lnTo>
                  <a:lnTo>
                    <a:pt x="332132" y="158470"/>
                  </a:lnTo>
                  <a:lnTo>
                    <a:pt x="332906" y="153203"/>
                  </a:lnTo>
                  <a:lnTo>
                    <a:pt x="333513" y="147915"/>
                  </a:lnTo>
                  <a:lnTo>
                    <a:pt x="333950" y="142609"/>
                  </a:lnTo>
                  <a:lnTo>
                    <a:pt x="334219" y="137292"/>
                  </a:lnTo>
                  <a:lnTo>
                    <a:pt x="334318" y="131970"/>
                  </a:lnTo>
                  <a:lnTo>
                    <a:pt x="334247" y="126647"/>
                  </a:lnTo>
                  <a:lnTo>
                    <a:pt x="334007" y="121329"/>
                  </a:lnTo>
                  <a:lnTo>
                    <a:pt x="333598" y="116021"/>
                  </a:lnTo>
                  <a:lnTo>
                    <a:pt x="333020" y="110729"/>
                  </a:lnTo>
                  <a:lnTo>
                    <a:pt x="332274" y="105458"/>
                  </a:lnTo>
                  <a:lnTo>
                    <a:pt x="331360" y="100214"/>
                  </a:lnTo>
                  <a:lnTo>
                    <a:pt x="330280" y="95001"/>
                  </a:lnTo>
                  <a:lnTo>
                    <a:pt x="329034" y="89826"/>
                  </a:lnTo>
                  <a:lnTo>
                    <a:pt x="327625" y="84692"/>
                  </a:lnTo>
                  <a:lnTo>
                    <a:pt x="326052" y="79606"/>
                  </a:lnTo>
                  <a:lnTo>
                    <a:pt x="324319" y="74573"/>
                  </a:lnTo>
                  <a:lnTo>
                    <a:pt x="167151" y="1315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157167" cy="167167"/>
            </a:xfrm>
            <a:custGeom>
              <a:avLst/>
              <a:pathLst>
                <a:path w="157167" h="167167">
                  <a:moveTo>
                    <a:pt x="157167" y="110217"/>
                  </a:moveTo>
                  <a:lnTo>
                    <a:pt x="155199" y="105053"/>
                  </a:lnTo>
                  <a:lnTo>
                    <a:pt x="153061" y="99958"/>
                  </a:lnTo>
                  <a:lnTo>
                    <a:pt x="150756" y="94935"/>
                  </a:lnTo>
                  <a:lnTo>
                    <a:pt x="148286" y="89992"/>
                  </a:lnTo>
                  <a:lnTo>
                    <a:pt x="145654" y="85133"/>
                  </a:lnTo>
                  <a:lnTo>
                    <a:pt x="142863" y="80363"/>
                  </a:lnTo>
                  <a:lnTo>
                    <a:pt x="139916" y="75689"/>
                  </a:lnTo>
                  <a:lnTo>
                    <a:pt x="136816" y="71114"/>
                  </a:lnTo>
                  <a:lnTo>
                    <a:pt x="133567" y="66645"/>
                  </a:lnTo>
                  <a:lnTo>
                    <a:pt x="130171" y="62285"/>
                  </a:lnTo>
                  <a:lnTo>
                    <a:pt x="126634" y="58040"/>
                  </a:lnTo>
                  <a:lnTo>
                    <a:pt x="122957" y="53914"/>
                  </a:lnTo>
                  <a:lnTo>
                    <a:pt x="119147" y="49912"/>
                  </a:lnTo>
                  <a:lnTo>
                    <a:pt x="115206" y="46038"/>
                  </a:lnTo>
                  <a:lnTo>
                    <a:pt x="111140" y="42296"/>
                  </a:lnTo>
                  <a:lnTo>
                    <a:pt x="106952" y="38691"/>
                  </a:lnTo>
                  <a:lnTo>
                    <a:pt x="102647" y="35226"/>
                  </a:lnTo>
                  <a:lnTo>
                    <a:pt x="98230" y="31905"/>
                  </a:lnTo>
                  <a:lnTo>
                    <a:pt x="93705" y="28732"/>
                  </a:lnTo>
                  <a:lnTo>
                    <a:pt x="89079" y="25711"/>
                  </a:lnTo>
                  <a:lnTo>
                    <a:pt x="84354" y="22844"/>
                  </a:lnTo>
                  <a:lnTo>
                    <a:pt x="79538" y="20134"/>
                  </a:lnTo>
                  <a:lnTo>
                    <a:pt x="74635" y="17586"/>
                  </a:lnTo>
                  <a:lnTo>
                    <a:pt x="69650" y="15201"/>
                  </a:lnTo>
                  <a:lnTo>
                    <a:pt x="64589" y="12982"/>
                  </a:lnTo>
                  <a:lnTo>
                    <a:pt x="59458" y="10931"/>
                  </a:lnTo>
                  <a:lnTo>
                    <a:pt x="54261" y="9051"/>
                  </a:lnTo>
                  <a:lnTo>
                    <a:pt x="49006" y="7344"/>
                  </a:lnTo>
                  <a:lnTo>
                    <a:pt x="43696" y="5812"/>
                  </a:lnTo>
                  <a:lnTo>
                    <a:pt x="38339" y="4455"/>
                  </a:lnTo>
                  <a:lnTo>
                    <a:pt x="32940" y="3277"/>
                  </a:lnTo>
                  <a:lnTo>
                    <a:pt x="27505" y="2278"/>
                  </a:lnTo>
                  <a:lnTo>
                    <a:pt x="22040" y="1459"/>
                  </a:lnTo>
                  <a:lnTo>
                    <a:pt x="16551" y="821"/>
                  </a:lnTo>
                  <a:lnTo>
                    <a:pt x="11044" y="365"/>
                  </a:lnTo>
                  <a:lnTo>
                    <a:pt x="552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26885" y="1681503"/>
              <a:ext cx="59639" cy="167167"/>
            </a:xfrm>
            <a:custGeom>
              <a:avLst/>
              <a:pathLst>
                <a:path w="59639" h="167167">
                  <a:moveTo>
                    <a:pt x="59639" y="0"/>
                  </a:moveTo>
                  <a:lnTo>
                    <a:pt x="53542" y="111"/>
                  </a:lnTo>
                  <a:lnTo>
                    <a:pt x="47453" y="444"/>
                  </a:lnTo>
                  <a:lnTo>
                    <a:pt x="41381" y="1000"/>
                  </a:lnTo>
                  <a:lnTo>
                    <a:pt x="35332" y="1776"/>
                  </a:lnTo>
                  <a:lnTo>
                    <a:pt x="29316" y="2773"/>
                  </a:lnTo>
                  <a:lnTo>
                    <a:pt x="23341" y="3988"/>
                  </a:lnTo>
                  <a:lnTo>
                    <a:pt x="17413" y="5420"/>
                  </a:lnTo>
                  <a:lnTo>
                    <a:pt x="11542" y="7068"/>
                  </a:lnTo>
                  <a:lnTo>
                    <a:pt x="5735" y="8929"/>
                  </a:lnTo>
                  <a:lnTo>
                    <a:pt x="0" y="11000"/>
                  </a:lnTo>
                  <a:lnTo>
                    <a:pt x="596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26885" y="1692503"/>
              <a:ext cx="59639" cy="156166"/>
            </a:xfrm>
            <a:custGeom>
              <a:avLst/>
              <a:pathLst>
                <a:path w="59639" h="156166">
                  <a:moveTo>
                    <a:pt x="0" y="0"/>
                  </a:moveTo>
                  <a:lnTo>
                    <a:pt x="59639" y="156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58" y="1681503"/>
              <a:ext cx="334322" cy="334329"/>
            </a:xfrm>
            <a:custGeom>
              <a:avLst/>
              <a:pathLst>
                <a:path w="334322" h="334329">
                  <a:moveTo>
                    <a:pt x="107527" y="11000"/>
                  </a:moveTo>
                  <a:lnTo>
                    <a:pt x="102615" y="12966"/>
                  </a:lnTo>
                  <a:lnTo>
                    <a:pt x="97768" y="15085"/>
                  </a:lnTo>
                  <a:lnTo>
                    <a:pt x="92990" y="17358"/>
                  </a:lnTo>
                  <a:lnTo>
                    <a:pt x="88286" y="19780"/>
                  </a:lnTo>
                  <a:lnTo>
                    <a:pt x="83662" y="22350"/>
                  </a:lnTo>
                  <a:lnTo>
                    <a:pt x="79121" y="25065"/>
                  </a:lnTo>
                  <a:lnTo>
                    <a:pt x="74669" y="27922"/>
                  </a:lnTo>
                  <a:lnTo>
                    <a:pt x="70309" y="30919"/>
                  </a:lnTo>
                  <a:lnTo>
                    <a:pt x="66046" y="34052"/>
                  </a:lnTo>
                  <a:lnTo>
                    <a:pt x="61884" y="37318"/>
                  </a:lnTo>
                  <a:lnTo>
                    <a:pt x="57828" y="40715"/>
                  </a:lnTo>
                  <a:lnTo>
                    <a:pt x="53881" y="44238"/>
                  </a:lnTo>
                  <a:lnTo>
                    <a:pt x="50048" y="47884"/>
                  </a:lnTo>
                  <a:lnTo>
                    <a:pt x="46332" y="51650"/>
                  </a:lnTo>
                  <a:lnTo>
                    <a:pt x="42737" y="55532"/>
                  </a:lnTo>
                  <a:lnTo>
                    <a:pt x="39267" y="59525"/>
                  </a:lnTo>
                  <a:lnTo>
                    <a:pt x="35925" y="63626"/>
                  </a:lnTo>
                  <a:lnTo>
                    <a:pt x="32714" y="67831"/>
                  </a:lnTo>
                  <a:lnTo>
                    <a:pt x="29638" y="72135"/>
                  </a:lnTo>
                  <a:lnTo>
                    <a:pt x="26700" y="76535"/>
                  </a:lnTo>
                  <a:lnTo>
                    <a:pt x="23902" y="81025"/>
                  </a:lnTo>
                  <a:lnTo>
                    <a:pt x="21248" y="85601"/>
                  </a:lnTo>
                  <a:lnTo>
                    <a:pt x="18740" y="90260"/>
                  </a:lnTo>
                  <a:lnTo>
                    <a:pt x="16381" y="94995"/>
                  </a:lnTo>
                  <a:lnTo>
                    <a:pt x="14173" y="99802"/>
                  </a:lnTo>
                  <a:lnTo>
                    <a:pt x="12118" y="104678"/>
                  </a:lnTo>
                  <a:lnTo>
                    <a:pt x="10218" y="109615"/>
                  </a:lnTo>
                  <a:lnTo>
                    <a:pt x="8475" y="114610"/>
                  </a:lnTo>
                  <a:lnTo>
                    <a:pt x="6892" y="119658"/>
                  </a:lnTo>
                  <a:lnTo>
                    <a:pt x="5469" y="124754"/>
                  </a:lnTo>
                  <a:lnTo>
                    <a:pt x="4207" y="129892"/>
                  </a:lnTo>
                  <a:lnTo>
                    <a:pt x="3109" y="135067"/>
                  </a:lnTo>
                  <a:lnTo>
                    <a:pt x="2176" y="140274"/>
                  </a:lnTo>
                  <a:lnTo>
                    <a:pt x="1408" y="145509"/>
                  </a:lnTo>
                  <a:lnTo>
                    <a:pt x="805" y="150765"/>
                  </a:lnTo>
                  <a:lnTo>
                    <a:pt x="369" y="156037"/>
                  </a:lnTo>
                  <a:lnTo>
                    <a:pt x="101" y="161321"/>
                  </a:lnTo>
                  <a:lnTo>
                    <a:pt x="0" y="166611"/>
                  </a:lnTo>
                  <a:lnTo>
                    <a:pt x="66" y="171901"/>
                  </a:lnTo>
                  <a:lnTo>
                    <a:pt x="299" y="177186"/>
                  </a:lnTo>
                  <a:lnTo>
                    <a:pt x="700" y="182461"/>
                  </a:lnTo>
                  <a:lnTo>
                    <a:pt x="1267" y="187721"/>
                  </a:lnTo>
                  <a:lnTo>
                    <a:pt x="2001" y="192961"/>
                  </a:lnTo>
                  <a:lnTo>
                    <a:pt x="2899" y="198174"/>
                  </a:lnTo>
                  <a:lnTo>
                    <a:pt x="3963" y="203357"/>
                  </a:lnTo>
                  <a:lnTo>
                    <a:pt x="5190" y="208503"/>
                  </a:lnTo>
                  <a:lnTo>
                    <a:pt x="6579" y="213608"/>
                  </a:lnTo>
                  <a:lnTo>
                    <a:pt x="8129" y="218666"/>
                  </a:lnTo>
                  <a:lnTo>
                    <a:pt x="9838" y="223673"/>
                  </a:lnTo>
                  <a:lnTo>
                    <a:pt x="11705" y="228623"/>
                  </a:lnTo>
                  <a:lnTo>
                    <a:pt x="13728" y="233512"/>
                  </a:lnTo>
                  <a:lnTo>
                    <a:pt x="15904" y="238334"/>
                  </a:lnTo>
                  <a:lnTo>
                    <a:pt x="18232" y="243085"/>
                  </a:lnTo>
                  <a:lnTo>
                    <a:pt x="20709" y="247760"/>
                  </a:lnTo>
                  <a:lnTo>
                    <a:pt x="23332" y="252354"/>
                  </a:lnTo>
                  <a:lnTo>
                    <a:pt x="26100" y="256862"/>
                  </a:lnTo>
                  <a:lnTo>
                    <a:pt x="29009" y="261281"/>
                  </a:lnTo>
                  <a:lnTo>
                    <a:pt x="32056" y="265606"/>
                  </a:lnTo>
                  <a:lnTo>
                    <a:pt x="35239" y="269832"/>
                  </a:lnTo>
                  <a:lnTo>
                    <a:pt x="38554" y="273955"/>
                  </a:lnTo>
                  <a:lnTo>
                    <a:pt x="41997" y="277972"/>
                  </a:lnTo>
                  <a:lnTo>
                    <a:pt x="45566" y="281877"/>
                  </a:lnTo>
                  <a:lnTo>
                    <a:pt x="49257" y="285668"/>
                  </a:lnTo>
                  <a:lnTo>
                    <a:pt x="53066" y="289339"/>
                  </a:lnTo>
                  <a:lnTo>
                    <a:pt x="56989" y="292889"/>
                  </a:lnTo>
                  <a:lnTo>
                    <a:pt x="61022" y="296312"/>
                  </a:lnTo>
                  <a:lnTo>
                    <a:pt x="65162" y="299606"/>
                  </a:lnTo>
                  <a:lnTo>
                    <a:pt x="69404" y="302768"/>
                  </a:lnTo>
                  <a:lnTo>
                    <a:pt x="73744" y="305793"/>
                  </a:lnTo>
                  <a:lnTo>
                    <a:pt x="78177" y="308680"/>
                  </a:lnTo>
                  <a:lnTo>
                    <a:pt x="82700" y="311425"/>
                  </a:lnTo>
                  <a:lnTo>
                    <a:pt x="87307" y="314026"/>
                  </a:lnTo>
                  <a:lnTo>
                    <a:pt x="91994" y="316479"/>
                  </a:lnTo>
                  <a:lnTo>
                    <a:pt x="96757" y="318783"/>
                  </a:lnTo>
                  <a:lnTo>
                    <a:pt x="101590" y="320935"/>
                  </a:lnTo>
                  <a:lnTo>
                    <a:pt x="106488" y="322933"/>
                  </a:lnTo>
                  <a:lnTo>
                    <a:pt x="111448" y="324775"/>
                  </a:lnTo>
                  <a:lnTo>
                    <a:pt x="116463" y="326460"/>
                  </a:lnTo>
                  <a:lnTo>
                    <a:pt x="121529" y="327984"/>
                  </a:lnTo>
                  <a:lnTo>
                    <a:pt x="126641" y="329348"/>
                  </a:lnTo>
                  <a:lnTo>
                    <a:pt x="131793" y="330549"/>
                  </a:lnTo>
                  <a:lnTo>
                    <a:pt x="136981" y="331587"/>
                  </a:lnTo>
                  <a:lnTo>
                    <a:pt x="142199" y="332459"/>
                  </a:lnTo>
                  <a:lnTo>
                    <a:pt x="147442" y="333167"/>
                  </a:lnTo>
                  <a:lnTo>
                    <a:pt x="152705" y="333708"/>
                  </a:lnTo>
                  <a:lnTo>
                    <a:pt x="157982" y="334082"/>
                  </a:lnTo>
                  <a:lnTo>
                    <a:pt x="163268" y="334289"/>
                  </a:lnTo>
                  <a:lnTo>
                    <a:pt x="168559" y="334329"/>
                  </a:lnTo>
                  <a:lnTo>
                    <a:pt x="173848" y="334201"/>
                  </a:lnTo>
                  <a:lnTo>
                    <a:pt x="179130" y="333906"/>
                  </a:lnTo>
                  <a:lnTo>
                    <a:pt x="184400" y="333444"/>
                  </a:lnTo>
                  <a:lnTo>
                    <a:pt x="189653" y="332815"/>
                  </a:lnTo>
                  <a:lnTo>
                    <a:pt x="194884" y="332020"/>
                  </a:lnTo>
                  <a:lnTo>
                    <a:pt x="200086" y="331061"/>
                  </a:lnTo>
                  <a:lnTo>
                    <a:pt x="205256" y="329937"/>
                  </a:lnTo>
                  <a:lnTo>
                    <a:pt x="210388" y="328650"/>
                  </a:lnTo>
                  <a:lnTo>
                    <a:pt x="215476" y="327202"/>
                  </a:lnTo>
                  <a:lnTo>
                    <a:pt x="220516" y="325593"/>
                  </a:lnTo>
                  <a:lnTo>
                    <a:pt x="225502" y="323825"/>
                  </a:lnTo>
                  <a:lnTo>
                    <a:pt x="230430" y="321901"/>
                  </a:lnTo>
                  <a:lnTo>
                    <a:pt x="235295" y="319821"/>
                  </a:lnTo>
                  <a:lnTo>
                    <a:pt x="240092" y="317589"/>
                  </a:lnTo>
                  <a:lnTo>
                    <a:pt x="244815" y="315206"/>
                  </a:lnTo>
                  <a:lnTo>
                    <a:pt x="249461" y="312675"/>
                  </a:lnTo>
                  <a:lnTo>
                    <a:pt x="254024" y="309998"/>
                  </a:lnTo>
                  <a:lnTo>
                    <a:pt x="258500" y="307178"/>
                  </a:lnTo>
                  <a:lnTo>
                    <a:pt x="262885" y="304218"/>
                  </a:lnTo>
                  <a:lnTo>
                    <a:pt x="267174" y="301120"/>
                  </a:lnTo>
                  <a:lnTo>
                    <a:pt x="271362" y="297888"/>
                  </a:lnTo>
                  <a:lnTo>
                    <a:pt x="275447" y="294526"/>
                  </a:lnTo>
                  <a:lnTo>
                    <a:pt x="279423" y="291035"/>
                  </a:lnTo>
                  <a:lnTo>
                    <a:pt x="283286" y="287421"/>
                  </a:lnTo>
                  <a:lnTo>
                    <a:pt x="287033" y="283687"/>
                  </a:lnTo>
                  <a:lnTo>
                    <a:pt x="290660" y="279835"/>
                  </a:lnTo>
                  <a:lnTo>
                    <a:pt x="294164" y="275871"/>
                  </a:lnTo>
                  <a:lnTo>
                    <a:pt x="297540" y="271798"/>
                  </a:lnTo>
                  <a:lnTo>
                    <a:pt x="300786" y="267620"/>
                  </a:lnTo>
                  <a:lnTo>
                    <a:pt x="303897" y="263341"/>
                  </a:lnTo>
                  <a:lnTo>
                    <a:pt x="306872" y="258966"/>
                  </a:lnTo>
                  <a:lnTo>
                    <a:pt x="309707" y="254500"/>
                  </a:lnTo>
                  <a:lnTo>
                    <a:pt x="312399" y="249945"/>
                  </a:lnTo>
                  <a:lnTo>
                    <a:pt x="314946" y="245308"/>
                  </a:lnTo>
                  <a:lnTo>
                    <a:pt x="317345" y="240593"/>
                  </a:lnTo>
                  <a:lnTo>
                    <a:pt x="319593" y="235804"/>
                  </a:lnTo>
                  <a:lnTo>
                    <a:pt x="321688" y="230946"/>
                  </a:lnTo>
                  <a:lnTo>
                    <a:pt x="323629" y="226024"/>
                  </a:lnTo>
                  <a:lnTo>
                    <a:pt x="325413" y="221044"/>
                  </a:lnTo>
                  <a:lnTo>
                    <a:pt x="327039" y="216009"/>
                  </a:lnTo>
                  <a:lnTo>
                    <a:pt x="328505" y="210926"/>
                  </a:lnTo>
                  <a:lnTo>
                    <a:pt x="329808" y="205798"/>
                  </a:lnTo>
                  <a:lnTo>
                    <a:pt x="330949" y="200632"/>
                  </a:lnTo>
                  <a:lnTo>
                    <a:pt x="331926" y="195433"/>
                  </a:lnTo>
                  <a:lnTo>
                    <a:pt x="332738" y="190205"/>
                  </a:lnTo>
                  <a:lnTo>
                    <a:pt x="333384" y="184954"/>
                  </a:lnTo>
                  <a:lnTo>
                    <a:pt x="333864" y="179686"/>
                  </a:lnTo>
                  <a:lnTo>
                    <a:pt x="334177" y="174404"/>
                  </a:lnTo>
                  <a:lnTo>
                    <a:pt x="334322" y="169116"/>
                  </a:lnTo>
                  <a:lnTo>
                    <a:pt x="334300" y="163825"/>
                  </a:lnTo>
                  <a:lnTo>
                    <a:pt x="334111" y="158538"/>
                  </a:lnTo>
                  <a:lnTo>
                    <a:pt x="333754" y="153260"/>
                  </a:lnTo>
                  <a:lnTo>
                    <a:pt x="333230" y="147995"/>
                  </a:lnTo>
                  <a:lnTo>
                    <a:pt x="332541" y="142750"/>
                  </a:lnTo>
                  <a:lnTo>
                    <a:pt x="331685" y="137529"/>
                  </a:lnTo>
                  <a:lnTo>
                    <a:pt x="330665" y="132338"/>
                  </a:lnTo>
                  <a:lnTo>
                    <a:pt x="329481" y="127182"/>
                  </a:lnTo>
                  <a:lnTo>
                    <a:pt x="328134" y="122066"/>
                  </a:lnTo>
                  <a:lnTo>
                    <a:pt x="326627" y="116994"/>
                  </a:lnTo>
                  <a:lnTo>
                    <a:pt x="324959" y="111974"/>
                  </a:lnTo>
                  <a:lnTo>
                    <a:pt x="323134" y="107008"/>
                  </a:lnTo>
                  <a:lnTo>
                    <a:pt x="321152" y="102103"/>
                  </a:lnTo>
                  <a:lnTo>
                    <a:pt x="319016" y="97263"/>
                  </a:lnTo>
                  <a:lnTo>
                    <a:pt x="316728" y="92493"/>
                  </a:lnTo>
                  <a:lnTo>
                    <a:pt x="314290" y="87797"/>
                  </a:lnTo>
                  <a:lnTo>
                    <a:pt x="311705" y="83182"/>
                  </a:lnTo>
                  <a:lnTo>
                    <a:pt x="308975" y="78650"/>
                  </a:lnTo>
                  <a:lnTo>
                    <a:pt x="306103" y="74207"/>
                  </a:lnTo>
                  <a:lnTo>
                    <a:pt x="303091" y="69857"/>
                  </a:lnTo>
                  <a:lnTo>
                    <a:pt x="299944" y="65604"/>
                  </a:lnTo>
                  <a:lnTo>
                    <a:pt x="296664" y="61454"/>
                  </a:lnTo>
                  <a:lnTo>
                    <a:pt x="293254" y="57409"/>
                  </a:lnTo>
                  <a:lnTo>
                    <a:pt x="289717" y="53474"/>
                  </a:lnTo>
                  <a:lnTo>
                    <a:pt x="286058" y="49653"/>
                  </a:lnTo>
                  <a:lnTo>
                    <a:pt x="282280" y="45949"/>
                  </a:lnTo>
                  <a:lnTo>
                    <a:pt x="278387" y="42367"/>
                  </a:lnTo>
                  <a:lnTo>
                    <a:pt x="274382" y="38911"/>
                  </a:lnTo>
                  <a:lnTo>
                    <a:pt x="270270" y="35582"/>
                  </a:lnTo>
                  <a:lnTo>
                    <a:pt x="266054" y="32385"/>
                  </a:lnTo>
                  <a:lnTo>
                    <a:pt x="261740" y="29324"/>
                  </a:lnTo>
                  <a:lnTo>
                    <a:pt x="257330" y="26400"/>
                  </a:lnTo>
                  <a:lnTo>
                    <a:pt x="252831" y="23617"/>
                  </a:lnTo>
                  <a:lnTo>
                    <a:pt x="248246" y="20978"/>
                  </a:lnTo>
                  <a:lnTo>
                    <a:pt x="243579" y="18486"/>
                  </a:lnTo>
                  <a:lnTo>
                    <a:pt x="238836" y="16142"/>
                  </a:lnTo>
                  <a:lnTo>
                    <a:pt x="234021" y="13950"/>
                  </a:lnTo>
                  <a:lnTo>
                    <a:pt x="229139" y="11911"/>
                  </a:lnTo>
                  <a:lnTo>
                    <a:pt x="224195" y="10028"/>
                  </a:lnTo>
                  <a:lnTo>
                    <a:pt x="219194" y="8302"/>
                  </a:lnTo>
                  <a:lnTo>
                    <a:pt x="214141" y="6735"/>
                  </a:lnTo>
                  <a:lnTo>
                    <a:pt x="209041" y="5329"/>
                  </a:lnTo>
                  <a:lnTo>
                    <a:pt x="203899" y="4085"/>
                  </a:lnTo>
                  <a:lnTo>
                    <a:pt x="198720" y="3004"/>
                  </a:lnTo>
                  <a:lnTo>
                    <a:pt x="193509" y="2088"/>
                  </a:lnTo>
                  <a:lnTo>
                    <a:pt x="188272" y="1337"/>
                  </a:lnTo>
                  <a:lnTo>
                    <a:pt x="183014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2681" y="2126963"/>
              <a:ext cx="98606" cy="167167"/>
            </a:xfrm>
            <a:custGeom>
              <a:avLst/>
              <a:pathLst>
                <a:path w="98606" h="167167">
                  <a:moveTo>
                    <a:pt x="98606" y="0"/>
                  </a:moveTo>
                  <a:lnTo>
                    <a:pt x="93056" y="92"/>
                  </a:lnTo>
                  <a:lnTo>
                    <a:pt x="87513" y="368"/>
                  </a:lnTo>
                  <a:lnTo>
                    <a:pt x="81981" y="828"/>
                  </a:lnTo>
                  <a:lnTo>
                    <a:pt x="76468" y="1472"/>
                  </a:lnTo>
                  <a:lnTo>
                    <a:pt x="70979" y="2298"/>
                  </a:lnTo>
                  <a:lnTo>
                    <a:pt x="65521" y="3306"/>
                  </a:lnTo>
                  <a:lnTo>
                    <a:pt x="60099" y="4495"/>
                  </a:lnTo>
                  <a:lnTo>
                    <a:pt x="54720" y="5863"/>
                  </a:lnTo>
                  <a:lnTo>
                    <a:pt x="49389" y="7409"/>
                  </a:lnTo>
                  <a:lnTo>
                    <a:pt x="44113" y="9131"/>
                  </a:lnTo>
                  <a:lnTo>
                    <a:pt x="38896" y="11027"/>
                  </a:lnTo>
                  <a:lnTo>
                    <a:pt x="33745" y="13095"/>
                  </a:lnTo>
                  <a:lnTo>
                    <a:pt x="28666" y="15334"/>
                  </a:lnTo>
                  <a:lnTo>
                    <a:pt x="23664" y="17739"/>
                  </a:lnTo>
                  <a:lnTo>
                    <a:pt x="18744" y="20310"/>
                  </a:lnTo>
                  <a:lnTo>
                    <a:pt x="13913" y="23042"/>
                  </a:lnTo>
                  <a:lnTo>
                    <a:pt x="9175" y="25933"/>
                  </a:lnTo>
                  <a:lnTo>
                    <a:pt x="4535" y="28980"/>
                  </a:lnTo>
                  <a:lnTo>
                    <a:pt x="0" y="32179"/>
                  </a:lnTo>
                  <a:lnTo>
                    <a:pt x="9860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2681" y="2159143"/>
              <a:ext cx="98606" cy="134987"/>
            </a:xfrm>
            <a:custGeom>
              <a:avLst/>
              <a:pathLst>
                <a:path w="98606" h="134987">
                  <a:moveTo>
                    <a:pt x="0" y="0"/>
                  </a:moveTo>
                  <a:lnTo>
                    <a:pt x="98606" y="134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9" y="2127462"/>
              <a:ext cx="334323" cy="333830"/>
            </a:xfrm>
            <a:custGeom>
              <a:avLst/>
              <a:pathLst>
                <a:path w="334323" h="333830">
                  <a:moveTo>
                    <a:pt x="68551" y="31681"/>
                  </a:moveTo>
                  <a:lnTo>
                    <a:pt x="64326" y="34871"/>
                  </a:lnTo>
                  <a:lnTo>
                    <a:pt x="60203" y="38194"/>
                  </a:lnTo>
                  <a:lnTo>
                    <a:pt x="56188" y="41646"/>
                  </a:lnTo>
                  <a:lnTo>
                    <a:pt x="52284" y="45223"/>
                  </a:lnTo>
                  <a:lnTo>
                    <a:pt x="48495" y="48922"/>
                  </a:lnTo>
                  <a:lnTo>
                    <a:pt x="44826" y="52740"/>
                  </a:lnTo>
                  <a:lnTo>
                    <a:pt x="41279" y="56671"/>
                  </a:lnTo>
                  <a:lnTo>
                    <a:pt x="37858" y="60713"/>
                  </a:lnTo>
                  <a:lnTo>
                    <a:pt x="34567" y="64861"/>
                  </a:lnTo>
                  <a:lnTo>
                    <a:pt x="31410" y="69112"/>
                  </a:lnTo>
                  <a:lnTo>
                    <a:pt x="28388" y="73460"/>
                  </a:lnTo>
                  <a:lnTo>
                    <a:pt x="25505" y="77902"/>
                  </a:lnTo>
                  <a:lnTo>
                    <a:pt x="22765" y="82432"/>
                  </a:lnTo>
                  <a:lnTo>
                    <a:pt x="20170" y="87048"/>
                  </a:lnTo>
                  <a:lnTo>
                    <a:pt x="17722" y="91743"/>
                  </a:lnTo>
                  <a:lnTo>
                    <a:pt x="15424" y="96513"/>
                  </a:lnTo>
                  <a:lnTo>
                    <a:pt x="13278" y="101354"/>
                  </a:lnTo>
                  <a:lnTo>
                    <a:pt x="11287" y="106260"/>
                  </a:lnTo>
                  <a:lnTo>
                    <a:pt x="9452" y="111227"/>
                  </a:lnTo>
                  <a:lnTo>
                    <a:pt x="7775" y="116250"/>
                  </a:lnTo>
                  <a:lnTo>
                    <a:pt x="6258" y="121323"/>
                  </a:lnTo>
                  <a:lnTo>
                    <a:pt x="4903" y="126442"/>
                  </a:lnTo>
                  <a:lnTo>
                    <a:pt x="3710" y="131601"/>
                  </a:lnTo>
                  <a:lnTo>
                    <a:pt x="2681" y="136795"/>
                  </a:lnTo>
                  <a:lnTo>
                    <a:pt x="1818" y="142019"/>
                  </a:lnTo>
                  <a:lnTo>
                    <a:pt x="1120" y="147268"/>
                  </a:lnTo>
                  <a:lnTo>
                    <a:pt x="589" y="152536"/>
                  </a:lnTo>
                  <a:lnTo>
                    <a:pt x="225" y="157819"/>
                  </a:lnTo>
                  <a:lnTo>
                    <a:pt x="28" y="163110"/>
                  </a:lnTo>
                  <a:lnTo>
                    <a:pt x="0" y="168405"/>
                  </a:lnTo>
                  <a:lnTo>
                    <a:pt x="138" y="173698"/>
                  </a:lnTo>
                  <a:lnTo>
                    <a:pt x="445" y="178984"/>
                  </a:lnTo>
                  <a:lnTo>
                    <a:pt x="918" y="184258"/>
                  </a:lnTo>
                  <a:lnTo>
                    <a:pt x="1559" y="189514"/>
                  </a:lnTo>
                  <a:lnTo>
                    <a:pt x="2366" y="194747"/>
                  </a:lnTo>
                  <a:lnTo>
                    <a:pt x="3338" y="199953"/>
                  </a:lnTo>
                  <a:lnTo>
                    <a:pt x="4474" y="205124"/>
                  </a:lnTo>
                  <a:lnTo>
                    <a:pt x="5773" y="210257"/>
                  </a:lnTo>
                  <a:lnTo>
                    <a:pt x="7235" y="215347"/>
                  </a:lnTo>
                  <a:lnTo>
                    <a:pt x="8857" y="220387"/>
                  </a:lnTo>
                  <a:lnTo>
                    <a:pt x="10638" y="225374"/>
                  </a:lnTo>
                  <a:lnTo>
                    <a:pt x="12575" y="230301"/>
                  </a:lnTo>
                  <a:lnTo>
                    <a:pt x="14668" y="235165"/>
                  </a:lnTo>
                  <a:lnTo>
                    <a:pt x="16914" y="239960"/>
                  </a:lnTo>
                  <a:lnTo>
                    <a:pt x="19311" y="244682"/>
                  </a:lnTo>
                  <a:lnTo>
                    <a:pt x="21856" y="249325"/>
                  </a:lnTo>
                  <a:lnTo>
                    <a:pt x="24546" y="253886"/>
                  </a:lnTo>
                  <a:lnTo>
                    <a:pt x="27380" y="258359"/>
                  </a:lnTo>
                  <a:lnTo>
                    <a:pt x="30354" y="262740"/>
                  </a:lnTo>
                  <a:lnTo>
                    <a:pt x="33466" y="267024"/>
                  </a:lnTo>
                  <a:lnTo>
                    <a:pt x="36711" y="271208"/>
                  </a:lnTo>
                  <a:lnTo>
                    <a:pt x="40087" y="275287"/>
                  </a:lnTo>
                  <a:lnTo>
                    <a:pt x="43591" y="279257"/>
                  </a:lnTo>
                  <a:lnTo>
                    <a:pt x="47219" y="283114"/>
                  </a:lnTo>
                  <a:lnTo>
                    <a:pt x="50967" y="286854"/>
                  </a:lnTo>
                  <a:lnTo>
                    <a:pt x="54832" y="290474"/>
                  </a:lnTo>
                  <a:lnTo>
                    <a:pt x="58809" y="293969"/>
                  </a:lnTo>
                  <a:lnTo>
                    <a:pt x="62895" y="297337"/>
                  </a:lnTo>
                  <a:lnTo>
                    <a:pt x="67086" y="300573"/>
                  </a:lnTo>
                  <a:lnTo>
                    <a:pt x="71377" y="303676"/>
                  </a:lnTo>
                  <a:lnTo>
                    <a:pt x="75764" y="306640"/>
                  </a:lnTo>
                  <a:lnTo>
                    <a:pt x="80243" y="309465"/>
                  </a:lnTo>
                  <a:lnTo>
                    <a:pt x="84809" y="312146"/>
                  </a:lnTo>
                  <a:lnTo>
                    <a:pt x="89458" y="314681"/>
                  </a:lnTo>
                  <a:lnTo>
                    <a:pt x="94185" y="317067"/>
                  </a:lnTo>
                  <a:lnTo>
                    <a:pt x="98985" y="319303"/>
                  </a:lnTo>
                  <a:lnTo>
                    <a:pt x="103853" y="321386"/>
                  </a:lnTo>
                  <a:lnTo>
                    <a:pt x="108785" y="323313"/>
                  </a:lnTo>
                  <a:lnTo>
                    <a:pt x="113775" y="325083"/>
                  </a:lnTo>
                  <a:lnTo>
                    <a:pt x="118819" y="326694"/>
                  </a:lnTo>
                  <a:lnTo>
                    <a:pt x="123911" y="328145"/>
                  </a:lnTo>
                  <a:lnTo>
                    <a:pt x="129047" y="329434"/>
                  </a:lnTo>
                  <a:lnTo>
                    <a:pt x="134221" y="330559"/>
                  </a:lnTo>
                  <a:lnTo>
                    <a:pt x="139429" y="331520"/>
                  </a:lnTo>
                  <a:lnTo>
                    <a:pt x="144663" y="332315"/>
                  </a:lnTo>
                  <a:lnTo>
                    <a:pt x="149921" y="332945"/>
                  </a:lnTo>
                  <a:lnTo>
                    <a:pt x="155196" y="333407"/>
                  </a:lnTo>
                  <a:lnTo>
                    <a:pt x="160483" y="333702"/>
                  </a:lnTo>
                  <a:lnTo>
                    <a:pt x="165776" y="333830"/>
                  </a:lnTo>
                  <a:lnTo>
                    <a:pt x="171071" y="333790"/>
                  </a:lnTo>
                  <a:lnTo>
                    <a:pt x="176362" y="333582"/>
                  </a:lnTo>
                  <a:lnTo>
                    <a:pt x="181644" y="333207"/>
                  </a:lnTo>
                  <a:lnTo>
                    <a:pt x="186911" y="332665"/>
                  </a:lnTo>
                  <a:lnTo>
                    <a:pt x="192158" y="331956"/>
                  </a:lnTo>
                  <a:lnTo>
                    <a:pt x="197380" y="331081"/>
                  </a:lnTo>
                  <a:lnTo>
                    <a:pt x="202572" y="330041"/>
                  </a:lnTo>
                  <a:lnTo>
                    <a:pt x="207729" y="328838"/>
                  </a:lnTo>
                  <a:lnTo>
                    <a:pt x="212845" y="327472"/>
                  </a:lnTo>
                  <a:lnTo>
                    <a:pt x="217914" y="325944"/>
                  </a:lnTo>
                  <a:lnTo>
                    <a:pt x="222933" y="324257"/>
                  </a:lnTo>
                  <a:lnTo>
                    <a:pt x="227896" y="322411"/>
                  </a:lnTo>
                  <a:lnTo>
                    <a:pt x="232799" y="320409"/>
                  </a:lnTo>
                  <a:lnTo>
                    <a:pt x="237635" y="318253"/>
                  </a:lnTo>
                  <a:lnTo>
                    <a:pt x="242400" y="315945"/>
                  </a:lnTo>
                  <a:lnTo>
                    <a:pt x="247090" y="313487"/>
                  </a:lnTo>
                  <a:lnTo>
                    <a:pt x="251700" y="310882"/>
                  </a:lnTo>
                  <a:lnTo>
                    <a:pt x="256225" y="308132"/>
                  </a:lnTo>
                  <a:lnTo>
                    <a:pt x="260661" y="305240"/>
                  </a:lnTo>
                  <a:lnTo>
                    <a:pt x="265002" y="302210"/>
                  </a:lnTo>
                  <a:lnTo>
                    <a:pt x="269246" y="299043"/>
                  </a:lnTo>
                  <a:lnTo>
                    <a:pt x="273387" y="295743"/>
                  </a:lnTo>
                  <a:lnTo>
                    <a:pt x="277422" y="292314"/>
                  </a:lnTo>
                  <a:lnTo>
                    <a:pt x="281346" y="288759"/>
                  </a:lnTo>
                  <a:lnTo>
                    <a:pt x="285155" y="285081"/>
                  </a:lnTo>
                  <a:lnTo>
                    <a:pt x="288846" y="281284"/>
                  </a:lnTo>
                  <a:lnTo>
                    <a:pt x="292415" y="277373"/>
                  </a:lnTo>
                  <a:lnTo>
                    <a:pt x="295859" y="273350"/>
                  </a:lnTo>
                  <a:lnTo>
                    <a:pt x="299173" y="269221"/>
                  </a:lnTo>
                  <a:lnTo>
                    <a:pt x="302355" y="264988"/>
                  </a:lnTo>
                  <a:lnTo>
                    <a:pt x="305401" y="260657"/>
                  </a:lnTo>
                  <a:lnTo>
                    <a:pt x="308308" y="256232"/>
                  </a:lnTo>
                  <a:lnTo>
                    <a:pt x="311074" y="251716"/>
                  </a:lnTo>
                  <a:lnTo>
                    <a:pt x="313695" y="247116"/>
                  </a:lnTo>
                  <a:lnTo>
                    <a:pt x="316170" y="242434"/>
                  </a:lnTo>
                  <a:lnTo>
                    <a:pt x="318494" y="237677"/>
                  </a:lnTo>
                  <a:lnTo>
                    <a:pt x="320667" y="232848"/>
                  </a:lnTo>
                  <a:lnTo>
                    <a:pt x="322686" y="227953"/>
                  </a:lnTo>
                  <a:lnTo>
                    <a:pt x="324549" y="222997"/>
                  </a:lnTo>
                  <a:lnTo>
                    <a:pt x="326254" y="217984"/>
                  </a:lnTo>
                  <a:lnTo>
                    <a:pt x="327800" y="212919"/>
                  </a:lnTo>
                  <a:lnTo>
                    <a:pt x="329184" y="207808"/>
                  </a:lnTo>
                  <a:lnTo>
                    <a:pt x="330406" y="202656"/>
                  </a:lnTo>
                  <a:lnTo>
                    <a:pt x="331464" y="197468"/>
                  </a:lnTo>
                  <a:lnTo>
                    <a:pt x="332357" y="192249"/>
                  </a:lnTo>
                  <a:lnTo>
                    <a:pt x="333084" y="187004"/>
                  </a:lnTo>
                  <a:lnTo>
                    <a:pt x="333645" y="181739"/>
                  </a:lnTo>
                  <a:lnTo>
                    <a:pt x="334038" y="176458"/>
                  </a:lnTo>
                  <a:lnTo>
                    <a:pt x="334265" y="171168"/>
                  </a:lnTo>
                  <a:lnTo>
                    <a:pt x="334323" y="165873"/>
                  </a:lnTo>
                  <a:lnTo>
                    <a:pt x="334214" y="160580"/>
                  </a:lnTo>
                  <a:lnTo>
                    <a:pt x="333938" y="155292"/>
                  </a:lnTo>
                  <a:lnTo>
                    <a:pt x="333494" y="150015"/>
                  </a:lnTo>
                  <a:lnTo>
                    <a:pt x="332883" y="144756"/>
                  </a:lnTo>
                  <a:lnTo>
                    <a:pt x="332106" y="139518"/>
                  </a:lnTo>
                  <a:lnTo>
                    <a:pt x="331163" y="134308"/>
                  </a:lnTo>
                  <a:lnTo>
                    <a:pt x="330056" y="129130"/>
                  </a:lnTo>
                  <a:lnTo>
                    <a:pt x="328785" y="123989"/>
                  </a:lnTo>
                  <a:lnTo>
                    <a:pt x="327353" y="118892"/>
                  </a:lnTo>
                  <a:lnTo>
                    <a:pt x="325759" y="113842"/>
                  </a:lnTo>
                  <a:lnTo>
                    <a:pt x="324007" y="108846"/>
                  </a:lnTo>
                  <a:lnTo>
                    <a:pt x="322097" y="103907"/>
                  </a:lnTo>
                  <a:lnTo>
                    <a:pt x="320031" y="99031"/>
                  </a:lnTo>
                  <a:lnTo>
                    <a:pt x="317812" y="94224"/>
                  </a:lnTo>
                  <a:lnTo>
                    <a:pt x="315442" y="89489"/>
                  </a:lnTo>
                  <a:lnTo>
                    <a:pt x="312924" y="84831"/>
                  </a:lnTo>
                  <a:lnTo>
                    <a:pt x="310259" y="80256"/>
                  </a:lnTo>
                  <a:lnTo>
                    <a:pt x="307450" y="75767"/>
                  </a:lnTo>
                  <a:lnTo>
                    <a:pt x="304501" y="71369"/>
                  </a:lnTo>
                  <a:lnTo>
                    <a:pt x="301413" y="67067"/>
                  </a:lnTo>
                  <a:lnTo>
                    <a:pt x="298192" y="62865"/>
                  </a:lnTo>
                  <a:lnTo>
                    <a:pt x="294838" y="58767"/>
                  </a:lnTo>
                  <a:lnTo>
                    <a:pt x="291357" y="54778"/>
                  </a:lnTo>
                  <a:lnTo>
                    <a:pt x="287751" y="50900"/>
                  </a:lnTo>
                  <a:lnTo>
                    <a:pt x="284024" y="47139"/>
                  </a:lnTo>
                  <a:lnTo>
                    <a:pt x="280180" y="43498"/>
                  </a:lnTo>
                  <a:lnTo>
                    <a:pt x="276222" y="39980"/>
                  </a:lnTo>
                  <a:lnTo>
                    <a:pt x="272155" y="36589"/>
                  </a:lnTo>
                  <a:lnTo>
                    <a:pt x="267983" y="33329"/>
                  </a:lnTo>
                  <a:lnTo>
                    <a:pt x="263709" y="30203"/>
                  </a:lnTo>
                  <a:lnTo>
                    <a:pt x="259339" y="27213"/>
                  </a:lnTo>
                  <a:lnTo>
                    <a:pt x="254876" y="24364"/>
                  </a:lnTo>
                  <a:lnTo>
                    <a:pt x="250325" y="21657"/>
                  </a:lnTo>
                  <a:lnTo>
                    <a:pt x="245690" y="19096"/>
                  </a:lnTo>
                  <a:lnTo>
                    <a:pt x="240977" y="16683"/>
                  </a:lnTo>
                  <a:lnTo>
                    <a:pt x="236190" y="14420"/>
                  </a:lnTo>
                  <a:lnTo>
                    <a:pt x="231333" y="12310"/>
                  </a:lnTo>
                  <a:lnTo>
                    <a:pt x="226413" y="10355"/>
                  </a:lnTo>
                  <a:lnTo>
                    <a:pt x="221432" y="8557"/>
                  </a:lnTo>
                  <a:lnTo>
                    <a:pt x="216397" y="6917"/>
                  </a:lnTo>
                  <a:lnTo>
                    <a:pt x="211313" y="5438"/>
                  </a:lnTo>
                  <a:lnTo>
                    <a:pt x="206185" y="4120"/>
                  </a:lnTo>
                  <a:lnTo>
                    <a:pt x="201017" y="2966"/>
                  </a:lnTo>
                  <a:lnTo>
                    <a:pt x="195816" y="1976"/>
                  </a:lnTo>
                  <a:lnTo>
                    <a:pt x="190585" y="1151"/>
                  </a:lnTo>
                  <a:lnTo>
                    <a:pt x="185331" y="492"/>
                  </a:lnTo>
                  <a:lnTo>
                    <a:pt x="180059" y="0"/>
                  </a:lnTo>
                  <a:lnTo>
                    <a:pt x="167158" y="166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12901" cy="167167"/>
            </a:xfrm>
            <a:custGeom>
              <a:avLst/>
              <a:pathLst>
                <a:path w="12901" h="167167">
                  <a:moveTo>
                    <a:pt x="12901" y="4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5" y="2633064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5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3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4" y="21017"/>
                  </a:lnTo>
                  <a:lnTo>
                    <a:pt x="81415" y="23661"/>
                  </a:lnTo>
                  <a:lnTo>
                    <a:pt x="76913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7" y="35646"/>
                  </a:lnTo>
                  <a:lnTo>
                    <a:pt x="59853" y="38981"/>
                  </a:lnTo>
                  <a:lnTo>
                    <a:pt x="55847" y="42443"/>
                  </a:lnTo>
                  <a:lnTo>
                    <a:pt x="51952" y="46031"/>
                  </a:lnTo>
                  <a:lnTo>
                    <a:pt x="48173" y="49741"/>
                  </a:lnTo>
                  <a:lnTo>
                    <a:pt x="44513" y="53568"/>
                  </a:lnTo>
                  <a:lnTo>
                    <a:pt x="40977" y="57510"/>
                  </a:lnTo>
                  <a:lnTo>
                    <a:pt x="37567" y="61561"/>
                  </a:lnTo>
                  <a:lnTo>
                    <a:pt x="34287" y="65719"/>
                  </a:lnTo>
                  <a:lnTo>
                    <a:pt x="31141" y="69978"/>
                  </a:lnTo>
                  <a:lnTo>
                    <a:pt x="28130" y="74335"/>
                  </a:lnTo>
                  <a:lnTo>
                    <a:pt x="25260" y="78785"/>
                  </a:lnTo>
                  <a:lnTo>
                    <a:pt x="22532" y="83323"/>
                  </a:lnTo>
                  <a:lnTo>
                    <a:pt x="19949" y="87946"/>
                  </a:lnTo>
                  <a:lnTo>
                    <a:pt x="17513" y="92648"/>
                  </a:lnTo>
                  <a:lnTo>
                    <a:pt x="15228" y="97425"/>
                  </a:lnTo>
                  <a:lnTo>
                    <a:pt x="13095" y="102272"/>
                  </a:lnTo>
                  <a:lnTo>
                    <a:pt x="11117" y="107184"/>
                  </a:lnTo>
                  <a:lnTo>
                    <a:pt x="9296" y="112156"/>
                  </a:lnTo>
                  <a:lnTo>
                    <a:pt x="7632" y="117184"/>
                  </a:lnTo>
                  <a:lnTo>
                    <a:pt x="6129" y="122262"/>
                  </a:lnTo>
                  <a:lnTo>
                    <a:pt x="4788" y="127384"/>
                  </a:lnTo>
                  <a:lnTo>
                    <a:pt x="3609" y="132547"/>
                  </a:lnTo>
                  <a:lnTo>
                    <a:pt x="2595" y="137744"/>
                  </a:lnTo>
                  <a:lnTo>
                    <a:pt x="1745" y="142971"/>
                  </a:lnTo>
                  <a:lnTo>
                    <a:pt x="1062" y="148222"/>
                  </a:lnTo>
                  <a:lnTo>
                    <a:pt x="545" y="153492"/>
                  </a:lnTo>
                  <a:lnTo>
                    <a:pt x="196" y="158776"/>
                  </a:lnTo>
                  <a:lnTo>
                    <a:pt x="14" y="164069"/>
                  </a:lnTo>
                  <a:lnTo>
                    <a:pt x="0" y="169364"/>
                  </a:lnTo>
                  <a:lnTo>
                    <a:pt x="153" y="174657"/>
                  </a:lnTo>
                  <a:lnTo>
                    <a:pt x="474" y="179943"/>
                  </a:lnTo>
                  <a:lnTo>
                    <a:pt x="962" y="185216"/>
                  </a:lnTo>
                  <a:lnTo>
                    <a:pt x="1617" y="190471"/>
                  </a:lnTo>
                  <a:lnTo>
                    <a:pt x="2438" y="195702"/>
                  </a:lnTo>
                  <a:lnTo>
                    <a:pt x="3425" y="200905"/>
                  </a:lnTo>
                  <a:lnTo>
                    <a:pt x="4576" y="206074"/>
                  </a:lnTo>
                  <a:lnTo>
                    <a:pt x="5890" y="211204"/>
                  </a:lnTo>
                  <a:lnTo>
                    <a:pt x="7365" y="216289"/>
                  </a:lnTo>
                  <a:lnTo>
                    <a:pt x="9001" y="221326"/>
                  </a:lnTo>
                  <a:lnTo>
                    <a:pt x="10796" y="226308"/>
                  </a:lnTo>
                  <a:lnTo>
                    <a:pt x="12748" y="231230"/>
                  </a:lnTo>
                  <a:lnTo>
                    <a:pt x="14854" y="236089"/>
                  </a:lnTo>
                  <a:lnTo>
                    <a:pt x="17114" y="240878"/>
                  </a:lnTo>
                  <a:lnTo>
                    <a:pt x="19524" y="245593"/>
                  </a:lnTo>
                  <a:lnTo>
                    <a:pt x="22082" y="250230"/>
                  </a:lnTo>
                  <a:lnTo>
                    <a:pt x="24785" y="254783"/>
                  </a:lnTo>
                  <a:lnTo>
                    <a:pt x="27632" y="259248"/>
                  </a:lnTo>
                  <a:lnTo>
                    <a:pt x="30619" y="263621"/>
                  </a:lnTo>
                  <a:lnTo>
                    <a:pt x="33742" y="267897"/>
                  </a:lnTo>
                  <a:lnTo>
                    <a:pt x="36999" y="272072"/>
                  </a:lnTo>
                  <a:lnTo>
                    <a:pt x="40387" y="276142"/>
                  </a:lnTo>
                  <a:lnTo>
                    <a:pt x="43903" y="280103"/>
                  </a:lnTo>
                  <a:lnTo>
                    <a:pt x="47542" y="283950"/>
                  </a:lnTo>
                  <a:lnTo>
                    <a:pt x="51301" y="287680"/>
                  </a:lnTo>
                  <a:lnTo>
                    <a:pt x="55176" y="291288"/>
                  </a:lnTo>
                  <a:lnTo>
                    <a:pt x="59163" y="294773"/>
                  </a:lnTo>
                  <a:lnTo>
                    <a:pt x="63259" y="298129"/>
                  </a:lnTo>
                  <a:lnTo>
                    <a:pt x="67459" y="301354"/>
                  </a:lnTo>
                  <a:lnTo>
                    <a:pt x="71760" y="304445"/>
                  </a:lnTo>
                  <a:lnTo>
                    <a:pt x="76155" y="307397"/>
                  </a:lnTo>
                  <a:lnTo>
                    <a:pt x="80643" y="310209"/>
                  </a:lnTo>
                  <a:lnTo>
                    <a:pt x="85217" y="312877"/>
                  </a:lnTo>
                  <a:lnTo>
                    <a:pt x="89873" y="315399"/>
                  </a:lnTo>
                  <a:lnTo>
                    <a:pt x="94607" y="317773"/>
                  </a:lnTo>
                  <a:lnTo>
                    <a:pt x="99413" y="319995"/>
                  </a:lnTo>
                  <a:lnTo>
                    <a:pt x="104288" y="322064"/>
                  </a:lnTo>
                  <a:lnTo>
                    <a:pt x="109226" y="323977"/>
                  </a:lnTo>
                  <a:lnTo>
                    <a:pt x="114221" y="325733"/>
                  </a:lnTo>
                  <a:lnTo>
                    <a:pt x="119270" y="327330"/>
                  </a:lnTo>
                  <a:lnTo>
                    <a:pt x="124367" y="328766"/>
                  </a:lnTo>
                  <a:lnTo>
                    <a:pt x="129507" y="330040"/>
                  </a:lnTo>
                  <a:lnTo>
                    <a:pt x="134685" y="331151"/>
                  </a:lnTo>
                  <a:lnTo>
                    <a:pt x="139895" y="332097"/>
                  </a:lnTo>
                  <a:lnTo>
                    <a:pt x="145133" y="332878"/>
                  </a:lnTo>
                  <a:lnTo>
                    <a:pt x="150392" y="333492"/>
                  </a:lnTo>
                  <a:lnTo>
                    <a:pt x="155669" y="333939"/>
                  </a:lnTo>
                  <a:lnTo>
                    <a:pt x="160957" y="334220"/>
                  </a:lnTo>
                  <a:lnTo>
                    <a:pt x="166251" y="334332"/>
                  </a:lnTo>
                  <a:lnTo>
                    <a:pt x="171546" y="334277"/>
                  </a:lnTo>
                  <a:lnTo>
                    <a:pt x="176837" y="334054"/>
                  </a:lnTo>
                  <a:lnTo>
                    <a:pt x="182118" y="333663"/>
                  </a:lnTo>
                  <a:lnTo>
                    <a:pt x="187384" y="333106"/>
                  </a:lnTo>
                  <a:lnTo>
                    <a:pt x="192630" y="332382"/>
                  </a:lnTo>
                  <a:lnTo>
                    <a:pt x="197850" y="331492"/>
                  </a:lnTo>
                  <a:lnTo>
                    <a:pt x="203039" y="330437"/>
                  </a:lnTo>
                  <a:lnTo>
                    <a:pt x="208193" y="329218"/>
                  </a:lnTo>
                  <a:lnTo>
                    <a:pt x="213305" y="327837"/>
                  </a:lnTo>
                  <a:lnTo>
                    <a:pt x="218371" y="326295"/>
                  </a:lnTo>
                  <a:lnTo>
                    <a:pt x="223385" y="324593"/>
                  </a:lnTo>
                  <a:lnTo>
                    <a:pt x="228343" y="322733"/>
                  </a:lnTo>
                  <a:lnTo>
                    <a:pt x="233240" y="320716"/>
                  </a:lnTo>
                  <a:lnTo>
                    <a:pt x="238070" y="318546"/>
                  </a:lnTo>
                  <a:lnTo>
                    <a:pt x="242829" y="316224"/>
                  </a:lnTo>
                  <a:lnTo>
                    <a:pt x="247512" y="313752"/>
                  </a:lnTo>
                  <a:lnTo>
                    <a:pt x="252115" y="311133"/>
                  </a:lnTo>
                  <a:lnTo>
                    <a:pt x="256632" y="308370"/>
                  </a:lnTo>
                  <a:lnTo>
                    <a:pt x="261060" y="305465"/>
                  </a:lnTo>
                  <a:lnTo>
                    <a:pt x="265393" y="302421"/>
                  </a:lnTo>
                  <a:lnTo>
                    <a:pt x="269628" y="299242"/>
                  </a:lnTo>
                  <a:lnTo>
                    <a:pt x="273759" y="295930"/>
                  </a:lnTo>
                  <a:lnTo>
                    <a:pt x="277784" y="292489"/>
                  </a:lnTo>
                  <a:lnTo>
                    <a:pt x="281698" y="288922"/>
                  </a:lnTo>
                  <a:lnTo>
                    <a:pt x="285497" y="285233"/>
                  </a:lnTo>
                  <a:lnTo>
                    <a:pt x="289177" y="281425"/>
                  </a:lnTo>
                  <a:lnTo>
                    <a:pt x="292735" y="277503"/>
                  </a:lnTo>
                  <a:lnTo>
                    <a:pt x="296167" y="273470"/>
                  </a:lnTo>
                  <a:lnTo>
                    <a:pt x="299469" y="269330"/>
                  </a:lnTo>
                  <a:lnTo>
                    <a:pt x="302638" y="265088"/>
                  </a:lnTo>
                  <a:lnTo>
                    <a:pt x="305672" y="260747"/>
                  </a:lnTo>
                  <a:lnTo>
                    <a:pt x="308567" y="256313"/>
                  </a:lnTo>
                  <a:lnTo>
                    <a:pt x="311319" y="251789"/>
                  </a:lnTo>
                  <a:lnTo>
                    <a:pt x="313927" y="247180"/>
                  </a:lnTo>
                  <a:lnTo>
                    <a:pt x="316388" y="242491"/>
                  </a:lnTo>
                  <a:lnTo>
                    <a:pt x="318699" y="237727"/>
                  </a:lnTo>
                  <a:lnTo>
                    <a:pt x="320858" y="232891"/>
                  </a:lnTo>
                  <a:lnTo>
                    <a:pt x="322862" y="227990"/>
                  </a:lnTo>
                  <a:lnTo>
                    <a:pt x="324711" y="223028"/>
                  </a:lnTo>
                  <a:lnTo>
                    <a:pt x="326401" y="218009"/>
                  </a:lnTo>
                  <a:lnTo>
                    <a:pt x="327931" y="212940"/>
                  </a:lnTo>
                  <a:lnTo>
                    <a:pt x="329300" y="207824"/>
                  </a:lnTo>
                  <a:lnTo>
                    <a:pt x="330507" y="202668"/>
                  </a:lnTo>
                  <a:lnTo>
                    <a:pt x="331549" y="197476"/>
                  </a:lnTo>
                  <a:lnTo>
                    <a:pt x="332427" y="192254"/>
                  </a:lnTo>
                  <a:lnTo>
                    <a:pt x="333138" y="187007"/>
                  </a:lnTo>
                  <a:lnTo>
                    <a:pt x="333684" y="181740"/>
                  </a:lnTo>
                  <a:lnTo>
                    <a:pt x="334062" y="176458"/>
                  </a:lnTo>
                  <a:lnTo>
                    <a:pt x="334272" y="171166"/>
                  </a:lnTo>
                  <a:lnTo>
                    <a:pt x="334315" y="165871"/>
                  </a:lnTo>
                  <a:lnTo>
                    <a:pt x="334190" y="160577"/>
                  </a:lnTo>
                  <a:lnTo>
                    <a:pt x="333897" y="155290"/>
                  </a:lnTo>
                  <a:lnTo>
                    <a:pt x="333438" y="150014"/>
                  </a:lnTo>
                  <a:lnTo>
                    <a:pt x="332811" y="144756"/>
                  </a:lnTo>
                  <a:lnTo>
                    <a:pt x="332018" y="139520"/>
                  </a:lnTo>
                  <a:lnTo>
                    <a:pt x="331060" y="134312"/>
                  </a:lnTo>
                  <a:lnTo>
                    <a:pt x="329937" y="129137"/>
                  </a:lnTo>
                  <a:lnTo>
                    <a:pt x="328651" y="124000"/>
                  </a:lnTo>
                  <a:lnTo>
                    <a:pt x="327202" y="118907"/>
                  </a:lnTo>
                  <a:lnTo>
                    <a:pt x="325593" y="113862"/>
                  </a:lnTo>
                  <a:lnTo>
                    <a:pt x="323826" y="1088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1934"/>
              <a:ext cx="156673" cy="58296"/>
            </a:xfrm>
            <a:custGeom>
              <a:avLst/>
              <a:pathLst>
                <a:path w="156673" h="58296">
                  <a:moveTo>
                    <a:pt x="156673" y="0"/>
                  </a:moveTo>
                  <a:lnTo>
                    <a:pt x="0" y="58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8947"/>
              <a:ext cx="156673" cy="161284"/>
            </a:xfrm>
            <a:custGeom>
              <a:avLst/>
              <a:pathLst>
                <a:path w="156673" h="161284">
                  <a:moveTo>
                    <a:pt x="156673" y="102987"/>
                  </a:moveTo>
                  <a:lnTo>
                    <a:pt x="154682" y="97895"/>
                  </a:lnTo>
                  <a:lnTo>
                    <a:pt x="152527" y="92870"/>
                  </a:lnTo>
                  <a:lnTo>
                    <a:pt x="150208" y="87919"/>
                  </a:lnTo>
                  <a:lnTo>
                    <a:pt x="147729" y="83047"/>
                  </a:lnTo>
                  <a:lnTo>
                    <a:pt x="145091" y="78258"/>
                  </a:lnTo>
                  <a:lnTo>
                    <a:pt x="142299" y="73557"/>
                  </a:lnTo>
                  <a:lnTo>
                    <a:pt x="139354" y="68951"/>
                  </a:lnTo>
                  <a:lnTo>
                    <a:pt x="136260" y="64443"/>
                  </a:lnTo>
                  <a:lnTo>
                    <a:pt x="133020" y="60039"/>
                  </a:lnTo>
                  <a:lnTo>
                    <a:pt x="129639" y="55744"/>
                  </a:lnTo>
                  <a:lnTo>
                    <a:pt x="126118" y="51561"/>
                  </a:lnTo>
                  <a:lnTo>
                    <a:pt x="122463" y="47495"/>
                  </a:lnTo>
                  <a:lnTo>
                    <a:pt x="118676" y="43552"/>
                  </a:lnTo>
                  <a:lnTo>
                    <a:pt x="114763" y="39734"/>
                  </a:lnTo>
                  <a:lnTo>
                    <a:pt x="110727" y="36046"/>
                  </a:lnTo>
                  <a:lnTo>
                    <a:pt x="106572" y="32492"/>
                  </a:lnTo>
                  <a:lnTo>
                    <a:pt x="102303" y="29076"/>
                  </a:lnTo>
                  <a:lnTo>
                    <a:pt x="97926" y="25801"/>
                  </a:lnTo>
                  <a:lnTo>
                    <a:pt x="93443" y="22672"/>
                  </a:lnTo>
                  <a:lnTo>
                    <a:pt x="88860" y="19690"/>
                  </a:lnTo>
                  <a:lnTo>
                    <a:pt x="84182" y="16860"/>
                  </a:lnTo>
                  <a:lnTo>
                    <a:pt x="79415" y="14184"/>
                  </a:lnTo>
                  <a:lnTo>
                    <a:pt x="74562" y="11666"/>
                  </a:lnTo>
                  <a:lnTo>
                    <a:pt x="69629" y="9308"/>
                  </a:lnTo>
                  <a:lnTo>
                    <a:pt x="64623" y="7112"/>
                  </a:lnTo>
                  <a:lnTo>
                    <a:pt x="59546" y="5082"/>
                  </a:lnTo>
                  <a:lnTo>
                    <a:pt x="54407" y="3218"/>
                  </a:lnTo>
                  <a:lnTo>
                    <a:pt x="49209" y="1523"/>
                  </a:lnTo>
                  <a:lnTo>
                    <a:pt x="43958" y="0"/>
                  </a:lnTo>
                  <a:lnTo>
                    <a:pt x="0" y="161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43958" cy="167167"/>
            </a:xfrm>
            <a:custGeom>
              <a:avLst/>
              <a:pathLst>
                <a:path w="43958" h="167167">
                  <a:moveTo>
                    <a:pt x="43958" y="5883"/>
                  </a:moveTo>
                  <a:lnTo>
                    <a:pt x="37797" y="4329"/>
                  </a:lnTo>
                  <a:lnTo>
                    <a:pt x="31581" y="3010"/>
                  </a:lnTo>
                  <a:lnTo>
                    <a:pt x="25320" y="1928"/>
                  </a:lnTo>
                  <a:lnTo>
                    <a:pt x="19022" y="1085"/>
                  </a:lnTo>
                  <a:lnTo>
                    <a:pt x="12696" y="482"/>
                  </a:lnTo>
                  <a:lnTo>
                    <a:pt x="635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32" y="3170392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2" y="10088"/>
                  </a:lnTo>
                  <a:lnTo>
                    <a:pt x="104995" y="11983"/>
                  </a:lnTo>
                  <a:lnTo>
                    <a:pt x="100101" y="14034"/>
                  </a:lnTo>
                  <a:lnTo>
                    <a:pt x="95274" y="16239"/>
                  </a:lnTo>
                  <a:lnTo>
                    <a:pt x="90520" y="18596"/>
                  </a:lnTo>
                  <a:lnTo>
                    <a:pt x="85843" y="21103"/>
                  </a:lnTo>
                  <a:lnTo>
                    <a:pt x="81248" y="23758"/>
                  </a:lnTo>
                  <a:lnTo>
                    <a:pt x="76739" y="26556"/>
                  </a:lnTo>
                  <a:lnTo>
                    <a:pt x="72322" y="29497"/>
                  </a:lnTo>
                  <a:lnTo>
                    <a:pt x="68000" y="32576"/>
                  </a:lnTo>
                  <a:lnTo>
                    <a:pt x="63778" y="35791"/>
                  </a:lnTo>
                  <a:lnTo>
                    <a:pt x="59660" y="39138"/>
                  </a:lnTo>
                  <a:lnTo>
                    <a:pt x="55651" y="42614"/>
                  </a:lnTo>
                  <a:lnTo>
                    <a:pt x="51754" y="46215"/>
                  </a:lnTo>
                  <a:lnTo>
                    <a:pt x="47973" y="49939"/>
                  </a:lnTo>
                  <a:lnTo>
                    <a:pt x="44312" y="53781"/>
                  </a:lnTo>
                  <a:lnTo>
                    <a:pt x="40775" y="57737"/>
                  </a:lnTo>
                  <a:lnTo>
                    <a:pt x="37366" y="61803"/>
                  </a:lnTo>
                  <a:lnTo>
                    <a:pt x="34087" y="65975"/>
                  </a:lnTo>
                  <a:lnTo>
                    <a:pt x="30942" y="70249"/>
                  </a:lnTo>
                  <a:lnTo>
                    <a:pt x="27934" y="74621"/>
                  </a:lnTo>
                  <a:lnTo>
                    <a:pt x="25067" y="79087"/>
                  </a:lnTo>
                  <a:lnTo>
                    <a:pt x="22343" y="83641"/>
                  </a:lnTo>
                  <a:lnTo>
                    <a:pt x="19765" y="88279"/>
                  </a:lnTo>
                  <a:lnTo>
                    <a:pt x="17335" y="92996"/>
                  </a:lnTo>
                  <a:lnTo>
                    <a:pt x="15057" y="97789"/>
                  </a:lnTo>
                  <a:lnTo>
                    <a:pt x="12931" y="102651"/>
                  </a:lnTo>
                  <a:lnTo>
                    <a:pt x="10961" y="107578"/>
                  </a:lnTo>
                  <a:lnTo>
                    <a:pt x="9148" y="112566"/>
                  </a:lnTo>
                  <a:lnTo>
                    <a:pt x="7495" y="117608"/>
                  </a:lnTo>
                  <a:lnTo>
                    <a:pt x="6002" y="122701"/>
                  </a:lnTo>
                  <a:lnTo>
                    <a:pt x="4672" y="127838"/>
                  </a:lnTo>
                  <a:lnTo>
                    <a:pt x="3506" y="133014"/>
                  </a:lnTo>
                  <a:lnTo>
                    <a:pt x="2504" y="138226"/>
                  </a:lnTo>
                  <a:lnTo>
                    <a:pt x="1669" y="143466"/>
                  </a:lnTo>
                  <a:lnTo>
                    <a:pt x="1000" y="148730"/>
                  </a:lnTo>
                  <a:lnTo>
                    <a:pt x="498" y="154013"/>
                  </a:lnTo>
                  <a:lnTo>
                    <a:pt x="165" y="159309"/>
                  </a:lnTo>
                  <a:lnTo>
                    <a:pt x="0" y="164613"/>
                  </a:lnTo>
                  <a:lnTo>
                    <a:pt x="3" y="169920"/>
                  </a:lnTo>
                  <a:lnTo>
                    <a:pt x="174" y="175223"/>
                  </a:lnTo>
                  <a:lnTo>
                    <a:pt x="514" y="180519"/>
                  </a:lnTo>
                  <a:lnTo>
                    <a:pt x="1022" y="185801"/>
                  </a:lnTo>
                  <a:lnTo>
                    <a:pt x="1697" y="191065"/>
                  </a:lnTo>
                  <a:lnTo>
                    <a:pt x="2539" y="196304"/>
                  </a:lnTo>
                  <a:lnTo>
                    <a:pt x="3547" y="201514"/>
                  </a:lnTo>
                  <a:lnTo>
                    <a:pt x="4719" y="206689"/>
                  </a:lnTo>
                  <a:lnTo>
                    <a:pt x="6055" y="211825"/>
                  </a:lnTo>
                  <a:lnTo>
                    <a:pt x="7554" y="216916"/>
                  </a:lnTo>
                  <a:lnTo>
                    <a:pt x="9214" y="221956"/>
                  </a:lnTo>
                  <a:lnTo>
                    <a:pt x="11032" y="226941"/>
                  </a:lnTo>
                  <a:lnTo>
                    <a:pt x="13008" y="231866"/>
                  </a:lnTo>
                  <a:lnTo>
                    <a:pt x="15139" y="236726"/>
                  </a:lnTo>
                  <a:lnTo>
                    <a:pt x="17424" y="241516"/>
                  </a:lnTo>
                  <a:lnTo>
                    <a:pt x="19859" y="246230"/>
                  </a:lnTo>
                  <a:lnTo>
                    <a:pt x="22443" y="250865"/>
                  </a:lnTo>
                  <a:lnTo>
                    <a:pt x="25172" y="255416"/>
                  </a:lnTo>
                  <a:lnTo>
                    <a:pt x="28045" y="259878"/>
                  </a:lnTo>
                  <a:lnTo>
                    <a:pt x="31057" y="264246"/>
                  </a:lnTo>
                  <a:lnTo>
                    <a:pt x="34207" y="268517"/>
                  </a:lnTo>
                  <a:lnTo>
                    <a:pt x="37491" y="272685"/>
                  </a:lnTo>
                  <a:lnTo>
                    <a:pt x="40905" y="276748"/>
                  </a:lnTo>
                  <a:lnTo>
                    <a:pt x="44447" y="280699"/>
                  </a:lnTo>
                  <a:lnTo>
                    <a:pt x="48112" y="284537"/>
                  </a:lnTo>
                  <a:lnTo>
                    <a:pt x="51898" y="288256"/>
                  </a:lnTo>
                  <a:lnTo>
                    <a:pt x="55799" y="291853"/>
                  </a:lnTo>
                  <a:lnTo>
                    <a:pt x="59813" y="295324"/>
                  </a:lnTo>
                  <a:lnTo>
                    <a:pt x="63935" y="298666"/>
                  </a:lnTo>
                  <a:lnTo>
                    <a:pt x="68160" y="301876"/>
                  </a:lnTo>
                  <a:lnTo>
                    <a:pt x="72486" y="304950"/>
                  </a:lnTo>
                  <a:lnTo>
                    <a:pt x="76907" y="307885"/>
                  </a:lnTo>
                  <a:lnTo>
                    <a:pt x="81419" y="310678"/>
                  </a:lnTo>
                  <a:lnTo>
                    <a:pt x="86017" y="313327"/>
                  </a:lnTo>
                  <a:lnTo>
                    <a:pt x="90697" y="315829"/>
                  </a:lnTo>
                  <a:lnTo>
                    <a:pt x="95454" y="318180"/>
                  </a:lnTo>
                  <a:lnTo>
                    <a:pt x="100283" y="320380"/>
                  </a:lnTo>
                  <a:lnTo>
                    <a:pt x="105180" y="322425"/>
                  </a:lnTo>
                  <a:lnTo>
                    <a:pt x="110139" y="324313"/>
                  </a:lnTo>
                  <a:lnTo>
                    <a:pt x="115155" y="326044"/>
                  </a:lnTo>
                  <a:lnTo>
                    <a:pt x="120224" y="327614"/>
                  </a:lnTo>
                  <a:lnTo>
                    <a:pt x="125341" y="329022"/>
                  </a:lnTo>
                  <a:lnTo>
                    <a:pt x="130499" y="330268"/>
                  </a:lnTo>
                  <a:lnTo>
                    <a:pt x="135694" y="331349"/>
                  </a:lnTo>
                  <a:lnTo>
                    <a:pt x="140921" y="332264"/>
                  </a:lnTo>
                  <a:lnTo>
                    <a:pt x="146175" y="333014"/>
                  </a:lnTo>
                  <a:lnTo>
                    <a:pt x="151449" y="333596"/>
                  </a:lnTo>
                  <a:lnTo>
                    <a:pt x="156739" y="334010"/>
                  </a:lnTo>
                  <a:lnTo>
                    <a:pt x="162040" y="334256"/>
                  </a:lnTo>
                  <a:lnTo>
                    <a:pt x="167346" y="334334"/>
                  </a:lnTo>
                  <a:lnTo>
                    <a:pt x="172652" y="334244"/>
                  </a:lnTo>
                  <a:lnTo>
                    <a:pt x="177952" y="333985"/>
                  </a:lnTo>
                  <a:lnTo>
                    <a:pt x="183242" y="333558"/>
                  </a:lnTo>
                  <a:lnTo>
                    <a:pt x="188515" y="332963"/>
                  </a:lnTo>
                  <a:lnTo>
                    <a:pt x="193766" y="332201"/>
                  </a:lnTo>
                  <a:lnTo>
                    <a:pt x="198991" y="331273"/>
                  </a:lnTo>
                  <a:lnTo>
                    <a:pt x="204184" y="330180"/>
                  </a:lnTo>
                  <a:lnTo>
                    <a:pt x="209339" y="328922"/>
                  </a:lnTo>
                  <a:lnTo>
                    <a:pt x="214452" y="327502"/>
                  </a:lnTo>
                  <a:lnTo>
                    <a:pt x="219517" y="325919"/>
                  </a:lnTo>
                  <a:lnTo>
                    <a:pt x="224530" y="324177"/>
                  </a:lnTo>
                  <a:lnTo>
                    <a:pt x="229484" y="322277"/>
                  </a:lnTo>
                  <a:lnTo>
                    <a:pt x="234376" y="320220"/>
                  </a:lnTo>
                  <a:lnTo>
                    <a:pt x="239200" y="318009"/>
                  </a:lnTo>
                  <a:lnTo>
                    <a:pt x="243951" y="315646"/>
                  </a:lnTo>
                  <a:lnTo>
                    <a:pt x="248625" y="313134"/>
                  </a:lnTo>
                  <a:lnTo>
                    <a:pt x="253217" y="310474"/>
                  </a:lnTo>
                  <a:lnTo>
                    <a:pt x="257723" y="307670"/>
                  </a:lnTo>
                  <a:lnTo>
                    <a:pt x="262137" y="304724"/>
                  </a:lnTo>
                  <a:lnTo>
                    <a:pt x="266455" y="301640"/>
                  </a:lnTo>
                  <a:lnTo>
                    <a:pt x="270673" y="298420"/>
                  </a:lnTo>
                  <a:lnTo>
                    <a:pt x="274787" y="295068"/>
                  </a:lnTo>
                  <a:lnTo>
                    <a:pt x="278792" y="291587"/>
                  </a:lnTo>
                  <a:lnTo>
                    <a:pt x="282685" y="287981"/>
                  </a:lnTo>
                  <a:lnTo>
                    <a:pt x="286461" y="284253"/>
                  </a:lnTo>
                  <a:lnTo>
                    <a:pt x="290117" y="280407"/>
                  </a:lnTo>
                  <a:lnTo>
                    <a:pt x="293650" y="276447"/>
                  </a:lnTo>
                  <a:lnTo>
                    <a:pt x="297055" y="272377"/>
                  </a:lnTo>
                  <a:lnTo>
                    <a:pt x="300328" y="268200"/>
                  </a:lnTo>
                  <a:lnTo>
                    <a:pt x="303468" y="263922"/>
                  </a:lnTo>
                  <a:lnTo>
                    <a:pt x="306470" y="259547"/>
                  </a:lnTo>
                  <a:lnTo>
                    <a:pt x="309332" y="255078"/>
                  </a:lnTo>
                  <a:lnTo>
                    <a:pt x="312051" y="250521"/>
                  </a:lnTo>
                  <a:lnTo>
                    <a:pt x="314624" y="245880"/>
                  </a:lnTo>
                  <a:lnTo>
                    <a:pt x="317048" y="241159"/>
                  </a:lnTo>
                  <a:lnTo>
                    <a:pt x="319321" y="236364"/>
                  </a:lnTo>
                  <a:lnTo>
                    <a:pt x="321440" y="231499"/>
                  </a:lnTo>
                  <a:lnTo>
                    <a:pt x="323405" y="226570"/>
                  </a:lnTo>
                  <a:lnTo>
                    <a:pt x="325211" y="221580"/>
                  </a:lnTo>
                  <a:lnTo>
                    <a:pt x="326859" y="216536"/>
                  </a:lnTo>
                  <a:lnTo>
                    <a:pt x="328345" y="211442"/>
                  </a:lnTo>
                  <a:lnTo>
                    <a:pt x="329669" y="206303"/>
                  </a:lnTo>
                  <a:lnTo>
                    <a:pt x="330830" y="201125"/>
                  </a:lnTo>
                  <a:lnTo>
                    <a:pt x="331825" y="195912"/>
                  </a:lnTo>
                  <a:lnTo>
                    <a:pt x="332654" y="190671"/>
                  </a:lnTo>
                  <a:lnTo>
                    <a:pt x="333317" y="185406"/>
                  </a:lnTo>
                  <a:lnTo>
                    <a:pt x="333812" y="180123"/>
                  </a:lnTo>
                  <a:lnTo>
                    <a:pt x="334139" y="174826"/>
                  </a:lnTo>
                  <a:lnTo>
                    <a:pt x="334298" y="169522"/>
                  </a:lnTo>
                  <a:lnTo>
                    <a:pt x="334289" y="164215"/>
                  </a:lnTo>
                  <a:lnTo>
                    <a:pt x="334111" y="158912"/>
                  </a:lnTo>
                  <a:lnTo>
                    <a:pt x="333765" y="153617"/>
                  </a:lnTo>
                  <a:lnTo>
                    <a:pt x="333251" y="148335"/>
                  </a:lnTo>
                  <a:lnTo>
                    <a:pt x="332569" y="143072"/>
                  </a:lnTo>
                  <a:lnTo>
                    <a:pt x="331721" y="137834"/>
                  </a:lnTo>
                  <a:lnTo>
                    <a:pt x="330707" y="132625"/>
                  </a:lnTo>
                  <a:lnTo>
                    <a:pt x="329529" y="127451"/>
                  </a:lnTo>
                  <a:lnTo>
                    <a:pt x="328186" y="122317"/>
                  </a:lnTo>
                  <a:lnTo>
                    <a:pt x="326681" y="117229"/>
                  </a:lnTo>
                  <a:lnTo>
                    <a:pt x="325016" y="112190"/>
                  </a:lnTo>
                  <a:lnTo>
                    <a:pt x="323192" y="107207"/>
                  </a:lnTo>
                  <a:lnTo>
                    <a:pt x="321210" y="102284"/>
                  </a:lnTo>
                  <a:lnTo>
                    <a:pt x="319073" y="97427"/>
                  </a:lnTo>
                  <a:lnTo>
                    <a:pt x="316783" y="92640"/>
                  </a:lnTo>
                  <a:lnTo>
                    <a:pt x="314342" y="87928"/>
                  </a:lnTo>
                  <a:lnTo>
                    <a:pt x="311753" y="83296"/>
                  </a:lnTo>
                  <a:lnTo>
                    <a:pt x="309018" y="78749"/>
                  </a:lnTo>
                  <a:lnTo>
                    <a:pt x="306140" y="74290"/>
                  </a:lnTo>
                  <a:lnTo>
                    <a:pt x="303122" y="69926"/>
                  </a:lnTo>
                  <a:lnTo>
                    <a:pt x="299967" y="65659"/>
                  </a:lnTo>
                  <a:lnTo>
                    <a:pt x="296678" y="61494"/>
                  </a:lnTo>
                  <a:lnTo>
                    <a:pt x="293259" y="57436"/>
                  </a:lnTo>
                  <a:lnTo>
                    <a:pt x="289713" y="53489"/>
                  </a:lnTo>
                  <a:lnTo>
                    <a:pt x="286043" y="49656"/>
                  </a:lnTo>
                  <a:lnTo>
                    <a:pt x="282253" y="45941"/>
                  </a:lnTo>
                  <a:lnTo>
                    <a:pt x="278347" y="42349"/>
                  </a:lnTo>
                  <a:lnTo>
                    <a:pt x="274330" y="38882"/>
                  </a:lnTo>
                  <a:lnTo>
                    <a:pt x="270204" y="35545"/>
                  </a:lnTo>
                  <a:lnTo>
                    <a:pt x="265974" y="32340"/>
                  </a:lnTo>
                  <a:lnTo>
                    <a:pt x="261645" y="29271"/>
                  </a:lnTo>
                  <a:lnTo>
                    <a:pt x="257221" y="26342"/>
                  </a:lnTo>
                  <a:lnTo>
                    <a:pt x="252705" y="23554"/>
                  </a:lnTo>
                  <a:lnTo>
                    <a:pt x="248104" y="20910"/>
                  </a:lnTo>
                  <a:lnTo>
                    <a:pt x="243421" y="18415"/>
                  </a:lnTo>
                  <a:lnTo>
                    <a:pt x="238661" y="1606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6461"/>
              <a:ext cx="71513" cy="151098"/>
            </a:xfrm>
            <a:custGeom>
              <a:avLst/>
              <a:pathLst>
                <a:path w="71513" h="151098">
                  <a:moveTo>
                    <a:pt x="71513" y="0"/>
                  </a:moveTo>
                  <a:lnTo>
                    <a:pt x="0" y="151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7879"/>
              <a:ext cx="71513" cy="159680"/>
            </a:xfrm>
            <a:custGeom>
              <a:avLst/>
              <a:pathLst>
                <a:path w="71513" h="159680">
                  <a:moveTo>
                    <a:pt x="71513" y="8581"/>
                  </a:moveTo>
                  <a:lnTo>
                    <a:pt x="64303" y="5375"/>
                  </a:lnTo>
                  <a:lnTo>
                    <a:pt x="56949" y="2512"/>
                  </a:lnTo>
                  <a:lnTo>
                    <a:pt x="49469" y="0"/>
                  </a:lnTo>
                  <a:lnTo>
                    <a:pt x="0" y="159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49469" cy="167167"/>
            </a:xfrm>
            <a:custGeom>
              <a:avLst/>
              <a:pathLst>
                <a:path w="49469" h="167167">
                  <a:moveTo>
                    <a:pt x="49469" y="7487"/>
                  </a:moveTo>
                  <a:lnTo>
                    <a:pt x="43439" y="5742"/>
                  </a:lnTo>
                  <a:lnTo>
                    <a:pt x="37348" y="4225"/>
                  </a:lnTo>
                  <a:lnTo>
                    <a:pt x="31204" y="2938"/>
                  </a:lnTo>
                  <a:lnTo>
                    <a:pt x="25016" y="1882"/>
                  </a:lnTo>
                  <a:lnTo>
                    <a:pt x="18793" y="1059"/>
                  </a:lnTo>
                  <a:lnTo>
                    <a:pt x="12543" y="471"/>
                  </a:lnTo>
                  <a:lnTo>
                    <a:pt x="627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2" y="8301"/>
                  </a:lnTo>
                  <a:lnTo>
                    <a:pt x="110131" y="10026"/>
                  </a:lnTo>
                  <a:lnTo>
                    <a:pt x="105187" y="11909"/>
                  </a:lnTo>
                  <a:lnTo>
                    <a:pt x="100306" y="13948"/>
                  </a:lnTo>
                  <a:lnTo>
                    <a:pt x="95491" y="16140"/>
                  </a:lnTo>
                  <a:lnTo>
                    <a:pt x="90749" y="18483"/>
                  </a:lnTo>
                  <a:lnTo>
                    <a:pt x="86082" y="20975"/>
                  </a:lnTo>
                  <a:lnTo>
                    <a:pt x="81497" y="23614"/>
                  </a:lnTo>
                  <a:lnTo>
                    <a:pt x="76998" y="26396"/>
                  </a:lnTo>
                  <a:lnTo>
                    <a:pt x="72589" y="29319"/>
                  </a:lnTo>
                  <a:lnTo>
                    <a:pt x="68275" y="32380"/>
                  </a:lnTo>
                  <a:lnTo>
                    <a:pt x="64059" y="35577"/>
                  </a:lnTo>
                  <a:lnTo>
                    <a:pt x="59947" y="38905"/>
                  </a:lnTo>
                  <a:lnTo>
                    <a:pt x="55942" y="42361"/>
                  </a:lnTo>
                  <a:lnTo>
                    <a:pt x="52049" y="45942"/>
                  </a:lnTo>
                  <a:lnTo>
                    <a:pt x="48271" y="49645"/>
                  </a:lnTo>
                  <a:lnTo>
                    <a:pt x="44612" y="53466"/>
                  </a:lnTo>
                  <a:lnTo>
                    <a:pt x="41076" y="57400"/>
                  </a:lnTo>
                  <a:lnTo>
                    <a:pt x="37666" y="61444"/>
                  </a:lnTo>
                  <a:lnTo>
                    <a:pt x="34385" y="65595"/>
                  </a:lnTo>
                  <a:lnTo>
                    <a:pt x="31238" y="69846"/>
                  </a:lnTo>
                  <a:lnTo>
                    <a:pt x="28227" y="74196"/>
                  </a:lnTo>
                  <a:lnTo>
                    <a:pt x="25354" y="78638"/>
                  </a:lnTo>
                  <a:lnTo>
                    <a:pt x="22624" y="83169"/>
                  </a:lnTo>
                  <a:lnTo>
                    <a:pt x="20039" y="87785"/>
                  </a:lnTo>
                  <a:lnTo>
                    <a:pt x="17601" y="92479"/>
                  </a:lnTo>
                  <a:lnTo>
                    <a:pt x="15312" y="97249"/>
                  </a:lnTo>
                  <a:lnTo>
                    <a:pt x="13176" y="102088"/>
                  </a:lnTo>
                  <a:lnTo>
                    <a:pt x="11194" y="106993"/>
                  </a:lnTo>
                  <a:lnTo>
                    <a:pt x="9368" y="111958"/>
                  </a:lnTo>
                  <a:lnTo>
                    <a:pt x="7700" y="116978"/>
                  </a:lnTo>
                  <a:lnTo>
                    <a:pt x="6192" y="122049"/>
                  </a:lnTo>
                  <a:lnTo>
                    <a:pt x="4845" y="127164"/>
                  </a:lnTo>
                  <a:lnTo>
                    <a:pt x="3661" y="132320"/>
                  </a:lnTo>
                  <a:lnTo>
                    <a:pt x="2640" y="137511"/>
                  </a:lnTo>
                  <a:lnTo>
                    <a:pt x="1784" y="142731"/>
                  </a:lnTo>
                  <a:lnTo>
                    <a:pt x="1094" y="147976"/>
                  </a:lnTo>
                  <a:lnTo>
                    <a:pt x="570" y="153240"/>
                  </a:lnTo>
                  <a:lnTo>
                    <a:pt x="212" y="158518"/>
                  </a:lnTo>
                  <a:lnTo>
                    <a:pt x="22" y="163805"/>
                  </a:lnTo>
                  <a:lnTo>
                    <a:pt x="0" y="169095"/>
                  </a:lnTo>
                  <a:lnTo>
                    <a:pt x="144" y="174383"/>
                  </a:lnTo>
                  <a:lnTo>
                    <a:pt x="456" y="179664"/>
                  </a:lnTo>
                  <a:lnTo>
                    <a:pt x="935" y="184932"/>
                  </a:lnTo>
                  <a:lnTo>
                    <a:pt x="1580" y="190182"/>
                  </a:lnTo>
                  <a:lnTo>
                    <a:pt x="2391" y="195410"/>
                  </a:lnTo>
                  <a:lnTo>
                    <a:pt x="3368" y="200609"/>
                  </a:lnTo>
                  <a:lnTo>
                    <a:pt x="4508" y="205775"/>
                  </a:lnTo>
                  <a:lnTo>
                    <a:pt x="5811" y="210902"/>
                  </a:lnTo>
                  <a:lnTo>
                    <a:pt x="7275" y="215985"/>
                  </a:lnTo>
                  <a:lnTo>
                    <a:pt x="8900" y="221020"/>
                  </a:lnTo>
                  <a:lnTo>
                    <a:pt x="10683" y="226000"/>
                  </a:lnTo>
                  <a:lnTo>
                    <a:pt x="12623" y="230921"/>
                  </a:lnTo>
                  <a:lnTo>
                    <a:pt x="14718" y="235779"/>
                  </a:lnTo>
                  <a:lnTo>
                    <a:pt x="16965" y="240568"/>
                  </a:lnTo>
                  <a:lnTo>
                    <a:pt x="19363" y="245284"/>
                  </a:lnTo>
                  <a:lnTo>
                    <a:pt x="21909" y="249921"/>
                  </a:lnTo>
                  <a:lnTo>
                    <a:pt x="24600" y="254475"/>
                  </a:lnTo>
                  <a:lnTo>
                    <a:pt x="27434" y="258942"/>
                  </a:lnTo>
                  <a:lnTo>
                    <a:pt x="30408" y="263317"/>
                  </a:lnTo>
                  <a:lnTo>
                    <a:pt x="33518" y="267596"/>
                  </a:lnTo>
                  <a:lnTo>
                    <a:pt x="36763" y="271774"/>
                  </a:lnTo>
                  <a:lnTo>
                    <a:pt x="40138" y="275848"/>
                  </a:lnTo>
                  <a:lnTo>
                    <a:pt x="43641" y="279812"/>
                  </a:lnTo>
                  <a:lnTo>
                    <a:pt x="47267" y="283664"/>
                  </a:lnTo>
                  <a:lnTo>
                    <a:pt x="51013" y="287399"/>
                  </a:lnTo>
                  <a:lnTo>
                    <a:pt x="54875" y="291014"/>
                  </a:lnTo>
                  <a:lnTo>
                    <a:pt x="58850" y="294504"/>
                  </a:lnTo>
                  <a:lnTo>
                    <a:pt x="62933" y="297868"/>
                  </a:lnTo>
                  <a:lnTo>
                    <a:pt x="67121" y="301100"/>
                  </a:lnTo>
                  <a:lnTo>
                    <a:pt x="71409" y="304198"/>
                  </a:lnTo>
                  <a:lnTo>
                    <a:pt x="75793" y="307159"/>
                  </a:lnTo>
                  <a:lnTo>
                    <a:pt x="80268" y="309980"/>
                  </a:lnTo>
                  <a:lnTo>
                    <a:pt x="84830" y="312657"/>
                  </a:lnTo>
                  <a:lnTo>
                    <a:pt x="89475" y="315189"/>
                  </a:lnTo>
                  <a:lnTo>
                    <a:pt x="94198" y="317573"/>
                  </a:lnTo>
                  <a:lnTo>
                    <a:pt x="98993" y="319806"/>
                  </a:lnTo>
                  <a:lnTo>
                    <a:pt x="103857" y="321887"/>
                  </a:lnTo>
                  <a:lnTo>
                    <a:pt x="108784" y="323812"/>
                  </a:lnTo>
                  <a:lnTo>
                    <a:pt x="113770" y="325581"/>
                  </a:lnTo>
                  <a:lnTo>
                    <a:pt x="118809" y="327191"/>
                  </a:lnTo>
                  <a:lnTo>
                    <a:pt x="123897" y="328640"/>
                  </a:lnTo>
                  <a:lnTo>
                    <a:pt x="129028" y="329928"/>
                  </a:lnTo>
                  <a:lnTo>
                    <a:pt x="134197" y="331053"/>
                  </a:lnTo>
                  <a:lnTo>
                    <a:pt x="139399" y="332014"/>
                  </a:lnTo>
                  <a:lnTo>
                    <a:pt x="144629" y="332810"/>
                  </a:lnTo>
                  <a:lnTo>
                    <a:pt x="149881" y="333439"/>
                  </a:lnTo>
                  <a:lnTo>
                    <a:pt x="155151" y="333903"/>
                  </a:lnTo>
                  <a:lnTo>
                    <a:pt x="160432" y="334199"/>
                  </a:lnTo>
                  <a:lnTo>
                    <a:pt x="165721" y="334328"/>
                  </a:lnTo>
                  <a:lnTo>
                    <a:pt x="171011" y="334290"/>
                  </a:lnTo>
                  <a:lnTo>
                    <a:pt x="176297" y="334084"/>
                  </a:lnTo>
                  <a:lnTo>
                    <a:pt x="181574" y="333711"/>
                  </a:lnTo>
                  <a:lnTo>
                    <a:pt x="186836" y="333172"/>
                  </a:lnTo>
                  <a:lnTo>
                    <a:pt x="192079" y="332466"/>
                  </a:lnTo>
                  <a:lnTo>
                    <a:pt x="197297" y="331595"/>
                  </a:lnTo>
                  <a:lnTo>
                    <a:pt x="202484" y="330559"/>
                  </a:lnTo>
                  <a:lnTo>
                    <a:pt x="207637" y="329359"/>
                  </a:lnTo>
                  <a:lnTo>
                    <a:pt x="212748" y="327997"/>
                  </a:lnTo>
                  <a:lnTo>
                    <a:pt x="217814" y="326474"/>
                  </a:lnTo>
                  <a:lnTo>
                    <a:pt x="222830" y="324791"/>
                  </a:lnTo>
                  <a:lnTo>
                    <a:pt x="227789" y="322951"/>
                  </a:lnTo>
                  <a:lnTo>
                    <a:pt x="232688" y="320954"/>
                  </a:lnTo>
                  <a:lnTo>
                    <a:pt x="237521" y="318804"/>
                  </a:lnTo>
                  <a:lnTo>
                    <a:pt x="242284" y="316501"/>
                  </a:lnTo>
                  <a:lnTo>
                    <a:pt x="246972" y="314049"/>
                  </a:lnTo>
                  <a:lnTo>
                    <a:pt x="251579" y="311450"/>
                  </a:lnTo>
                  <a:lnTo>
                    <a:pt x="256102" y="308707"/>
                  </a:lnTo>
                  <a:lnTo>
                    <a:pt x="260536" y="305821"/>
                  </a:lnTo>
                  <a:lnTo>
                    <a:pt x="264877" y="302797"/>
                  </a:lnTo>
                  <a:lnTo>
                    <a:pt x="269119" y="299637"/>
                  </a:lnTo>
                  <a:lnTo>
                    <a:pt x="273260" y="296345"/>
                  </a:lnTo>
                  <a:lnTo>
                    <a:pt x="277294" y="292923"/>
                  </a:lnTo>
                  <a:lnTo>
                    <a:pt x="281218" y="289375"/>
                  </a:lnTo>
                  <a:lnTo>
                    <a:pt x="285028" y="285705"/>
                  </a:lnTo>
                  <a:lnTo>
                    <a:pt x="288719" y="281916"/>
                  </a:lnTo>
                  <a:lnTo>
                    <a:pt x="292289" y="278012"/>
                  </a:lnTo>
                  <a:lnTo>
                    <a:pt x="295734" y="273997"/>
                  </a:lnTo>
                  <a:lnTo>
                    <a:pt x="299050" y="269875"/>
                  </a:lnTo>
                  <a:lnTo>
                    <a:pt x="302233" y="265650"/>
                  </a:lnTo>
                  <a:lnTo>
                    <a:pt x="305282" y="261327"/>
                  </a:lnTo>
                  <a:lnTo>
                    <a:pt x="308192" y="256910"/>
                  </a:lnTo>
                  <a:lnTo>
                    <a:pt x="310961" y="252402"/>
                  </a:lnTo>
                  <a:lnTo>
                    <a:pt x="313586" y="247809"/>
                  </a:lnTo>
                  <a:lnTo>
                    <a:pt x="316064" y="243136"/>
                  </a:lnTo>
                  <a:lnTo>
                    <a:pt x="318393" y="238386"/>
                  </a:lnTo>
                  <a:lnTo>
                    <a:pt x="320571" y="233565"/>
                  </a:lnTo>
                  <a:lnTo>
                    <a:pt x="322595" y="228677"/>
                  </a:lnTo>
                  <a:lnTo>
                    <a:pt x="324464" y="223728"/>
                  </a:lnTo>
                  <a:lnTo>
                    <a:pt x="326175" y="218723"/>
                  </a:lnTo>
                  <a:lnTo>
                    <a:pt x="327726" y="213665"/>
                  </a:lnTo>
                  <a:lnTo>
                    <a:pt x="329117" y="208561"/>
                  </a:lnTo>
                  <a:lnTo>
                    <a:pt x="330346" y="203416"/>
                  </a:lnTo>
                  <a:lnTo>
                    <a:pt x="331411" y="198234"/>
                  </a:lnTo>
                  <a:lnTo>
                    <a:pt x="332312" y="193021"/>
                  </a:lnTo>
                  <a:lnTo>
                    <a:pt x="333047" y="187783"/>
                  </a:lnTo>
                  <a:lnTo>
                    <a:pt x="333616" y="182523"/>
                  </a:lnTo>
                  <a:lnTo>
                    <a:pt x="334019" y="177249"/>
                  </a:lnTo>
                  <a:lnTo>
                    <a:pt x="334254" y="171964"/>
                  </a:lnTo>
                  <a:lnTo>
                    <a:pt x="334323" y="166674"/>
                  </a:lnTo>
                  <a:lnTo>
                    <a:pt x="334223" y="161385"/>
                  </a:lnTo>
                  <a:lnTo>
                    <a:pt x="333957" y="156102"/>
                  </a:lnTo>
                  <a:lnTo>
                    <a:pt x="333523" y="150829"/>
                  </a:lnTo>
                  <a:lnTo>
                    <a:pt x="332923" y="145574"/>
                  </a:lnTo>
                  <a:lnTo>
                    <a:pt x="332157" y="140339"/>
                  </a:lnTo>
                  <a:lnTo>
                    <a:pt x="331225" y="135132"/>
                  </a:lnTo>
                  <a:lnTo>
                    <a:pt x="330129" y="129957"/>
                  </a:lnTo>
                  <a:lnTo>
                    <a:pt x="328870" y="124819"/>
                  </a:lnTo>
                  <a:lnTo>
                    <a:pt x="327449" y="119723"/>
                  </a:lnTo>
                  <a:lnTo>
                    <a:pt x="325868" y="114675"/>
                  </a:lnTo>
                  <a:lnTo>
                    <a:pt x="324128" y="109679"/>
                  </a:lnTo>
                  <a:lnTo>
                    <a:pt x="322230" y="104741"/>
                  </a:lnTo>
                  <a:lnTo>
                    <a:pt x="320177" y="99866"/>
                  </a:lnTo>
                  <a:lnTo>
                    <a:pt x="317971" y="95058"/>
                  </a:lnTo>
                  <a:lnTo>
                    <a:pt x="315614" y="90322"/>
                  </a:lnTo>
                  <a:lnTo>
                    <a:pt x="313108" y="85663"/>
                  </a:lnTo>
                  <a:lnTo>
                    <a:pt x="310456" y="81085"/>
                  </a:lnTo>
                  <a:lnTo>
                    <a:pt x="307661" y="76594"/>
                  </a:lnTo>
                  <a:lnTo>
                    <a:pt x="304724" y="72194"/>
                  </a:lnTo>
                  <a:lnTo>
                    <a:pt x="301650" y="67889"/>
                  </a:lnTo>
                  <a:lnTo>
                    <a:pt x="298442" y="63683"/>
                  </a:lnTo>
                  <a:lnTo>
                    <a:pt x="295102" y="59581"/>
                  </a:lnTo>
                  <a:lnTo>
                    <a:pt x="291633" y="55586"/>
                  </a:lnTo>
                  <a:lnTo>
                    <a:pt x="288041" y="51703"/>
                  </a:lnTo>
                  <a:lnTo>
                    <a:pt x="284327" y="47936"/>
                  </a:lnTo>
                  <a:lnTo>
                    <a:pt x="280495" y="44288"/>
                  </a:lnTo>
                  <a:lnTo>
                    <a:pt x="276551" y="40764"/>
                  </a:lnTo>
                  <a:lnTo>
                    <a:pt x="272496" y="37366"/>
                  </a:lnTo>
                  <a:lnTo>
                    <a:pt x="268336" y="34098"/>
                  </a:lnTo>
                  <a:lnTo>
                    <a:pt x="264075" y="30963"/>
                  </a:lnTo>
                  <a:lnTo>
                    <a:pt x="259717" y="27964"/>
                  </a:lnTo>
                  <a:lnTo>
                    <a:pt x="255266" y="25105"/>
                  </a:lnTo>
                  <a:lnTo>
                    <a:pt x="250727" y="22388"/>
                  </a:lnTo>
                  <a:lnTo>
                    <a:pt x="246104" y="19817"/>
                  </a:lnTo>
                  <a:lnTo>
                    <a:pt x="241402" y="17392"/>
                  </a:lnTo>
                  <a:lnTo>
                    <a:pt x="236626" y="15118"/>
                  </a:lnTo>
                  <a:lnTo>
                    <a:pt x="231780" y="12996"/>
                  </a:lnTo>
                  <a:lnTo>
                    <a:pt x="226870" y="11029"/>
                  </a:lnTo>
                  <a:lnTo>
                    <a:pt x="221899" y="9217"/>
                  </a:lnTo>
                  <a:lnTo>
                    <a:pt x="216874" y="7564"/>
                  </a:lnTo>
                  <a:lnTo>
                    <a:pt x="211799" y="6071"/>
                  </a:lnTo>
                  <a:lnTo>
                    <a:pt x="206680" y="4739"/>
                  </a:lnTo>
                  <a:lnTo>
                    <a:pt x="201521" y="3570"/>
                  </a:lnTo>
                  <a:lnTo>
                    <a:pt x="196327" y="2564"/>
                  </a:lnTo>
                  <a:lnTo>
                    <a:pt x="191104" y="1724"/>
                  </a:lnTo>
                  <a:lnTo>
                    <a:pt x="185857" y="1049"/>
                  </a:lnTo>
                  <a:lnTo>
                    <a:pt x="180592" y="540"/>
                  </a:lnTo>
                  <a:lnTo>
                    <a:pt x="175313" y="199"/>
                  </a:lnTo>
                  <a:lnTo>
                    <a:pt x="170025" y="24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45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2" y="8301"/>
                  </a:lnTo>
                  <a:lnTo>
                    <a:pt x="110131" y="10026"/>
                  </a:lnTo>
                  <a:lnTo>
                    <a:pt x="105187" y="11909"/>
                  </a:lnTo>
                  <a:lnTo>
                    <a:pt x="100306" y="13948"/>
                  </a:lnTo>
                  <a:lnTo>
                    <a:pt x="95491" y="16140"/>
                  </a:lnTo>
                  <a:lnTo>
                    <a:pt x="90749" y="18483"/>
                  </a:lnTo>
                  <a:lnTo>
                    <a:pt x="86082" y="20975"/>
                  </a:lnTo>
                  <a:lnTo>
                    <a:pt x="81497" y="23614"/>
                  </a:lnTo>
                  <a:lnTo>
                    <a:pt x="76998" y="26396"/>
                  </a:lnTo>
                  <a:lnTo>
                    <a:pt x="72589" y="29319"/>
                  </a:lnTo>
                  <a:lnTo>
                    <a:pt x="68275" y="32380"/>
                  </a:lnTo>
                  <a:lnTo>
                    <a:pt x="64059" y="35577"/>
                  </a:lnTo>
                  <a:lnTo>
                    <a:pt x="59947" y="38905"/>
                  </a:lnTo>
                  <a:lnTo>
                    <a:pt x="55942" y="42361"/>
                  </a:lnTo>
                  <a:lnTo>
                    <a:pt x="52049" y="45942"/>
                  </a:lnTo>
                  <a:lnTo>
                    <a:pt x="48271" y="49645"/>
                  </a:lnTo>
                  <a:lnTo>
                    <a:pt x="44612" y="53466"/>
                  </a:lnTo>
                  <a:lnTo>
                    <a:pt x="41076" y="57400"/>
                  </a:lnTo>
                  <a:lnTo>
                    <a:pt x="37666" y="61444"/>
                  </a:lnTo>
                  <a:lnTo>
                    <a:pt x="34385" y="65595"/>
                  </a:lnTo>
                  <a:lnTo>
                    <a:pt x="31238" y="69846"/>
                  </a:lnTo>
                  <a:lnTo>
                    <a:pt x="28227" y="74196"/>
                  </a:lnTo>
                  <a:lnTo>
                    <a:pt x="25354" y="78638"/>
                  </a:lnTo>
                  <a:lnTo>
                    <a:pt x="22624" y="83169"/>
                  </a:lnTo>
                  <a:lnTo>
                    <a:pt x="20039" y="87785"/>
                  </a:lnTo>
                  <a:lnTo>
                    <a:pt x="17601" y="92479"/>
                  </a:lnTo>
                  <a:lnTo>
                    <a:pt x="15312" y="97249"/>
                  </a:lnTo>
                  <a:lnTo>
                    <a:pt x="13176" y="102088"/>
                  </a:lnTo>
                  <a:lnTo>
                    <a:pt x="11194" y="106993"/>
                  </a:lnTo>
                  <a:lnTo>
                    <a:pt x="9368" y="111958"/>
                  </a:lnTo>
                  <a:lnTo>
                    <a:pt x="7700" y="116978"/>
                  </a:lnTo>
                  <a:lnTo>
                    <a:pt x="6192" y="122049"/>
                  </a:lnTo>
                  <a:lnTo>
                    <a:pt x="4845" y="127164"/>
                  </a:lnTo>
                  <a:lnTo>
                    <a:pt x="3661" y="132320"/>
                  </a:lnTo>
                  <a:lnTo>
                    <a:pt x="2640" y="137511"/>
                  </a:lnTo>
                  <a:lnTo>
                    <a:pt x="1784" y="142731"/>
                  </a:lnTo>
                  <a:lnTo>
                    <a:pt x="1094" y="147976"/>
                  </a:lnTo>
                  <a:lnTo>
                    <a:pt x="570" y="153240"/>
                  </a:lnTo>
                  <a:lnTo>
                    <a:pt x="212" y="158518"/>
                  </a:lnTo>
                  <a:lnTo>
                    <a:pt x="22" y="163805"/>
                  </a:lnTo>
                  <a:lnTo>
                    <a:pt x="0" y="169095"/>
                  </a:lnTo>
                  <a:lnTo>
                    <a:pt x="144" y="174383"/>
                  </a:lnTo>
                  <a:lnTo>
                    <a:pt x="456" y="179664"/>
                  </a:lnTo>
                  <a:lnTo>
                    <a:pt x="935" y="184932"/>
                  </a:lnTo>
                  <a:lnTo>
                    <a:pt x="1580" y="190182"/>
                  </a:lnTo>
                  <a:lnTo>
                    <a:pt x="2391" y="195410"/>
                  </a:lnTo>
                  <a:lnTo>
                    <a:pt x="3368" y="200609"/>
                  </a:lnTo>
                  <a:lnTo>
                    <a:pt x="4508" y="205775"/>
                  </a:lnTo>
                  <a:lnTo>
                    <a:pt x="5811" y="210902"/>
                  </a:lnTo>
                  <a:lnTo>
                    <a:pt x="7275" y="215985"/>
                  </a:lnTo>
                  <a:lnTo>
                    <a:pt x="8900" y="221020"/>
                  </a:lnTo>
                  <a:lnTo>
                    <a:pt x="10683" y="226000"/>
                  </a:lnTo>
                  <a:lnTo>
                    <a:pt x="12623" y="230921"/>
                  </a:lnTo>
                  <a:lnTo>
                    <a:pt x="14718" y="235779"/>
                  </a:lnTo>
                  <a:lnTo>
                    <a:pt x="16965" y="240568"/>
                  </a:lnTo>
                  <a:lnTo>
                    <a:pt x="19363" y="245284"/>
                  </a:lnTo>
                  <a:lnTo>
                    <a:pt x="21909" y="249921"/>
                  </a:lnTo>
                  <a:lnTo>
                    <a:pt x="24600" y="254475"/>
                  </a:lnTo>
                  <a:lnTo>
                    <a:pt x="27434" y="258942"/>
                  </a:lnTo>
                  <a:lnTo>
                    <a:pt x="30408" y="263317"/>
                  </a:lnTo>
                  <a:lnTo>
                    <a:pt x="33518" y="267596"/>
                  </a:lnTo>
                  <a:lnTo>
                    <a:pt x="36763" y="271774"/>
                  </a:lnTo>
                  <a:lnTo>
                    <a:pt x="40138" y="275848"/>
                  </a:lnTo>
                  <a:lnTo>
                    <a:pt x="43641" y="279812"/>
                  </a:lnTo>
                  <a:lnTo>
                    <a:pt x="47267" y="283664"/>
                  </a:lnTo>
                  <a:lnTo>
                    <a:pt x="51013" y="287399"/>
                  </a:lnTo>
                  <a:lnTo>
                    <a:pt x="54875" y="291014"/>
                  </a:lnTo>
                  <a:lnTo>
                    <a:pt x="58850" y="294504"/>
                  </a:lnTo>
                  <a:lnTo>
                    <a:pt x="62933" y="297868"/>
                  </a:lnTo>
                  <a:lnTo>
                    <a:pt x="67121" y="301100"/>
                  </a:lnTo>
                  <a:lnTo>
                    <a:pt x="71409" y="304198"/>
                  </a:lnTo>
                  <a:lnTo>
                    <a:pt x="75793" y="307159"/>
                  </a:lnTo>
                  <a:lnTo>
                    <a:pt x="80268" y="309980"/>
                  </a:lnTo>
                  <a:lnTo>
                    <a:pt x="84830" y="312657"/>
                  </a:lnTo>
                  <a:lnTo>
                    <a:pt x="89475" y="315189"/>
                  </a:lnTo>
                  <a:lnTo>
                    <a:pt x="94198" y="317573"/>
                  </a:lnTo>
                  <a:lnTo>
                    <a:pt x="98993" y="319806"/>
                  </a:lnTo>
                  <a:lnTo>
                    <a:pt x="103857" y="321887"/>
                  </a:lnTo>
                  <a:lnTo>
                    <a:pt x="108784" y="323812"/>
                  </a:lnTo>
                  <a:lnTo>
                    <a:pt x="113770" y="325581"/>
                  </a:lnTo>
                  <a:lnTo>
                    <a:pt x="118809" y="327191"/>
                  </a:lnTo>
                  <a:lnTo>
                    <a:pt x="123897" y="328640"/>
                  </a:lnTo>
                  <a:lnTo>
                    <a:pt x="129028" y="329928"/>
                  </a:lnTo>
                  <a:lnTo>
                    <a:pt x="134197" y="331053"/>
                  </a:lnTo>
                  <a:lnTo>
                    <a:pt x="139399" y="332014"/>
                  </a:lnTo>
                  <a:lnTo>
                    <a:pt x="144629" y="332810"/>
                  </a:lnTo>
                  <a:lnTo>
                    <a:pt x="149881" y="333439"/>
                  </a:lnTo>
                  <a:lnTo>
                    <a:pt x="155151" y="333903"/>
                  </a:lnTo>
                  <a:lnTo>
                    <a:pt x="160432" y="334199"/>
                  </a:lnTo>
                  <a:lnTo>
                    <a:pt x="165721" y="334328"/>
                  </a:lnTo>
                  <a:lnTo>
                    <a:pt x="171011" y="334290"/>
                  </a:lnTo>
                  <a:lnTo>
                    <a:pt x="176297" y="334084"/>
                  </a:lnTo>
                  <a:lnTo>
                    <a:pt x="181574" y="333711"/>
                  </a:lnTo>
                  <a:lnTo>
                    <a:pt x="186836" y="333172"/>
                  </a:lnTo>
                  <a:lnTo>
                    <a:pt x="192079" y="332466"/>
                  </a:lnTo>
                  <a:lnTo>
                    <a:pt x="197297" y="331595"/>
                  </a:lnTo>
                  <a:lnTo>
                    <a:pt x="202484" y="330559"/>
                  </a:lnTo>
                  <a:lnTo>
                    <a:pt x="207637" y="329359"/>
                  </a:lnTo>
                  <a:lnTo>
                    <a:pt x="212748" y="327997"/>
                  </a:lnTo>
                  <a:lnTo>
                    <a:pt x="217814" y="326474"/>
                  </a:lnTo>
                  <a:lnTo>
                    <a:pt x="222830" y="324791"/>
                  </a:lnTo>
                  <a:lnTo>
                    <a:pt x="227789" y="322951"/>
                  </a:lnTo>
                  <a:lnTo>
                    <a:pt x="232688" y="320954"/>
                  </a:lnTo>
                  <a:lnTo>
                    <a:pt x="237521" y="318804"/>
                  </a:lnTo>
                  <a:lnTo>
                    <a:pt x="242284" y="316501"/>
                  </a:lnTo>
                  <a:lnTo>
                    <a:pt x="246972" y="314049"/>
                  </a:lnTo>
                  <a:lnTo>
                    <a:pt x="251579" y="311450"/>
                  </a:lnTo>
                  <a:lnTo>
                    <a:pt x="256102" y="308707"/>
                  </a:lnTo>
                  <a:lnTo>
                    <a:pt x="260536" y="305821"/>
                  </a:lnTo>
                  <a:lnTo>
                    <a:pt x="264877" y="302797"/>
                  </a:lnTo>
                  <a:lnTo>
                    <a:pt x="269119" y="299637"/>
                  </a:lnTo>
                  <a:lnTo>
                    <a:pt x="273260" y="296345"/>
                  </a:lnTo>
                  <a:lnTo>
                    <a:pt x="277294" y="292923"/>
                  </a:lnTo>
                  <a:lnTo>
                    <a:pt x="281218" y="289375"/>
                  </a:lnTo>
                  <a:lnTo>
                    <a:pt x="285028" y="285705"/>
                  </a:lnTo>
                  <a:lnTo>
                    <a:pt x="288719" y="281916"/>
                  </a:lnTo>
                  <a:lnTo>
                    <a:pt x="292289" y="278012"/>
                  </a:lnTo>
                  <a:lnTo>
                    <a:pt x="295734" y="273997"/>
                  </a:lnTo>
                  <a:lnTo>
                    <a:pt x="299050" y="269875"/>
                  </a:lnTo>
                  <a:lnTo>
                    <a:pt x="302233" y="265650"/>
                  </a:lnTo>
                  <a:lnTo>
                    <a:pt x="305282" y="261327"/>
                  </a:lnTo>
                  <a:lnTo>
                    <a:pt x="308192" y="256910"/>
                  </a:lnTo>
                  <a:lnTo>
                    <a:pt x="310961" y="252402"/>
                  </a:lnTo>
                  <a:lnTo>
                    <a:pt x="313586" y="247809"/>
                  </a:lnTo>
                  <a:lnTo>
                    <a:pt x="316064" y="243136"/>
                  </a:lnTo>
                  <a:lnTo>
                    <a:pt x="318393" y="238386"/>
                  </a:lnTo>
                  <a:lnTo>
                    <a:pt x="320571" y="233565"/>
                  </a:lnTo>
                  <a:lnTo>
                    <a:pt x="322595" y="228677"/>
                  </a:lnTo>
                  <a:lnTo>
                    <a:pt x="324464" y="223728"/>
                  </a:lnTo>
                  <a:lnTo>
                    <a:pt x="326175" y="218723"/>
                  </a:lnTo>
                  <a:lnTo>
                    <a:pt x="327726" y="213665"/>
                  </a:lnTo>
                  <a:lnTo>
                    <a:pt x="329117" y="208561"/>
                  </a:lnTo>
                  <a:lnTo>
                    <a:pt x="330346" y="203416"/>
                  </a:lnTo>
                  <a:lnTo>
                    <a:pt x="331411" y="198234"/>
                  </a:lnTo>
                  <a:lnTo>
                    <a:pt x="332312" y="193021"/>
                  </a:lnTo>
                  <a:lnTo>
                    <a:pt x="333047" y="187783"/>
                  </a:lnTo>
                  <a:lnTo>
                    <a:pt x="333616" y="182523"/>
                  </a:lnTo>
                  <a:lnTo>
                    <a:pt x="334019" y="177249"/>
                  </a:lnTo>
                  <a:lnTo>
                    <a:pt x="334254" y="171964"/>
                  </a:lnTo>
                  <a:lnTo>
                    <a:pt x="334323" y="166674"/>
                  </a:lnTo>
                  <a:lnTo>
                    <a:pt x="334223" y="161385"/>
                  </a:lnTo>
                  <a:lnTo>
                    <a:pt x="333957" y="156102"/>
                  </a:lnTo>
                  <a:lnTo>
                    <a:pt x="333523" y="150829"/>
                  </a:lnTo>
                  <a:lnTo>
                    <a:pt x="332923" y="145574"/>
                  </a:lnTo>
                  <a:lnTo>
                    <a:pt x="332157" y="140339"/>
                  </a:lnTo>
                  <a:lnTo>
                    <a:pt x="331225" y="135132"/>
                  </a:lnTo>
                  <a:lnTo>
                    <a:pt x="330129" y="129957"/>
                  </a:lnTo>
                  <a:lnTo>
                    <a:pt x="328870" y="124819"/>
                  </a:lnTo>
                  <a:lnTo>
                    <a:pt x="327449" y="119723"/>
                  </a:lnTo>
                  <a:lnTo>
                    <a:pt x="325868" y="114675"/>
                  </a:lnTo>
                  <a:lnTo>
                    <a:pt x="324128" y="109679"/>
                  </a:lnTo>
                  <a:lnTo>
                    <a:pt x="322230" y="104741"/>
                  </a:lnTo>
                  <a:lnTo>
                    <a:pt x="320177" y="99866"/>
                  </a:lnTo>
                  <a:lnTo>
                    <a:pt x="317971" y="95058"/>
                  </a:lnTo>
                  <a:lnTo>
                    <a:pt x="315614" y="90322"/>
                  </a:lnTo>
                  <a:lnTo>
                    <a:pt x="313108" y="85663"/>
                  </a:lnTo>
                  <a:lnTo>
                    <a:pt x="310456" y="81085"/>
                  </a:lnTo>
                  <a:lnTo>
                    <a:pt x="307661" y="76594"/>
                  </a:lnTo>
                  <a:lnTo>
                    <a:pt x="304724" y="72194"/>
                  </a:lnTo>
                  <a:lnTo>
                    <a:pt x="301650" y="67889"/>
                  </a:lnTo>
                  <a:lnTo>
                    <a:pt x="298442" y="63683"/>
                  </a:lnTo>
                  <a:lnTo>
                    <a:pt x="295102" y="59581"/>
                  </a:lnTo>
                  <a:lnTo>
                    <a:pt x="291633" y="55586"/>
                  </a:lnTo>
                  <a:lnTo>
                    <a:pt x="288041" y="51703"/>
                  </a:lnTo>
                  <a:lnTo>
                    <a:pt x="284327" y="47936"/>
                  </a:lnTo>
                  <a:lnTo>
                    <a:pt x="280495" y="44288"/>
                  </a:lnTo>
                  <a:lnTo>
                    <a:pt x="276551" y="40764"/>
                  </a:lnTo>
                  <a:lnTo>
                    <a:pt x="272496" y="37366"/>
                  </a:lnTo>
                  <a:lnTo>
                    <a:pt x="268336" y="34098"/>
                  </a:lnTo>
                  <a:lnTo>
                    <a:pt x="264075" y="30963"/>
                  </a:lnTo>
                  <a:lnTo>
                    <a:pt x="259717" y="27964"/>
                  </a:lnTo>
                  <a:lnTo>
                    <a:pt x="255266" y="25105"/>
                  </a:lnTo>
                  <a:lnTo>
                    <a:pt x="250727" y="22388"/>
                  </a:lnTo>
                  <a:lnTo>
                    <a:pt x="246104" y="19817"/>
                  </a:lnTo>
                  <a:lnTo>
                    <a:pt x="241402" y="17392"/>
                  </a:lnTo>
                  <a:lnTo>
                    <a:pt x="236626" y="15118"/>
                  </a:lnTo>
                  <a:lnTo>
                    <a:pt x="231780" y="12996"/>
                  </a:lnTo>
                  <a:lnTo>
                    <a:pt x="226870" y="11029"/>
                  </a:lnTo>
                  <a:lnTo>
                    <a:pt x="221899" y="9217"/>
                  </a:lnTo>
                  <a:lnTo>
                    <a:pt x="216874" y="7564"/>
                  </a:lnTo>
                  <a:lnTo>
                    <a:pt x="211799" y="6071"/>
                  </a:lnTo>
                  <a:lnTo>
                    <a:pt x="206680" y="4739"/>
                  </a:lnTo>
                  <a:lnTo>
                    <a:pt x="201521" y="3570"/>
                  </a:lnTo>
                  <a:lnTo>
                    <a:pt x="196327" y="2564"/>
                  </a:lnTo>
                  <a:lnTo>
                    <a:pt x="191104" y="1724"/>
                  </a:lnTo>
                  <a:lnTo>
                    <a:pt x="185857" y="1049"/>
                  </a:lnTo>
                  <a:lnTo>
                    <a:pt x="180592" y="540"/>
                  </a:lnTo>
                  <a:lnTo>
                    <a:pt x="175313" y="199"/>
                  </a:lnTo>
                  <a:lnTo>
                    <a:pt x="170025" y="24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46"/>
              <a:ext cx="2869" cy="167142"/>
            </a:xfrm>
            <a:custGeom>
              <a:avLst/>
              <a:pathLst>
                <a:path w="2869" h="167142">
                  <a:moveTo>
                    <a:pt x="2869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2329" y="4659281"/>
              <a:ext cx="164195" cy="167167"/>
            </a:xfrm>
            <a:custGeom>
              <a:avLst/>
              <a:pathLst>
                <a:path w="164195" h="167167">
                  <a:moveTo>
                    <a:pt x="164195" y="0"/>
                  </a:moveTo>
                  <a:lnTo>
                    <a:pt x="158696" y="90"/>
                  </a:lnTo>
                  <a:lnTo>
                    <a:pt x="153202" y="361"/>
                  </a:lnTo>
                  <a:lnTo>
                    <a:pt x="147721" y="813"/>
                  </a:lnTo>
                  <a:lnTo>
                    <a:pt x="142257" y="1445"/>
                  </a:lnTo>
                  <a:lnTo>
                    <a:pt x="136817" y="2257"/>
                  </a:lnTo>
                  <a:lnTo>
                    <a:pt x="131407" y="3247"/>
                  </a:lnTo>
                  <a:lnTo>
                    <a:pt x="126032" y="4414"/>
                  </a:lnTo>
                  <a:lnTo>
                    <a:pt x="120698" y="5758"/>
                  </a:lnTo>
                  <a:lnTo>
                    <a:pt x="115412" y="7276"/>
                  </a:lnTo>
                  <a:lnTo>
                    <a:pt x="110178" y="8967"/>
                  </a:lnTo>
                  <a:lnTo>
                    <a:pt x="105003" y="10830"/>
                  </a:lnTo>
                  <a:lnTo>
                    <a:pt x="99892" y="12862"/>
                  </a:lnTo>
                  <a:lnTo>
                    <a:pt x="94850" y="15061"/>
                  </a:lnTo>
                  <a:lnTo>
                    <a:pt x="89884" y="17425"/>
                  </a:lnTo>
                  <a:lnTo>
                    <a:pt x="84998" y="19950"/>
                  </a:lnTo>
                  <a:lnTo>
                    <a:pt x="80198" y="22635"/>
                  </a:lnTo>
                  <a:lnTo>
                    <a:pt x="75488" y="25477"/>
                  </a:lnTo>
                  <a:lnTo>
                    <a:pt x="70875" y="28472"/>
                  </a:lnTo>
                  <a:lnTo>
                    <a:pt x="66363" y="31617"/>
                  </a:lnTo>
                  <a:lnTo>
                    <a:pt x="61956" y="34909"/>
                  </a:lnTo>
                  <a:lnTo>
                    <a:pt x="57661" y="38344"/>
                  </a:lnTo>
                  <a:lnTo>
                    <a:pt x="53480" y="41918"/>
                  </a:lnTo>
                  <a:lnTo>
                    <a:pt x="49420" y="45628"/>
                  </a:lnTo>
                  <a:lnTo>
                    <a:pt x="45484" y="49470"/>
                  </a:lnTo>
                  <a:lnTo>
                    <a:pt x="41676" y="53439"/>
                  </a:lnTo>
                  <a:lnTo>
                    <a:pt x="38001" y="57531"/>
                  </a:lnTo>
                  <a:lnTo>
                    <a:pt x="34462" y="61742"/>
                  </a:lnTo>
                  <a:lnTo>
                    <a:pt x="31064" y="66067"/>
                  </a:lnTo>
                  <a:lnTo>
                    <a:pt x="27811" y="70502"/>
                  </a:lnTo>
                  <a:lnTo>
                    <a:pt x="24704" y="75041"/>
                  </a:lnTo>
                  <a:lnTo>
                    <a:pt x="21749" y="79680"/>
                  </a:lnTo>
                  <a:lnTo>
                    <a:pt x="18948" y="84413"/>
                  </a:lnTo>
                  <a:lnTo>
                    <a:pt x="16304" y="89236"/>
                  </a:lnTo>
                  <a:lnTo>
                    <a:pt x="13820" y="94144"/>
                  </a:lnTo>
                  <a:lnTo>
                    <a:pt x="11500" y="99130"/>
                  </a:lnTo>
                  <a:lnTo>
                    <a:pt x="9344" y="104190"/>
                  </a:lnTo>
                  <a:lnTo>
                    <a:pt x="7356" y="109319"/>
                  </a:lnTo>
                  <a:lnTo>
                    <a:pt x="5538" y="114510"/>
                  </a:lnTo>
                  <a:lnTo>
                    <a:pt x="3891" y="119758"/>
                  </a:lnTo>
                  <a:lnTo>
                    <a:pt x="2418" y="125057"/>
                  </a:lnTo>
                  <a:lnTo>
                    <a:pt x="1121" y="130402"/>
                  </a:lnTo>
                  <a:lnTo>
                    <a:pt x="0" y="135787"/>
                  </a:lnTo>
                  <a:lnTo>
                    <a:pt x="16419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329" y="4795068"/>
              <a:ext cx="164195" cy="31380"/>
            </a:xfrm>
            <a:custGeom>
              <a:avLst/>
              <a:pathLst>
                <a:path w="164195" h="31380">
                  <a:moveTo>
                    <a:pt x="0" y="0"/>
                  </a:moveTo>
                  <a:lnTo>
                    <a:pt x="164195" y="313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382" y="4795068"/>
              <a:ext cx="167142" cy="31380"/>
            </a:xfrm>
            <a:custGeom>
              <a:avLst/>
              <a:pathLst>
                <a:path w="167142" h="31380">
                  <a:moveTo>
                    <a:pt x="2947" y="0"/>
                  </a:moveTo>
                  <a:lnTo>
                    <a:pt x="1751" y="7073"/>
                  </a:lnTo>
                  <a:lnTo>
                    <a:pt x="861" y="14192"/>
                  </a:lnTo>
                  <a:lnTo>
                    <a:pt x="277" y="21342"/>
                  </a:lnTo>
                  <a:lnTo>
                    <a:pt x="0" y="28510"/>
                  </a:lnTo>
                  <a:lnTo>
                    <a:pt x="167142" y="31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75" y="4659281"/>
              <a:ext cx="334297" cy="334334"/>
            </a:xfrm>
            <a:custGeom>
              <a:avLst/>
              <a:pathLst>
                <a:path w="334297" h="334334">
                  <a:moveTo>
                    <a:pt x="6" y="164297"/>
                  </a:moveTo>
                  <a:lnTo>
                    <a:pt x="0" y="169603"/>
                  </a:lnTo>
                  <a:lnTo>
                    <a:pt x="161" y="174907"/>
                  </a:lnTo>
                  <a:lnTo>
                    <a:pt x="491" y="180203"/>
                  </a:lnTo>
                  <a:lnTo>
                    <a:pt x="988" y="185485"/>
                  </a:lnTo>
                  <a:lnTo>
                    <a:pt x="1653" y="190749"/>
                  </a:lnTo>
                  <a:lnTo>
                    <a:pt x="2485" y="195990"/>
                  </a:lnTo>
                  <a:lnTo>
                    <a:pt x="3483" y="201201"/>
                  </a:lnTo>
                  <a:lnTo>
                    <a:pt x="4646" y="206378"/>
                  </a:lnTo>
                  <a:lnTo>
                    <a:pt x="5972" y="211516"/>
                  </a:lnTo>
                  <a:lnTo>
                    <a:pt x="7461" y="216609"/>
                  </a:lnTo>
                  <a:lnTo>
                    <a:pt x="9110" y="221652"/>
                  </a:lnTo>
                  <a:lnTo>
                    <a:pt x="10919" y="226640"/>
                  </a:lnTo>
                  <a:lnTo>
                    <a:pt x="12885" y="231568"/>
                  </a:lnTo>
                  <a:lnTo>
                    <a:pt x="15007" y="236432"/>
                  </a:lnTo>
                  <a:lnTo>
                    <a:pt x="17281" y="241225"/>
                  </a:lnTo>
                  <a:lnTo>
                    <a:pt x="19707" y="245944"/>
                  </a:lnTo>
                  <a:lnTo>
                    <a:pt x="22282" y="250584"/>
                  </a:lnTo>
                  <a:lnTo>
                    <a:pt x="25002" y="255139"/>
                  </a:lnTo>
                  <a:lnTo>
                    <a:pt x="27866" y="259606"/>
                  </a:lnTo>
                  <a:lnTo>
                    <a:pt x="30870" y="263980"/>
                  </a:lnTo>
                  <a:lnTo>
                    <a:pt x="34011" y="268256"/>
                  </a:lnTo>
                  <a:lnTo>
                    <a:pt x="37286" y="272431"/>
                  </a:lnTo>
                  <a:lnTo>
                    <a:pt x="40692" y="276499"/>
                  </a:lnTo>
                  <a:lnTo>
                    <a:pt x="44226" y="280458"/>
                  </a:lnTo>
                  <a:lnTo>
                    <a:pt x="47883" y="284302"/>
                  </a:lnTo>
                  <a:lnTo>
                    <a:pt x="51661" y="288028"/>
                  </a:lnTo>
                  <a:lnTo>
                    <a:pt x="55555" y="291632"/>
                  </a:lnTo>
                  <a:lnTo>
                    <a:pt x="59561" y="295111"/>
                  </a:lnTo>
                  <a:lnTo>
                    <a:pt x="63676" y="298461"/>
                  </a:lnTo>
                  <a:lnTo>
                    <a:pt x="67895" y="301679"/>
                  </a:lnTo>
                  <a:lnTo>
                    <a:pt x="72213" y="304761"/>
                  </a:lnTo>
                  <a:lnTo>
                    <a:pt x="76628" y="307705"/>
                  </a:lnTo>
                  <a:lnTo>
                    <a:pt x="81134" y="310507"/>
                  </a:lnTo>
                  <a:lnTo>
                    <a:pt x="85726" y="313164"/>
                  </a:lnTo>
                  <a:lnTo>
                    <a:pt x="90401" y="315675"/>
                  </a:lnTo>
                  <a:lnTo>
                    <a:pt x="95153" y="318036"/>
                  </a:lnTo>
                  <a:lnTo>
                    <a:pt x="99977" y="320245"/>
                  </a:lnTo>
                  <a:lnTo>
                    <a:pt x="104869" y="322300"/>
                  </a:lnTo>
                  <a:lnTo>
                    <a:pt x="109824" y="324198"/>
                  </a:lnTo>
                  <a:lnTo>
                    <a:pt x="114836" y="325938"/>
                  </a:lnTo>
                  <a:lnTo>
                    <a:pt x="119901" y="327518"/>
                  </a:lnTo>
                  <a:lnTo>
                    <a:pt x="125014" y="328937"/>
                  </a:lnTo>
                  <a:lnTo>
                    <a:pt x="130170" y="330193"/>
                  </a:lnTo>
                  <a:lnTo>
                    <a:pt x="135362" y="331284"/>
                  </a:lnTo>
                  <a:lnTo>
                    <a:pt x="140587" y="332211"/>
                  </a:lnTo>
                  <a:lnTo>
                    <a:pt x="145838" y="332970"/>
                  </a:lnTo>
                  <a:lnTo>
                    <a:pt x="151111" y="333563"/>
                  </a:lnTo>
                  <a:lnTo>
                    <a:pt x="156400" y="333988"/>
                  </a:lnTo>
                  <a:lnTo>
                    <a:pt x="161699" y="334246"/>
                  </a:lnTo>
                  <a:lnTo>
                    <a:pt x="167005" y="334334"/>
                  </a:lnTo>
                  <a:lnTo>
                    <a:pt x="172310" y="334255"/>
                  </a:lnTo>
                  <a:lnTo>
                    <a:pt x="177610" y="334007"/>
                  </a:lnTo>
                  <a:lnTo>
                    <a:pt x="182900" y="333591"/>
                  </a:lnTo>
                  <a:lnTo>
                    <a:pt x="188174" y="333007"/>
                  </a:lnTo>
                  <a:lnTo>
                    <a:pt x="193426" y="332256"/>
                  </a:lnTo>
                  <a:lnTo>
                    <a:pt x="198653" y="331339"/>
                  </a:lnTo>
                  <a:lnTo>
                    <a:pt x="203847" y="330257"/>
                  </a:lnTo>
                  <a:lnTo>
                    <a:pt x="209004" y="329010"/>
                  </a:lnTo>
                  <a:lnTo>
                    <a:pt x="214120" y="327600"/>
                  </a:lnTo>
                  <a:lnTo>
                    <a:pt x="219188" y="326028"/>
                  </a:lnTo>
                  <a:lnTo>
                    <a:pt x="224203" y="324297"/>
                  </a:lnTo>
                  <a:lnTo>
                    <a:pt x="229161" y="322407"/>
                  </a:lnTo>
                  <a:lnTo>
                    <a:pt x="234057" y="320361"/>
                  </a:lnTo>
                  <a:lnTo>
                    <a:pt x="238885" y="318160"/>
                  </a:lnTo>
                  <a:lnTo>
                    <a:pt x="243641" y="315807"/>
                  </a:lnTo>
                  <a:lnTo>
                    <a:pt x="248320" y="313305"/>
                  </a:lnTo>
                  <a:lnTo>
                    <a:pt x="252917" y="310655"/>
                  </a:lnTo>
                  <a:lnTo>
                    <a:pt x="257427" y="307861"/>
                  </a:lnTo>
                  <a:lnTo>
                    <a:pt x="261847" y="304925"/>
                  </a:lnTo>
                  <a:lnTo>
                    <a:pt x="266171" y="301850"/>
                  </a:lnTo>
                  <a:lnTo>
                    <a:pt x="270396" y="298640"/>
                  </a:lnTo>
                  <a:lnTo>
                    <a:pt x="274516" y="295297"/>
                  </a:lnTo>
                  <a:lnTo>
                    <a:pt x="278529" y="291825"/>
                  </a:lnTo>
                  <a:lnTo>
                    <a:pt x="282429" y="288227"/>
                  </a:lnTo>
                  <a:lnTo>
                    <a:pt x="286213" y="284508"/>
                  </a:lnTo>
                  <a:lnTo>
                    <a:pt x="289877" y="280670"/>
                  </a:lnTo>
                  <a:lnTo>
                    <a:pt x="293417" y="276718"/>
                  </a:lnTo>
                  <a:lnTo>
                    <a:pt x="296830" y="272655"/>
                  </a:lnTo>
                  <a:lnTo>
                    <a:pt x="300113" y="268486"/>
                  </a:lnTo>
                  <a:lnTo>
                    <a:pt x="303261" y="264216"/>
                  </a:lnTo>
                  <a:lnTo>
                    <a:pt x="306273" y="259847"/>
                  </a:lnTo>
                  <a:lnTo>
                    <a:pt x="309144" y="255385"/>
                  </a:lnTo>
                  <a:lnTo>
                    <a:pt x="311872" y="250834"/>
                  </a:lnTo>
                  <a:lnTo>
                    <a:pt x="314455" y="246199"/>
                  </a:lnTo>
                  <a:lnTo>
                    <a:pt x="316889" y="241484"/>
                  </a:lnTo>
                  <a:lnTo>
                    <a:pt x="319172" y="236694"/>
                  </a:lnTo>
                  <a:lnTo>
                    <a:pt x="321302" y="231835"/>
                  </a:lnTo>
                  <a:lnTo>
                    <a:pt x="323277" y="226910"/>
                  </a:lnTo>
                  <a:lnTo>
                    <a:pt x="325094" y="221925"/>
                  </a:lnTo>
                  <a:lnTo>
                    <a:pt x="326752" y="216885"/>
                  </a:lnTo>
                  <a:lnTo>
                    <a:pt x="328250" y="211794"/>
                  </a:lnTo>
                  <a:lnTo>
                    <a:pt x="329585" y="206659"/>
                  </a:lnTo>
                  <a:lnTo>
                    <a:pt x="330756" y="201484"/>
                  </a:lnTo>
                  <a:lnTo>
                    <a:pt x="331763" y="196274"/>
                  </a:lnTo>
                  <a:lnTo>
                    <a:pt x="332604" y="191035"/>
                  </a:lnTo>
                  <a:lnTo>
                    <a:pt x="333278" y="185772"/>
                  </a:lnTo>
                  <a:lnTo>
                    <a:pt x="333785" y="180491"/>
                  </a:lnTo>
                  <a:lnTo>
                    <a:pt x="334124" y="175195"/>
                  </a:lnTo>
                  <a:lnTo>
                    <a:pt x="334294" y="169892"/>
                  </a:lnTo>
                  <a:lnTo>
                    <a:pt x="334297" y="164586"/>
                  </a:lnTo>
                  <a:lnTo>
                    <a:pt x="334131" y="159283"/>
                  </a:lnTo>
                  <a:lnTo>
                    <a:pt x="333796" y="153987"/>
                  </a:lnTo>
                  <a:lnTo>
                    <a:pt x="333294" y="148705"/>
                  </a:lnTo>
                  <a:lnTo>
                    <a:pt x="332624" y="143442"/>
                  </a:lnTo>
                  <a:lnTo>
                    <a:pt x="331788" y="138202"/>
                  </a:lnTo>
                  <a:lnTo>
                    <a:pt x="330786" y="132991"/>
                  </a:lnTo>
                  <a:lnTo>
                    <a:pt x="329619" y="127815"/>
                  </a:lnTo>
                  <a:lnTo>
                    <a:pt x="328288" y="122679"/>
                  </a:lnTo>
                  <a:lnTo>
                    <a:pt x="326795" y="117587"/>
                  </a:lnTo>
                  <a:lnTo>
                    <a:pt x="325141" y="112546"/>
                  </a:lnTo>
                  <a:lnTo>
                    <a:pt x="323328" y="107559"/>
                  </a:lnTo>
                  <a:lnTo>
                    <a:pt x="321358" y="102632"/>
                  </a:lnTo>
                  <a:lnTo>
                    <a:pt x="319232" y="97771"/>
                  </a:lnTo>
                  <a:lnTo>
                    <a:pt x="316953" y="92979"/>
                  </a:lnTo>
                  <a:lnTo>
                    <a:pt x="314523" y="88262"/>
                  </a:lnTo>
                  <a:lnTo>
                    <a:pt x="311945" y="83625"/>
                  </a:lnTo>
                  <a:lnTo>
                    <a:pt x="309220" y="79072"/>
                  </a:lnTo>
                  <a:lnTo>
                    <a:pt x="306353" y="74607"/>
                  </a:lnTo>
                  <a:lnTo>
                    <a:pt x="303345" y="70236"/>
                  </a:lnTo>
                  <a:lnTo>
                    <a:pt x="300200" y="65962"/>
                  </a:lnTo>
                  <a:lnTo>
                    <a:pt x="296921" y="61791"/>
                  </a:lnTo>
                  <a:lnTo>
                    <a:pt x="293512" y="57725"/>
                  </a:lnTo>
                  <a:lnTo>
                    <a:pt x="289975" y="53770"/>
                  </a:lnTo>
                  <a:lnTo>
                    <a:pt x="286314" y="49929"/>
                  </a:lnTo>
                  <a:lnTo>
                    <a:pt x="282533" y="46206"/>
                  </a:lnTo>
                  <a:lnTo>
                    <a:pt x="278636" y="42605"/>
                  </a:lnTo>
                  <a:lnTo>
                    <a:pt x="274627" y="39130"/>
                  </a:lnTo>
                  <a:lnTo>
                    <a:pt x="270509" y="35783"/>
                  </a:lnTo>
                  <a:lnTo>
                    <a:pt x="266288" y="32569"/>
                  </a:lnTo>
                  <a:lnTo>
                    <a:pt x="261966" y="29491"/>
                  </a:lnTo>
                  <a:lnTo>
                    <a:pt x="257549" y="26551"/>
                  </a:lnTo>
                  <a:lnTo>
                    <a:pt x="253041" y="23753"/>
                  </a:lnTo>
                  <a:lnTo>
                    <a:pt x="248446" y="21099"/>
                  </a:lnTo>
                  <a:lnTo>
                    <a:pt x="243769" y="18593"/>
                  </a:lnTo>
                  <a:lnTo>
                    <a:pt x="239015" y="16236"/>
                  </a:lnTo>
                  <a:lnTo>
                    <a:pt x="234189" y="14031"/>
                  </a:lnTo>
                  <a:lnTo>
                    <a:pt x="229295" y="11981"/>
                  </a:lnTo>
                  <a:lnTo>
                    <a:pt x="224339" y="10086"/>
                  </a:lnTo>
                  <a:lnTo>
                    <a:pt x="219325" y="8351"/>
                  </a:lnTo>
                  <a:lnTo>
                    <a:pt x="214258" y="6775"/>
                  </a:lnTo>
                  <a:lnTo>
                    <a:pt x="209144" y="5360"/>
                  </a:lnTo>
                  <a:lnTo>
                    <a:pt x="203988" y="4109"/>
                  </a:lnTo>
                  <a:lnTo>
                    <a:pt x="198794" y="3022"/>
                  </a:lnTo>
                  <a:lnTo>
                    <a:pt x="193569" y="2100"/>
                  </a:lnTo>
                  <a:lnTo>
                    <a:pt x="188317" y="1345"/>
                  </a:lnTo>
                  <a:lnTo>
                    <a:pt x="183044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72" y="5018213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3"/>
                  </a:lnTo>
                  <a:lnTo>
                    <a:pt x="125181" y="5353"/>
                  </a:lnTo>
                  <a:lnTo>
                    <a:pt x="120070" y="6765"/>
                  </a:lnTo>
                  <a:lnTo>
                    <a:pt x="115007" y="8339"/>
                  </a:lnTo>
                  <a:lnTo>
                    <a:pt x="109996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8" y="16214"/>
                  </a:lnTo>
                  <a:lnTo>
                    <a:pt x="90576" y="18567"/>
                  </a:lnTo>
                  <a:lnTo>
                    <a:pt x="85902" y="21071"/>
                  </a:lnTo>
                  <a:lnTo>
                    <a:pt x="81310" y="23721"/>
                  </a:lnTo>
                  <a:lnTo>
                    <a:pt x="76803" y="26515"/>
                  </a:lnTo>
                  <a:lnTo>
                    <a:pt x="72388" y="29451"/>
                  </a:lnTo>
                  <a:lnTo>
                    <a:pt x="68068" y="32526"/>
                  </a:lnTo>
                  <a:lnTo>
                    <a:pt x="63848" y="35736"/>
                  </a:lnTo>
                  <a:lnTo>
                    <a:pt x="59732" y="39078"/>
                  </a:lnTo>
                  <a:lnTo>
                    <a:pt x="55723" y="42549"/>
                  </a:lnTo>
                  <a:lnTo>
                    <a:pt x="51827" y="46146"/>
                  </a:lnTo>
                  <a:lnTo>
                    <a:pt x="48047" y="49864"/>
                  </a:lnTo>
                  <a:lnTo>
                    <a:pt x="44387" y="53700"/>
                  </a:lnTo>
                  <a:lnTo>
                    <a:pt x="40850" y="57651"/>
                  </a:lnTo>
                  <a:lnTo>
                    <a:pt x="37440" y="61711"/>
                  </a:lnTo>
                  <a:lnTo>
                    <a:pt x="34161" y="65878"/>
                  </a:lnTo>
                  <a:lnTo>
                    <a:pt x="31015" y="70146"/>
                  </a:lnTo>
                  <a:lnTo>
                    <a:pt x="28007" y="74513"/>
                  </a:lnTo>
                  <a:lnTo>
                    <a:pt x="25138" y="78972"/>
                  </a:lnTo>
                  <a:lnTo>
                    <a:pt x="22413" y="83520"/>
                  </a:lnTo>
                  <a:lnTo>
                    <a:pt x="19833" y="88152"/>
                  </a:lnTo>
                  <a:lnTo>
                    <a:pt x="17401" y="92864"/>
                  </a:lnTo>
                  <a:lnTo>
                    <a:pt x="15120" y="97651"/>
                  </a:lnTo>
                  <a:lnTo>
                    <a:pt x="12992" y="102507"/>
                  </a:lnTo>
                  <a:lnTo>
                    <a:pt x="11018" y="107429"/>
                  </a:lnTo>
                  <a:lnTo>
                    <a:pt x="9202" y="112410"/>
                  </a:lnTo>
                  <a:lnTo>
                    <a:pt x="7545" y="117447"/>
                  </a:lnTo>
                  <a:lnTo>
                    <a:pt x="6049" y="122534"/>
                  </a:lnTo>
                  <a:lnTo>
                    <a:pt x="4714" y="127666"/>
                  </a:lnTo>
                  <a:lnTo>
                    <a:pt x="3543" y="132837"/>
                  </a:lnTo>
                  <a:lnTo>
                    <a:pt x="2537" y="138043"/>
                  </a:lnTo>
                  <a:lnTo>
                    <a:pt x="1696" y="143278"/>
                  </a:lnTo>
                  <a:lnTo>
                    <a:pt x="1021" y="148538"/>
                  </a:lnTo>
                  <a:lnTo>
                    <a:pt x="514" y="153816"/>
                  </a:lnTo>
                  <a:lnTo>
                    <a:pt x="175" y="159107"/>
                  </a:lnTo>
                  <a:lnTo>
                    <a:pt x="3" y="164407"/>
                  </a:lnTo>
                  <a:lnTo>
                    <a:pt x="0" y="169709"/>
                  </a:lnTo>
                  <a:lnTo>
                    <a:pt x="164" y="175009"/>
                  </a:lnTo>
                  <a:lnTo>
                    <a:pt x="497" y="180301"/>
                  </a:lnTo>
                  <a:lnTo>
                    <a:pt x="997" y="185579"/>
                  </a:lnTo>
                  <a:lnTo>
                    <a:pt x="1665" y="190839"/>
                  </a:lnTo>
                  <a:lnTo>
                    <a:pt x="2499" y="196076"/>
                  </a:lnTo>
                  <a:lnTo>
                    <a:pt x="3498" y="201283"/>
                  </a:lnTo>
                  <a:lnTo>
                    <a:pt x="4663" y="206456"/>
                  </a:lnTo>
                  <a:lnTo>
                    <a:pt x="5991" y="211589"/>
                  </a:lnTo>
                  <a:lnTo>
                    <a:pt x="7480" y="216678"/>
                  </a:lnTo>
                  <a:lnTo>
                    <a:pt x="9131" y="221717"/>
                  </a:lnTo>
                  <a:lnTo>
                    <a:pt x="10941" y="226701"/>
                  </a:lnTo>
                  <a:lnTo>
                    <a:pt x="12907" y="231625"/>
                  </a:lnTo>
                  <a:lnTo>
                    <a:pt x="15029" y="236484"/>
                  </a:lnTo>
                  <a:lnTo>
                    <a:pt x="17304" y="241274"/>
                  </a:lnTo>
                  <a:lnTo>
                    <a:pt x="19730" y="245989"/>
                  </a:lnTo>
                  <a:lnTo>
                    <a:pt x="22304" y="250624"/>
                  </a:lnTo>
                  <a:lnTo>
                    <a:pt x="25023" y="255176"/>
                  </a:lnTo>
                  <a:lnTo>
                    <a:pt x="27886" y="259639"/>
                  </a:lnTo>
                  <a:lnTo>
                    <a:pt x="30889" y="264009"/>
                  </a:lnTo>
                  <a:lnTo>
                    <a:pt x="34029" y="268282"/>
                  </a:lnTo>
                  <a:lnTo>
                    <a:pt x="37302" y="272453"/>
                  </a:lnTo>
                  <a:lnTo>
                    <a:pt x="40707" y="276518"/>
                  </a:lnTo>
                  <a:lnTo>
                    <a:pt x="44239" y="280473"/>
                  </a:lnTo>
                  <a:lnTo>
                    <a:pt x="47894" y="284314"/>
                  </a:lnTo>
                  <a:lnTo>
                    <a:pt x="51669" y="288037"/>
                  </a:lnTo>
                  <a:lnTo>
                    <a:pt x="55561" y="291639"/>
                  </a:lnTo>
                  <a:lnTo>
                    <a:pt x="59564" y="295115"/>
                  </a:lnTo>
                  <a:lnTo>
                    <a:pt x="63676" y="298463"/>
                  </a:lnTo>
                  <a:lnTo>
                    <a:pt x="67892" y="301678"/>
                  </a:lnTo>
                  <a:lnTo>
                    <a:pt x="72208" y="304759"/>
                  </a:lnTo>
                  <a:lnTo>
                    <a:pt x="76620" y="307700"/>
                  </a:lnTo>
                  <a:lnTo>
                    <a:pt x="81122" y="310501"/>
                  </a:lnTo>
                  <a:lnTo>
                    <a:pt x="85711" y="313157"/>
                  </a:lnTo>
                  <a:lnTo>
                    <a:pt x="90382" y="315666"/>
                  </a:lnTo>
                  <a:lnTo>
                    <a:pt x="95131" y="318026"/>
                  </a:lnTo>
                  <a:lnTo>
                    <a:pt x="99951" y="320234"/>
                  </a:lnTo>
                  <a:lnTo>
                    <a:pt x="104840" y="322288"/>
                  </a:lnTo>
                  <a:lnTo>
                    <a:pt x="109791" y="324186"/>
                  </a:lnTo>
                  <a:lnTo>
                    <a:pt x="114799" y="325926"/>
                  </a:lnTo>
                  <a:lnTo>
                    <a:pt x="119861" y="327507"/>
                  </a:lnTo>
                  <a:lnTo>
                    <a:pt x="124969" y="328926"/>
                  </a:lnTo>
                  <a:lnTo>
                    <a:pt x="130121" y="330182"/>
                  </a:lnTo>
                  <a:lnTo>
                    <a:pt x="135309" y="331274"/>
                  </a:lnTo>
                  <a:lnTo>
                    <a:pt x="140530" y="332202"/>
                  </a:lnTo>
                  <a:lnTo>
                    <a:pt x="145777" y="332963"/>
                  </a:lnTo>
                  <a:lnTo>
                    <a:pt x="151046" y="333557"/>
                  </a:lnTo>
                  <a:lnTo>
                    <a:pt x="156332" y="333984"/>
                  </a:lnTo>
                  <a:lnTo>
                    <a:pt x="161628" y="334243"/>
                  </a:lnTo>
                  <a:lnTo>
                    <a:pt x="166929" y="334334"/>
                  </a:lnTo>
                  <a:lnTo>
                    <a:pt x="172231" y="334257"/>
                  </a:lnTo>
                  <a:lnTo>
                    <a:pt x="177528" y="334012"/>
                  </a:lnTo>
                  <a:lnTo>
                    <a:pt x="182814" y="333599"/>
                  </a:lnTo>
                  <a:lnTo>
                    <a:pt x="188084" y="333018"/>
                  </a:lnTo>
                  <a:lnTo>
                    <a:pt x="193334" y="332271"/>
                  </a:lnTo>
                  <a:lnTo>
                    <a:pt x="198557" y="331357"/>
                  </a:lnTo>
                  <a:lnTo>
                    <a:pt x="203748" y="330278"/>
                  </a:lnTo>
                  <a:lnTo>
                    <a:pt x="208903" y="329036"/>
                  </a:lnTo>
                  <a:lnTo>
                    <a:pt x="214015" y="327630"/>
                  </a:lnTo>
                  <a:lnTo>
                    <a:pt x="219081" y="326063"/>
                  </a:lnTo>
                  <a:lnTo>
                    <a:pt x="224094" y="324336"/>
                  </a:lnTo>
                  <a:lnTo>
                    <a:pt x="229050" y="322451"/>
                  </a:lnTo>
                  <a:lnTo>
                    <a:pt x="233944" y="320409"/>
                  </a:lnTo>
                  <a:lnTo>
                    <a:pt x="238770" y="318214"/>
                  </a:lnTo>
                  <a:lnTo>
                    <a:pt x="243524" y="315866"/>
                  </a:lnTo>
                  <a:lnTo>
                    <a:pt x="248202" y="313369"/>
                  </a:lnTo>
                  <a:lnTo>
                    <a:pt x="252798" y="310725"/>
                  </a:lnTo>
                  <a:lnTo>
                    <a:pt x="257308" y="307937"/>
                  </a:lnTo>
                  <a:lnTo>
                    <a:pt x="261727" y="305006"/>
                  </a:lnTo>
                  <a:lnTo>
                    <a:pt x="266051" y="301937"/>
                  </a:lnTo>
                  <a:lnTo>
                    <a:pt x="270275" y="298733"/>
                  </a:lnTo>
                  <a:lnTo>
                    <a:pt x="274396" y="295396"/>
                  </a:lnTo>
                  <a:lnTo>
                    <a:pt x="278409" y="291930"/>
                  </a:lnTo>
                  <a:lnTo>
                    <a:pt x="282310" y="288339"/>
                  </a:lnTo>
                  <a:lnTo>
                    <a:pt x="286095" y="284626"/>
                  </a:lnTo>
                  <a:lnTo>
                    <a:pt x="289760" y="280794"/>
                  </a:lnTo>
                  <a:lnTo>
                    <a:pt x="293302" y="276848"/>
                  </a:lnTo>
                  <a:lnTo>
                    <a:pt x="296717" y="272792"/>
                  </a:lnTo>
                  <a:lnTo>
                    <a:pt x="300002" y="268630"/>
                  </a:lnTo>
                  <a:lnTo>
                    <a:pt x="303153" y="264365"/>
                  </a:lnTo>
                  <a:lnTo>
                    <a:pt x="306167" y="260003"/>
                  </a:lnTo>
                  <a:lnTo>
                    <a:pt x="309041" y="255547"/>
                  </a:lnTo>
                  <a:lnTo>
                    <a:pt x="311773" y="251003"/>
                  </a:lnTo>
                  <a:lnTo>
                    <a:pt x="314359" y="246374"/>
                  </a:lnTo>
                  <a:lnTo>
                    <a:pt x="316797" y="241665"/>
                  </a:lnTo>
                  <a:lnTo>
                    <a:pt x="319084" y="236882"/>
                  </a:lnTo>
                  <a:lnTo>
                    <a:pt x="321219" y="232028"/>
                  </a:lnTo>
                  <a:lnTo>
                    <a:pt x="323199" y="227109"/>
                  </a:lnTo>
                  <a:lnTo>
                    <a:pt x="325021" y="222130"/>
                  </a:lnTo>
                  <a:lnTo>
                    <a:pt x="326685" y="217095"/>
                  </a:lnTo>
                  <a:lnTo>
                    <a:pt x="328188" y="212010"/>
                  </a:lnTo>
                  <a:lnTo>
                    <a:pt x="329529" y="206881"/>
                  </a:lnTo>
                  <a:lnTo>
                    <a:pt x="330707" y="201711"/>
                  </a:lnTo>
                  <a:lnTo>
                    <a:pt x="331720" y="196506"/>
                  </a:lnTo>
                  <a:lnTo>
                    <a:pt x="332568" y="191272"/>
                  </a:lnTo>
                  <a:lnTo>
                    <a:pt x="333249" y="186014"/>
                  </a:lnTo>
                  <a:lnTo>
                    <a:pt x="333763" y="180736"/>
                  </a:lnTo>
                  <a:lnTo>
                    <a:pt x="334110" y="175445"/>
                  </a:lnTo>
                  <a:lnTo>
                    <a:pt x="334289" y="170146"/>
                  </a:lnTo>
                  <a:lnTo>
                    <a:pt x="334299" y="164844"/>
                  </a:lnTo>
                  <a:lnTo>
                    <a:pt x="334141" y="159544"/>
                  </a:lnTo>
                  <a:lnTo>
                    <a:pt x="333815" y="154251"/>
                  </a:lnTo>
                  <a:lnTo>
                    <a:pt x="333322" y="148972"/>
                  </a:lnTo>
                  <a:lnTo>
                    <a:pt x="332661" y="143711"/>
                  </a:lnTo>
                  <a:lnTo>
                    <a:pt x="331834" y="138473"/>
                  </a:lnTo>
                  <a:lnTo>
                    <a:pt x="330841" y="133265"/>
                  </a:lnTo>
                  <a:lnTo>
                    <a:pt x="329684" y="128090"/>
                  </a:lnTo>
                  <a:lnTo>
                    <a:pt x="328363" y="122955"/>
                  </a:lnTo>
                  <a:lnTo>
                    <a:pt x="326879" y="117865"/>
                  </a:lnTo>
                  <a:lnTo>
                    <a:pt x="325235" y="112824"/>
                  </a:lnTo>
                  <a:lnTo>
                    <a:pt x="323432" y="107837"/>
                  </a:lnTo>
                  <a:lnTo>
                    <a:pt x="321472" y="102911"/>
                  </a:lnTo>
                  <a:lnTo>
                    <a:pt x="319357" y="98048"/>
                  </a:lnTo>
                  <a:lnTo>
                    <a:pt x="317088" y="93256"/>
                  </a:lnTo>
                  <a:lnTo>
                    <a:pt x="314669" y="88538"/>
                  </a:lnTo>
                  <a:lnTo>
                    <a:pt x="312101" y="83899"/>
                  </a:lnTo>
                  <a:lnTo>
                    <a:pt x="309387" y="79344"/>
                  </a:lnTo>
                  <a:lnTo>
                    <a:pt x="306530" y="74877"/>
                  </a:lnTo>
                  <a:lnTo>
                    <a:pt x="303533" y="70503"/>
                  </a:lnTo>
                  <a:lnTo>
                    <a:pt x="300399" y="66226"/>
                  </a:lnTo>
                  <a:lnTo>
                    <a:pt x="297130" y="62051"/>
                  </a:lnTo>
                  <a:lnTo>
                    <a:pt x="293731" y="57981"/>
                  </a:lnTo>
                  <a:lnTo>
                    <a:pt x="290205" y="54021"/>
                  </a:lnTo>
                  <a:lnTo>
                    <a:pt x="286554" y="50176"/>
                  </a:lnTo>
                  <a:lnTo>
                    <a:pt x="282784" y="46448"/>
                  </a:lnTo>
                  <a:lnTo>
                    <a:pt x="278897" y="42841"/>
                  </a:lnTo>
                  <a:lnTo>
                    <a:pt x="274898" y="39359"/>
                  </a:lnTo>
                  <a:lnTo>
                    <a:pt x="270790" y="36006"/>
                  </a:lnTo>
                  <a:lnTo>
                    <a:pt x="266579" y="32785"/>
                  </a:lnTo>
                  <a:lnTo>
                    <a:pt x="262267" y="29699"/>
                  </a:lnTo>
                  <a:lnTo>
                    <a:pt x="257859" y="26752"/>
                  </a:lnTo>
                  <a:lnTo>
                    <a:pt x="253360" y="23946"/>
                  </a:lnTo>
                  <a:lnTo>
                    <a:pt x="248775" y="21284"/>
                  </a:lnTo>
                  <a:lnTo>
                    <a:pt x="244107" y="18768"/>
                  </a:lnTo>
                  <a:lnTo>
                    <a:pt x="239362" y="16402"/>
                  </a:lnTo>
                  <a:lnTo>
                    <a:pt x="234544" y="14188"/>
                  </a:lnTo>
                  <a:lnTo>
                    <a:pt x="229658" y="12127"/>
                  </a:lnTo>
                  <a:lnTo>
                    <a:pt x="224710" y="10223"/>
                  </a:lnTo>
                  <a:lnTo>
                    <a:pt x="219704" y="8476"/>
                  </a:lnTo>
                  <a:lnTo>
                    <a:pt x="214644" y="6889"/>
                  </a:lnTo>
                  <a:lnTo>
                    <a:pt x="209537" y="5463"/>
                  </a:lnTo>
                  <a:lnTo>
                    <a:pt x="204387" y="4200"/>
                  </a:lnTo>
                  <a:lnTo>
                    <a:pt x="199200" y="3101"/>
                  </a:lnTo>
                  <a:lnTo>
                    <a:pt x="193981" y="2167"/>
                  </a:lnTo>
                  <a:lnTo>
                    <a:pt x="188734" y="1399"/>
                  </a:lnTo>
                  <a:lnTo>
                    <a:pt x="183466" y="798"/>
                  </a:lnTo>
                  <a:lnTo>
                    <a:pt x="178182" y="364"/>
                  </a:lnTo>
                  <a:lnTo>
                    <a:pt x="172886" y="9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5738" cy="167167"/>
            </a:xfrm>
            <a:custGeom>
              <a:avLst/>
              <a:pathLst>
                <a:path w="5738" h="167167">
                  <a:moveTo>
                    <a:pt x="5738" y="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555" y="5269756"/>
              <a:ext cx="166945" cy="167167"/>
            </a:xfrm>
            <a:custGeom>
              <a:avLst/>
              <a:pathLst>
                <a:path w="166945" h="167167">
                  <a:moveTo>
                    <a:pt x="166945" y="0"/>
                  </a:moveTo>
                  <a:lnTo>
                    <a:pt x="161542" y="87"/>
                  </a:lnTo>
                  <a:lnTo>
                    <a:pt x="156145" y="349"/>
                  </a:lnTo>
                  <a:lnTo>
                    <a:pt x="150759" y="785"/>
                  </a:lnTo>
                  <a:lnTo>
                    <a:pt x="145390" y="1395"/>
                  </a:lnTo>
                  <a:lnTo>
                    <a:pt x="140044" y="2178"/>
                  </a:lnTo>
                  <a:lnTo>
                    <a:pt x="134726" y="3134"/>
                  </a:lnTo>
                  <a:lnTo>
                    <a:pt x="129441" y="4261"/>
                  </a:lnTo>
                  <a:lnTo>
                    <a:pt x="124195" y="5558"/>
                  </a:lnTo>
                  <a:lnTo>
                    <a:pt x="118995" y="7024"/>
                  </a:lnTo>
                  <a:lnTo>
                    <a:pt x="113844" y="8658"/>
                  </a:lnTo>
                  <a:lnTo>
                    <a:pt x="108749" y="10457"/>
                  </a:lnTo>
                  <a:lnTo>
                    <a:pt x="103714" y="12419"/>
                  </a:lnTo>
                  <a:lnTo>
                    <a:pt x="98746" y="14544"/>
                  </a:lnTo>
                  <a:lnTo>
                    <a:pt x="93849" y="16828"/>
                  </a:lnTo>
                  <a:lnTo>
                    <a:pt x="89028" y="19269"/>
                  </a:lnTo>
                  <a:lnTo>
                    <a:pt x="84289" y="21864"/>
                  </a:lnTo>
                  <a:lnTo>
                    <a:pt x="79636" y="24612"/>
                  </a:lnTo>
                  <a:lnTo>
                    <a:pt x="75074" y="27508"/>
                  </a:lnTo>
                  <a:lnTo>
                    <a:pt x="70608" y="30550"/>
                  </a:lnTo>
                  <a:lnTo>
                    <a:pt x="66243" y="33735"/>
                  </a:lnTo>
                  <a:lnTo>
                    <a:pt x="61983" y="37060"/>
                  </a:lnTo>
                  <a:lnTo>
                    <a:pt x="57833" y="40520"/>
                  </a:lnTo>
                  <a:lnTo>
                    <a:pt x="53797" y="44113"/>
                  </a:lnTo>
                  <a:lnTo>
                    <a:pt x="49879" y="47834"/>
                  </a:lnTo>
                  <a:lnTo>
                    <a:pt x="46083" y="51680"/>
                  </a:lnTo>
                  <a:lnTo>
                    <a:pt x="42414" y="55646"/>
                  </a:lnTo>
                  <a:lnTo>
                    <a:pt x="38875" y="59729"/>
                  </a:lnTo>
                  <a:lnTo>
                    <a:pt x="35469" y="63925"/>
                  </a:lnTo>
                  <a:lnTo>
                    <a:pt x="32201" y="68228"/>
                  </a:lnTo>
                  <a:lnTo>
                    <a:pt x="29074" y="72635"/>
                  </a:lnTo>
                  <a:lnTo>
                    <a:pt x="26090" y="77140"/>
                  </a:lnTo>
                  <a:lnTo>
                    <a:pt x="23254" y="81739"/>
                  </a:lnTo>
                  <a:lnTo>
                    <a:pt x="20568" y="86428"/>
                  </a:lnTo>
                  <a:lnTo>
                    <a:pt x="18035" y="91201"/>
                  </a:lnTo>
                  <a:lnTo>
                    <a:pt x="15658" y="96053"/>
                  </a:lnTo>
                  <a:lnTo>
                    <a:pt x="13439" y="100980"/>
                  </a:lnTo>
                  <a:lnTo>
                    <a:pt x="11380" y="105976"/>
                  </a:lnTo>
                  <a:lnTo>
                    <a:pt x="9483" y="111036"/>
                  </a:lnTo>
                  <a:lnTo>
                    <a:pt x="7751" y="116154"/>
                  </a:lnTo>
                  <a:lnTo>
                    <a:pt x="6186" y="121326"/>
                  </a:lnTo>
                  <a:lnTo>
                    <a:pt x="4788" y="126546"/>
                  </a:lnTo>
                  <a:lnTo>
                    <a:pt x="3560" y="131808"/>
                  </a:lnTo>
                  <a:lnTo>
                    <a:pt x="2503" y="137107"/>
                  </a:lnTo>
                  <a:lnTo>
                    <a:pt x="1617" y="142437"/>
                  </a:lnTo>
                  <a:lnTo>
                    <a:pt x="904" y="147794"/>
                  </a:lnTo>
                  <a:lnTo>
                    <a:pt x="365" y="153170"/>
                  </a:lnTo>
                  <a:lnTo>
                    <a:pt x="0" y="158561"/>
                  </a:lnTo>
                  <a:lnTo>
                    <a:pt x="16694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46" y="5269756"/>
              <a:ext cx="334305" cy="334334"/>
            </a:xfrm>
            <a:custGeom>
              <a:avLst/>
              <a:pathLst>
                <a:path w="334305" h="334334">
                  <a:moveTo>
                    <a:pt x="209" y="158561"/>
                  </a:moveTo>
                  <a:lnTo>
                    <a:pt x="20" y="163867"/>
                  </a:lnTo>
                  <a:lnTo>
                    <a:pt x="0" y="169176"/>
                  </a:lnTo>
                  <a:lnTo>
                    <a:pt x="148" y="174483"/>
                  </a:lnTo>
                  <a:lnTo>
                    <a:pt x="464" y="179782"/>
                  </a:lnTo>
                  <a:lnTo>
                    <a:pt x="949" y="185069"/>
                  </a:lnTo>
                  <a:lnTo>
                    <a:pt x="1601" y="190337"/>
                  </a:lnTo>
                  <a:lnTo>
                    <a:pt x="2420" y="195583"/>
                  </a:lnTo>
                  <a:lnTo>
                    <a:pt x="3406" y="200799"/>
                  </a:lnTo>
                  <a:lnTo>
                    <a:pt x="4556" y="205982"/>
                  </a:lnTo>
                  <a:lnTo>
                    <a:pt x="5871" y="211126"/>
                  </a:lnTo>
                  <a:lnTo>
                    <a:pt x="7348" y="216225"/>
                  </a:lnTo>
                  <a:lnTo>
                    <a:pt x="8986" y="221275"/>
                  </a:lnTo>
                  <a:lnTo>
                    <a:pt x="10784" y="226270"/>
                  </a:lnTo>
                  <a:lnTo>
                    <a:pt x="12740" y="231205"/>
                  </a:lnTo>
                  <a:lnTo>
                    <a:pt x="14851" y="236076"/>
                  </a:lnTo>
                  <a:lnTo>
                    <a:pt x="17116" y="240878"/>
                  </a:lnTo>
                  <a:lnTo>
                    <a:pt x="19532" y="245605"/>
                  </a:lnTo>
                  <a:lnTo>
                    <a:pt x="22097" y="250253"/>
                  </a:lnTo>
                  <a:lnTo>
                    <a:pt x="24809" y="254817"/>
                  </a:lnTo>
                  <a:lnTo>
                    <a:pt x="27664" y="259293"/>
                  </a:lnTo>
                  <a:lnTo>
                    <a:pt x="30660" y="263676"/>
                  </a:lnTo>
                  <a:lnTo>
                    <a:pt x="33793" y="267962"/>
                  </a:lnTo>
                  <a:lnTo>
                    <a:pt x="37061" y="272146"/>
                  </a:lnTo>
                  <a:lnTo>
                    <a:pt x="40460" y="276224"/>
                  </a:lnTo>
                  <a:lnTo>
                    <a:pt x="43987" y="280192"/>
                  </a:lnTo>
                  <a:lnTo>
                    <a:pt x="47638" y="284046"/>
                  </a:lnTo>
                  <a:lnTo>
                    <a:pt x="51410" y="287782"/>
                  </a:lnTo>
                  <a:lnTo>
                    <a:pt x="55298" y="291397"/>
                  </a:lnTo>
                  <a:lnTo>
                    <a:pt x="59299" y="294886"/>
                  </a:lnTo>
                  <a:lnTo>
                    <a:pt x="63409" y="298246"/>
                  </a:lnTo>
                  <a:lnTo>
                    <a:pt x="67624" y="301474"/>
                  </a:lnTo>
                  <a:lnTo>
                    <a:pt x="71939" y="304567"/>
                  </a:lnTo>
                  <a:lnTo>
                    <a:pt x="76350" y="307521"/>
                  </a:lnTo>
                  <a:lnTo>
                    <a:pt x="80852" y="310334"/>
                  </a:lnTo>
                  <a:lnTo>
                    <a:pt x="85442" y="313002"/>
                  </a:lnTo>
                  <a:lnTo>
                    <a:pt x="90114" y="315523"/>
                  </a:lnTo>
                  <a:lnTo>
                    <a:pt x="94864" y="317895"/>
                  </a:lnTo>
                  <a:lnTo>
                    <a:pt x="99686" y="320115"/>
                  </a:lnTo>
                  <a:lnTo>
                    <a:pt x="104577" y="322180"/>
                  </a:lnTo>
                  <a:lnTo>
                    <a:pt x="109531" y="324089"/>
                  </a:lnTo>
                  <a:lnTo>
                    <a:pt x="114543" y="325839"/>
                  </a:lnTo>
                  <a:lnTo>
                    <a:pt x="119608" y="327430"/>
                  </a:lnTo>
                  <a:lnTo>
                    <a:pt x="124721" y="328859"/>
                  </a:lnTo>
                  <a:lnTo>
                    <a:pt x="129877" y="330125"/>
                  </a:lnTo>
                  <a:lnTo>
                    <a:pt x="135070" y="331226"/>
                  </a:lnTo>
                  <a:lnTo>
                    <a:pt x="140296" y="332163"/>
                  </a:lnTo>
                  <a:lnTo>
                    <a:pt x="145549" y="332932"/>
                  </a:lnTo>
                  <a:lnTo>
                    <a:pt x="150823" y="333535"/>
                  </a:lnTo>
                  <a:lnTo>
                    <a:pt x="156114" y="333969"/>
                  </a:lnTo>
                  <a:lnTo>
                    <a:pt x="161416" y="334236"/>
                  </a:lnTo>
                  <a:lnTo>
                    <a:pt x="166724" y="334334"/>
                  </a:lnTo>
                  <a:lnTo>
                    <a:pt x="172033" y="334263"/>
                  </a:lnTo>
                  <a:lnTo>
                    <a:pt x="177336" y="334024"/>
                  </a:lnTo>
                  <a:lnTo>
                    <a:pt x="182630" y="333617"/>
                  </a:lnTo>
                  <a:lnTo>
                    <a:pt x="187907" y="333041"/>
                  </a:lnTo>
                  <a:lnTo>
                    <a:pt x="193164" y="332299"/>
                  </a:lnTo>
                  <a:lnTo>
                    <a:pt x="198394" y="331389"/>
                  </a:lnTo>
                  <a:lnTo>
                    <a:pt x="203593" y="330315"/>
                  </a:lnTo>
                  <a:lnTo>
                    <a:pt x="208756" y="329075"/>
                  </a:lnTo>
                  <a:lnTo>
                    <a:pt x="213876" y="327673"/>
                  </a:lnTo>
                  <a:lnTo>
                    <a:pt x="218949" y="326108"/>
                  </a:lnTo>
                  <a:lnTo>
                    <a:pt x="223970" y="324383"/>
                  </a:lnTo>
                  <a:lnTo>
                    <a:pt x="228933" y="322500"/>
                  </a:lnTo>
                  <a:lnTo>
                    <a:pt x="233835" y="320460"/>
                  </a:lnTo>
                  <a:lnTo>
                    <a:pt x="238669" y="318265"/>
                  </a:lnTo>
                  <a:lnTo>
                    <a:pt x="243431" y="315918"/>
                  </a:lnTo>
                  <a:lnTo>
                    <a:pt x="248116" y="313421"/>
                  </a:lnTo>
                  <a:lnTo>
                    <a:pt x="252719" y="310777"/>
                  </a:lnTo>
                  <a:lnTo>
                    <a:pt x="257236" y="307987"/>
                  </a:lnTo>
                  <a:lnTo>
                    <a:pt x="261662" y="305056"/>
                  </a:lnTo>
                  <a:lnTo>
                    <a:pt x="265993" y="301985"/>
                  </a:lnTo>
                  <a:lnTo>
                    <a:pt x="270224" y="298779"/>
                  </a:lnTo>
                  <a:lnTo>
                    <a:pt x="274351" y="295440"/>
                  </a:lnTo>
                  <a:lnTo>
                    <a:pt x="278370" y="291971"/>
                  </a:lnTo>
                  <a:lnTo>
                    <a:pt x="282277" y="288377"/>
                  </a:lnTo>
                  <a:lnTo>
                    <a:pt x="286068" y="284660"/>
                  </a:lnTo>
                  <a:lnTo>
                    <a:pt x="289739" y="280825"/>
                  </a:lnTo>
                  <a:lnTo>
                    <a:pt x="293286" y="276875"/>
                  </a:lnTo>
                  <a:lnTo>
                    <a:pt x="296706" y="272814"/>
                  </a:lnTo>
                  <a:lnTo>
                    <a:pt x="299996" y="268647"/>
                  </a:lnTo>
                  <a:lnTo>
                    <a:pt x="303151" y="264378"/>
                  </a:lnTo>
                  <a:lnTo>
                    <a:pt x="306169" y="260010"/>
                  </a:lnTo>
                  <a:lnTo>
                    <a:pt x="309047" y="255549"/>
                  </a:lnTo>
                  <a:lnTo>
                    <a:pt x="311782" y="250999"/>
                  </a:lnTo>
                  <a:lnTo>
                    <a:pt x="314371" y="246364"/>
                  </a:lnTo>
                  <a:lnTo>
                    <a:pt x="316812" y="241650"/>
                  </a:lnTo>
                  <a:lnTo>
                    <a:pt x="319102" y="236860"/>
                  </a:lnTo>
                  <a:lnTo>
                    <a:pt x="321238" y="232000"/>
                  </a:lnTo>
                  <a:lnTo>
                    <a:pt x="323219" y="227074"/>
                  </a:lnTo>
                  <a:lnTo>
                    <a:pt x="325043" y="222089"/>
                  </a:lnTo>
                  <a:lnTo>
                    <a:pt x="326707" y="217047"/>
                  </a:lnTo>
                  <a:lnTo>
                    <a:pt x="328211" y="211956"/>
                  </a:lnTo>
                  <a:lnTo>
                    <a:pt x="329552" y="206819"/>
                  </a:lnTo>
                  <a:lnTo>
                    <a:pt x="330729" y="201642"/>
                  </a:lnTo>
                  <a:lnTo>
                    <a:pt x="331741" y="196431"/>
                  </a:lnTo>
                  <a:lnTo>
                    <a:pt x="332587" y="191190"/>
                  </a:lnTo>
                  <a:lnTo>
                    <a:pt x="333267" y="185924"/>
                  </a:lnTo>
                  <a:lnTo>
                    <a:pt x="333778" y="180640"/>
                  </a:lnTo>
                  <a:lnTo>
                    <a:pt x="334122" y="175343"/>
                  </a:lnTo>
                  <a:lnTo>
                    <a:pt x="334298" y="170037"/>
                  </a:lnTo>
                  <a:lnTo>
                    <a:pt x="334305" y="164728"/>
                  </a:lnTo>
                  <a:lnTo>
                    <a:pt x="334143" y="159421"/>
                  </a:lnTo>
                  <a:lnTo>
                    <a:pt x="333813" y="154123"/>
                  </a:lnTo>
                  <a:lnTo>
                    <a:pt x="333314" y="148837"/>
                  </a:lnTo>
                  <a:lnTo>
                    <a:pt x="332649" y="143570"/>
                  </a:lnTo>
                  <a:lnTo>
                    <a:pt x="331816" y="138327"/>
                  </a:lnTo>
                  <a:lnTo>
                    <a:pt x="330817" y="133113"/>
                  </a:lnTo>
                  <a:lnTo>
                    <a:pt x="329653" y="127933"/>
                  </a:lnTo>
                  <a:lnTo>
                    <a:pt x="328325" y="122793"/>
                  </a:lnTo>
                  <a:lnTo>
                    <a:pt x="326835" y="117698"/>
                  </a:lnTo>
                  <a:lnTo>
                    <a:pt x="325184" y="112652"/>
                  </a:lnTo>
                  <a:lnTo>
                    <a:pt x="323373" y="107662"/>
                  </a:lnTo>
                  <a:lnTo>
                    <a:pt x="321405" y="102731"/>
                  </a:lnTo>
                  <a:lnTo>
                    <a:pt x="319281" y="97865"/>
                  </a:lnTo>
                  <a:lnTo>
                    <a:pt x="317003" y="93070"/>
                  </a:lnTo>
                  <a:lnTo>
                    <a:pt x="314575" y="88349"/>
                  </a:lnTo>
                  <a:lnTo>
                    <a:pt x="311998" y="83708"/>
                  </a:lnTo>
                  <a:lnTo>
                    <a:pt x="309275" y="79150"/>
                  </a:lnTo>
                  <a:lnTo>
                    <a:pt x="306408" y="74682"/>
                  </a:lnTo>
                  <a:lnTo>
                    <a:pt x="303401" y="70307"/>
                  </a:lnTo>
                  <a:lnTo>
                    <a:pt x="300257" y="66029"/>
                  </a:lnTo>
                  <a:lnTo>
                    <a:pt x="296978" y="61854"/>
                  </a:lnTo>
                  <a:lnTo>
                    <a:pt x="293568" y="57784"/>
                  </a:lnTo>
                  <a:lnTo>
                    <a:pt x="290031" y="53825"/>
                  </a:lnTo>
                  <a:lnTo>
                    <a:pt x="286370" y="49981"/>
                  </a:lnTo>
                  <a:lnTo>
                    <a:pt x="282589" y="46254"/>
                  </a:lnTo>
                  <a:lnTo>
                    <a:pt x="278691" y="42650"/>
                  </a:lnTo>
                  <a:lnTo>
                    <a:pt x="274681" y="39171"/>
                  </a:lnTo>
                  <a:lnTo>
                    <a:pt x="270563" y="35821"/>
                  </a:lnTo>
                  <a:lnTo>
                    <a:pt x="266340" y="32604"/>
                  </a:lnTo>
                  <a:lnTo>
                    <a:pt x="262017" y="29522"/>
                  </a:lnTo>
                  <a:lnTo>
                    <a:pt x="257598" y="26579"/>
                  </a:lnTo>
                  <a:lnTo>
                    <a:pt x="253088" y="23778"/>
                  </a:lnTo>
                  <a:lnTo>
                    <a:pt x="248492" y="21122"/>
                  </a:lnTo>
                  <a:lnTo>
                    <a:pt x="243813" y="18612"/>
                  </a:lnTo>
                  <a:lnTo>
                    <a:pt x="239058" y="16253"/>
                  </a:lnTo>
                  <a:lnTo>
                    <a:pt x="234229" y="14046"/>
                  </a:lnTo>
                  <a:lnTo>
                    <a:pt x="229333" y="11993"/>
                  </a:lnTo>
                  <a:lnTo>
                    <a:pt x="224374" y="10097"/>
                  </a:lnTo>
                  <a:lnTo>
                    <a:pt x="219358" y="8360"/>
                  </a:lnTo>
                  <a:lnTo>
                    <a:pt x="214289" y="6782"/>
                  </a:lnTo>
                  <a:lnTo>
                    <a:pt x="209172" y="5366"/>
                  </a:lnTo>
                  <a:lnTo>
                    <a:pt x="204013" y="4114"/>
                  </a:lnTo>
                  <a:lnTo>
                    <a:pt x="198817" y="3025"/>
                  </a:lnTo>
                  <a:lnTo>
                    <a:pt x="193589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7600" y="5399291"/>
              <a:ext cx="18614" cy="167167"/>
            </a:xfrm>
            <a:custGeom>
              <a:avLst/>
              <a:pathLst>
                <a:path w="18614" h="167167">
                  <a:moveTo>
                    <a:pt x="18614" y="0"/>
                  </a:moveTo>
                  <a:lnTo>
                    <a:pt x="9292" y="260"/>
                  </a:lnTo>
                  <a:lnTo>
                    <a:pt x="0" y="1039"/>
                  </a:lnTo>
                  <a:lnTo>
                    <a:pt x="1861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7600" y="5400331"/>
              <a:ext cx="18614" cy="166127"/>
            </a:xfrm>
            <a:custGeom>
              <a:avLst/>
              <a:pathLst>
                <a:path w="18614" h="166127">
                  <a:moveTo>
                    <a:pt x="0" y="0"/>
                  </a:moveTo>
                  <a:lnTo>
                    <a:pt x="18614" y="166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49" y="5400331"/>
              <a:ext cx="334318" cy="333290"/>
            </a:xfrm>
            <a:custGeom>
              <a:avLst/>
              <a:pathLst>
                <a:path w="334318" h="333290">
                  <a:moveTo>
                    <a:pt x="148551" y="0"/>
                  </a:moveTo>
                  <a:lnTo>
                    <a:pt x="143305" y="671"/>
                  </a:lnTo>
                  <a:lnTo>
                    <a:pt x="138083" y="1509"/>
                  </a:lnTo>
                  <a:lnTo>
                    <a:pt x="132890" y="2511"/>
                  </a:lnTo>
                  <a:lnTo>
                    <a:pt x="127732" y="3677"/>
                  </a:lnTo>
                  <a:lnTo>
                    <a:pt x="122613" y="5006"/>
                  </a:lnTo>
                  <a:lnTo>
                    <a:pt x="117539" y="6496"/>
                  </a:lnTo>
                  <a:lnTo>
                    <a:pt x="112514" y="8146"/>
                  </a:lnTo>
                  <a:lnTo>
                    <a:pt x="107544" y="9954"/>
                  </a:lnTo>
                  <a:lnTo>
                    <a:pt x="102633" y="11918"/>
                  </a:lnTo>
                  <a:lnTo>
                    <a:pt x="97788" y="14036"/>
                  </a:lnTo>
                  <a:lnTo>
                    <a:pt x="93011" y="16307"/>
                  </a:lnTo>
                  <a:lnTo>
                    <a:pt x="88309" y="18728"/>
                  </a:lnTo>
                  <a:lnTo>
                    <a:pt x="83686" y="21296"/>
                  </a:lnTo>
                  <a:lnTo>
                    <a:pt x="79146" y="24009"/>
                  </a:lnTo>
                  <a:lnTo>
                    <a:pt x="74695" y="26865"/>
                  </a:lnTo>
                  <a:lnTo>
                    <a:pt x="70336" y="29859"/>
                  </a:lnTo>
                  <a:lnTo>
                    <a:pt x="66074" y="32990"/>
                  </a:lnTo>
                  <a:lnTo>
                    <a:pt x="61913" y="36255"/>
                  </a:lnTo>
                  <a:lnTo>
                    <a:pt x="57857" y="39649"/>
                  </a:lnTo>
                  <a:lnTo>
                    <a:pt x="53911" y="43170"/>
                  </a:lnTo>
                  <a:lnTo>
                    <a:pt x="50079" y="46814"/>
                  </a:lnTo>
                  <a:lnTo>
                    <a:pt x="46363" y="50578"/>
                  </a:lnTo>
                  <a:lnTo>
                    <a:pt x="42768" y="54457"/>
                  </a:lnTo>
                  <a:lnTo>
                    <a:pt x="39298" y="58448"/>
                  </a:lnTo>
                  <a:lnTo>
                    <a:pt x="35956" y="62547"/>
                  </a:lnTo>
                  <a:lnTo>
                    <a:pt x="32745" y="66749"/>
                  </a:lnTo>
                  <a:lnTo>
                    <a:pt x="29669" y="71051"/>
                  </a:lnTo>
                  <a:lnTo>
                    <a:pt x="26730" y="75448"/>
                  </a:lnTo>
                  <a:lnTo>
                    <a:pt x="23932" y="79935"/>
                  </a:lnTo>
                  <a:lnTo>
                    <a:pt x="21277" y="84509"/>
                  </a:lnTo>
                  <a:lnTo>
                    <a:pt x="18768" y="89165"/>
                  </a:lnTo>
                  <a:lnTo>
                    <a:pt x="16408" y="93898"/>
                  </a:lnTo>
                  <a:lnTo>
                    <a:pt x="14199" y="98703"/>
                  </a:lnTo>
                  <a:lnTo>
                    <a:pt x="12142" y="103575"/>
                  </a:lnTo>
                  <a:lnTo>
                    <a:pt x="10241" y="108510"/>
                  </a:lnTo>
                  <a:lnTo>
                    <a:pt x="8497" y="113503"/>
                  </a:lnTo>
                  <a:lnTo>
                    <a:pt x="6912" y="118549"/>
                  </a:lnTo>
                  <a:lnTo>
                    <a:pt x="5487" y="123642"/>
                  </a:lnTo>
                  <a:lnTo>
                    <a:pt x="4224" y="128777"/>
                  </a:lnTo>
                  <a:lnTo>
                    <a:pt x="3124" y="133950"/>
                  </a:lnTo>
                  <a:lnTo>
                    <a:pt x="2188" y="139155"/>
                  </a:lnTo>
                  <a:lnTo>
                    <a:pt x="1418" y="144388"/>
                  </a:lnTo>
                  <a:lnTo>
                    <a:pt x="813" y="149642"/>
                  </a:lnTo>
                  <a:lnTo>
                    <a:pt x="375" y="154912"/>
                  </a:lnTo>
                  <a:lnTo>
                    <a:pt x="104" y="160194"/>
                  </a:lnTo>
                  <a:lnTo>
                    <a:pt x="0" y="165481"/>
                  </a:lnTo>
                  <a:lnTo>
                    <a:pt x="63" y="170769"/>
                  </a:lnTo>
                  <a:lnTo>
                    <a:pt x="293" y="176053"/>
                  </a:lnTo>
                  <a:lnTo>
                    <a:pt x="691" y="181327"/>
                  </a:lnTo>
                  <a:lnTo>
                    <a:pt x="1255" y="186585"/>
                  </a:lnTo>
                  <a:lnTo>
                    <a:pt x="1985" y="191823"/>
                  </a:lnTo>
                  <a:lnTo>
                    <a:pt x="2880" y="197035"/>
                  </a:lnTo>
                  <a:lnTo>
                    <a:pt x="3940" y="202217"/>
                  </a:lnTo>
                  <a:lnTo>
                    <a:pt x="5164" y="207362"/>
                  </a:lnTo>
                  <a:lnTo>
                    <a:pt x="6549" y="212466"/>
                  </a:lnTo>
                  <a:lnTo>
                    <a:pt x="8095" y="217523"/>
                  </a:lnTo>
                  <a:lnTo>
                    <a:pt x="9801" y="222529"/>
                  </a:lnTo>
                  <a:lnTo>
                    <a:pt x="11664" y="227479"/>
                  </a:lnTo>
                  <a:lnTo>
                    <a:pt x="13682" y="232367"/>
                  </a:lnTo>
                  <a:lnTo>
                    <a:pt x="15854" y="237189"/>
                  </a:lnTo>
                  <a:lnTo>
                    <a:pt x="18178" y="241940"/>
                  </a:lnTo>
                  <a:lnTo>
                    <a:pt x="20651" y="246615"/>
                  </a:lnTo>
                  <a:lnTo>
                    <a:pt x="23270" y="251209"/>
                  </a:lnTo>
                  <a:lnTo>
                    <a:pt x="26033" y="255719"/>
                  </a:lnTo>
                  <a:lnTo>
                    <a:pt x="28938" y="260138"/>
                  </a:lnTo>
                  <a:lnTo>
                    <a:pt x="31981" y="264464"/>
                  </a:lnTo>
                  <a:lnTo>
                    <a:pt x="35159" y="268691"/>
                  </a:lnTo>
                  <a:lnTo>
                    <a:pt x="38470" y="272815"/>
                  </a:lnTo>
                  <a:lnTo>
                    <a:pt x="41909" y="276833"/>
                  </a:lnTo>
                  <a:lnTo>
                    <a:pt x="45473" y="280739"/>
                  </a:lnTo>
                  <a:lnTo>
                    <a:pt x="49160" y="284532"/>
                  </a:lnTo>
                  <a:lnTo>
                    <a:pt x="52964" y="288205"/>
                  </a:lnTo>
                  <a:lnTo>
                    <a:pt x="56883" y="291757"/>
                  </a:lnTo>
                  <a:lnTo>
                    <a:pt x="60912" y="295182"/>
                  </a:lnTo>
                  <a:lnTo>
                    <a:pt x="65048" y="298479"/>
                  </a:lnTo>
                  <a:lnTo>
                    <a:pt x="69286" y="301643"/>
                  </a:lnTo>
                  <a:lnTo>
                    <a:pt x="73621" y="304671"/>
                  </a:lnTo>
                  <a:lnTo>
                    <a:pt x="78051" y="307561"/>
                  </a:lnTo>
                  <a:lnTo>
                    <a:pt x="82569" y="310309"/>
                  </a:lnTo>
                  <a:lnTo>
                    <a:pt x="87172" y="312913"/>
                  </a:lnTo>
                  <a:lnTo>
                    <a:pt x="91856" y="315370"/>
                  </a:lnTo>
                  <a:lnTo>
                    <a:pt x="96614" y="317677"/>
                  </a:lnTo>
                  <a:lnTo>
                    <a:pt x="101443" y="319833"/>
                  </a:lnTo>
                  <a:lnTo>
                    <a:pt x="106338" y="321835"/>
                  </a:lnTo>
                  <a:lnTo>
                    <a:pt x="111294" y="323682"/>
                  </a:lnTo>
                  <a:lnTo>
                    <a:pt x="116306" y="325370"/>
                  </a:lnTo>
                  <a:lnTo>
                    <a:pt x="121369" y="326899"/>
                  </a:lnTo>
                  <a:lnTo>
                    <a:pt x="126477" y="328267"/>
                  </a:lnTo>
                  <a:lnTo>
                    <a:pt x="131627" y="329473"/>
                  </a:lnTo>
                  <a:lnTo>
                    <a:pt x="136812" y="330516"/>
                  </a:lnTo>
                  <a:lnTo>
                    <a:pt x="142027" y="331394"/>
                  </a:lnTo>
                  <a:lnTo>
                    <a:pt x="147267" y="332106"/>
                  </a:lnTo>
                  <a:lnTo>
                    <a:pt x="152527" y="332653"/>
                  </a:lnTo>
                  <a:lnTo>
                    <a:pt x="157802" y="333032"/>
                  </a:lnTo>
                  <a:lnTo>
                    <a:pt x="163087" y="333245"/>
                  </a:lnTo>
                  <a:lnTo>
                    <a:pt x="168375" y="333290"/>
                  </a:lnTo>
                  <a:lnTo>
                    <a:pt x="173662" y="333168"/>
                  </a:lnTo>
                  <a:lnTo>
                    <a:pt x="178943" y="332879"/>
                  </a:lnTo>
                  <a:lnTo>
                    <a:pt x="184212" y="332423"/>
                  </a:lnTo>
                  <a:lnTo>
                    <a:pt x="189464" y="331801"/>
                  </a:lnTo>
                  <a:lnTo>
                    <a:pt x="194693" y="331013"/>
                  </a:lnTo>
                  <a:lnTo>
                    <a:pt x="199895" y="330059"/>
                  </a:lnTo>
                  <a:lnTo>
                    <a:pt x="205065" y="328942"/>
                  </a:lnTo>
                  <a:lnTo>
                    <a:pt x="210196" y="327662"/>
                  </a:lnTo>
                  <a:lnTo>
                    <a:pt x="215284" y="326220"/>
                  </a:lnTo>
                  <a:lnTo>
                    <a:pt x="220324" y="324617"/>
                  </a:lnTo>
                  <a:lnTo>
                    <a:pt x="225311" y="322857"/>
                  </a:lnTo>
                  <a:lnTo>
                    <a:pt x="230240" y="320939"/>
                  </a:lnTo>
                  <a:lnTo>
                    <a:pt x="235105" y="318866"/>
                  </a:lnTo>
                  <a:lnTo>
                    <a:pt x="239903" y="316641"/>
                  </a:lnTo>
                  <a:lnTo>
                    <a:pt x="244628" y="314264"/>
                  </a:lnTo>
                  <a:lnTo>
                    <a:pt x="249275" y="311740"/>
                  </a:lnTo>
                  <a:lnTo>
                    <a:pt x="253840" y="309070"/>
                  </a:lnTo>
                  <a:lnTo>
                    <a:pt x="258318" y="306256"/>
                  </a:lnTo>
                  <a:lnTo>
                    <a:pt x="262705" y="303303"/>
                  </a:lnTo>
                  <a:lnTo>
                    <a:pt x="266997" y="300212"/>
                  </a:lnTo>
                  <a:lnTo>
                    <a:pt x="271188" y="296987"/>
                  </a:lnTo>
                  <a:lnTo>
                    <a:pt x="275275" y="293631"/>
                  </a:lnTo>
                  <a:lnTo>
                    <a:pt x="279255" y="290148"/>
                  </a:lnTo>
                  <a:lnTo>
                    <a:pt x="283122" y="286540"/>
                  </a:lnTo>
                  <a:lnTo>
                    <a:pt x="286873" y="282812"/>
                  </a:lnTo>
                  <a:lnTo>
                    <a:pt x="290504" y="278967"/>
                  </a:lnTo>
                  <a:lnTo>
                    <a:pt x="294011" y="275009"/>
                  </a:lnTo>
                  <a:lnTo>
                    <a:pt x="297392" y="270942"/>
                  </a:lnTo>
                  <a:lnTo>
                    <a:pt x="300642" y="266770"/>
                  </a:lnTo>
                  <a:lnTo>
                    <a:pt x="303759" y="262497"/>
                  </a:lnTo>
                  <a:lnTo>
                    <a:pt x="306739" y="258128"/>
                  </a:lnTo>
                  <a:lnTo>
                    <a:pt x="309580" y="253667"/>
                  </a:lnTo>
                  <a:lnTo>
                    <a:pt x="312278" y="249118"/>
                  </a:lnTo>
                  <a:lnTo>
                    <a:pt x="314830" y="244486"/>
                  </a:lnTo>
                  <a:lnTo>
                    <a:pt x="317235" y="239776"/>
                  </a:lnTo>
                  <a:lnTo>
                    <a:pt x="319490" y="234992"/>
                  </a:lnTo>
                  <a:lnTo>
                    <a:pt x="321592" y="230139"/>
                  </a:lnTo>
                  <a:lnTo>
                    <a:pt x="323539" y="225222"/>
                  </a:lnTo>
                  <a:lnTo>
                    <a:pt x="325330" y="220246"/>
                  </a:lnTo>
                  <a:lnTo>
                    <a:pt x="326963" y="215216"/>
                  </a:lnTo>
                  <a:lnTo>
                    <a:pt x="328436" y="210137"/>
                  </a:lnTo>
                  <a:lnTo>
                    <a:pt x="329747" y="205013"/>
                  </a:lnTo>
                  <a:lnTo>
                    <a:pt x="330896" y="199851"/>
                  </a:lnTo>
                  <a:lnTo>
                    <a:pt x="331881" y="194655"/>
                  </a:lnTo>
                  <a:lnTo>
                    <a:pt x="332701" y="189430"/>
                  </a:lnTo>
                  <a:lnTo>
                    <a:pt x="333355" y="184182"/>
                  </a:lnTo>
                  <a:lnTo>
                    <a:pt x="333843" y="178916"/>
                  </a:lnTo>
                  <a:lnTo>
                    <a:pt x="334164" y="173637"/>
                  </a:lnTo>
                  <a:lnTo>
                    <a:pt x="334318" y="168351"/>
                  </a:lnTo>
                  <a:lnTo>
                    <a:pt x="334305" y="163062"/>
                  </a:lnTo>
                  <a:lnTo>
                    <a:pt x="334124" y="157777"/>
                  </a:lnTo>
                  <a:lnTo>
                    <a:pt x="333777" y="152500"/>
                  </a:lnTo>
                  <a:lnTo>
                    <a:pt x="333262" y="147236"/>
                  </a:lnTo>
                  <a:lnTo>
                    <a:pt x="332582" y="141991"/>
                  </a:lnTo>
                  <a:lnTo>
                    <a:pt x="331735" y="136771"/>
                  </a:lnTo>
                  <a:lnTo>
                    <a:pt x="330724" y="131580"/>
                  </a:lnTo>
                  <a:lnTo>
                    <a:pt x="329550" y="126423"/>
                  </a:lnTo>
                  <a:lnTo>
                    <a:pt x="328212" y="121307"/>
                  </a:lnTo>
                  <a:lnTo>
                    <a:pt x="326714" y="116235"/>
                  </a:lnTo>
                  <a:lnTo>
                    <a:pt x="325056" y="111213"/>
                  </a:lnTo>
                  <a:lnTo>
                    <a:pt x="323240" y="106246"/>
                  </a:lnTo>
                  <a:lnTo>
                    <a:pt x="321268" y="101339"/>
                  </a:lnTo>
                  <a:lnTo>
                    <a:pt x="319141" y="96496"/>
                  </a:lnTo>
                  <a:lnTo>
                    <a:pt x="316862" y="91724"/>
                  </a:lnTo>
                  <a:lnTo>
                    <a:pt x="314434" y="87026"/>
                  </a:lnTo>
                  <a:lnTo>
                    <a:pt x="311858" y="82407"/>
                  </a:lnTo>
                  <a:lnTo>
                    <a:pt x="309137" y="77872"/>
                  </a:lnTo>
                  <a:lnTo>
                    <a:pt x="306274" y="73425"/>
                  </a:lnTo>
                  <a:lnTo>
                    <a:pt x="303272" y="69071"/>
                  </a:lnTo>
                  <a:lnTo>
                    <a:pt x="300134" y="64814"/>
                  </a:lnTo>
                  <a:lnTo>
                    <a:pt x="296863" y="60659"/>
                  </a:lnTo>
                  <a:lnTo>
                    <a:pt x="293462" y="56609"/>
                  </a:lnTo>
                  <a:lnTo>
                    <a:pt x="289934" y="52669"/>
                  </a:lnTo>
                  <a:lnTo>
                    <a:pt x="286284" y="48842"/>
                  </a:lnTo>
                  <a:lnTo>
                    <a:pt x="282514" y="45133"/>
                  </a:lnTo>
                  <a:lnTo>
                    <a:pt x="278629" y="41544"/>
                  </a:lnTo>
                  <a:lnTo>
                    <a:pt x="274632" y="38081"/>
                  </a:lnTo>
                  <a:lnTo>
                    <a:pt x="270528" y="34745"/>
                  </a:lnTo>
                  <a:lnTo>
                    <a:pt x="266320" y="31542"/>
                  </a:lnTo>
                  <a:lnTo>
                    <a:pt x="262013" y="28472"/>
                  </a:lnTo>
                  <a:lnTo>
                    <a:pt x="257612" y="25541"/>
                  </a:lnTo>
                  <a:lnTo>
                    <a:pt x="253119" y="22750"/>
                  </a:lnTo>
                  <a:lnTo>
                    <a:pt x="248541" y="20103"/>
                  </a:lnTo>
                  <a:lnTo>
                    <a:pt x="243881" y="17602"/>
                  </a:lnTo>
                  <a:lnTo>
                    <a:pt x="239144" y="15250"/>
                  </a:lnTo>
                  <a:lnTo>
                    <a:pt x="234336" y="13048"/>
                  </a:lnTo>
                  <a:lnTo>
                    <a:pt x="229460" y="11000"/>
                  </a:lnTo>
                  <a:lnTo>
                    <a:pt x="224521" y="9107"/>
                  </a:lnTo>
                  <a:lnTo>
                    <a:pt x="219526" y="7372"/>
                  </a:lnTo>
                  <a:lnTo>
                    <a:pt x="214478" y="5795"/>
                  </a:lnTo>
                  <a:lnTo>
                    <a:pt x="209382" y="4378"/>
                  </a:lnTo>
                  <a:lnTo>
                    <a:pt x="204245" y="3124"/>
                  </a:lnTo>
                  <a:lnTo>
                    <a:pt x="199070" y="2033"/>
                  </a:lnTo>
                  <a:lnTo>
                    <a:pt x="193863" y="1105"/>
                  </a:lnTo>
                  <a:lnTo>
                    <a:pt x="188630" y="344"/>
                  </a:lnTo>
                  <a:lnTo>
                    <a:pt x="167166" y="166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1464" cy="167167"/>
            </a:xfrm>
            <a:custGeom>
              <a:avLst/>
              <a:pathLst>
                <a:path w="21464" h="167167">
                  <a:moveTo>
                    <a:pt x="21464" y="1383"/>
                  </a:moveTo>
                  <a:lnTo>
                    <a:pt x="14331" y="615"/>
                  </a:lnTo>
                  <a:lnTo>
                    <a:pt x="7172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76" y="5399291"/>
              <a:ext cx="167167" cy="322287"/>
            </a:xfrm>
            <a:custGeom>
              <a:avLst/>
              <a:pathLst>
                <a:path w="167167" h="322287">
                  <a:moveTo>
                    <a:pt x="167167" y="0"/>
                  </a:moveTo>
                  <a:lnTo>
                    <a:pt x="161803" y="86"/>
                  </a:lnTo>
                  <a:lnTo>
                    <a:pt x="156446" y="344"/>
                  </a:lnTo>
                  <a:lnTo>
                    <a:pt x="151099" y="773"/>
                  </a:lnTo>
                  <a:lnTo>
                    <a:pt x="145769" y="1375"/>
                  </a:lnTo>
                  <a:lnTo>
                    <a:pt x="140461" y="2147"/>
                  </a:lnTo>
                  <a:lnTo>
                    <a:pt x="135180" y="3088"/>
                  </a:lnTo>
                  <a:lnTo>
                    <a:pt x="129932" y="4199"/>
                  </a:lnTo>
                  <a:lnTo>
                    <a:pt x="124723" y="5477"/>
                  </a:lnTo>
                  <a:lnTo>
                    <a:pt x="119557" y="6922"/>
                  </a:lnTo>
                  <a:lnTo>
                    <a:pt x="114441" y="8532"/>
                  </a:lnTo>
                  <a:lnTo>
                    <a:pt x="109378" y="10306"/>
                  </a:lnTo>
                  <a:lnTo>
                    <a:pt x="104376" y="12240"/>
                  </a:lnTo>
                  <a:lnTo>
                    <a:pt x="99437" y="14335"/>
                  </a:lnTo>
                  <a:lnTo>
                    <a:pt x="94569" y="16586"/>
                  </a:lnTo>
                  <a:lnTo>
                    <a:pt x="89775" y="18993"/>
                  </a:lnTo>
                  <a:lnTo>
                    <a:pt x="85061" y="21552"/>
                  </a:lnTo>
                  <a:lnTo>
                    <a:pt x="80432" y="24261"/>
                  </a:lnTo>
                  <a:lnTo>
                    <a:pt x="75891" y="27118"/>
                  </a:lnTo>
                  <a:lnTo>
                    <a:pt x="71445" y="30118"/>
                  </a:lnTo>
                  <a:lnTo>
                    <a:pt x="67098" y="33260"/>
                  </a:lnTo>
                  <a:lnTo>
                    <a:pt x="62853" y="36539"/>
                  </a:lnTo>
                  <a:lnTo>
                    <a:pt x="58716" y="39953"/>
                  </a:lnTo>
                  <a:lnTo>
                    <a:pt x="54690" y="43498"/>
                  </a:lnTo>
                  <a:lnTo>
                    <a:pt x="50780" y="47170"/>
                  </a:lnTo>
                  <a:lnTo>
                    <a:pt x="46990" y="50966"/>
                  </a:lnTo>
                  <a:lnTo>
                    <a:pt x="43324" y="54882"/>
                  </a:lnTo>
                  <a:lnTo>
                    <a:pt x="39785" y="58913"/>
                  </a:lnTo>
                  <a:lnTo>
                    <a:pt x="36378" y="63055"/>
                  </a:lnTo>
                  <a:lnTo>
                    <a:pt x="33105" y="67305"/>
                  </a:lnTo>
                  <a:lnTo>
                    <a:pt x="29970" y="71658"/>
                  </a:lnTo>
                  <a:lnTo>
                    <a:pt x="26977" y="76108"/>
                  </a:lnTo>
                  <a:lnTo>
                    <a:pt x="24127" y="80653"/>
                  </a:lnTo>
                  <a:lnTo>
                    <a:pt x="21425" y="85287"/>
                  </a:lnTo>
                  <a:lnTo>
                    <a:pt x="18873" y="90005"/>
                  </a:lnTo>
                  <a:lnTo>
                    <a:pt x="16474" y="94802"/>
                  </a:lnTo>
                  <a:lnTo>
                    <a:pt x="14230" y="99674"/>
                  </a:lnTo>
                  <a:lnTo>
                    <a:pt x="12143" y="104616"/>
                  </a:lnTo>
                  <a:lnTo>
                    <a:pt x="10216" y="109621"/>
                  </a:lnTo>
                  <a:lnTo>
                    <a:pt x="8451" y="114686"/>
                  </a:lnTo>
                  <a:lnTo>
                    <a:pt x="6849" y="119806"/>
                  </a:lnTo>
                  <a:lnTo>
                    <a:pt x="5412" y="124974"/>
                  </a:lnTo>
                  <a:lnTo>
                    <a:pt x="4141" y="130185"/>
                  </a:lnTo>
                  <a:lnTo>
                    <a:pt x="3039" y="135434"/>
                  </a:lnTo>
                  <a:lnTo>
                    <a:pt x="2105" y="140716"/>
                  </a:lnTo>
                  <a:lnTo>
                    <a:pt x="1342" y="146026"/>
                  </a:lnTo>
                  <a:lnTo>
                    <a:pt x="749" y="151357"/>
                  </a:lnTo>
                  <a:lnTo>
                    <a:pt x="327" y="156704"/>
                  </a:lnTo>
                  <a:lnTo>
                    <a:pt x="77" y="162062"/>
                  </a:lnTo>
                  <a:lnTo>
                    <a:pt x="0" y="167426"/>
                  </a:lnTo>
                  <a:lnTo>
                    <a:pt x="94" y="172789"/>
                  </a:lnTo>
                  <a:lnTo>
                    <a:pt x="360" y="178146"/>
                  </a:lnTo>
                  <a:lnTo>
                    <a:pt x="798" y="183492"/>
                  </a:lnTo>
                  <a:lnTo>
                    <a:pt x="1408" y="188821"/>
                  </a:lnTo>
                  <a:lnTo>
                    <a:pt x="2188" y="194128"/>
                  </a:lnTo>
                  <a:lnTo>
                    <a:pt x="3138" y="199407"/>
                  </a:lnTo>
                  <a:lnTo>
                    <a:pt x="4257" y="204653"/>
                  </a:lnTo>
                  <a:lnTo>
                    <a:pt x="5543" y="209861"/>
                  </a:lnTo>
                  <a:lnTo>
                    <a:pt x="6996" y="215024"/>
                  </a:lnTo>
                  <a:lnTo>
                    <a:pt x="8614" y="220138"/>
                  </a:lnTo>
                  <a:lnTo>
                    <a:pt x="10395" y="225198"/>
                  </a:lnTo>
                  <a:lnTo>
                    <a:pt x="12338" y="230198"/>
                  </a:lnTo>
                  <a:lnTo>
                    <a:pt x="14439" y="235133"/>
                  </a:lnTo>
                  <a:lnTo>
                    <a:pt x="16699" y="239998"/>
                  </a:lnTo>
                  <a:lnTo>
                    <a:pt x="19113" y="244788"/>
                  </a:lnTo>
                  <a:lnTo>
                    <a:pt x="21679" y="249498"/>
                  </a:lnTo>
                  <a:lnTo>
                    <a:pt x="24396" y="254123"/>
                  </a:lnTo>
                  <a:lnTo>
                    <a:pt x="27259" y="258659"/>
                  </a:lnTo>
                  <a:lnTo>
                    <a:pt x="30266" y="263100"/>
                  </a:lnTo>
                  <a:lnTo>
                    <a:pt x="33415" y="267443"/>
                  </a:lnTo>
                  <a:lnTo>
                    <a:pt x="36701" y="271683"/>
                  </a:lnTo>
                  <a:lnTo>
                    <a:pt x="40121" y="275815"/>
                  </a:lnTo>
                  <a:lnTo>
                    <a:pt x="43672" y="279835"/>
                  </a:lnTo>
                  <a:lnTo>
                    <a:pt x="47350" y="283739"/>
                  </a:lnTo>
                  <a:lnTo>
                    <a:pt x="51152" y="287523"/>
                  </a:lnTo>
                  <a:lnTo>
                    <a:pt x="55073" y="291183"/>
                  </a:lnTo>
                  <a:lnTo>
                    <a:pt x="59110" y="294716"/>
                  </a:lnTo>
                  <a:lnTo>
                    <a:pt x="63258" y="298117"/>
                  </a:lnTo>
                  <a:lnTo>
                    <a:pt x="67512" y="301383"/>
                  </a:lnTo>
                  <a:lnTo>
                    <a:pt x="71870" y="304511"/>
                  </a:lnTo>
                  <a:lnTo>
                    <a:pt x="76325" y="307498"/>
                  </a:lnTo>
                  <a:lnTo>
                    <a:pt x="80874" y="310340"/>
                  </a:lnTo>
                  <a:lnTo>
                    <a:pt x="85512" y="313035"/>
                  </a:lnTo>
                  <a:lnTo>
                    <a:pt x="90234" y="315580"/>
                  </a:lnTo>
                  <a:lnTo>
                    <a:pt x="95035" y="317971"/>
                  </a:lnTo>
                  <a:lnTo>
                    <a:pt x="99911" y="320208"/>
                  </a:lnTo>
                  <a:lnTo>
                    <a:pt x="104855" y="32228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61232" y="5566459"/>
              <a:ext cx="62311" cy="155120"/>
            </a:xfrm>
            <a:custGeom>
              <a:avLst/>
              <a:pathLst>
                <a:path w="62311" h="155120">
                  <a:moveTo>
                    <a:pt x="0" y="155120"/>
                  </a:moveTo>
                  <a:lnTo>
                    <a:pt x="623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61232" y="5566459"/>
              <a:ext cx="62311" cy="155120"/>
            </a:xfrm>
            <a:custGeom>
              <a:avLst/>
              <a:pathLst>
                <a:path w="62311" h="155120">
                  <a:moveTo>
                    <a:pt x="0" y="155120"/>
                  </a:moveTo>
                  <a:lnTo>
                    <a:pt x="623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61232" y="5566459"/>
              <a:ext cx="62311" cy="155120"/>
            </a:xfrm>
            <a:custGeom>
              <a:avLst/>
              <a:pathLst>
                <a:path w="62311" h="155120">
                  <a:moveTo>
                    <a:pt x="0" y="155120"/>
                  </a:moveTo>
                  <a:lnTo>
                    <a:pt x="623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61232" y="5566459"/>
              <a:ext cx="62311" cy="155120"/>
            </a:xfrm>
            <a:custGeom>
              <a:avLst/>
              <a:pathLst>
                <a:path w="62311" h="155120">
                  <a:moveTo>
                    <a:pt x="0" y="155120"/>
                  </a:moveTo>
                  <a:lnTo>
                    <a:pt x="623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61232" y="5566459"/>
              <a:ext cx="62311" cy="155120"/>
            </a:xfrm>
            <a:custGeom>
              <a:avLst/>
              <a:pathLst>
                <a:path w="62311" h="155120">
                  <a:moveTo>
                    <a:pt x="0" y="155120"/>
                  </a:moveTo>
                  <a:lnTo>
                    <a:pt x="623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61232" y="5566459"/>
              <a:ext cx="91575" cy="167167"/>
            </a:xfrm>
            <a:custGeom>
              <a:avLst/>
              <a:pathLst>
                <a:path w="91575" h="167167">
                  <a:moveTo>
                    <a:pt x="0" y="155120"/>
                  </a:moveTo>
                  <a:lnTo>
                    <a:pt x="5445" y="157198"/>
                  </a:lnTo>
                  <a:lnTo>
                    <a:pt x="10961" y="159085"/>
                  </a:lnTo>
                  <a:lnTo>
                    <a:pt x="16538" y="160778"/>
                  </a:lnTo>
                  <a:lnTo>
                    <a:pt x="22171" y="162276"/>
                  </a:lnTo>
                  <a:lnTo>
                    <a:pt x="27853" y="163577"/>
                  </a:lnTo>
                  <a:lnTo>
                    <a:pt x="33577" y="164679"/>
                  </a:lnTo>
                  <a:lnTo>
                    <a:pt x="39336" y="165581"/>
                  </a:lnTo>
                  <a:lnTo>
                    <a:pt x="45123" y="166281"/>
                  </a:lnTo>
                  <a:lnTo>
                    <a:pt x="50930" y="166779"/>
                  </a:lnTo>
                  <a:lnTo>
                    <a:pt x="56752" y="167074"/>
                  </a:lnTo>
                  <a:lnTo>
                    <a:pt x="62580" y="167167"/>
                  </a:lnTo>
                  <a:lnTo>
                    <a:pt x="68408" y="167056"/>
                  </a:lnTo>
                  <a:lnTo>
                    <a:pt x="74228" y="166742"/>
                  </a:lnTo>
                  <a:lnTo>
                    <a:pt x="80034" y="166225"/>
                  </a:lnTo>
                  <a:lnTo>
                    <a:pt x="85819" y="165506"/>
                  </a:lnTo>
                  <a:lnTo>
                    <a:pt x="91575" y="164586"/>
                  </a:lnTo>
                  <a:lnTo>
                    <a:pt x="623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167161" cy="331753"/>
            </a:xfrm>
            <a:custGeom>
              <a:avLst/>
              <a:pathLst>
                <a:path w="167161" h="331753">
                  <a:moveTo>
                    <a:pt x="29263" y="331753"/>
                  </a:moveTo>
                  <a:lnTo>
                    <a:pt x="34496" y="330736"/>
                  </a:lnTo>
                  <a:lnTo>
                    <a:pt x="39694" y="329553"/>
                  </a:lnTo>
                  <a:lnTo>
                    <a:pt x="44851" y="328205"/>
                  </a:lnTo>
                  <a:lnTo>
                    <a:pt x="49962" y="326693"/>
                  </a:lnTo>
                  <a:lnTo>
                    <a:pt x="55023" y="325019"/>
                  </a:lnTo>
                  <a:lnTo>
                    <a:pt x="60028" y="323185"/>
                  </a:lnTo>
                  <a:lnTo>
                    <a:pt x="64972" y="321191"/>
                  </a:lnTo>
                  <a:lnTo>
                    <a:pt x="69849" y="319042"/>
                  </a:lnTo>
                  <a:lnTo>
                    <a:pt x="74656" y="316737"/>
                  </a:lnTo>
                  <a:lnTo>
                    <a:pt x="79387" y="314281"/>
                  </a:lnTo>
                  <a:lnTo>
                    <a:pt x="84037" y="311675"/>
                  </a:lnTo>
                  <a:lnTo>
                    <a:pt x="88602" y="308922"/>
                  </a:lnTo>
                  <a:lnTo>
                    <a:pt x="93076" y="306025"/>
                  </a:lnTo>
                  <a:lnTo>
                    <a:pt x="97456" y="302987"/>
                  </a:lnTo>
                  <a:lnTo>
                    <a:pt x="101737" y="299811"/>
                  </a:lnTo>
                  <a:lnTo>
                    <a:pt x="105914" y="296500"/>
                  </a:lnTo>
                  <a:lnTo>
                    <a:pt x="109984" y="293057"/>
                  </a:lnTo>
                  <a:lnTo>
                    <a:pt x="113942" y="289486"/>
                  </a:lnTo>
                  <a:lnTo>
                    <a:pt x="117784" y="285791"/>
                  </a:lnTo>
                  <a:lnTo>
                    <a:pt x="121506" y="281976"/>
                  </a:lnTo>
                  <a:lnTo>
                    <a:pt x="125105" y="278043"/>
                  </a:lnTo>
                  <a:lnTo>
                    <a:pt x="128576" y="273998"/>
                  </a:lnTo>
                  <a:lnTo>
                    <a:pt x="131917" y="269845"/>
                  </a:lnTo>
                  <a:lnTo>
                    <a:pt x="135124" y="265586"/>
                  </a:lnTo>
                  <a:lnTo>
                    <a:pt x="138193" y="261228"/>
                  </a:lnTo>
                  <a:lnTo>
                    <a:pt x="141122" y="256774"/>
                  </a:lnTo>
                  <a:lnTo>
                    <a:pt x="143907" y="252229"/>
                  </a:lnTo>
                  <a:lnTo>
                    <a:pt x="146546" y="247598"/>
                  </a:lnTo>
                  <a:lnTo>
                    <a:pt x="149036" y="242885"/>
                  </a:lnTo>
                  <a:lnTo>
                    <a:pt x="151374" y="238095"/>
                  </a:lnTo>
                  <a:lnTo>
                    <a:pt x="153558" y="233232"/>
                  </a:lnTo>
                  <a:lnTo>
                    <a:pt x="155587" y="228303"/>
                  </a:lnTo>
                  <a:lnTo>
                    <a:pt x="157457" y="223311"/>
                  </a:lnTo>
                  <a:lnTo>
                    <a:pt x="159167" y="218262"/>
                  </a:lnTo>
                  <a:lnTo>
                    <a:pt x="160715" y="213161"/>
                  </a:lnTo>
                  <a:lnTo>
                    <a:pt x="162100" y="208014"/>
                  </a:lnTo>
                  <a:lnTo>
                    <a:pt x="163320" y="202825"/>
                  </a:lnTo>
                  <a:lnTo>
                    <a:pt x="164373" y="197600"/>
                  </a:lnTo>
                  <a:lnTo>
                    <a:pt x="165260" y="192343"/>
                  </a:lnTo>
                  <a:lnTo>
                    <a:pt x="165979" y="187062"/>
                  </a:lnTo>
                  <a:lnTo>
                    <a:pt x="166529" y="181760"/>
                  </a:lnTo>
                  <a:lnTo>
                    <a:pt x="166909" y="176443"/>
                  </a:lnTo>
                  <a:lnTo>
                    <a:pt x="167120" y="171116"/>
                  </a:lnTo>
                  <a:lnTo>
                    <a:pt x="167161" y="165786"/>
                  </a:lnTo>
                  <a:lnTo>
                    <a:pt x="167032" y="160457"/>
                  </a:lnTo>
                  <a:lnTo>
                    <a:pt x="166733" y="155135"/>
                  </a:lnTo>
                  <a:lnTo>
                    <a:pt x="166265" y="149825"/>
                  </a:lnTo>
                  <a:lnTo>
                    <a:pt x="165628" y="144533"/>
                  </a:lnTo>
                  <a:lnTo>
                    <a:pt x="164822" y="139264"/>
                  </a:lnTo>
                  <a:lnTo>
                    <a:pt x="163848" y="134023"/>
                  </a:lnTo>
                  <a:lnTo>
                    <a:pt x="162708" y="128816"/>
                  </a:lnTo>
                  <a:lnTo>
                    <a:pt x="161403" y="123648"/>
                  </a:lnTo>
                  <a:lnTo>
                    <a:pt x="159933" y="118524"/>
                  </a:lnTo>
                  <a:lnTo>
                    <a:pt x="158301" y="113449"/>
                  </a:lnTo>
                  <a:lnTo>
                    <a:pt x="156508" y="108429"/>
                  </a:lnTo>
                  <a:lnTo>
                    <a:pt x="154555" y="103469"/>
                  </a:lnTo>
                  <a:lnTo>
                    <a:pt x="152446" y="98574"/>
                  </a:lnTo>
                  <a:lnTo>
                    <a:pt x="150182" y="93748"/>
                  </a:lnTo>
                  <a:lnTo>
                    <a:pt x="147764" y="88997"/>
                  </a:lnTo>
                  <a:lnTo>
                    <a:pt x="145197" y="84326"/>
                  </a:lnTo>
                  <a:lnTo>
                    <a:pt x="142482" y="79739"/>
                  </a:lnTo>
                  <a:lnTo>
                    <a:pt x="139622" y="75240"/>
                  </a:lnTo>
                  <a:lnTo>
                    <a:pt x="136620" y="70835"/>
                  </a:lnTo>
                  <a:lnTo>
                    <a:pt x="133479" y="66529"/>
                  </a:lnTo>
                  <a:lnTo>
                    <a:pt x="130203" y="62324"/>
                  </a:lnTo>
                  <a:lnTo>
                    <a:pt x="126794" y="58226"/>
                  </a:lnTo>
                  <a:lnTo>
                    <a:pt x="123256" y="54239"/>
                  </a:lnTo>
                  <a:lnTo>
                    <a:pt x="119593" y="50366"/>
                  </a:lnTo>
                  <a:lnTo>
                    <a:pt x="115808" y="46613"/>
                  </a:lnTo>
                  <a:lnTo>
                    <a:pt x="111906" y="42982"/>
                  </a:lnTo>
                  <a:lnTo>
                    <a:pt x="107889" y="39477"/>
                  </a:lnTo>
                  <a:lnTo>
                    <a:pt x="103763" y="36102"/>
                  </a:lnTo>
                  <a:lnTo>
                    <a:pt x="99532" y="32860"/>
                  </a:lnTo>
                  <a:lnTo>
                    <a:pt x="95199" y="29755"/>
                  </a:lnTo>
                  <a:lnTo>
                    <a:pt x="90770" y="26790"/>
                  </a:lnTo>
                  <a:lnTo>
                    <a:pt x="86248" y="23967"/>
                  </a:lnTo>
                  <a:lnTo>
                    <a:pt x="81638" y="21290"/>
                  </a:lnTo>
                  <a:lnTo>
                    <a:pt x="76946" y="18761"/>
                  </a:lnTo>
                  <a:lnTo>
                    <a:pt x="72175" y="16384"/>
                  </a:lnTo>
                  <a:lnTo>
                    <a:pt x="67331" y="14159"/>
                  </a:lnTo>
                  <a:lnTo>
                    <a:pt x="62418" y="12090"/>
                  </a:lnTo>
                  <a:lnTo>
                    <a:pt x="57442" y="10179"/>
                  </a:lnTo>
                  <a:lnTo>
                    <a:pt x="52408" y="8427"/>
                  </a:lnTo>
                  <a:lnTo>
                    <a:pt x="47320" y="6837"/>
                  </a:lnTo>
                  <a:lnTo>
                    <a:pt x="42184" y="5410"/>
                  </a:lnTo>
                  <a:lnTo>
                    <a:pt x="37005" y="4147"/>
                  </a:lnTo>
                  <a:lnTo>
                    <a:pt x="31789" y="3050"/>
                  </a:lnTo>
                  <a:lnTo>
                    <a:pt x="26540" y="2120"/>
                  </a:lnTo>
                  <a:lnTo>
                    <a:pt x="21265" y="1358"/>
                  </a:lnTo>
                  <a:lnTo>
                    <a:pt x="15967" y="764"/>
                  </a:lnTo>
                  <a:lnTo>
                    <a:pt x="10654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09848" y="5269756"/>
              <a:ext cx="135409" cy="167167"/>
            </a:xfrm>
            <a:custGeom>
              <a:avLst/>
              <a:pathLst>
                <a:path w="135409" h="167167">
                  <a:moveTo>
                    <a:pt x="135409" y="0"/>
                  </a:moveTo>
                  <a:lnTo>
                    <a:pt x="129968" y="88"/>
                  </a:lnTo>
                  <a:lnTo>
                    <a:pt x="124532" y="354"/>
                  </a:lnTo>
                  <a:lnTo>
                    <a:pt x="119107" y="796"/>
                  </a:lnTo>
                  <a:lnTo>
                    <a:pt x="113700" y="1415"/>
                  </a:lnTo>
                  <a:lnTo>
                    <a:pt x="108316" y="2210"/>
                  </a:lnTo>
                  <a:lnTo>
                    <a:pt x="102960" y="3179"/>
                  </a:lnTo>
                  <a:lnTo>
                    <a:pt x="97639" y="4322"/>
                  </a:lnTo>
                  <a:lnTo>
                    <a:pt x="92358" y="5638"/>
                  </a:lnTo>
                  <a:lnTo>
                    <a:pt x="87123" y="7125"/>
                  </a:lnTo>
                  <a:lnTo>
                    <a:pt x="81939" y="8782"/>
                  </a:lnTo>
                  <a:lnTo>
                    <a:pt x="76811" y="10606"/>
                  </a:lnTo>
                  <a:lnTo>
                    <a:pt x="71746" y="12597"/>
                  </a:lnTo>
                  <a:lnTo>
                    <a:pt x="66748" y="14751"/>
                  </a:lnTo>
                  <a:lnTo>
                    <a:pt x="61823" y="17067"/>
                  </a:lnTo>
                  <a:lnTo>
                    <a:pt x="56976" y="19542"/>
                  </a:lnTo>
                  <a:lnTo>
                    <a:pt x="52212" y="22174"/>
                  </a:lnTo>
                  <a:lnTo>
                    <a:pt x="47536" y="24959"/>
                  </a:lnTo>
                  <a:lnTo>
                    <a:pt x="42953" y="27895"/>
                  </a:lnTo>
                  <a:lnTo>
                    <a:pt x="38468" y="30978"/>
                  </a:lnTo>
                  <a:lnTo>
                    <a:pt x="34086" y="34206"/>
                  </a:lnTo>
                  <a:lnTo>
                    <a:pt x="29812" y="37575"/>
                  </a:lnTo>
                  <a:lnTo>
                    <a:pt x="25649" y="41081"/>
                  </a:lnTo>
                  <a:lnTo>
                    <a:pt x="21603" y="44721"/>
                  </a:lnTo>
                  <a:lnTo>
                    <a:pt x="17677" y="48490"/>
                  </a:lnTo>
                  <a:lnTo>
                    <a:pt x="13876" y="52386"/>
                  </a:lnTo>
                  <a:lnTo>
                    <a:pt x="10204" y="56403"/>
                  </a:lnTo>
                  <a:lnTo>
                    <a:pt x="6665" y="60537"/>
                  </a:lnTo>
                  <a:lnTo>
                    <a:pt x="3262" y="64785"/>
                  </a:lnTo>
                  <a:lnTo>
                    <a:pt x="0" y="69141"/>
                  </a:lnTo>
                  <a:lnTo>
                    <a:pt x="1354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09848" y="5338897"/>
              <a:ext cx="135409" cy="98026"/>
            </a:xfrm>
            <a:custGeom>
              <a:avLst/>
              <a:pathLst>
                <a:path w="135409" h="98026">
                  <a:moveTo>
                    <a:pt x="0" y="0"/>
                  </a:moveTo>
                  <a:lnTo>
                    <a:pt x="135409" y="98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09848" y="5338897"/>
              <a:ext cx="135409" cy="98026"/>
            </a:xfrm>
            <a:custGeom>
              <a:avLst/>
              <a:pathLst>
                <a:path w="135409" h="98026">
                  <a:moveTo>
                    <a:pt x="0" y="0"/>
                  </a:moveTo>
                  <a:lnTo>
                    <a:pt x="135409" y="98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09848" y="5338897"/>
              <a:ext cx="135409" cy="98026"/>
            </a:xfrm>
            <a:custGeom>
              <a:avLst/>
              <a:pathLst>
                <a:path w="135409" h="98026">
                  <a:moveTo>
                    <a:pt x="0" y="0"/>
                  </a:moveTo>
                  <a:lnTo>
                    <a:pt x="135409" y="98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09848" y="5338897"/>
              <a:ext cx="135409" cy="98026"/>
            </a:xfrm>
            <a:custGeom>
              <a:avLst/>
              <a:pathLst>
                <a:path w="135409" h="98026">
                  <a:moveTo>
                    <a:pt x="0" y="0"/>
                  </a:moveTo>
                  <a:lnTo>
                    <a:pt x="135409" y="98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8837" y="5338897"/>
              <a:ext cx="156421" cy="98026"/>
            </a:xfrm>
            <a:custGeom>
              <a:avLst/>
              <a:pathLst>
                <a:path w="156421" h="98026">
                  <a:moveTo>
                    <a:pt x="21011" y="0"/>
                  </a:moveTo>
                  <a:lnTo>
                    <a:pt x="17384" y="5216"/>
                  </a:lnTo>
                  <a:lnTo>
                    <a:pt x="13957" y="10567"/>
                  </a:lnTo>
                  <a:lnTo>
                    <a:pt x="10736" y="16045"/>
                  </a:lnTo>
                  <a:lnTo>
                    <a:pt x="7726" y="21641"/>
                  </a:lnTo>
                  <a:lnTo>
                    <a:pt x="4930" y="27347"/>
                  </a:lnTo>
                  <a:lnTo>
                    <a:pt x="2354" y="33155"/>
                  </a:lnTo>
                  <a:lnTo>
                    <a:pt x="0" y="39057"/>
                  </a:lnTo>
                  <a:lnTo>
                    <a:pt x="156421" y="98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102" y="5269756"/>
              <a:ext cx="334305" cy="334334"/>
            </a:xfrm>
            <a:custGeom>
              <a:avLst/>
              <a:pathLst>
                <a:path w="334305" h="334334">
                  <a:moveTo>
                    <a:pt x="10734" y="108198"/>
                  </a:moveTo>
                  <a:lnTo>
                    <a:pt x="8943" y="113187"/>
                  </a:lnTo>
                  <a:lnTo>
                    <a:pt x="7312" y="118229"/>
                  </a:lnTo>
                  <a:lnTo>
                    <a:pt x="5841" y="123321"/>
                  </a:lnTo>
                  <a:lnTo>
                    <a:pt x="4532" y="128456"/>
                  </a:lnTo>
                  <a:lnTo>
                    <a:pt x="3386" y="133631"/>
                  </a:lnTo>
                  <a:lnTo>
                    <a:pt x="2406" y="138840"/>
                  </a:lnTo>
                  <a:lnTo>
                    <a:pt x="1590" y="144076"/>
                  </a:lnTo>
                  <a:lnTo>
                    <a:pt x="942" y="149336"/>
                  </a:lnTo>
                  <a:lnTo>
                    <a:pt x="460" y="154614"/>
                  </a:lnTo>
                  <a:lnTo>
                    <a:pt x="146" y="159905"/>
                  </a:lnTo>
                  <a:lnTo>
                    <a:pt x="0" y="165203"/>
                  </a:lnTo>
                  <a:lnTo>
                    <a:pt x="21" y="170503"/>
                  </a:lnTo>
                  <a:lnTo>
                    <a:pt x="211" y="175799"/>
                  </a:lnTo>
                  <a:lnTo>
                    <a:pt x="569" y="181087"/>
                  </a:lnTo>
                  <a:lnTo>
                    <a:pt x="1094" y="186361"/>
                  </a:lnTo>
                  <a:lnTo>
                    <a:pt x="1785" y="191616"/>
                  </a:lnTo>
                  <a:lnTo>
                    <a:pt x="2644" y="196846"/>
                  </a:lnTo>
                  <a:lnTo>
                    <a:pt x="3667" y="202046"/>
                  </a:lnTo>
                  <a:lnTo>
                    <a:pt x="4855" y="207211"/>
                  </a:lnTo>
                  <a:lnTo>
                    <a:pt x="6206" y="212336"/>
                  </a:lnTo>
                  <a:lnTo>
                    <a:pt x="7719" y="217415"/>
                  </a:lnTo>
                  <a:lnTo>
                    <a:pt x="9392" y="222444"/>
                  </a:lnTo>
                  <a:lnTo>
                    <a:pt x="11223" y="227418"/>
                  </a:lnTo>
                  <a:lnTo>
                    <a:pt x="13212" y="232330"/>
                  </a:lnTo>
                  <a:lnTo>
                    <a:pt x="15355" y="237178"/>
                  </a:lnTo>
                  <a:lnTo>
                    <a:pt x="17650" y="241955"/>
                  </a:lnTo>
                  <a:lnTo>
                    <a:pt x="20096" y="246656"/>
                  </a:lnTo>
                  <a:lnTo>
                    <a:pt x="22690" y="251278"/>
                  </a:lnTo>
                  <a:lnTo>
                    <a:pt x="25429" y="255816"/>
                  </a:lnTo>
                  <a:lnTo>
                    <a:pt x="28310" y="260264"/>
                  </a:lnTo>
                  <a:lnTo>
                    <a:pt x="31331" y="264618"/>
                  </a:lnTo>
                  <a:lnTo>
                    <a:pt x="34489" y="268875"/>
                  </a:lnTo>
                  <a:lnTo>
                    <a:pt x="37780" y="273030"/>
                  </a:lnTo>
                  <a:lnTo>
                    <a:pt x="41201" y="277078"/>
                  </a:lnTo>
                  <a:lnTo>
                    <a:pt x="44748" y="281015"/>
                  </a:lnTo>
                  <a:lnTo>
                    <a:pt x="48419" y="284838"/>
                  </a:lnTo>
                  <a:lnTo>
                    <a:pt x="52209" y="288543"/>
                  </a:lnTo>
                  <a:lnTo>
                    <a:pt x="56114" y="292126"/>
                  </a:lnTo>
                  <a:lnTo>
                    <a:pt x="60131" y="295583"/>
                  </a:lnTo>
                  <a:lnTo>
                    <a:pt x="64256" y="298911"/>
                  </a:lnTo>
                  <a:lnTo>
                    <a:pt x="68484" y="302107"/>
                  </a:lnTo>
                  <a:lnTo>
                    <a:pt x="72811" y="305167"/>
                  </a:lnTo>
                  <a:lnTo>
                    <a:pt x="77233" y="308089"/>
                  </a:lnTo>
                  <a:lnTo>
                    <a:pt x="81746" y="310868"/>
                  </a:lnTo>
                  <a:lnTo>
                    <a:pt x="86344" y="313504"/>
                  </a:lnTo>
                  <a:lnTo>
                    <a:pt x="91023" y="315992"/>
                  </a:lnTo>
                  <a:lnTo>
                    <a:pt x="95779" y="318331"/>
                  </a:lnTo>
                  <a:lnTo>
                    <a:pt x="100607" y="320517"/>
                  </a:lnTo>
                  <a:lnTo>
                    <a:pt x="105502" y="322550"/>
                  </a:lnTo>
                  <a:lnTo>
                    <a:pt x="110459" y="324426"/>
                  </a:lnTo>
                  <a:lnTo>
                    <a:pt x="115472" y="326144"/>
                  </a:lnTo>
                  <a:lnTo>
                    <a:pt x="120538" y="327703"/>
                  </a:lnTo>
                  <a:lnTo>
                    <a:pt x="125650" y="329100"/>
                  </a:lnTo>
                  <a:lnTo>
                    <a:pt x="130804" y="330334"/>
                  </a:lnTo>
                  <a:lnTo>
                    <a:pt x="135995" y="331405"/>
                  </a:lnTo>
                  <a:lnTo>
                    <a:pt x="141217" y="332310"/>
                  </a:lnTo>
                  <a:lnTo>
                    <a:pt x="146465" y="333049"/>
                  </a:lnTo>
                  <a:lnTo>
                    <a:pt x="151734" y="333622"/>
                  </a:lnTo>
                  <a:lnTo>
                    <a:pt x="157019" y="334027"/>
                  </a:lnTo>
                  <a:lnTo>
                    <a:pt x="162313" y="334264"/>
                  </a:lnTo>
                  <a:lnTo>
                    <a:pt x="167613" y="334334"/>
                  </a:lnTo>
                  <a:lnTo>
                    <a:pt x="172912" y="334235"/>
                  </a:lnTo>
                  <a:lnTo>
                    <a:pt x="178205" y="333969"/>
                  </a:lnTo>
                  <a:lnTo>
                    <a:pt x="183487" y="333535"/>
                  </a:lnTo>
                  <a:lnTo>
                    <a:pt x="188753" y="332933"/>
                  </a:lnTo>
                  <a:lnTo>
                    <a:pt x="193997" y="332165"/>
                  </a:lnTo>
                  <a:lnTo>
                    <a:pt x="199214" y="331232"/>
                  </a:lnTo>
                  <a:lnTo>
                    <a:pt x="204399" y="330133"/>
                  </a:lnTo>
                  <a:lnTo>
                    <a:pt x="209546" y="328870"/>
                  </a:lnTo>
                  <a:lnTo>
                    <a:pt x="214651" y="327445"/>
                  </a:lnTo>
                  <a:lnTo>
                    <a:pt x="219708" y="325859"/>
                  </a:lnTo>
                  <a:lnTo>
                    <a:pt x="224712" y="324113"/>
                  </a:lnTo>
                  <a:lnTo>
                    <a:pt x="229658" y="322210"/>
                  </a:lnTo>
                  <a:lnTo>
                    <a:pt x="234542" y="320151"/>
                  </a:lnTo>
                  <a:lnTo>
                    <a:pt x="239357" y="317938"/>
                  </a:lnTo>
                  <a:lnTo>
                    <a:pt x="244101" y="315573"/>
                  </a:lnTo>
                  <a:lnTo>
                    <a:pt x="248767" y="313059"/>
                  </a:lnTo>
                  <a:lnTo>
                    <a:pt x="253350" y="310399"/>
                  </a:lnTo>
                  <a:lnTo>
                    <a:pt x="257848" y="307594"/>
                  </a:lnTo>
                  <a:lnTo>
                    <a:pt x="262254" y="304649"/>
                  </a:lnTo>
                  <a:lnTo>
                    <a:pt x="266564" y="301565"/>
                  </a:lnTo>
                  <a:lnTo>
                    <a:pt x="270774" y="298346"/>
                  </a:lnTo>
                  <a:lnTo>
                    <a:pt x="274881" y="294996"/>
                  </a:lnTo>
                  <a:lnTo>
                    <a:pt x="278879" y="291517"/>
                  </a:lnTo>
                  <a:lnTo>
                    <a:pt x="282765" y="287912"/>
                  </a:lnTo>
                  <a:lnTo>
                    <a:pt x="286534" y="284187"/>
                  </a:lnTo>
                  <a:lnTo>
                    <a:pt x="290184" y="280344"/>
                  </a:lnTo>
                  <a:lnTo>
                    <a:pt x="293710" y="276387"/>
                  </a:lnTo>
                  <a:lnTo>
                    <a:pt x="297108" y="272320"/>
                  </a:lnTo>
                  <a:lnTo>
                    <a:pt x="300376" y="268148"/>
                  </a:lnTo>
                  <a:lnTo>
                    <a:pt x="303511" y="263874"/>
                  </a:lnTo>
                  <a:lnTo>
                    <a:pt x="306508" y="259503"/>
                  </a:lnTo>
                  <a:lnTo>
                    <a:pt x="309365" y="255039"/>
                  </a:lnTo>
                  <a:lnTo>
                    <a:pt x="312079" y="250486"/>
                  </a:lnTo>
                  <a:lnTo>
                    <a:pt x="314647" y="245850"/>
                  </a:lnTo>
                  <a:lnTo>
                    <a:pt x="317067" y="241135"/>
                  </a:lnTo>
                  <a:lnTo>
                    <a:pt x="319337" y="236346"/>
                  </a:lnTo>
                  <a:lnTo>
                    <a:pt x="321453" y="231487"/>
                  </a:lnTo>
                  <a:lnTo>
                    <a:pt x="323415" y="226563"/>
                  </a:lnTo>
                  <a:lnTo>
                    <a:pt x="325219" y="221580"/>
                  </a:lnTo>
                  <a:lnTo>
                    <a:pt x="326865" y="216542"/>
                  </a:lnTo>
                  <a:lnTo>
                    <a:pt x="328350" y="211454"/>
                  </a:lnTo>
                  <a:lnTo>
                    <a:pt x="329673" y="206322"/>
                  </a:lnTo>
                  <a:lnTo>
                    <a:pt x="330832" y="201151"/>
                  </a:lnTo>
                  <a:lnTo>
                    <a:pt x="331827" y="195945"/>
                  </a:lnTo>
                  <a:lnTo>
                    <a:pt x="332657" y="190710"/>
                  </a:lnTo>
                  <a:lnTo>
                    <a:pt x="333320" y="185452"/>
                  </a:lnTo>
                  <a:lnTo>
                    <a:pt x="333816" y="180175"/>
                  </a:lnTo>
                  <a:lnTo>
                    <a:pt x="334145" y="174886"/>
                  </a:lnTo>
                  <a:lnTo>
                    <a:pt x="334305" y="169588"/>
                  </a:lnTo>
                  <a:lnTo>
                    <a:pt x="334298" y="164288"/>
                  </a:lnTo>
                  <a:lnTo>
                    <a:pt x="334123" y="158991"/>
                  </a:lnTo>
                  <a:lnTo>
                    <a:pt x="333780" y="153702"/>
                  </a:lnTo>
                  <a:lnTo>
                    <a:pt x="333269" y="148427"/>
                  </a:lnTo>
                  <a:lnTo>
                    <a:pt x="332592" y="143171"/>
                  </a:lnTo>
                  <a:lnTo>
                    <a:pt x="331748" y="137938"/>
                  </a:lnTo>
                  <a:lnTo>
                    <a:pt x="330739" y="132736"/>
                  </a:lnTo>
                  <a:lnTo>
                    <a:pt x="329565" y="127567"/>
                  </a:lnTo>
                  <a:lnTo>
                    <a:pt x="328228" y="122439"/>
                  </a:lnTo>
                  <a:lnTo>
                    <a:pt x="326729" y="117355"/>
                  </a:lnTo>
                  <a:lnTo>
                    <a:pt x="325070" y="112322"/>
                  </a:lnTo>
                  <a:lnTo>
                    <a:pt x="323252" y="107343"/>
                  </a:lnTo>
                  <a:lnTo>
                    <a:pt x="321277" y="102425"/>
                  </a:lnTo>
                  <a:lnTo>
                    <a:pt x="319147" y="97572"/>
                  </a:lnTo>
                  <a:lnTo>
                    <a:pt x="316865" y="92789"/>
                  </a:lnTo>
                  <a:lnTo>
                    <a:pt x="314431" y="88080"/>
                  </a:lnTo>
                  <a:lnTo>
                    <a:pt x="311850" y="83451"/>
                  </a:lnTo>
                  <a:lnTo>
                    <a:pt x="309124" y="78906"/>
                  </a:lnTo>
                  <a:lnTo>
                    <a:pt x="306255" y="74450"/>
                  </a:lnTo>
                  <a:lnTo>
                    <a:pt x="303246" y="70087"/>
                  </a:lnTo>
                  <a:lnTo>
                    <a:pt x="300100" y="65822"/>
                  </a:lnTo>
                  <a:lnTo>
                    <a:pt x="296820" y="61659"/>
                  </a:lnTo>
                  <a:lnTo>
                    <a:pt x="293410" y="57601"/>
                  </a:lnTo>
                  <a:lnTo>
                    <a:pt x="289874" y="53654"/>
                  </a:lnTo>
                  <a:lnTo>
                    <a:pt x="286214" y="49821"/>
                  </a:lnTo>
                  <a:lnTo>
                    <a:pt x="282434" y="46106"/>
                  </a:lnTo>
                  <a:lnTo>
                    <a:pt x="278538" y="42512"/>
                  </a:lnTo>
                  <a:lnTo>
                    <a:pt x="274531" y="39044"/>
                  </a:lnTo>
                  <a:lnTo>
                    <a:pt x="270415" y="35705"/>
                  </a:lnTo>
                  <a:lnTo>
                    <a:pt x="266196" y="32497"/>
                  </a:lnTo>
                  <a:lnTo>
                    <a:pt x="261877" y="29425"/>
                  </a:lnTo>
                  <a:lnTo>
                    <a:pt x="257463" y="26492"/>
                  </a:lnTo>
                  <a:lnTo>
                    <a:pt x="252958" y="23700"/>
                  </a:lnTo>
                  <a:lnTo>
                    <a:pt x="248367" y="21052"/>
                  </a:lnTo>
                  <a:lnTo>
                    <a:pt x="243694" y="18551"/>
                  </a:lnTo>
                  <a:lnTo>
                    <a:pt x="238945" y="16199"/>
                  </a:lnTo>
                  <a:lnTo>
                    <a:pt x="234123" y="13999"/>
                  </a:lnTo>
                  <a:lnTo>
                    <a:pt x="229234" y="11953"/>
                  </a:lnTo>
                  <a:lnTo>
                    <a:pt x="224282" y="10064"/>
                  </a:lnTo>
                  <a:lnTo>
                    <a:pt x="219273" y="8332"/>
                  </a:lnTo>
                  <a:lnTo>
                    <a:pt x="214212" y="6759"/>
                  </a:lnTo>
                  <a:lnTo>
                    <a:pt x="209103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4616" y="5018213"/>
              <a:ext cx="166422" cy="167167"/>
            </a:xfrm>
            <a:custGeom>
              <a:avLst/>
              <a:pathLst>
                <a:path w="166422" h="167167">
                  <a:moveTo>
                    <a:pt x="166422" y="0"/>
                  </a:moveTo>
                  <a:lnTo>
                    <a:pt x="160939" y="89"/>
                  </a:lnTo>
                  <a:lnTo>
                    <a:pt x="155461" y="359"/>
                  </a:lnTo>
                  <a:lnTo>
                    <a:pt x="149995" y="809"/>
                  </a:lnTo>
                  <a:lnTo>
                    <a:pt x="144547" y="1437"/>
                  </a:lnTo>
                  <a:lnTo>
                    <a:pt x="139123" y="2244"/>
                  </a:lnTo>
                  <a:lnTo>
                    <a:pt x="133728" y="3228"/>
                  </a:lnTo>
                  <a:lnTo>
                    <a:pt x="128367" y="4389"/>
                  </a:lnTo>
                  <a:lnTo>
                    <a:pt x="123048" y="5725"/>
                  </a:lnTo>
                  <a:lnTo>
                    <a:pt x="117776" y="7234"/>
                  </a:lnTo>
                  <a:lnTo>
                    <a:pt x="112556" y="8916"/>
                  </a:lnTo>
                  <a:lnTo>
                    <a:pt x="107394" y="10768"/>
                  </a:lnTo>
                  <a:lnTo>
                    <a:pt x="102296" y="12789"/>
                  </a:lnTo>
                  <a:lnTo>
                    <a:pt x="97266" y="14975"/>
                  </a:lnTo>
                  <a:lnTo>
                    <a:pt x="92311" y="17326"/>
                  </a:lnTo>
                  <a:lnTo>
                    <a:pt x="87436" y="19837"/>
                  </a:lnTo>
                  <a:lnTo>
                    <a:pt x="82645" y="22507"/>
                  </a:lnTo>
                  <a:lnTo>
                    <a:pt x="77945" y="25333"/>
                  </a:lnTo>
                  <a:lnTo>
                    <a:pt x="73340" y="28312"/>
                  </a:lnTo>
                  <a:lnTo>
                    <a:pt x="68836" y="31440"/>
                  </a:lnTo>
                  <a:lnTo>
                    <a:pt x="64436" y="34714"/>
                  </a:lnTo>
                  <a:lnTo>
                    <a:pt x="60146" y="38131"/>
                  </a:lnTo>
                  <a:lnTo>
                    <a:pt x="55971" y="41686"/>
                  </a:lnTo>
                  <a:lnTo>
                    <a:pt x="51914" y="45377"/>
                  </a:lnTo>
                  <a:lnTo>
                    <a:pt x="47981" y="49199"/>
                  </a:lnTo>
                  <a:lnTo>
                    <a:pt x="44175" y="53147"/>
                  </a:lnTo>
                  <a:lnTo>
                    <a:pt x="40500" y="57219"/>
                  </a:lnTo>
                  <a:lnTo>
                    <a:pt x="36962" y="61408"/>
                  </a:lnTo>
                  <a:lnTo>
                    <a:pt x="33562" y="65712"/>
                  </a:lnTo>
                  <a:lnTo>
                    <a:pt x="30306" y="70125"/>
                  </a:lnTo>
                  <a:lnTo>
                    <a:pt x="27196" y="74642"/>
                  </a:lnTo>
                  <a:lnTo>
                    <a:pt x="24235" y="79259"/>
                  </a:lnTo>
                  <a:lnTo>
                    <a:pt x="21428" y="83970"/>
                  </a:lnTo>
                  <a:lnTo>
                    <a:pt x="18777" y="88771"/>
                  </a:lnTo>
                  <a:lnTo>
                    <a:pt x="16285" y="93656"/>
                  </a:lnTo>
                  <a:lnTo>
                    <a:pt x="13955" y="98621"/>
                  </a:lnTo>
                  <a:lnTo>
                    <a:pt x="11788" y="103659"/>
                  </a:lnTo>
                  <a:lnTo>
                    <a:pt x="9788" y="108766"/>
                  </a:lnTo>
                  <a:lnTo>
                    <a:pt x="7957" y="113935"/>
                  </a:lnTo>
                  <a:lnTo>
                    <a:pt x="6296" y="119162"/>
                  </a:lnTo>
                  <a:lnTo>
                    <a:pt x="4807" y="124440"/>
                  </a:lnTo>
                  <a:lnTo>
                    <a:pt x="3493" y="129764"/>
                  </a:lnTo>
                  <a:lnTo>
                    <a:pt x="2354" y="135129"/>
                  </a:lnTo>
                  <a:lnTo>
                    <a:pt x="1391" y="140528"/>
                  </a:lnTo>
                  <a:lnTo>
                    <a:pt x="606" y="145956"/>
                  </a:lnTo>
                  <a:lnTo>
                    <a:pt x="0" y="151407"/>
                  </a:lnTo>
                  <a:lnTo>
                    <a:pt x="1664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4616" y="5169620"/>
              <a:ext cx="166422" cy="15760"/>
            </a:xfrm>
            <a:custGeom>
              <a:avLst/>
              <a:pathLst>
                <a:path w="166422" h="15760">
                  <a:moveTo>
                    <a:pt x="0" y="0"/>
                  </a:moveTo>
                  <a:lnTo>
                    <a:pt x="166422" y="157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4616" y="5169620"/>
              <a:ext cx="166422" cy="15760"/>
            </a:xfrm>
            <a:custGeom>
              <a:avLst/>
              <a:pathLst>
                <a:path w="166422" h="15760">
                  <a:moveTo>
                    <a:pt x="0" y="0"/>
                  </a:moveTo>
                  <a:lnTo>
                    <a:pt x="166422" y="157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4616" y="5169620"/>
              <a:ext cx="166422" cy="15760"/>
            </a:xfrm>
            <a:custGeom>
              <a:avLst/>
              <a:pathLst>
                <a:path w="166422" h="15760">
                  <a:moveTo>
                    <a:pt x="0" y="0"/>
                  </a:moveTo>
                  <a:lnTo>
                    <a:pt x="166422" y="157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900" y="5169620"/>
              <a:ext cx="167138" cy="37935"/>
            </a:xfrm>
            <a:custGeom>
              <a:avLst/>
              <a:pathLst>
                <a:path w="167138" h="37935">
                  <a:moveTo>
                    <a:pt x="715" y="0"/>
                  </a:moveTo>
                  <a:lnTo>
                    <a:pt x="237" y="6319"/>
                  </a:lnTo>
                  <a:lnTo>
                    <a:pt x="0" y="12651"/>
                  </a:lnTo>
                  <a:lnTo>
                    <a:pt x="2" y="18988"/>
                  </a:lnTo>
                  <a:lnTo>
                    <a:pt x="244" y="25321"/>
                  </a:lnTo>
                  <a:lnTo>
                    <a:pt x="727" y="31639"/>
                  </a:lnTo>
                  <a:lnTo>
                    <a:pt x="1448" y="37935"/>
                  </a:lnTo>
                  <a:lnTo>
                    <a:pt x="167138" y="157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5348" y="5018213"/>
              <a:ext cx="332844" cy="334331"/>
            </a:xfrm>
            <a:custGeom>
              <a:avLst/>
              <a:pathLst>
                <a:path w="332844" h="334331">
                  <a:moveTo>
                    <a:pt x="0" y="189342"/>
                  </a:moveTo>
                  <a:lnTo>
                    <a:pt x="788" y="194599"/>
                  </a:lnTo>
                  <a:lnTo>
                    <a:pt x="1744" y="199829"/>
                  </a:lnTo>
                  <a:lnTo>
                    <a:pt x="2865" y="205025"/>
                  </a:lnTo>
                  <a:lnTo>
                    <a:pt x="4151" y="210183"/>
                  </a:lnTo>
                  <a:lnTo>
                    <a:pt x="5601" y="215297"/>
                  </a:lnTo>
                  <a:lnTo>
                    <a:pt x="7212" y="220363"/>
                  </a:lnTo>
                  <a:lnTo>
                    <a:pt x="8984" y="225375"/>
                  </a:lnTo>
                  <a:lnTo>
                    <a:pt x="10914" y="230328"/>
                  </a:lnTo>
                  <a:lnTo>
                    <a:pt x="13000" y="235217"/>
                  </a:lnTo>
                  <a:lnTo>
                    <a:pt x="15241" y="240038"/>
                  </a:lnTo>
                  <a:lnTo>
                    <a:pt x="17634" y="244785"/>
                  </a:lnTo>
                  <a:lnTo>
                    <a:pt x="20177" y="249453"/>
                  </a:lnTo>
                  <a:lnTo>
                    <a:pt x="22867" y="254038"/>
                  </a:lnTo>
                  <a:lnTo>
                    <a:pt x="25701" y="258535"/>
                  </a:lnTo>
                  <a:lnTo>
                    <a:pt x="28677" y="262940"/>
                  </a:lnTo>
                  <a:lnTo>
                    <a:pt x="31791" y="267248"/>
                  </a:lnTo>
                  <a:lnTo>
                    <a:pt x="35041" y="271455"/>
                  </a:lnTo>
                  <a:lnTo>
                    <a:pt x="38423" y="275556"/>
                  </a:lnTo>
                  <a:lnTo>
                    <a:pt x="41934" y="279548"/>
                  </a:lnTo>
                  <a:lnTo>
                    <a:pt x="45570" y="283426"/>
                  </a:lnTo>
                  <a:lnTo>
                    <a:pt x="49327" y="287186"/>
                  </a:lnTo>
                  <a:lnTo>
                    <a:pt x="53202" y="290826"/>
                  </a:lnTo>
                  <a:lnTo>
                    <a:pt x="57190" y="294340"/>
                  </a:lnTo>
                  <a:lnTo>
                    <a:pt x="61289" y="297725"/>
                  </a:lnTo>
                  <a:lnTo>
                    <a:pt x="65493" y="300979"/>
                  </a:lnTo>
                  <a:lnTo>
                    <a:pt x="69798" y="304097"/>
                  </a:lnTo>
                  <a:lnTo>
                    <a:pt x="74200" y="307076"/>
                  </a:lnTo>
                  <a:lnTo>
                    <a:pt x="78695" y="309915"/>
                  </a:lnTo>
                  <a:lnTo>
                    <a:pt x="83278" y="312609"/>
                  </a:lnTo>
                  <a:lnTo>
                    <a:pt x="87944" y="315155"/>
                  </a:lnTo>
                  <a:lnTo>
                    <a:pt x="92689" y="317553"/>
                  </a:lnTo>
                  <a:lnTo>
                    <a:pt x="97507" y="319798"/>
                  </a:lnTo>
                  <a:lnTo>
                    <a:pt x="102395" y="321888"/>
                  </a:lnTo>
                  <a:lnTo>
                    <a:pt x="107346" y="323823"/>
                  </a:lnTo>
                  <a:lnTo>
                    <a:pt x="112357" y="325598"/>
                  </a:lnTo>
                  <a:lnTo>
                    <a:pt x="117421" y="327214"/>
                  </a:lnTo>
                  <a:lnTo>
                    <a:pt x="122534" y="328668"/>
                  </a:lnTo>
                  <a:lnTo>
                    <a:pt x="127691" y="329958"/>
                  </a:lnTo>
                  <a:lnTo>
                    <a:pt x="132886" y="331084"/>
                  </a:lnTo>
                  <a:lnTo>
                    <a:pt x="138115" y="332044"/>
                  </a:lnTo>
                  <a:lnTo>
                    <a:pt x="143371" y="332838"/>
                  </a:lnTo>
                  <a:lnTo>
                    <a:pt x="148650" y="333464"/>
                  </a:lnTo>
                  <a:lnTo>
                    <a:pt x="153946" y="333921"/>
                  </a:lnTo>
                  <a:lnTo>
                    <a:pt x="159254" y="334210"/>
                  </a:lnTo>
                  <a:lnTo>
                    <a:pt x="164569" y="334331"/>
                  </a:lnTo>
                  <a:lnTo>
                    <a:pt x="169884" y="334282"/>
                  </a:lnTo>
                  <a:lnTo>
                    <a:pt x="175196" y="334064"/>
                  </a:lnTo>
                  <a:lnTo>
                    <a:pt x="180497" y="333677"/>
                  </a:lnTo>
                  <a:lnTo>
                    <a:pt x="185784" y="333122"/>
                  </a:lnTo>
                  <a:lnTo>
                    <a:pt x="191051" y="332399"/>
                  </a:lnTo>
                  <a:lnTo>
                    <a:pt x="196292" y="331509"/>
                  </a:lnTo>
                  <a:lnTo>
                    <a:pt x="201501" y="330453"/>
                  </a:lnTo>
                  <a:lnTo>
                    <a:pt x="206675" y="329232"/>
                  </a:lnTo>
                  <a:lnTo>
                    <a:pt x="211807" y="327847"/>
                  </a:lnTo>
                  <a:lnTo>
                    <a:pt x="216893" y="326299"/>
                  </a:lnTo>
                  <a:lnTo>
                    <a:pt x="221927" y="324591"/>
                  </a:lnTo>
                  <a:lnTo>
                    <a:pt x="226904" y="322723"/>
                  </a:lnTo>
                  <a:lnTo>
                    <a:pt x="231819" y="320698"/>
                  </a:lnTo>
                  <a:lnTo>
                    <a:pt x="236667" y="318518"/>
                  </a:lnTo>
                  <a:lnTo>
                    <a:pt x="241443" y="316185"/>
                  </a:lnTo>
                  <a:lnTo>
                    <a:pt x="246143" y="313701"/>
                  </a:lnTo>
                  <a:lnTo>
                    <a:pt x="250762" y="311069"/>
                  </a:lnTo>
                  <a:lnTo>
                    <a:pt x="255294" y="308291"/>
                  </a:lnTo>
                  <a:lnTo>
                    <a:pt x="259736" y="305371"/>
                  </a:lnTo>
                  <a:lnTo>
                    <a:pt x="264083" y="302310"/>
                  </a:lnTo>
                  <a:lnTo>
                    <a:pt x="268330" y="299114"/>
                  </a:lnTo>
                  <a:lnTo>
                    <a:pt x="272473" y="295783"/>
                  </a:lnTo>
                  <a:lnTo>
                    <a:pt x="276509" y="292323"/>
                  </a:lnTo>
                  <a:lnTo>
                    <a:pt x="280432" y="288736"/>
                  </a:lnTo>
                  <a:lnTo>
                    <a:pt x="284240" y="285026"/>
                  </a:lnTo>
                  <a:lnTo>
                    <a:pt x="287927" y="281197"/>
                  </a:lnTo>
                  <a:lnTo>
                    <a:pt x="291491" y="277253"/>
                  </a:lnTo>
                  <a:lnTo>
                    <a:pt x="294928" y="273198"/>
                  </a:lnTo>
                  <a:lnTo>
                    <a:pt x="298234" y="269035"/>
                  </a:lnTo>
                  <a:lnTo>
                    <a:pt x="301405" y="264769"/>
                  </a:lnTo>
                  <a:lnTo>
                    <a:pt x="304440" y="260404"/>
                  </a:lnTo>
                  <a:lnTo>
                    <a:pt x="307335" y="255946"/>
                  </a:lnTo>
                  <a:lnTo>
                    <a:pt x="310086" y="251397"/>
                  </a:lnTo>
                  <a:lnTo>
                    <a:pt x="312691" y="246763"/>
                  </a:lnTo>
                  <a:lnTo>
                    <a:pt x="315147" y="242049"/>
                  </a:lnTo>
                  <a:lnTo>
                    <a:pt x="317453" y="237259"/>
                  </a:lnTo>
                  <a:lnTo>
                    <a:pt x="319605" y="232398"/>
                  </a:lnTo>
                  <a:lnTo>
                    <a:pt x="321601" y="227471"/>
                  </a:lnTo>
                  <a:lnTo>
                    <a:pt x="323439" y="222484"/>
                  </a:lnTo>
                  <a:lnTo>
                    <a:pt x="325119" y="217440"/>
                  </a:lnTo>
                  <a:lnTo>
                    <a:pt x="326636" y="212345"/>
                  </a:lnTo>
                  <a:lnTo>
                    <a:pt x="327991" y="207205"/>
                  </a:lnTo>
                  <a:lnTo>
                    <a:pt x="329182" y="202024"/>
                  </a:lnTo>
                  <a:lnTo>
                    <a:pt x="330208" y="196808"/>
                  </a:lnTo>
                  <a:lnTo>
                    <a:pt x="331067" y="191562"/>
                  </a:lnTo>
                  <a:lnTo>
                    <a:pt x="331759" y="186292"/>
                  </a:lnTo>
                  <a:lnTo>
                    <a:pt x="332284" y="181002"/>
                  </a:lnTo>
                  <a:lnTo>
                    <a:pt x="332639" y="175698"/>
                  </a:lnTo>
                  <a:lnTo>
                    <a:pt x="332826" y="170385"/>
                  </a:lnTo>
                  <a:lnTo>
                    <a:pt x="332844" y="165069"/>
                  </a:lnTo>
                  <a:lnTo>
                    <a:pt x="332693" y="159756"/>
                  </a:lnTo>
                  <a:lnTo>
                    <a:pt x="332373" y="154450"/>
                  </a:lnTo>
                  <a:lnTo>
                    <a:pt x="331884" y="149156"/>
                  </a:lnTo>
                  <a:lnTo>
                    <a:pt x="331227" y="143881"/>
                  </a:lnTo>
                  <a:lnTo>
                    <a:pt x="330403" y="138629"/>
                  </a:lnTo>
                  <a:lnTo>
                    <a:pt x="329413" y="133407"/>
                  </a:lnTo>
                  <a:lnTo>
                    <a:pt x="328256" y="128218"/>
                  </a:lnTo>
                  <a:lnTo>
                    <a:pt x="326936" y="123069"/>
                  </a:lnTo>
                  <a:lnTo>
                    <a:pt x="325452" y="117964"/>
                  </a:lnTo>
                  <a:lnTo>
                    <a:pt x="323807" y="112909"/>
                  </a:lnTo>
                  <a:lnTo>
                    <a:pt x="322002" y="107909"/>
                  </a:lnTo>
                  <a:lnTo>
                    <a:pt x="320039" y="102969"/>
                  </a:lnTo>
                  <a:lnTo>
                    <a:pt x="317919" y="98094"/>
                  </a:lnTo>
                  <a:lnTo>
                    <a:pt x="315646" y="93289"/>
                  </a:lnTo>
                  <a:lnTo>
                    <a:pt x="313221" y="88558"/>
                  </a:lnTo>
                  <a:lnTo>
                    <a:pt x="310647" y="83907"/>
                  </a:lnTo>
                  <a:lnTo>
                    <a:pt x="307927" y="79340"/>
                  </a:lnTo>
                  <a:lnTo>
                    <a:pt x="305062" y="74862"/>
                  </a:lnTo>
                  <a:lnTo>
                    <a:pt x="302057" y="70477"/>
                  </a:lnTo>
                  <a:lnTo>
                    <a:pt x="298914" y="66190"/>
                  </a:lnTo>
                  <a:lnTo>
                    <a:pt x="295636" y="62005"/>
                  </a:lnTo>
                  <a:lnTo>
                    <a:pt x="292226" y="57927"/>
                  </a:lnTo>
                  <a:lnTo>
                    <a:pt x="288689" y="53959"/>
                  </a:lnTo>
                  <a:lnTo>
                    <a:pt x="285027" y="50105"/>
                  </a:lnTo>
                  <a:lnTo>
                    <a:pt x="281245" y="46370"/>
                  </a:lnTo>
                  <a:lnTo>
                    <a:pt x="277346" y="42757"/>
                  </a:lnTo>
                  <a:lnTo>
                    <a:pt x="273333" y="39270"/>
                  </a:lnTo>
                  <a:lnTo>
                    <a:pt x="269212" y="35912"/>
                  </a:lnTo>
                  <a:lnTo>
                    <a:pt x="264987" y="32686"/>
                  </a:lnTo>
                  <a:lnTo>
                    <a:pt x="260661" y="29597"/>
                  </a:lnTo>
                  <a:lnTo>
                    <a:pt x="256239" y="26647"/>
                  </a:lnTo>
                  <a:lnTo>
                    <a:pt x="251725" y="23839"/>
                  </a:lnTo>
                  <a:lnTo>
                    <a:pt x="247124" y="21176"/>
                  </a:lnTo>
                  <a:lnTo>
                    <a:pt x="242441" y="18661"/>
                  </a:lnTo>
                  <a:lnTo>
                    <a:pt x="237680" y="16295"/>
                  </a:lnTo>
                  <a:lnTo>
                    <a:pt x="232847" y="14083"/>
                  </a:lnTo>
                  <a:lnTo>
                    <a:pt x="227946" y="12025"/>
                  </a:lnTo>
                  <a:lnTo>
                    <a:pt x="222981" y="10124"/>
                  </a:lnTo>
                  <a:lnTo>
                    <a:pt x="217959" y="8381"/>
                  </a:lnTo>
                  <a:lnTo>
                    <a:pt x="212884" y="6800"/>
                  </a:lnTo>
                  <a:lnTo>
                    <a:pt x="207761" y="5380"/>
                  </a:lnTo>
                  <a:lnTo>
                    <a:pt x="202596" y="4124"/>
                  </a:lnTo>
                  <a:lnTo>
                    <a:pt x="197393" y="3033"/>
                  </a:lnTo>
                  <a:lnTo>
                    <a:pt x="192158" y="2108"/>
                  </a:lnTo>
                  <a:lnTo>
                    <a:pt x="186897" y="1350"/>
                  </a:lnTo>
                  <a:lnTo>
                    <a:pt x="181614" y="760"/>
                  </a:lnTo>
                  <a:lnTo>
                    <a:pt x="176315" y="338"/>
                  </a:lnTo>
                  <a:lnTo>
                    <a:pt x="171005" y="84"/>
                  </a:lnTo>
                  <a:lnTo>
                    <a:pt x="165690" y="0"/>
                  </a:lnTo>
                  <a:lnTo>
                    <a:pt x="1656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77" y="4659281"/>
              <a:ext cx="334249" cy="334327"/>
            </a:xfrm>
            <a:custGeom>
              <a:avLst/>
              <a:pathLst>
                <a:path w="334249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4" y="3002"/>
                  </a:lnTo>
                  <a:lnTo>
                    <a:pt x="130437" y="4082"/>
                  </a:lnTo>
                  <a:lnTo>
                    <a:pt x="125297" y="5325"/>
                  </a:lnTo>
                  <a:lnTo>
                    <a:pt x="120198" y="6730"/>
                  </a:lnTo>
                  <a:lnTo>
                    <a:pt x="115147" y="8296"/>
                  </a:lnTo>
                  <a:lnTo>
                    <a:pt x="110148" y="10021"/>
                  </a:lnTo>
                  <a:lnTo>
                    <a:pt x="105205" y="11903"/>
                  </a:lnTo>
                  <a:lnTo>
                    <a:pt x="100325" y="13940"/>
                  </a:lnTo>
                  <a:lnTo>
                    <a:pt x="95511" y="16131"/>
                  </a:lnTo>
                  <a:lnTo>
                    <a:pt x="90770" y="18473"/>
                  </a:lnTo>
                  <a:lnTo>
                    <a:pt x="86104" y="20963"/>
                  </a:lnTo>
                  <a:lnTo>
                    <a:pt x="81520" y="23600"/>
                  </a:lnTo>
                  <a:lnTo>
                    <a:pt x="77022" y="26381"/>
                  </a:lnTo>
                  <a:lnTo>
                    <a:pt x="72613" y="29303"/>
                  </a:lnTo>
                  <a:lnTo>
                    <a:pt x="68300" y="32362"/>
                  </a:lnTo>
                  <a:lnTo>
                    <a:pt x="64085" y="35557"/>
                  </a:lnTo>
                  <a:lnTo>
                    <a:pt x="59974" y="38883"/>
                  </a:lnTo>
                  <a:lnTo>
                    <a:pt x="55969" y="42338"/>
                  </a:lnTo>
                  <a:lnTo>
                    <a:pt x="52076" y="45917"/>
                  </a:lnTo>
                  <a:lnTo>
                    <a:pt x="48299" y="49618"/>
                  </a:lnTo>
                  <a:lnTo>
                    <a:pt x="44640" y="53437"/>
                  </a:lnTo>
                  <a:lnTo>
                    <a:pt x="41103" y="57369"/>
                  </a:lnTo>
                  <a:lnTo>
                    <a:pt x="37693" y="61411"/>
                  </a:lnTo>
                  <a:lnTo>
                    <a:pt x="34413" y="65560"/>
                  </a:lnTo>
                  <a:lnTo>
                    <a:pt x="31265" y="69809"/>
                  </a:lnTo>
                  <a:lnTo>
                    <a:pt x="28254" y="74157"/>
                  </a:lnTo>
                  <a:lnTo>
                    <a:pt x="25381" y="78597"/>
                  </a:lnTo>
                  <a:lnTo>
                    <a:pt x="22650" y="83126"/>
                  </a:lnTo>
                  <a:lnTo>
                    <a:pt x="20064" y="87739"/>
                  </a:lnTo>
                  <a:lnTo>
                    <a:pt x="17625" y="92432"/>
                  </a:lnTo>
                  <a:lnTo>
                    <a:pt x="15336" y="97199"/>
                  </a:lnTo>
                  <a:lnTo>
                    <a:pt x="13199" y="102037"/>
                  </a:lnTo>
                  <a:lnTo>
                    <a:pt x="11216" y="106939"/>
                  </a:lnTo>
                  <a:lnTo>
                    <a:pt x="9389" y="111902"/>
                  </a:lnTo>
                  <a:lnTo>
                    <a:pt x="7719" y="116920"/>
                  </a:lnTo>
                  <a:lnTo>
                    <a:pt x="6210" y="121989"/>
                  </a:lnTo>
                  <a:lnTo>
                    <a:pt x="4861" y="127103"/>
                  </a:lnTo>
                  <a:lnTo>
                    <a:pt x="3675" y="132256"/>
                  </a:lnTo>
                  <a:lnTo>
                    <a:pt x="2653" y="137445"/>
                  </a:lnTo>
                  <a:lnTo>
                    <a:pt x="1795" y="142664"/>
                  </a:lnTo>
                  <a:lnTo>
                    <a:pt x="1103" y="147907"/>
                  </a:lnTo>
                  <a:lnTo>
                    <a:pt x="576" y="153169"/>
                  </a:lnTo>
                  <a:lnTo>
                    <a:pt x="217" y="158445"/>
                  </a:lnTo>
                  <a:lnTo>
                    <a:pt x="25" y="163730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5"/>
                  </a:lnTo>
                  <a:lnTo>
                    <a:pt x="927" y="184852"/>
                  </a:lnTo>
                  <a:lnTo>
                    <a:pt x="1570" y="190101"/>
                  </a:lnTo>
                  <a:lnTo>
                    <a:pt x="2378" y="195328"/>
                  </a:lnTo>
                  <a:lnTo>
                    <a:pt x="3351" y="200526"/>
                  </a:lnTo>
                  <a:lnTo>
                    <a:pt x="4489" y="205691"/>
                  </a:lnTo>
                  <a:lnTo>
                    <a:pt x="5789" y="210817"/>
                  </a:lnTo>
                  <a:lnTo>
                    <a:pt x="7250" y="215899"/>
                  </a:lnTo>
                  <a:lnTo>
                    <a:pt x="8872" y="220933"/>
                  </a:lnTo>
                  <a:lnTo>
                    <a:pt x="10652" y="225913"/>
                  </a:lnTo>
                  <a:lnTo>
                    <a:pt x="12588" y="230834"/>
                  </a:lnTo>
                  <a:lnTo>
                    <a:pt x="14680" y="235692"/>
                  </a:lnTo>
                  <a:lnTo>
                    <a:pt x="16923" y="240481"/>
                  </a:lnTo>
                  <a:lnTo>
                    <a:pt x="19318" y="245196"/>
                  </a:lnTo>
                  <a:lnTo>
                    <a:pt x="21860" y="249834"/>
                  </a:lnTo>
                  <a:lnTo>
                    <a:pt x="24548" y="254388"/>
                  </a:lnTo>
                  <a:lnTo>
                    <a:pt x="27378" y="258856"/>
                  </a:lnTo>
                  <a:lnTo>
                    <a:pt x="30348" y="263232"/>
                  </a:lnTo>
                  <a:lnTo>
                    <a:pt x="33455" y="267511"/>
                  </a:lnTo>
                  <a:lnTo>
                    <a:pt x="36696" y="271690"/>
                  </a:lnTo>
                  <a:lnTo>
                    <a:pt x="40068" y="275764"/>
                  </a:lnTo>
                  <a:lnTo>
                    <a:pt x="43567" y="279730"/>
                  </a:lnTo>
                  <a:lnTo>
                    <a:pt x="47189" y="283583"/>
                  </a:lnTo>
                  <a:lnTo>
                    <a:pt x="50932" y="287320"/>
                  </a:lnTo>
                  <a:lnTo>
                    <a:pt x="54791" y="290936"/>
                  </a:lnTo>
                  <a:lnTo>
                    <a:pt x="58762" y="294429"/>
                  </a:lnTo>
                  <a:lnTo>
                    <a:pt x="62842" y="297794"/>
                  </a:lnTo>
                  <a:lnTo>
                    <a:pt x="67026" y="301028"/>
                  </a:lnTo>
                  <a:lnTo>
                    <a:pt x="71310" y="304128"/>
                  </a:lnTo>
                  <a:lnTo>
                    <a:pt x="75691" y="307092"/>
                  </a:lnTo>
                  <a:lnTo>
                    <a:pt x="80163" y="309915"/>
                  </a:lnTo>
                  <a:lnTo>
                    <a:pt x="84722" y="312595"/>
                  </a:lnTo>
                  <a:lnTo>
                    <a:pt x="89363" y="315130"/>
                  </a:lnTo>
                  <a:lnTo>
                    <a:pt x="94082" y="317517"/>
                  </a:lnTo>
                  <a:lnTo>
                    <a:pt x="98875" y="319753"/>
                  </a:lnTo>
                  <a:lnTo>
                    <a:pt x="103736" y="321837"/>
                  </a:lnTo>
                  <a:lnTo>
                    <a:pt x="108660" y="323765"/>
                  </a:lnTo>
                  <a:lnTo>
                    <a:pt x="113643" y="325537"/>
                  </a:lnTo>
                  <a:lnTo>
                    <a:pt x="118679" y="327151"/>
                  </a:lnTo>
                  <a:lnTo>
                    <a:pt x="123764" y="328604"/>
                  </a:lnTo>
                  <a:lnTo>
                    <a:pt x="128892" y="329896"/>
                  </a:lnTo>
                  <a:lnTo>
                    <a:pt x="134059" y="331025"/>
                  </a:lnTo>
                  <a:lnTo>
                    <a:pt x="139259" y="331990"/>
                  </a:lnTo>
                  <a:lnTo>
                    <a:pt x="144487" y="332790"/>
                  </a:lnTo>
                  <a:lnTo>
                    <a:pt x="149737" y="333424"/>
                  </a:lnTo>
                  <a:lnTo>
                    <a:pt x="155005" y="333892"/>
                  </a:lnTo>
                  <a:lnTo>
                    <a:pt x="160285" y="334193"/>
                  </a:lnTo>
                  <a:lnTo>
                    <a:pt x="165572" y="334327"/>
                  </a:lnTo>
                  <a:lnTo>
                    <a:pt x="170860" y="334293"/>
                  </a:lnTo>
                  <a:lnTo>
                    <a:pt x="176145" y="334093"/>
                  </a:lnTo>
                  <a:lnTo>
                    <a:pt x="181420" y="333725"/>
                  </a:lnTo>
                  <a:lnTo>
                    <a:pt x="186682" y="333190"/>
                  </a:lnTo>
                  <a:lnTo>
                    <a:pt x="191924" y="332489"/>
                  </a:lnTo>
                  <a:lnTo>
                    <a:pt x="197141" y="331623"/>
                  </a:lnTo>
                  <a:lnTo>
                    <a:pt x="202328" y="330593"/>
                  </a:lnTo>
                  <a:lnTo>
                    <a:pt x="207480" y="329398"/>
                  </a:lnTo>
                  <a:lnTo>
                    <a:pt x="212591" y="328042"/>
                  </a:lnTo>
                  <a:lnTo>
                    <a:pt x="217658" y="326524"/>
                  </a:lnTo>
                  <a:lnTo>
                    <a:pt x="222673" y="324847"/>
                  </a:lnTo>
                  <a:lnTo>
                    <a:pt x="227633" y="323012"/>
                  </a:lnTo>
                  <a:lnTo>
                    <a:pt x="232533" y="321021"/>
                  </a:lnTo>
                  <a:lnTo>
                    <a:pt x="237367" y="318876"/>
                  </a:lnTo>
                  <a:lnTo>
                    <a:pt x="242130" y="316579"/>
                  </a:lnTo>
                  <a:lnTo>
                    <a:pt x="246819" y="314132"/>
                  </a:lnTo>
                  <a:lnTo>
                    <a:pt x="251428" y="311539"/>
                  </a:lnTo>
                  <a:lnTo>
                    <a:pt x="255953" y="308801"/>
                  </a:lnTo>
                  <a:lnTo>
                    <a:pt x="260388" y="305921"/>
                  </a:lnTo>
                  <a:lnTo>
                    <a:pt x="264731" y="302903"/>
                  </a:lnTo>
                  <a:lnTo>
                    <a:pt x="268976" y="299748"/>
                  </a:lnTo>
                  <a:lnTo>
                    <a:pt x="273119" y="296461"/>
                  </a:lnTo>
                  <a:lnTo>
                    <a:pt x="277155" y="293045"/>
                  </a:lnTo>
                  <a:lnTo>
                    <a:pt x="281082" y="289502"/>
                  </a:lnTo>
                  <a:lnTo>
                    <a:pt x="284895" y="285837"/>
                  </a:lnTo>
                  <a:lnTo>
                    <a:pt x="288590" y="282054"/>
                  </a:lnTo>
                  <a:lnTo>
                    <a:pt x="292163" y="278155"/>
                  </a:lnTo>
                  <a:lnTo>
                    <a:pt x="295611" y="274145"/>
                  </a:lnTo>
                  <a:lnTo>
                    <a:pt x="298931" y="270028"/>
                  </a:lnTo>
                  <a:lnTo>
                    <a:pt x="302119" y="265809"/>
                  </a:lnTo>
                  <a:lnTo>
                    <a:pt x="305171" y="261490"/>
                  </a:lnTo>
                  <a:lnTo>
                    <a:pt x="308086" y="257077"/>
                  </a:lnTo>
                  <a:lnTo>
                    <a:pt x="310860" y="252574"/>
                  </a:lnTo>
                  <a:lnTo>
                    <a:pt x="313489" y="247986"/>
                  </a:lnTo>
                  <a:lnTo>
                    <a:pt x="315973" y="243317"/>
                  </a:lnTo>
                  <a:lnTo>
                    <a:pt x="318307" y="238571"/>
                  </a:lnTo>
                  <a:lnTo>
                    <a:pt x="320490" y="233754"/>
                  </a:lnTo>
                  <a:lnTo>
                    <a:pt x="322519" y="228871"/>
                  </a:lnTo>
                  <a:lnTo>
                    <a:pt x="324394" y="223925"/>
                  </a:lnTo>
                  <a:lnTo>
                    <a:pt x="326110" y="218923"/>
                  </a:lnTo>
                  <a:lnTo>
                    <a:pt x="327668" y="213869"/>
                  </a:lnTo>
                  <a:lnTo>
                    <a:pt x="329065" y="208769"/>
                  </a:lnTo>
                  <a:lnTo>
                    <a:pt x="330300" y="203626"/>
                  </a:lnTo>
                  <a:lnTo>
                    <a:pt x="331371" y="198447"/>
                  </a:lnTo>
                  <a:lnTo>
                    <a:pt x="332279" y="193237"/>
                  </a:lnTo>
                  <a:lnTo>
                    <a:pt x="333021" y="188001"/>
                  </a:lnTo>
                  <a:lnTo>
                    <a:pt x="333597" y="182744"/>
                  </a:lnTo>
                  <a:lnTo>
                    <a:pt x="334006" y="177471"/>
                  </a:lnTo>
                  <a:lnTo>
                    <a:pt x="334249" y="17218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7092" cy="5021"/>
            </a:xfrm>
            <a:custGeom>
              <a:avLst/>
              <a:pathLst>
                <a:path w="167092" h="5021">
                  <a:moveTo>
                    <a:pt x="167092" y="50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092" cy="5021"/>
            </a:xfrm>
            <a:custGeom>
              <a:avLst/>
              <a:pathLst>
                <a:path w="167092" h="5021">
                  <a:moveTo>
                    <a:pt x="167092" y="50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741625"/>
              <a:ext cx="167165" cy="89844"/>
            </a:xfrm>
            <a:custGeom>
              <a:avLst/>
              <a:pathLst>
                <a:path w="167165" h="89844">
                  <a:moveTo>
                    <a:pt x="167092" y="89844"/>
                  </a:moveTo>
                  <a:lnTo>
                    <a:pt x="167165" y="83971"/>
                  </a:lnTo>
                  <a:lnTo>
                    <a:pt x="167032" y="78099"/>
                  </a:lnTo>
                  <a:lnTo>
                    <a:pt x="166692" y="72235"/>
                  </a:lnTo>
                  <a:lnTo>
                    <a:pt x="166147" y="66386"/>
                  </a:lnTo>
                  <a:lnTo>
                    <a:pt x="165397" y="60560"/>
                  </a:lnTo>
                  <a:lnTo>
                    <a:pt x="164442" y="54765"/>
                  </a:lnTo>
                  <a:lnTo>
                    <a:pt x="163285" y="49006"/>
                  </a:lnTo>
                  <a:lnTo>
                    <a:pt x="161926" y="43292"/>
                  </a:lnTo>
                  <a:lnTo>
                    <a:pt x="160367" y="37628"/>
                  </a:lnTo>
                  <a:lnTo>
                    <a:pt x="158610" y="32024"/>
                  </a:lnTo>
                  <a:lnTo>
                    <a:pt x="156657" y="26484"/>
                  </a:lnTo>
                  <a:lnTo>
                    <a:pt x="154511" y="21016"/>
                  </a:lnTo>
                  <a:lnTo>
                    <a:pt x="152174" y="15627"/>
                  </a:lnTo>
                  <a:lnTo>
                    <a:pt x="149649" y="10324"/>
                  </a:lnTo>
                  <a:lnTo>
                    <a:pt x="146939" y="5113"/>
                  </a:lnTo>
                  <a:lnTo>
                    <a:pt x="144048" y="0"/>
                  </a:lnTo>
                  <a:lnTo>
                    <a:pt x="0" y="84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44048" cy="167167"/>
            </a:xfrm>
            <a:custGeom>
              <a:avLst/>
              <a:pathLst>
                <a:path w="144048" h="167167">
                  <a:moveTo>
                    <a:pt x="144048" y="82344"/>
                  </a:moveTo>
                  <a:lnTo>
                    <a:pt x="141220" y="77714"/>
                  </a:lnTo>
                  <a:lnTo>
                    <a:pt x="138242" y="73178"/>
                  </a:lnTo>
                  <a:lnTo>
                    <a:pt x="135119" y="68742"/>
                  </a:lnTo>
                  <a:lnTo>
                    <a:pt x="131854" y="64409"/>
                  </a:lnTo>
                  <a:lnTo>
                    <a:pt x="128450" y="60184"/>
                  </a:lnTo>
                  <a:lnTo>
                    <a:pt x="124911" y="56072"/>
                  </a:lnTo>
                  <a:lnTo>
                    <a:pt x="121240" y="52077"/>
                  </a:lnTo>
                  <a:lnTo>
                    <a:pt x="117441" y="48203"/>
                  </a:lnTo>
                  <a:lnTo>
                    <a:pt x="113519" y="44455"/>
                  </a:lnTo>
                  <a:lnTo>
                    <a:pt x="109477" y="40836"/>
                  </a:lnTo>
                  <a:lnTo>
                    <a:pt x="105320" y="37349"/>
                  </a:lnTo>
                  <a:lnTo>
                    <a:pt x="101052" y="34000"/>
                  </a:lnTo>
                  <a:lnTo>
                    <a:pt x="96677" y="30791"/>
                  </a:lnTo>
                  <a:lnTo>
                    <a:pt x="92201" y="27725"/>
                  </a:lnTo>
                  <a:lnTo>
                    <a:pt x="87627" y="24807"/>
                  </a:lnTo>
                  <a:lnTo>
                    <a:pt x="82961" y="22038"/>
                  </a:lnTo>
                  <a:lnTo>
                    <a:pt x="78208" y="19423"/>
                  </a:lnTo>
                  <a:lnTo>
                    <a:pt x="73372" y="16962"/>
                  </a:lnTo>
                  <a:lnTo>
                    <a:pt x="68459" y="14661"/>
                  </a:lnTo>
                  <a:lnTo>
                    <a:pt x="63474" y="12519"/>
                  </a:lnTo>
                  <a:lnTo>
                    <a:pt x="58422" y="10541"/>
                  </a:lnTo>
                  <a:lnTo>
                    <a:pt x="53309" y="8727"/>
                  </a:lnTo>
                  <a:lnTo>
                    <a:pt x="48139" y="7081"/>
                  </a:lnTo>
                  <a:lnTo>
                    <a:pt x="42919" y="5603"/>
                  </a:lnTo>
                  <a:lnTo>
                    <a:pt x="37654" y="4295"/>
                  </a:lnTo>
                  <a:lnTo>
                    <a:pt x="32348" y="3159"/>
                  </a:lnTo>
                  <a:lnTo>
                    <a:pt x="27009" y="2196"/>
                  </a:lnTo>
                  <a:lnTo>
                    <a:pt x="21641" y="1406"/>
                  </a:lnTo>
                  <a:lnTo>
                    <a:pt x="16251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23" y="4213821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3" y="2101"/>
                  </a:lnTo>
                  <a:lnTo>
                    <a:pt x="135497" y="3023"/>
                  </a:lnTo>
                  <a:lnTo>
                    <a:pt x="130302" y="4111"/>
                  </a:lnTo>
                  <a:lnTo>
                    <a:pt x="125145" y="5362"/>
                  </a:lnTo>
                  <a:lnTo>
                    <a:pt x="120030" y="6777"/>
                  </a:lnTo>
                  <a:lnTo>
                    <a:pt x="114963" y="8354"/>
                  </a:lnTo>
                  <a:lnTo>
                    <a:pt x="109948" y="10090"/>
                  </a:lnTo>
                  <a:lnTo>
                    <a:pt x="104991" y="11985"/>
                  </a:lnTo>
                  <a:lnTo>
                    <a:pt x="100096" y="14036"/>
                  </a:lnTo>
                  <a:lnTo>
                    <a:pt x="95269" y="16242"/>
                  </a:lnTo>
                  <a:lnTo>
                    <a:pt x="90515" y="18599"/>
                  </a:lnTo>
                  <a:lnTo>
                    <a:pt x="85837" y="21107"/>
                  </a:lnTo>
                  <a:lnTo>
                    <a:pt x="81242" y="23761"/>
                  </a:lnTo>
                  <a:lnTo>
                    <a:pt x="76733" y="26561"/>
                  </a:lnTo>
                  <a:lnTo>
                    <a:pt x="72316" y="29501"/>
                  </a:lnTo>
                  <a:lnTo>
                    <a:pt x="67993" y="32581"/>
                  </a:lnTo>
                  <a:lnTo>
                    <a:pt x="63771" y="35796"/>
                  </a:lnTo>
                  <a:lnTo>
                    <a:pt x="59653" y="39144"/>
                  </a:lnTo>
                  <a:lnTo>
                    <a:pt x="55644" y="42621"/>
                  </a:lnTo>
                  <a:lnTo>
                    <a:pt x="51747" y="46223"/>
                  </a:lnTo>
                  <a:lnTo>
                    <a:pt x="47966" y="49947"/>
                  </a:lnTo>
                  <a:lnTo>
                    <a:pt x="44305" y="53789"/>
                  </a:lnTo>
                  <a:lnTo>
                    <a:pt x="40768" y="57746"/>
                  </a:lnTo>
                  <a:lnTo>
                    <a:pt x="37358" y="61812"/>
                  </a:lnTo>
                  <a:lnTo>
                    <a:pt x="34079" y="65985"/>
                  </a:lnTo>
                  <a:lnTo>
                    <a:pt x="30935" y="70260"/>
                  </a:lnTo>
                  <a:lnTo>
                    <a:pt x="27927" y="74633"/>
                  </a:lnTo>
                  <a:lnTo>
                    <a:pt x="25060" y="79099"/>
                  </a:lnTo>
                  <a:lnTo>
                    <a:pt x="22336" y="83653"/>
                  </a:lnTo>
                  <a:lnTo>
                    <a:pt x="19758" y="88292"/>
                  </a:lnTo>
                  <a:lnTo>
                    <a:pt x="17329" y="93010"/>
                  </a:lnTo>
                  <a:lnTo>
                    <a:pt x="15050" y="97803"/>
                  </a:lnTo>
                  <a:lnTo>
                    <a:pt x="12925" y="102666"/>
                  </a:lnTo>
                  <a:lnTo>
                    <a:pt x="10955" y="107594"/>
                  </a:lnTo>
                  <a:lnTo>
                    <a:pt x="9143" y="112582"/>
                  </a:lnTo>
                  <a:lnTo>
                    <a:pt x="7490" y="117625"/>
                  </a:lnTo>
                  <a:lnTo>
                    <a:pt x="5998" y="122718"/>
                  </a:lnTo>
                  <a:lnTo>
                    <a:pt x="4668" y="127856"/>
                  </a:lnTo>
                  <a:lnTo>
                    <a:pt x="3502" y="133033"/>
                  </a:lnTo>
                  <a:lnTo>
                    <a:pt x="2501" y="138245"/>
                  </a:lnTo>
                  <a:lnTo>
                    <a:pt x="1666" y="143486"/>
                  </a:lnTo>
                  <a:lnTo>
                    <a:pt x="998" y="148750"/>
                  </a:lnTo>
                  <a:lnTo>
                    <a:pt x="497" y="154034"/>
                  </a:lnTo>
                  <a:lnTo>
                    <a:pt x="164" y="159330"/>
                  </a:lnTo>
                  <a:lnTo>
                    <a:pt x="0" y="164635"/>
                  </a:lnTo>
                  <a:lnTo>
                    <a:pt x="3" y="169942"/>
                  </a:lnTo>
                  <a:lnTo>
                    <a:pt x="176" y="175246"/>
                  </a:lnTo>
                  <a:lnTo>
                    <a:pt x="516" y="180542"/>
                  </a:lnTo>
                  <a:lnTo>
                    <a:pt x="1025" y="185824"/>
                  </a:lnTo>
                  <a:lnTo>
                    <a:pt x="1701" y="191088"/>
                  </a:lnTo>
                  <a:lnTo>
                    <a:pt x="2543" y="196328"/>
                  </a:lnTo>
                  <a:lnTo>
                    <a:pt x="3552" y="201538"/>
                  </a:lnTo>
                  <a:lnTo>
                    <a:pt x="4725" y="206714"/>
                  </a:lnTo>
                  <a:lnTo>
                    <a:pt x="6063" y="211850"/>
                  </a:lnTo>
                  <a:lnTo>
                    <a:pt x="7562" y="216940"/>
                  </a:lnTo>
                  <a:lnTo>
                    <a:pt x="9222" y="221981"/>
                  </a:lnTo>
                  <a:lnTo>
                    <a:pt x="11042" y="226966"/>
                  </a:lnTo>
                  <a:lnTo>
                    <a:pt x="13019" y="231891"/>
                  </a:lnTo>
                  <a:lnTo>
                    <a:pt x="15151" y="236751"/>
                  </a:lnTo>
                  <a:lnTo>
                    <a:pt x="17436" y="241541"/>
                  </a:lnTo>
                  <a:lnTo>
                    <a:pt x="19873" y="246255"/>
                  </a:lnTo>
                  <a:lnTo>
                    <a:pt x="22457" y="250891"/>
                  </a:lnTo>
                  <a:lnTo>
                    <a:pt x="25188" y="255441"/>
                  </a:lnTo>
                  <a:lnTo>
                    <a:pt x="28061" y="259903"/>
                  </a:lnTo>
                  <a:lnTo>
                    <a:pt x="31075" y="264271"/>
                  </a:lnTo>
                  <a:lnTo>
                    <a:pt x="34226" y="268541"/>
                  </a:lnTo>
                  <a:lnTo>
                    <a:pt x="37511" y="272710"/>
                  </a:lnTo>
                  <a:lnTo>
                    <a:pt x="40927" y="276771"/>
                  </a:lnTo>
                  <a:lnTo>
                    <a:pt x="44469" y="280723"/>
                  </a:lnTo>
                  <a:lnTo>
                    <a:pt x="48136" y="284560"/>
                  </a:lnTo>
                  <a:lnTo>
                    <a:pt x="51922" y="288278"/>
                  </a:lnTo>
                  <a:lnTo>
                    <a:pt x="55824" y="291875"/>
                  </a:lnTo>
                  <a:lnTo>
                    <a:pt x="59839" y="295346"/>
                  </a:lnTo>
                  <a:lnTo>
                    <a:pt x="63962" y="298687"/>
                  </a:lnTo>
                  <a:lnTo>
                    <a:pt x="68189" y="301896"/>
                  </a:lnTo>
                  <a:lnTo>
                    <a:pt x="72515" y="304970"/>
                  </a:lnTo>
                  <a:lnTo>
                    <a:pt x="76937" y="307904"/>
                  </a:lnTo>
                  <a:lnTo>
                    <a:pt x="81450" y="310697"/>
                  </a:lnTo>
                  <a:lnTo>
                    <a:pt x="86049" y="313345"/>
                  </a:lnTo>
                  <a:lnTo>
                    <a:pt x="90730" y="315845"/>
                  </a:lnTo>
                  <a:lnTo>
                    <a:pt x="95488" y="318196"/>
                  </a:lnTo>
                  <a:lnTo>
                    <a:pt x="100318" y="320395"/>
                  </a:lnTo>
                  <a:lnTo>
                    <a:pt x="105216" y="322439"/>
                  </a:lnTo>
                  <a:lnTo>
                    <a:pt x="110176" y="324326"/>
                  </a:lnTo>
                  <a:lnTo>
                    <a:pt x="115193" y="326056"/>
                  </a:lnTo>
                  <a:lnTo>
                    <a:pt x="120263" y="327625"/>
                  </a:lnTo>
                  <a:lnTo>
                    <a:pt x="125380" y="329032"/>
                  </a:lnTo>
                  <a:lnTo>
                    <a:pt x="130539" y="330277"/>
                  </a:lnTo>
                  <a:lnTo>
                    <a:pt x="135735" y="331356"/>
                  </a:lnTo>
                  <a:lnTo>
                    <a:pt x="140962" y="332271"/>
                  </a:lnTo>
                  <a:lnTo>
                    <a:pt x="146216" y="333019"/>
                  </a:lnTo>
                  <a:lnTo>
                    <a:pt x="151491" y="333600"/>
                  </a:lnTo>
                  <a:lnTo>
                    <a:pt x="156782" y="334013"/>
                  </a:lnTo>
                  <a:lnTo>
                    <a:pt x="162084" y="334258"/>
                  </a:lnTo>
                  <a:lnTo>
                    <a:pt x="167390" y="334334"/>
                  </a:lnTo>
                  <a:lnTo>
                    <a:pt x="172696" y="334242"/>
                  </a:lnTo>
                  <a:lnTo>
                    <a:pt x="177997" y="333982"/>
                  </a:lnTo>
                  <a:lnTo>
                    <a:pt x="183287" y="333554"/>
                  </a:lnTo>
                  <a:lnTo>
                    <a:pt x="188560" y="332957"/>
                  </a:lnTo>
                  <a:lnTo>
                    <a:pt x="193812" y="332194"/>
                  </a:lnTo>
                  <a:lnTo>
                    <a:pt x="199037" y="331265"/>
                  </a:lnTo>
                  <a:lnTo>
                    <a:pt x="204230" y="330170"/>
                  </a:lnTo>
                  <a:lnTo>
                    <a:pt x="209385" y="328910"/>
                  </a:lnTo>
                  <a:lnTo>
                    <a:pt x="214498" y="327488"/>
                  </a:lnTo>
                  <a:lnTo>
                    <a:pt x="219563" y="325904"/>
                  </a:lnTo>
                  <a:lnTo>
                    <a:pt x="224575" y="324161"/>
                  </a:lnTo>
                  <a:lnTo>
                    <a:pt x="229530" y="322259"/>
                  </a:lnTo>
                  <a:lnTo>
                    <a:pt x="234421" y="320200"/>
                  </a:lnTo>
                  <a:lnTo>
                    <a:pt x="239245" y="317988"/>
                  </a:lnTo>
                  <a:lnTo>
                    <a:pt x="243996" y="315623"/>
                  </a:lnTo>
                  <a:lnTo>
                    <a:pt x="248670" y="313109"/>
                  </a:lnTo>
                  <a:lnTo>
                    <a:pt x="253261" y="310448"/>
                  </a:lnTo>
                  <a:lnTo>
                    <a:pt x="257766" y="307642"/>
                  </a:lnTo>
                  <a:lnTo>
                    <a:pt x="262179" y="304695"/>
                  </a:lnTo>
                  <a:lnTo>
                    <a:pt x="266497" y="301609"/>
                  </a:lnTo>
                  <a:lnTo>
                    <a:pt x="270715" y="298388"/>
                  </a:lnTo>
                  <a:lnTo>
                    <a:pt x="274828" y="295034"/>
                  </a:lnTo>
                  <a:lnTo>
                    <a:pt x="278832" y="291552"/>
                  </a:lnTo>
                  <a:lnTo>
                    <a:pt x="282724" y="287944"/>
                  </a:lnTo>
                  <a:lnTo>
                    <a:pt x="286500" y="284214"/>
                  </a:lnTo>
                  <a:lnTo>
                    <a:pt x="290155" y="280367"/>
                  </a:lnTo>
                  <a:lnTo>
                    <a:pt x="293686" y="276405"/>
                  </a:lnTo>
                  <a:lnTo>
                    <a:pt x="297090" y="272333"/>
                  </a:lnTo>
                  <a:lnTo>
                    <a:pt x="300363" y="268156"/>
                  </a:lnTo>
                  <a:lnTo>
                    <a:pt x="303501" y="263876"/>
                  </a:lnTo>
                  <a:lnTo>
                    <a:pt x="306502" y="259499"/>
                  </a:lnTo>
                  <a:lnTo>
                    <a:pt x="309363" y="255029"/>
                  </a:lnTo>
                  <a:lnTo>
                    <a:pt x="312080" y="250471"/>
                  </a:lnTo>
                  <a:lnTo>
                    <a:pt x="314652" y="245828"/>
                  </a:lnTo>
                  <a:lnTo>
                    <a:pt x="317074" y="241106"/>
                  </a:lnTo>
                  <a:lnTo>
                    <a:pt x="319346" y="236310"/>
                  </a:lnTo>
                  <a:lnTo>
                    <a:pt x="321464" y="231444"/>
                  </a:lnTo>
                  <a:lnTo>
                    <a:pt x="323426" y="226513"/>
                  </a:lnTo>
                  <a:lnTo>
                    <a:pt x="325231" y="221523"/>
                  </a:lnTo>
                  <a:lnTo>
                    <a:pt x="326877" y="216477"/>
                  </a:lnTo>
                  <a:lnTo>
                    <a:pt x="328362" y="211382"/>
                  </a:lnTo>
                  <a:lnTo>
                    <a:pt x="329684" y="206243"/>
                  </a:lnTo>
                  <a:lnTo>
                    <a:pt x="330842" y="201064"/>
                  </a:lnTo>
                  <a:lnTo>
                    <a:pt x="331836" y="195851"/>
                  </a:lnTo>
                  <a:lnTo>
                    <a:pt x="332663" y="190608"/>
                  </a:lnTo>
                  <a:lnTo>
                    <a:pt x="333324" y="185343"/>
                  </a:lnTo>
                  <a:lnTo>
                    <a:pt x="333817" y="180059"/>
                  </a:lnTo>
                  <a:lnTo>
                    <a:pt x="334143" y="174762"/>
                  </a:lnTo>
                  <a:lnTo>
                    <a:pt x="334300" y="169457"/>
                  </a:lnTo>
                  <a:lnTo>
                    <a:pt x="334288" y="164150"/>
                  </a:lnTo>
                  <a:lnTo>
                    <a:pt x="334108" y="158846"/>
                  </a:lnTo>
                  <a:lnTo>
                    <a:pt x="333760" y="15355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367372"/>
              <a:ext cx="166611" cy="13616"/>
            </a:xfrm>
            <a:custGeom>
              <a:avLst/>
              <a:pathLst>
                <a:path w="166611" h="13616">
                  <a:moveTo>
                    <a:pt x="166611" y="0"/>
                  </a:moveTo>
                  <a:lnTo>
                    <a:pt x="0" y="136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76681"/>
              <a:ext cx="166611" cy="104307"/>
            </a:xfrm>
            <a:custGeom>
              <a:avLst/>
              <a:pathLst>
                <a:path w="166611" h="104307">
                  <a:moveTo>
                    <a:pt x="166611" y="90690"/>
                  </a:moveTo>
                  <a:lnTo>
                    <a:pt x="166036" y="84895"/>
                  </a:lnTo>
                  <a:lnTo>
                    <a:pt x="165259" y="79124"/>
                  </a:lnTo>
                  <a:lnTo>
                    <a:pt x="164282" y="73382"/>
                  </a:lnTo>
                  <a:lnTo>
                    <a:pt x="163105" y="67679"/>
                  </a:lnTo>
                  <a:lnTo>
                    <a:pt x="161730" y="62020"/>
                  </a:lnTo>
                  <a:lnTo>
                    <a:pt x="160159" y="56412"/>
                  </a:lnTo>
                  <a:lnTo>
                    <a:pt x="158393" y="50862"/>
                  </a:lnTo>
                  <a:lnTo>
                    <a:pt x="156436" y="45378"/>
                  </a:lnTo>
                  <a:lnTo>
                    <a:pt x="154288" y="39964"/>
                  </a:lnTo>
                  <a:lnTo>
                    <a:pt x="151953" y="34629"/>
                  </a:lnTo>
                  <a:lnTo>
                    <a:pt x="149434" y="29379"/>
                  </a:lnTo>
                  <a:lnTo>
                    <a:pt x="146734" y="24219"/>
                  </a:lnTo>
                  <a:lnTo>
                    <a:pt x="143855" y="19156"/>
                  </a:lnTo>
                  <a:lnTo>
                    <a:pt x="140802" y="14197"/>
                  </a:lnTo>
                  <a:lnTo>
                    <a:pt x="137577" y="9348"/>
                  </a:lnTo>
                  <a:lnTo>
                    <a:pt x="134186" y="4613"/>
                  </a:lnTo>
                  <a:lnTo>
                    <a:pt x="130632" y="0"/>
                  </a:lnTo>
                  <a:lnTo>
                    <a:pt x="0" y="104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130632" cy="167167"/>
            </a:xfrm>
            <a:custGeom>
              <a:avLst/>
              <a:pathLst>
                <a:path w="130632" h="167167">
                  <a:moveTo>
                    <a:pt x="130632" y="62860"/>
                  </a:moveTo>
                  <a:lnTo>
                    <a:pt x="127096" y="58578"/>
                  </a:lnTo>
                  <a:lnTo>
                    <a:pt x="123419" y="54416"/>
                  </a:lnTo>
                  <a:lnTo>
                    <a:pt x="119605" y="50379"/>
                  </a:lnTo>
                  <a:lnTo>
                    <a:pt x="115660" y="46471"/>
                  </a:lnTo>
                  <a:lnTo>
                    <a:pt x="111588" y="42696"/>
                  </a:lnTo>
                  <a:lnTo>
                    <a:pt x="107392" y="39058"/>
                  </a:lnTo>
                  <a:lnTo>
                    <a:pt x="103077" y="35562"/>
                  </a:lnTo>
                  <a:lnTo>
                    <a:pt x="98649" y="32210"/>
                  </a:lnTo>
                  <a:lnTo>
                    <a:pt x="94112" y="29008"/>
                  </a:lnTo>
                  <a:lnTo>
                    <a:pt x="89471" y="25958"/>
                  </a:lnTo>
                  <a:lnTo>
                    <a:pt x="84731" y="23065"/>
                  </a:lnTo>
                  <a:lnTo>
                    <a:pt x="79898" y="20330"/>
                  </a:lnTo>
                  <a:lnTo>
                    <a:pt x="74977" y="17757"/>
                  </a:lnTo>
                  <a:lnTo>
                    <a:pt x="69973" y="15349"/>
                  </a:lnTo>
                  <a:lnTo>
                    <a:pt x="64891" y="13108"/>
                  </a:lnTo>
                  <a:lnTo>
                    <a:pt x="59738" y="11038"/>
                  </a:lnTo>
                  <a:lnTo>
                    <a:pt x="54519" y="9140"/>
                  </a:lnTo>
                  <a:lnTo>
                    <a:pt x="49240" y="7416"/>
                  </a:lnTo>
                  <a:lnTo>
                    <a:pt x="43907" y="5869"/>
                  </a:lnTo>
                  <a:lnTo>
                    <a:pt x="38525" y="4499"/>
                  </a:lnTo>
                  <a:lnTo>
                    <a:pt x="33101" y="3310"/>
                  </a:lnTo>
                  <a:lnTo>
                    <a:pt x="27640" y="2300"/>
                  </a:lnTo>
                  <a:lnTo>
                    <a:pt x="22148" y="1473"/>
                  </a:lnTo>
                  <a:lnTo>
                    <a:pt x="16633" y="829"/>
                  </a:lnTo>
                  <a:lnTo>
                    <a:pt x="11098" y="368"/>
                  </a:lnTo>
                  <a:lnTo>
                    <a:pt x="555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45" y="3707720"/>
              <a:ext cx="197841" cy="334330"/>
            </a:xfrm>
            <a:custGeom>
              <a:avLst/>
              <a:pathLst>
                <a:path w="197841" h="334330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9" y="1366"/>
                  </a:lnTo>
                  <a:lnTo>
                    <a:pt x="140548" y="2132"/>
                  </a:lnTo>
                  <a:lnTo>
                    <a:pt x="135284" y="3068"/>
                  </a:lnTo>
                  <a:lnTo>
                    <a:pt x="130053" y="4171"/>
                  </a:lnTo>
                  <a:lnTo>
                    <a:pt x="124860" y="5441"/>
                  </a:lnTo>
                  <a:lnTo>
                    <a:pt x="119710" y="6877"/>
                  </a:lnTo>
                  <a:lnTo>
                    <a:pt x="114609" y="8476"/>
                  </a:lnTo>
                  <a:lnTo>
                    <a:pt x="109561" y="10238"/>
                  </a:lnTo>
                  <a:lnTo>
                    <a:pt x="104573" y="12160"/>
                  </a:lnTo>
                  <a:lnTo>
                    <a:pt x="99648" y="14241"/>
                  </a:lnTo>
                  <a:lnTo>
                    <a:pt x="94793" y="16478"/>
                  </a:lnTo>
                  <a:lnTo>
                    <a:pt x="90011" y="18870"/>
                  </a:lnTo>
                  <a:lnTo>
                    <a:pt x="85309" y="21413"/>
                  </a:lnTo>
                  <a:lnTo>
                    <a:pt x="80690" y="24105"/>
                  </a:lnTo>
                  <a:lnTo>
                    <a:pt x="76159" y="26943"/>
                  </a:lnTo>
                  <a:lnTo>
                    <a:pt x="71722" y="29925"/>
                  </a:lnTo>
                  <a:lnTo>
                    <a:pt x="67382" y="33047"/>
                  </a:lnTo>
                  <a:lnTo>
                    <a:pt x="63144" y="36306"/>
                  </a:lnTo>
                  <a:lnTo>
                    <a:pt x="59013" y="39699"/>
                  </a:lnTo>
                  <a:lnTo>
                    <a:pt x="54993" y="43223"/>
                  </a:lnTo>
                  <a:lnTo>
                    <a:pt x="51087" y="46873"/>
                  </a:lnTo>
                  <a:lnTo>
                    <a:pt x="47299" y="50647"/>
                  </a:lnTo>
                  <a:lnTo>
                    <a:pt x="43635" y="54539"/>
                  </a:lnTo>
                  <a:lnTo>
                    <a:pt x="40096" y="58547"/>
                  </a:lnTo>
                  <a:lnTo>
                    <a:pt x="36688" y="62666"/>
                  </a:lnTo>
                  <a:lnTo>
                    <a:pt x="33413" y="66891"/>
                  </a:lnTo>
                  <a:lnTo>
                    <a:pt x="30275" y="71220"/>
                  </a:lnTo>
                  <a:lnTo>
                    <a:pt x="27277" y="75646"/>
                  </a:lnTo>
                  <a:lnTo>
                    <a:pt x="24422" y="80166"/>
                  </a:lnTo>
                  <a:lnTo>
                    <a:pt x="21713" y="84775"/>
                  </a:lnTo>
                  <a:lnTo>
                    <a:pt x="19153" y="89468"/>
                  </a:lnTo>
                  <a:lnTo>
                    <a:pt x="16744" y="94241"/>
                  </a:lnTo>
                  <a:lnTo>
                    <a:pt x="14489" y="99088"/>
                  </a:lnTo>
                  <a:lnTo>
                    <a:pt x="12390" y="104005"/>
                  </a:lnTo>
                  <a:lnTo>
                    <a:pt x="10450" y="108987"/>
                  </a:lnTo>
                  <a:lnTo>
                    <a:pt x="8669" y="114028"/>
                  </a:lnTo>
                  <a:lnTo>
                    <a:pt x="7051" y="119123"/>
                  </a:lnTo>
                  <a:lnTo>
                    <a:pt x="5597" y="124267"/>
                  </a:lnTo>
                  <a:lnTo>
                    <a:pt x="4308" y="129456"/>
                  </a:lnTo>
                  <a:lnTo>
                    <a:pt x="3185" y="134683"/>
                  </a:lnTo>
                  <a:lnTo>
                    <a:pt x="2230" y="139943"/>
                  </a:lnTo>
                  <a:lnTo>
                    <a:pt x="1444" y="145231"/>
                  </a:lnTo>
                  <a:lnTo>
                    <a:pt x="827" y="150541"/>
                  </a:lnTo>
                  <a:lnTo>
                    <a:pt x="381" y="155869"/>
                  </a:lnTo>
                  <a:lnTo>
                    <a:pt x="105" y="161208"/>
                  </a:lnTo>
                  <a:lnTo>
                    <a:pt x="0" y="166553"/>
                  </a:lnTo>
                  <a:lnTo>
                    <a:pt x="65" y="171899"/>
                  </a:lnTo>
                  <a:lnTo>
                    <a:pt x="302" y="177240"/>
                  </a:lnTo>
                  <a:lnTo>
                    <a:pt x="710" y="182570"/>
                  </a:lnTo>
                  <a:lnTo>
                    <a:pt x="1287" y="187885"/>
                  </a:lnTo>
                  <a:lnTo>
                    <a:pt x="2035" y="193179"/>
                  </a:lnTo>
                  <a:lnTo>
                    <a:pt x="2951" y="198446"/>
                  </a:lnTo>
                  <a:lnTo>
                    <a:pt x="4035" y="203681"/>
                  </a:lnTo>
                  <a:lnTo>
                    <a:pt x="5286" y="208878"/>
                  </a:lnTo>
                  <a:lnTo>
                    <a:pt x="6702" y="214034"/>
                  </a:lnTo>
                  <a:lnTo>
                    <a:pt x="8283" y="219141"/>
                  </a:lnTo>
                  <a:lnTo>
                    <a:pt x="10026" y="224195"/>
                  </a:lnTo>
                  <a:lnTo>
                    <a:pt x="11930" y="229190"/>
                  </a:lnTo>
                  <a:lnTo>
                    <a:pt x="13993" y="234122"/>
                  </a:lnTo>
                  <a:lnTo>
                    <a:pt x="16212" y="238986"/>
                  </a:lnTo>
                  <a:lnTo>
                    <a:pt x="18586" y="243776"/>
                  </a:lnTo>
                  <a:lnTo>
                    <a:pt x="21112" y="248488"/>
                  </a:lnTo>
                  <a:lnTo>
                    <a:pt x="23787" y="253117"/>
                  </a:lnTo>
                  <a:lnTo>
                    <a:pt x="26609" y="257658"/>
                  </a:lnTo>
                  <a:lnTo>
                    <a:pt x="29574" y="262106"/>
                  </a:lnTo>
                  <a:lnTo>
                    <a:pt x="32680" y="266457"/>
                  </a:lnTo>
                  <a:lnTo>
                    <a:pt x="35924" y="270707"/>
                  </a:lnTo>
                  <a:lnTo>
                    <a:pt x="39302" y="274851"/>
                  </a:lnTo>
                  <a:lnTo>
                    <a:pt x="42811" y="278884"/>
                  </a:lnTo>
                  <a:lnTo>
                    <a:pt x="46447" y="282804"/>
                  </a:lnTo>
                  <a:lnTo>
                    <a:pt x="50206" y="286605"/>
                  </a:lnTo>
                  <a:lnTo>
                    <a:pt x="54085" y="290284"/>
                  </a:lnTo>
                  <a:lnTo>
                    <a:pt x="58080" y="293837"/>
                  </a:lnTo>
                  <a:lnTo>
                    <a:pt x="62186" y="297260"/>
                  </a:lnTo>
                  <a:lnTo>
                    <a:pt x="66400" y="300550"/>
                  </a:lnTo>
                  <a:lnTo>
                    <a:pt x="70716" y="303704"/>
                  </a:lnTo>
                  <a:lnTo>
                    <a:pt x="75132" y="306719"/>
                  </a:lnTo>
                  <a:lnTo>
                    <a:pt x="79641" y="309590"/>
                  </a:lnTo>
                  <a:lnTo>
                    <a:pt x="84240" y="312316"/>
                  </a:lnTo>
                  <a:lnTo>
                    <a:pt x="88924" y="314894"/>
                  </a:lnTo>
                  <a:lnTo>
                    <a:pt x="93688" y="317320"/>
                  </a:lnTo>
                  <a:lnTo>
                    <a:pt x="98527" y="319593"/>
                  </a:lnTo>
                  <a:lnTo>
                    <a:pt x="103436" y="321710"/>
                  </a:lnTo>
                  <a:lnTo>
                    <a:pt x="108410" y="323668"/>
                  </a:lnTo>
                  <a:lnTo>
                    <a:pt x="113445" y="325467"/>
                  </a:lnTo>
                  <a:lnTo>
                    <a:pt x="118534" y="327104"/>
                  </a:lnTo>
                  <a:lnTo>
                    <a:pt x="123673" y="328577"/>
                  </a:lnTo>
                  <a:lnTo>
                    <a:pt x="128857" y="329886"/>
                  </a:lnTo>
                  <a:lnTo>
                    <a:pt x="134080" y="331027"/>
                  </a:lnTo>
                  <a:lnTo>
                    <a:pt x="139336" y="332002"/>
                  </a:lnTo>
                  <a:lnTo>
                    <a:pt x="144621" y="332807"/>
                  </a:lnTo>
                  <a:lnTo>
                    <a:pt x="149929" y="333443"/>
                  </a:lnTo>
                  <a:lnTo>
                    <a:pt x="155255" y="333910"/>
                  </a:lnTo>
                  <a:lnTo>
                    <a:pt x="160593" y="334205"/>
                  </a:lnTo>
                  <a:lnTo>
                    <a:pt x="165938" y="334330"/>
                  </a:lnTo>
                  <a:lnTo>
                    <a:pt x="171284" y="334284"/>
                  </a:lnTo>
                  <a:lnTo>
                    <a:pt x="176626" y="334067"/>
                  </a:lnTo>
                  <a:lnTo>
                    <a:pt x="181958" y="333679"/>
                  </a:lnTo>
                  <a:lnTo>
                    <a:pt x="187275" y="333121"/>
                  </a:lnTo>
                  <a:lnTo>
                    <a:pt x="192571" y="332393"/>
                  </a:lnTo>
                  <a:lnTo>
                    <a:pt x="197841" y="33149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8114"/>
              <a:ext cx="167164" cy="331102"/>
            </a:xfrm>
            <a:custGeom>
              <a:avLst/>
              <a:pathLst>
                <a:path w="167164" h="331102">
                  <a:moveTo>
                    <a:pt x="30675" y="331102"/>
                  </a:moveTo>
                  <a:lnTo>
                    <a:pt x="35932" y="330033"/>
                  </a:lnTo>
                  <a:lnTo>
                    <a:pt x="41152" y="328796"/>
                  </a:lnTo>
                  <a:lnTo>
                    <a:pt x="46330" y="327392"/>
                  </a:lnTo>
                  <a:lnTo>
                    <a:pt x="51460" y="325823"/>
                  </a:lnTo>
                  <a:lnTo>
                    <a:pt x="56537" y="324089"/>
                  </a:lnTo>
                  <a:lnTo>
                    <a:pt x="61556" y="322194"/>
                  </a:lnTo>
                  <a:lnTo>
                    <a:pt x="66511" y="320139"/>
                  </a:lnTo>
                  <a:lnTo>
                    <a:pt x="71398" y="317926"/>
                  </a:lnTo>
                  <a:lnTo>
                    <a:pt x="76211" y="315557"/>
                  </a:lnTo>
                  <a:lnTo>
                    <a:pt x="80946" y="313035"/>
                  </a:lnTo>
                  <a:lnTo>
                    <a:pt x="85598" y="310362"/>
                  </a:lnTo>
                  <a:lnTo>
                    <a:pt x="90161" y="307542"/>
                  </a:lnTo>
                  <a:lnTo>
                    <a:pt x="94632" y="304576"/>
                  </a:lnTo>
                  <a:lnTo>
                    <a:pt x="99005" y="301469"/>
                  </a:lnTo>
                  <a:lnTo>
                    <a:pt x="103276" y="298222"/>
                  </a:lnTo>
                  <a:lnTo>
                    <a:pt x="107440" y="294841"/>
                  </a:lnTo>
                  <a:lnTo>
                    <a:pt x="111495" y="291327"/>
                  </a:lnTo>
                  <a:lnTo>
                    <a:pt x="115434" y="287686"/>
                  </a:lnTo>
                  <a:lnTo>
                    <a:pt x="119254" y="283919"/>
                  </a:lnTo>
                  <a:lnTo>
                    <a:pt x="122952" y="280033"/>
                  </a:lnTo>
                  <a:lnTo>
                    <a:pt x="126523" y="276029"/>
                  </a:lnTo>
                  <a:lnTo>
                    <a:pt x="129963" y="271913"/>
                  </a:lnTo>
                  <a:lnTo>
                    <a:pt x="133270" y="267689"/>
                  </a:lnTo>
                  <a:lnTo>
                    <a:pt x="136439" y="263360"/>
                  </a:lnTo>
                  <a:lnTo>
                    <a:pt x="139468" y="258932"/>
                  </a:lnTo>
                  <a:lnTo>
                    <a:pt x="142354" y="254410"/>
                  </a:lnTo>
                  <a:lnTo>
                    <a:pt x="145093" y="249797"/>
                  </a:lnTo>
                  <a:lnTo>
                    <a:pt x="147682" y="245098"/>
                  </a:lnTo>
                  <a:lnTo>
                    <a:pt x="150119" y="240319"/>
                  </a:lnTo>
                  <a:lnTo>
                    <a:pt x="152402" y="235464"/>
                  </a:lnTo>
                  <a:lnTo>
                    <a:pt x="154527" y="230539"/>
                  </a:lnTo>
                  <a:lnTo>
                    <a:pt x="156494" y="225548"/>
                  </a:lnTo>
                  <a:lnTo>
                    <a:pt x="158299" y="220496"/>
                  </a:lnTo>
                  <a:lnTo>
                    <a:pt x="159942" y="215389"/>
                  </a:lnTo>
                  <a:lnTo>
                    <a:pt x="161419" y="210232"/>
                  </a:lnTo>
                  <a:lnTo>
                    <a:pt x="162731" y="205030"/>
                  </a:lnTo>
                  <a:lnTo>
                    <a:pt x="163874" y="199788"/>
                  </a:lnTo>
                  <a:lnTo>
                    <a:pt x="164849" y="194513"/>
                  </a:lnTo>
                  <a:lnTo>
                    <a:pt x="165654" y="189209"/>
                  </a:lnTo>
                  <a:lnTo>
                    <a:pt x="166289" y="183882"/>
                  </a:lnTo>
                  <a:lnTo>
                    <a:pt x="166752" y="178537"/>
                  </a:lnTo>
                  <a:lnTo>
                    <a:pt x="167044" y="173181"/>
                  </a:lnTo>
                  <a:lnTo>
                    <a:pt x="167164" y="167817"/>
                  </a:lnTo>
                  <a:lnTo>
                    <a:pt x="167111" y="162453"/>
                  </a:lnTo>
                  <a:lnTo>
                    <a:pt x="166886" y="157093"/>
                  </a:lnTo>
                  <a:lnTo>
                    <a:pt x="166490" y="151743"/>
                  </a:lnTo>
                  <a:lnTo>
                    <a:pt x="165922" y="146408"/>
                  </a:lnTo>
                  <a:lnTo>
                    <a:pt x="165183" y="141095"/>
                  </a:lnTo>
                  <a:lnTo>
                    <a:pt x="164274" y="135808"/>
                  </a:lnTo>
                  <a:lnTo>
                    <a:pt x="163196" y="130552"/>
                  </a:lnTo>
                  <a:lnTo>
                    <a:pt x="161950" y="125334"/>
                  </a:lnTo>
                  <a:lnTo>
                    <a:pt x="160536" y="120159"/>
                  </a:lnTo>
                  <a:lnTo>
                    <a:pt x="158958" y="115032"/>
                  </a:lnTo>
                  <a:lnTo>
                    <a:pt x="157216" y="109958"/>
                  </a:lnTo>
                  <a:lnTo>
                    <a:pt x="155312" y="104943"/>
                  </a:lnTo>
                  <a:lnTo>
                    <a:pt x="153248" y="99991"/>
                  </a:lnTo>
                  <a:lnTo>
                    <a:pt x="151026" y="95108"/>
                  </a:lnTo>
                  <a:lnTo>
                    <a:pt x="148649" y="90299"/>
                  </a:lnTo>
                  <a:lnTo>
                    <a:pt x="146118" y="85568"/>
                  </a:lnTo>
                  <a:lnTo>
                    <a:pt x="143438" y="80921"/>
                  </a:lnTo>
                  <a:lnTo>
                    <a:pt x="140609" y="76363"/>
                  </a:lnTo>
                  <a:lnTo>
                    <a:pt x="137635" y="71898"/>
                  </a:lnTo>
                  <a:lnTo>
                    <a:pt x="134520" y="67530"/>
                  </a:lnTo>
                  <a:lnTo>
                    <a:pt x="131267" y="63265"/>
                  </a:lnTo>
                  <a:lnTo>
                    <a:pt x="127878" y="59106"/>
                  </a:lnTo>
                  <a:lnTo>
                    <a:pt x="124357" y="55058"/>
                  </a:lnTo>
                  <a:lnTo>
                    <a:pt x="120708" y="51126"/>
                  </a:lnTo>
                  <a:lnTo>
                    <a:pt x="116935" y="47312"/>
                  </a:lnTo>
                  <a:lnTo>
                    <a:pt x="113042" y="43621"/>
                  </a:lnTo>
                  <a:lnTo>
                    <a:pt x="109032" y="40057"/>
                  </a:lnTo>
                  <a:lnTo>
                    <a:pt x="104910" y="36624"/>
                  </a:lnTo>
                  <a:lnTo>
                    <a:pt x="100680" y="33325"/>
                  </a:lnTo>
                  <a:lnTo>
                    <a:pt x="96346" y="30163"/>
                  </a:lnTo>
                  <a:lnTo>
                    <a:pt x="91913" y="27142"/>
                  </a:lnTo>
                  <a:lnTo>
                    <a:pt x="87385" y="24264"/>
                  </a:lnTo>
                  <a:lnTo>
                    <a:pt x="82767" y="21534"/>
                  </a:lnTo>
                  <a:lnTo>
                    <a:pt x="78064" y="18953"/>
                  </a:lnTo>
                  <a:lnTo>
                    <a:pt x="73281" y="16524"/>
                  </a:lnTo>
                  <a:lnTo>
                    <a:pt x="68422" y="14250"/>
                  </a:lnTo>
                  <a:lnTo>
                    <a:pt x="63493" y="12133"/>
                  </a:lnTo>
                  <a:lnTo>
                    <a:pt x="58498" y="10175"/>
                  </a:lnTo>
                  <a:lnTo>
                    <a:pt x="53443" y="8379"/>
                  </a:lnTo>
                  <a:lnTo>
                    <a:pt x="48333" y="6745"/>
                  </a:lnTo>
                  <a:lnTo>
                    <a:pt x="43173" y="5277"/>
                  </a:lnTo>
                  <a:lnTo>
                    <a:pt x="37969" y="3975"/>
                  </a:lnTo>
                  <a:lnTo>
                    <a:pt x="32726" y="2840"/>
                  </a:lnTo>
                  <a:lnTo>
                    <a:pt x="27449" y="1875"/>
                  </a:lnTo>
                  <a:lnTo>
                    <a:pt x="22143" y="1079"/>
                  </a:lnTo>
                  <a:lnTo>
                    <a:pt x="16815" y="453"/>
                  </a:lnTo>
                  <a:lnTo>
                    <a:pt x="11470" y="0"/>
                  </a:lnTo>
                  <a:lnTo>
                    <a:pt x="0" y="166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11470" cy="167167"/>
            </a:xfrm>
            <a:custGeom>
              <a:avLst/>
              <a:pathLst>
                <a:path w="11470" h="167167">
                  <a:moveTo>
                    <a:pt x="11470" y="3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2025-06-06T04:10:13Z</dcterms:modified>
  <cp:category/>
</cp:coreProperties>
</file>