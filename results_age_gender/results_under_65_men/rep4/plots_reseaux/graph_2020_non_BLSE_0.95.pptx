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4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4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1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5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7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19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55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3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8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1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33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47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28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7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07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2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6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3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1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29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402" y="3170392"/>
              <a:ext cx="1376" cy="167167"/>
            </a:xfrm>
            <a:custGeom>
              <a:avLst/>
              <a:pathLst>
                <a:path w="1376" h="167167">
                  <a:moveTo>
                    <a:pt x="1376" y="0"/>
                  </a:moveTo>
                  <a:lnTo>
                    <a:pt x="0" y="5"/>
                  </a:lnTo>
                  <a:lnTo>
                    <a:pt x="1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402" y="3170398"/>
              <a:ext cx="1376" cy="167161"/>
            </a:xfrm>
            <a:custGeom>
              <a:avLst/>
              <a:pathLst>
                <a:path w="1376" h="167161">
                  <a:moveTo>
                    <a:pt x="0" y="0"/>
                  </a:moveTo>
                  <a:lnTo>
                    <a:pt x="1376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816623" y="3170398"/>
              <a:ext cx="334312" cy="334329"/>
            </a:xfrm>
            <a:custGeom>
              <a:avLst/>
              <a:pathLst>
                <a:path w="334312" h="334329">
                  <a:moveTo>
                    <a:pt x="165778" y="0"/>
                  </a:moveTo>
                  <a:lnTo>
                    <a:pt x="160490" y="127"/>
                  </a:lnTo>
                  <a:lnTo>
                    <a:pt x="155208" y="421"/>
                  </a:lnTo>
                  <a:lnTo>
                    <a:pt x="149938" y="883"/>
                  </a:lnTo>
                  <a:lnTo>
                    <a:pt x="144686" y="1511"/>
                  </a:lnTo>
                  <a:lnTo>
                    <a:pt x="139456" y="2305"/>
                  </a:lnTo>
                  <a:lnTo>
                    <a:pt x="134253" y="3264"/>
                  </a:lnTo>
                  <a:lnTo>
                    <a:pt x="129084" y="4387"/>
                  </a:lnTo>
                  <a:lnTo>
                    <a:pt x="123953" y="5673"/>
                  </a:lnTo>
                  <a:lnTo>
                    <a:pt x="118865" y="7121"/>
                  </a:lnTo>
                  <a:lnTo>
                    <a:pt x="113825" y="8729"/>
                  </a:lnTo>
                  <a:lnTo>
                    <a:pt x="108839" y="10495"/>
                  </a:lnTo>
                  <a:lnTo>
                    <a:pt x="103911" y="12419"/>
                  </a:lnTo>
                  <a:lnTo>
                    <a:pt x="99047" y="14498"/>
                  </a:lnTo>
                  <a:lnTo>
                    <a:pt x="94250" y="16729"/>
                  </a:lnTo>
                  <a:lnTo>
                    <a:pt x="89527" y="19111"/>
                  </a:lnTo>
                  <a:lnTo>
                    <a:pt x="84882" y="21641"/>
                  </a:lnTo>
                  <a:lnTo>
                    <a:pt x="80318" y="24317"/>
                  </a:lnTo>
                  <a:lnTo>
                    <a:pt x="75842" y="27137"/>
                  </a:lnTo>
                  <a:lnTo>
                    <a:pt x="71457" y="30096"/>
                  </a:lnTo>
                  <a:lnTo>
                    <a:pt x="67169" y="33192"/>
                  </a:lnTo>
                  <a:lnTo>
                    <a:pt x="62980" y="36423"/>
                  </a:lnTo>
                  <a:lnTo>
                    <a:pt x="58895" y="39785"/>
                  </a:lnTo>
                  <a:lnTo>
                    <a:pt x="54919" y="43274"/>
                  </a:lnTo>
                  <a:lnTo>
                    <a:pt x="51056" y="46887"/>
                  </a:lnTo>
                  <a:lnTo>
                    <a:pt x="47308" y="50621"/>
                  </a:lnTo>
                  <a:lnTo>
                    <a:pt x="43681" y="54471"/>
                  </a:lnTo>
                  <a:lnTo>
                    <a:pt x="40177" y="58435"/>
                  </a:lnTo>
                  <a:lnTo>
                    <a:pt x="36800" y="62507"/>
                  </a:lnTo>
                  <a:lnTo>
                    <a:pt x="33554" y="66684"/>
                  </a:lnTo>
                  <a:lnTo>
                    <a:pt x="30442" y="70961"/>
                  </a:lnTo>
                  <a:lnTo>
                    <a:pt x="27467" y="75335"/>
                  </a:lnTo>
                  <a:lnTo>
                    <a:pt x="24631" y="79801"/>
                  </a:lnTo>
                  <a:lnTo>
                    <a:pt x="21938" y="84354"/>
                  </a:lnTo>
                  <a:lnTo>
                    <a:pt x="19391" y="88990"/>
                  </a:lnTo>
                  <a:lnTo>
                    <a:pt x="16992" y="93705"/>
                  </a:lnTo>
                  <a:lnTo>
                    <a:pt x="14743" y="98493"/>
                  </a:lnTo>
                  <a:lnTo>
                    <a:pt x="12646" y="103350"/>
                  </a:lnTo>
                  <a:lnTo>
                    <a:pt x="10704" y="108270"/>
                  </a:lnTo>
                  <a:lnTo>
                    <a:pt x="8919" y="113250"/>
                  </a:lnTo>
                  <a:lnTo>
                    <a:pt x="7293" y="118284"/>
                  </a:lnTo>
                  <a:lnTo>
                    <a:pt x="5826" y="123366"/>
                  </a:lnTo>
                  <a:lnTo>
                    <a:pt x="4521" y="128493"/>
                  </a:lnTo>
                  <a:lnTo>
                    <a:pt x="3379" y="133658"/>
                  </a:lnTo>
                  <a:lnTo>
                    <a:pt x="2401" y="138857"/>
                  </a:lnTo>
                  <a:lnTo>
                    <a:pt x="1588" y="144084"/>
                  </a:lnTo>
                  <a:lnTo>
                    <a:pt x="941" y="149334"/>
                  </a:lnTo>
                  <a:lnTo>
                    <a:pt x="460" y="154602"/>
                  </a:lnTo>
                  <a:lnTo>
                    <a:pt x="146" y="159883"/>
                  </a:lnTo>
                  <a:lnTo>
                    <a:pt x="0" y="165171"/>
                  </a:lnTo>
                  <a:lnTo>
                    <a:pt x="20" y="170460"/>
                  </a:lnTo>
                  <a:lnTo>
                    <a:pt x="208" y="175747"/>
                  </a:lnTo>
                  <a:lnTo>
                    <a:pt x="564" y="181025"/>
                  </a:lnTo>
                  <a:lnTo>
                    <a:pt x="1086" y="186289"/>
                  </a:lnTo>
                  <a:lnTo>
                    <a:pt x="1774" y="191534"/>
                  </a:lnTo>
                  <a:lnTo>
                    <a:pt x="2628" y="196755"/>
                  </a:lnTo>
                  <a:lnTo>
                    <a:pt x="3647" y="201946"/>
                  </a:lnTo>
                  <a:lnTo>
                    <a:pt x="4829" y="207102"/>
                  </a:lnTo>
                  <a:lnTo>
                    <a:pt x="6174" y="212218"/>
                  </a:lnTo>
                  <a:lnTo>
                    <a:pt x="7680" y="217289"/>
                  </a:lnTo>
                  <a:lnTo>
                    <a:pt x="9346" y="222310"/>
                  </a:lnTo>
                  <a:lnTo>
                    <a:pt x="11170" y="227275"/>
                  </a:lnTo>
                  <a:lnTo>
                    <a:pt x="13150" y="232181"/>
                  </a:lnTo>
                  <a:lnTo>
                    <a:pt x="15285" y="237021"/>
                  </a:lnTo>
                  <a:lnTo>
                    <a:pt x="17571" y="241791"/>
                  </a:lnTo>
                  <a:lnTo>
                    <a:pt x="20007" y="246487"/>
                  </a:lnTo>
                  <a:lnTo>
                    <a:pt x="22591" y="251103"/>
                  </a:lnTo>
                  <a:lnTo>
                    <a:pt x="25319" y="255635"/>
                  </a:lnTo>
                  <a:lnTo>
                    <a:pt x="28190" y="260078"/>
                  </a:lnTo>
                  <a:lnTo>
                    <a:pt x="31199" y="264429"/>
                  </a:lnTo>
                  <a:lnTo>
                    <a:pt x="34345" y="268682"/>
                  </a:lnTo>
                  <a:lnTo>
                    <a:pt x="37624" y="272833"/>
                  </a:lnTo>
                  <a:lnTo>
                    <a:pt x="41032" y="276879"/>
                  </a:lnTo>
                  <a:lnTo>
                    <a:pt x="44567" y="280814"/>
                  </a:lnTo>
                  <a:lnTo>
                    <a:pt x="48224" y="284636"/>
                  </a:lnTo>
                  <a:lnTo>
                    <a:pt x="52001" y="288340"/>
                  </a:lnTo>
                  <a:lnTo>
                    <a:pt x="55892" y="291923"/>
                  </a:lnTo>
                  <a:lnTo>
                    <a:pt x="59896" y="295381"/>
                  </a:lnTo>
                  <a:lnTo>
                    <a:pt x="64006" y="298711"/>
                  </a:lnTo>
                  <a:lnTo>
                    <a:pt x="68220" y="301909"/>
                  </a:lnTo>
                  <a:lnTo>
                    <a:pt x="72533" y="304972"/>
                  </a:lnTo>
                  <a:lnTo>
                    <a:pt x="76941" y="307896"/>
                  </a:lnTo>
                  <a:lnTo>
                    <a:pt x="81439" y="310680"/>
                  </a:lnTo>
                  <a:lnTo>
                    <a:pt x="86023" y="313321"/>
                  </a:lnTo>
                  <a:lnTo>
                    <a:pt x="90688" y="315815"/>
                  </a:lnTo>
                  <a:lnTo>
                    <a:pt x="95430" y="318160"/>
                  </a:lnTo>
                  <a:lnTo>
                    <a:pt x="100244" y="320353"/>
                  </a:lnTo>
                  <a:lnTo>
                    <a:pt x="105124" y="322394"/>
                  </a:lnTo>
                  <a:lnTo>
                    <a:pt x="110067" y="324279"/>
                  </a:lnTo>
                  <a:lnTo>
                    <a:pt x="115067" y="326006"/>
                  </a:lnTo>
                  <a:lnTo>
                    <a:pt x="120119" y="327575"/>
                  </a:lnTo>
                  <a:lnTo>
                    <a:pt x="125218" y="328983"/>
                  </a:lnTo>
                  <a:lnTo>
                    <a:pt x="130359" y="330229"/>
                  </a:lnTo>
                  <a:lnTo>
                    <a:pt x="135537" y="331311"/>
                  </a:lnTo>
                  <a:lnTo>
                    <a:pt x="140747" y="332230"/>
                  </a:lnTo>
                  <a:lnTo>
                    <a:pt x="145983" y="332983"/>
                  </a:lnTo>
                  <a:lnTo>
                    <a:pt x="151240" y="333569"/>
                  </a:lnTo>
                  <a:lnTo>
                    <a:pt x="156514" y="333990"/>
                  </a:lnTo>
                  <a:lnTo>
                    <a:pt x="161797" y="334243"/>
                  </a:lnTo>
                  <a:lnTo>
                    <a:pt x="167087" y="334329"/>
                  </a:lnTo>
                  <a:lnTo>
                    <a:pt x="172376" y="334247"/>
                  </a:lnTo>
                  <a:lnTo>
                    <a:pt x="177660" y="333998"/>
                  </a:lnTo>
                  <a:lnTo>
                    <a:pt x="182934" y="333582"/>
                  </a:lnTo>
                  <a:lnTo>
                    <a:pt x="188191" y="333000"/>
                  </a:lnTo>
                  <a:lnTo>
                    <a:pt x="193428" y="332251"/>
                  </a:lnTo>
                  <a:lnTo>
                    <a:pt x="198639" y="331337"/>
                  </a:lnTo>
                  <a:lnTo>
                    <a:pt x="203817" y="330259"/>
                  </a:lnTo>
                  <a:lnTo>
                    <a:pt x="208960" y="329017"/>
                  </a:lnTo>
                  <a:lnTo>
                    <a:pt x="214060" y="327613"/>
                  </a:lnTo>
                  <a:lnTo>
                    <a:pt x="219113" y="326049"/>
                  </a:lnTo>
                  <a:lnTo>
                    <a:pt x="224115" y="324325"/>
                  </a:lnTo>
                  <a:lnTo>
                    <a:pt x="229059" y="322445"/>
                  </a:lnTo>
                  <a:lnTo>
                    <a:pt x="233941" y="320408"/>
                  </a:lnTo>
                  <a:lnTo>
                    <a:pt x="238756" y="318218"/>
                  </a:lnTo>
                  <a:lnTo>
                    <a:pt x="243500" y="315877"/>
                  </a:lnTo>
                  <a:lnTo>
                    <a:pt x="248167" y="313387"/>
                  </a:lnTo>
                  <a:lnTo>
                    <a:pt x="252753" y="310751"/>
                  </a:lnTo>
                  <a:lnTo>
                    <a:pt x="257254" y="307970"/>
                  </a:lnTo>
                  <a:lnTo>
                    <a:pt x="261664" y="305049"/>
                  </a:lnTo>
                  <a:lnTo>
                    <a:pt x="265980" y="301990"/>
                  </a:lnTo>
                  <a:lnTo>
                    <a:pt x="270196" y="298795"/>
                  </a:lnTo>
                  <a:lnTo>
                    <a:pt x="274310" y="295469"/>
                  </a:lnTo>
                  <a:lnTo>
                    <a:pt x="278316" y="292014"/>
                  </a:lnTo>
                  <a:lnTo>
                    <a:pt x="282210" y="288435"/>
                  </a:lnTo>
                  <a:lnTo>
                    <a:pt x="285990" y="284733"/>
                  </a:lnTo>
                  <a:lnTo>
                    <a:pt x="289651" y="280915"/>
                  </a:lnTo>
                  <a:lnTo>
                    <a:pt x="293188" y="276982"/>
                  </a:lnTo>
                  <a:lnTo>
                    <a:pt x="296600" y="272939"/>
                  </a:lnTo>
                  <a:lnTo>
                    <a:pt x="299882" y="268790"/>
                  </a:lnTo>
                  <a:lnTo>
                    <a:pt x="303031" y="264540"/>
                  </a:lnTo>
                  <a:lnTo>
                    <a:pt x="306044" y="260192"/>
                  </a:lnTo>
                  <a:lnTo>
                    <a:pt x="308918" y="255751"/>
                  </a:lnTo>
                  <a:lnTo>
                    <a:pt x="311650" y="251221"/>
                  </a:lnTo>
                  <a:lnTo>
                    <a:pt x="314238" y="246607"/>
                  </a:lnTo>
                  <a:lnTo>
                    <a:pt x="316678" y="241913"/>
                  </a:lnTo>
                  <a:lnTo>
                    <a:pt x="318968" y="237145"/>
                  </a:lnTo>
                  <a:lnTo>
                    <a:pt x="321107" y="232306"/>
                  </a:lnTo>
                  <a:lnTo>
                    <a:pt x="323091" y="227403"/>
                  </a:lnTo>
                  <a:lnTo>
                    <a:pt x="324919" y="222439"/>
                  </a:lnTo>
                  <a:lnTo>
                    <a:pt x="326589" y="217419"/>
                  </a:lnTo>
                  <a:lnTo>
                    <a:pt x="328099" y="212349"/>
                  </a:lnTo>
                  <a:lnTo>
                    <a:pt x="329448" y="207234"/>
                  </a:lnTo>
                  <a:lnTo>
                    <a:pt x="330635" y="202079"/>
                  </a:lnTo>
                  <a:lnTo>
                    <a:pt x="331658" y="196889"/>
                  </a:lnTo>
                  <a:lnTo>
                    <a:pt x="332516" y="191669"/>
                  </a:lnTo>
                  <a:lnTo>
                    <a:pt x="333209" y="186425"/>
                  </a:lnTo>
                  <a:lnTo>
                    <a:pt x="333735" y="181161"/>
                  </a:lnTo>
                  <a:lnTo>
                    <a:pt x="334095" y="175884"/>
                  </a:lnTo>
                  <a:lnTo>
                    <a:pt x="334287" y="170597"/>
                  </a:lnTo>
                  <a:lnTo>
                    <a:pt x="334312" y="165307"/>
                  </a:lnTo>
                  <a:lnTo>
                    <a:pt x="334170" y="160019"/>
                  </a:lnTo>
                  <a:lnTo>
                    <a:pt x="333860" y="154738"/>
                  </a:lnTo>
                  <a:lnTo>
                    <a:pt x="333384" y="149470"/>
                  </a:lnTo>
                  <a:lnTo>
                    <a:pt x="332741" y="144219"/>
                  </a:lnTo>
                  <a:lnTo>
                    <a:pt x="331932" y="138991"/>
                  </a:lnTo>
                  <a:lnTo>
                    <a:pt x="330958" y="133792"/>
                  </a:lnTo>
                  <a:lnTo>
                    <a:pt x="329820" y="128626"/>
                  </a:lnTo>
                  <a:lnTo>
                    <a:pt x="328520" y="123498"/>
                  </a:lnTo>
                  <a:lnTo>
                    <a:pt x="327057" y="118414"/>
                  </a:lnTo>
                  <a:lnTo>
                    <a:pt x="325435" y="113379"/>
                  </a:lnTo>
                  <a:lnTo>
                    <a:pt x="323654" y="108398"/>
                  </a:lnTo>
                  <a:lnTo>
                    <a:pt x="321716" y="103476"/>
                  </a:lnTo>
                  <a:lnTo>
                    <a:pt x="319624" y="98617"/>
                  </a:lnTo>
                  <a:lnTo>
                    <a:pt x="317379" y="93828"/>
                  </a:lnTo>
                  <a:lnTo>
                    <a:pt x="314983" y="89111"/>
                  </a:lnTo>
                  <a:lnTo>
                    <a:pt x="312440" y="84473"/>
                  </a:lnTo>
                  <a:lnTo>
                    <a:pt x="309750" y="79917"/>
                  </a:lnTo>
                  <a:lnTo>
                    <a:pt x="306919" y="75449"/>
                  </a:lnTo>
                  <a:lnTo>
                    <a:pt x="303947" y="71073"/>
                  </a:lnTo>
                  <a:lnTo>
                    <a:pt x="300838" y="66793"/>
                  </a:lnTo>
                  <a:lnTo>
                    <a:pt x="297595" y="62613"/>
                  </a:lnTo>
                  <a:lnTo>
                    <a:pt x="294222" y="58538"/>
                  </a:lnTo>
                  <a:lnTo>
                    <a:pt x="290722" y="54572"/>
                  </a:lnTo>
                  <a:lnTo>
                    <a:pt x="287097" y="50719"/>
                  </a:lnTo>
                  <a:lnTo>
                    <a:pt x="283353" y="46982"/>
                  </a:lnTo>
                  <a:lnTo>
                    <a:pt x="279492" y="43366"/>
                  </a:lnTo>
                  <a:lnTo>
                    <a:pt x="275519" y="39873"/>
                  </a:lnTo>
                  <a:lnTo>
                    <a:pt x="271437" y="36508"/>
                  </a:lnTo>
                  <a:lnTo>
                    <a:pt x="267251" y="33274"/>
                  </a:lnTo>
                  <a:lnTo>
                    <a:pt x="262965" y="30174"/>
                  </a:lnTo>
                  <a:lnTo>
                    <a:pt x="258582" y="27211"/>
                  </a:lnTo>
                  <a:lnTo>
                    <a:pt x="254109" y="24389"/>
                  </a:lnTo>
                  <a:lnTo>
                    <a:pt x="249548" y="21709"/>
                  </a:lnTo>
                  <a:lnTo>
                    <a:pt x="244904" y="19175"/>
                  </a:lnTo>
                  <a:lnTo>
                    <a:pt x="240183" y="16789"/>
                  </a:lnTo>
                  <a:lnTo>
                    <a:pt x="235388" y="14553"/>
                  </a:lnTo>
                  <a:lnTo>
                    <a:pt x="230526" y="12471"/>
                  </a:lnTo>
                  <a:lnTo>
                    <a:pt x="225599" y="10543"/>
                  </a:lnTo>
                  <a:lnTo>
                    <a:pt x="220615" y="8772"/>
                  </a:lnTo>
                  <a:lnTo>
                    <a:pt x="215576" y="7160"/>
                  </a:lnTo>
                  <a:lnTo>
                    <a:pt x="210489" y="5708"/>
                  </a:lnTo>
                  <a:lnTo>
                    <a:pt x="205359" y="4418"/>
                  </a:lnTo>
                  <a:lnTo>
                    <a:pt x="200191" y="3291"/>
                  </a:lnTo>
                  <a:lnTo>
                    <a:pt x="194989" y="2327"/>
                  </a:lnTo>
                  <a:lnTo>
                    <a:pt x="189760" y="1529"/>
                  </a:lnTo>
                  <a:lnTo>
                    <a:pt x="184508" y="897"/>
                  </a:lnTo>
                  <a:lnTo>
                    <a:pt x="179239" y="431"/>
                  </a:lnTo>
                  <a:lnTo>
                    <a:pt x="173957" y="132"/>
                  </a:lnTo>
                  <a:lnTo>
                    <a:pt x="167155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3779" y="3170392"/>
              <a:ext cx="6801" cy="167167"/>
            </a:xfrm>
            <a:custGeom>
              <a:avLst/>
              <a:pathLst>
                <a:path w="6801" h="167167">
                  <a:moveTo>
                    <a:pt x="6801" y="1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2155" y="2633064"/>
              <a:ext cx="26855" cy="167167"/>
            </a:xfrm>
            <a:custGeom>
              <a:avLst/>
              <a:pathLst>
                <a:path w="26855" h="167167">
                  <a:moveTo>
                    <a:pt x="26855" y="0"/>
                  </a:moveTo>
                  <a:lnTo>
                    <a:pt x="20114" y="135"/>
                  </a:lnTo>
                  <a:lnTo>
                    <a:pt x="13383" y="543"/>
                  </a:lnTo>
                  <a:lnTo>
                    <a:pt x="6675" y="1222"/>
                  </a:lnTo>
                  <a:lnTo>
                    <a:pt x="0" y="2171"/>
                  </a:lnTo>
                  <a:lnTo>
                    <a:pt x="268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2155" y="2635235"/>
              <a:ext cx="26855" cy="164996"/>
            </a:xfrm>
            <a:custGeom>
              <a:avLst/>
              <a:pathLst>
                <a:path w="26855" h="164996">
                  <a:moveTo>
                    <a:pt x="0" y="0"/>
                  </a:moveTo>
                  <a:lnTo>
                    <a:pt x="26855" y="1649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51864" y="2635235"/>
              <a:ext cx="334304" cy="332163"/>
            </a:xfrm>
            <a:custGeom>
              <a:avLst/>
              <a:pathLst>
                <a:path w="334304" h="332163">
                  <a:moveTo>
                    <a:pt x="140291" y="0"/>
                  </a:moveTo>
                  <a:lnTo>
                    <a:pt x="135079" y="933"/>
                  </a:lnTo>
                  <a:lnTo>
                    <a:pt x="129898" y="2031"/>
                  </a:lnTo>
                  <a:lnTo>
                    <a:pt x="124755" y="3293"/>
                  </a:lnTo>
                  <a:lnTo>
                    <a:pt x="119654" y="4717"/>
                  </a:lnTo>
                  <a:lnTo>
                    <a:pt x="114601" y="6301"/>
                  </a:lnTo>
                  <a:lnTo>
                    <a:pt x="109601" y="8045"/>
                  </a:lnTo>
                  <a:lnTo>
                    <a:pt x="104658" y="9947"/>
                  </a:lnTo>
                  <a:lnTo>
                    <a:pt x="99779" y="12004"/>
                  </a:lnTo>
                  <a:lnTo>
                    <a:pt x="94966" y="14215"/>
                  </a:lnTo>
                  <a:lnTo>
                    <a:pt x="90227" y="16576"/>
                  </a:lnTo>
                  <a:lnTo>
                    <a:pt x="85564" y="19087"/>
                  </a:lnTo>
                  <a:lnTo>
                    <a:pt x="80984" y="21745"/>
                  </a:lnTo>
                  <a:lnTo>
                    <a:pt x="76489" y="24546"/>
                  </a:lnTo>
                  <a:lnTo>
                    <a:pt x="72086" y="27488"/>
                  </a:lnTo>
                  <a:lnTo>
                    <a:pt x="67778" y="30568"/>
                  </a:lnTo>
                  <a:lnTo>
                    <a:pt x="63570" y="33783"/>
                  </a:lnTo>
                  <a:lnTo>
                    <a:pt x="59466" y="37129"/>
                  </a:lnTo>
                  <a:lnTo>
                    <a:pt x="55470" y="40604"/>
                  </a:lnTo>
                  <a:lnTo>
                    <a:pt x="51586" y="44204"/>
                  </a:lnTo>
                  <a:lnTo>
                    <a:pt x="47818" y="47925"/>
                  </a:lnTo>
                  <a:lnTo>
                    <a:pt x="44169" y="51764"/>
                  </a:lnTo>
                  <a:lnTo>
                    <a:pt x="40645" y="55716"/>
                  </a:lnTo>
                  <a:lnTo>
                    <a:pt x="37247" y="59777"/>
                  </a:lnTo>
                  <a:lnTo>
                    <a:pt x="33979" y="63945"/>
                  </a:lnTo>
                  <a:lnTo>
                    <a:pt x="30845" y="68213"/>
                  </a:lnTo>
                  <a:lnTo>
                    <a:pt x="27848" y="72579"/>
                  </a:lnTo>
                  <a:lnTo>
                    <a:pt x="24991" y="77038"/>
                  </a:lnTo>
                  <a:lnTo>
                    <a:pt x="22276" y="81585"/>
                  </a:lnTo>
                  <a:lnTo>
                    <a:pt x="19706" y="86216"/>
                  </a:lnTo>
                  <a:lnTo>
                    <a:pt x="17285" y="90925"/>
                  </a:lnTo>
                  <a:lnTo>
                    <a:pt x="15014" y="95709"/>
                  </a:lnTo>
                  <a:lnTo>
                    <a:pt x="12896" y="100563"/>
                  </a:lnTo>
                  <a:lnTo>
                    <a:pt x="10932" y="105481"/>
                  </a:lnTo>
                  <a:lnTo>
                    <a:pt x="9126" y="110459"/>
                  </a:lnTo>
                  <a:lnTo>
                    <a:pt x="7477" y="115492"/>
                  </a:lnTo>
                  <a:lnTo>
                    <a:pt x="5990" y="120574"/>
                  </a:lnTo>
                  <a:lnTo>
                    <a:pt x="4663" y="125701"/>
                  </a:lnTo>
                  <a:lnTo>
                    <a:pt x="3500" y="130867"/>
                  </a:lnTo>
                  <a:lnTo>
                    <a:pt x="2501" y="136068"/>
                  </a:lnTo>
                  <a:lnTo>
                    <a:pt x="1668" y="141297"/>
                  </a:lnTo>
                  <a:lnTo>
                    <a:pt x="1000" y="146551"/>
                  </a:lnTo>
                  <a:lnTo>
                    <a:pt x="499" y="151823"/>
                  </a:lnTo>
                  <a:lnTo>
                    <a:pt x="166" y="157108"/>
                  </a:lnTo>
                  <a:lnTo>
                    <a:pt x="0" y="162401"/>
                  </a:lnTo>
                  <a:lnTo>
                    <a:pt x="1" y="167696"/>
                  </a:lnTo>
                  <a:lnTo>
                    <a:pt x="171" y="172989"/>
                  </a:lnTo>
                  <a:lnTo>
                    <a:pt x="508" y="178274"/>
                  </a:lnTo>
                  <a:lnTo>
                    <a:pt x="1012" y="183546"/>
                  </a:lnTo>
                  <a:lnTo>
                    <a:pt x="1683" y="188799"/>
                  </a:lnTo>
                  <a:lnTo>
                    <a:pt x="2520" y="194028"/>
                  </a:lnTo>
                  <a:lnTo>
                    <a:pt x="3522" y="199228"/>
                  </a:lnTo>
                  <a:lnTo>
                    <a:pt x="4688" y="204394"/>
                  </a:lnTo>
                  <a:lnTo>
                    <a:pt x="6018" y="209520"/>
                  </a:lnTo>
                  <a:lnTo>
                    <a:pt x="7509" y="214601"/>
                  </a:lnTo>
                  <a:lnTo>
                    <a:pt x="9160" y="219633"/>
                  </a:lnTo>
                  <a:lnTo>
                    <a:pt x="10970" y="224609"/>
                  </a:lnTo>
                  <a:lnTo>
                    <a:pt x="12937" y="229526"/>
                  </a:lnTo>
                  <a:lnTo>
                    <a:pt x="15058" y="234379"/>
                  </a:lnTo>
                  <a:lnTo>
                    <a:pt x="17332" y="239161"/>
                  </a:lnTo>
                  <a:lnTo>
                    <a:pt x="19756" y="243869"/>
                  </a:lnTo>
                  <a:lnTo>
                    <a:pt x="22329" y="248498"/>
                  </a:lnTo>
                  <a:lnTo>
                    <a:pt x="25046" y="253043"/>
                  </a:lnTo>
                  <a:lnTo>
                    <a:pt x="27907" y="257500"/>
                  </a:lnTo>
                  <a:lnTo>
                    <a:pt x="30906" y="261864"/>
                  </a:lnTo>
                  <a:lnTo>
                    <a:pt x="34043" y="266131"/>
                  </a:lnTo>
                  <a:lnTo>
                    <a:pt x="37313" y="270296"/>
                  </a:lnTo>
                  <a:lnTo>
                    <a:pt x="40714" y="274356"/>
                  </a:lnTo>
                  <a:lnTo>
                    <a:pt x="44241" y="278306"/>
                  </a:lnTo>
                  <a:lnTo>
                    <a:pt x="47892" y="282142"/>
                  </a:lnTo>
                  <a:lnTo>
                    <a:pt x="51662" y="285861"/>
                  </a:lnTo>
                  <a:lnTo>
                    <a:pt x="55549" y="289458"/>
                  </a:lnTo>
                  <a:lnTo>
                    <a:pt x="59547" y="292930"/>
                  </a:lnTo>
                  <a:lnTo>
                    <a:pt x="63653" y="296274"/>
                  </a:lnTo>
                  <a:lnTo>
                    <a:pt x="67863" y="299486"/>
                  </a:lnTo>
                  <a:lnTo>
                    <a:pt x="72173" y="302564"/>
                  </a:lnTo>
                  <a:lnTo>
                    <a:pt x="76578" y="305503"/>
                  </a:lnTo>
                  <a:lnTo>
                    <a:pt x="81074" y="308301"/>
                  </a:lnTo>
                  <a:lnTo>
                    <a:pt x="85657" y="310956"/>
                  </a:lnTo>
                  <a:lnTo>
                    <a:pt x="90321" y="313464"/>
                  </a:lnTo>
                  <a:lnTo>
                    <a:pt x="95062" y="315823"/>
                  </a:lnTo>
                  <a:lnTo>
                    <a:pt x="99876" y="318030"/>
                  </a:lnTo>
                  <a:lnTo>
                    <a:pt x="104757" y="320084"/>
                  </a:lnTo>
                  <a:lnTo>
                    <a:pt x="109700" y="321983"/>
                  </a:lnTo>
                  <a:lnTo>
                    <a:pt x="114702" y="323723"/>
                  </a:lnTo>
                  <a:lnTo>
                    <a:pt x="119756" y="325305"/>
                  </a:lnTo>
                  <a:lnTo>
                    <a:pt x="124857" y="326726"/>
                  </a:lnTo>
                  <a:lnTo>
                    <a:pt x="130001" y="327984"/>
                  </a:lnTo>
                  <a:lnTo>
                    <a:pt x="135183" y="329079"/>
                  </a:lnTo>
                  <a:lnTo>
                    <a:pt x="140396" y="330009"/>
                  </a:lnTo>
                  <a:lnTo>
                    <a:pt x="145636" y="330773"/>
                  </a:lnTo>
                  <a:lnTo>
                    <a:pt x="150898" y="331372"/>
                  </a:lnTo>
                  <a:lnTo>
                    <a:pt x="156176" y="331803"/>
                  </a:lnTo>
                  <a:lnTo>
                    <a:pt x="161465" y="332067"/>
                  </a:lnTo>
                  <a:lnTo>
                    <a:pt x="166760" y="332163"/>
                  </a:lnTo>
                  <a:lnTo>
                    <a:pt x="172055" y="332091"/>
                  </a:lnTo>
                  <a:lnTo>
                    <a:pt x="177345" y="331852"/>
                  </a:lnTo>
                  <a:lnTo>
                    <a:pt x="182625" y="331445"/>
                  </a:lnTo>
                  <a:lnTo>
                    <a:pt x="187890" y="330871"/>
                  </a:lnTo>
                  <a:lnTo>
                    <a:pt x="193133" y="330131"/>
                  </a:lnTo>
                  <a:lnTo>
                    <a:pt x="198351" y="329225"/>
                  </a:lnTo>
                  <a:lnTo>
                    <a:pt x="203537" y="328154"/>
                  </a:lnTo>
                  <a:lnTo>
                    <a:pt x="208687" y="326920"/>
                  </a:lnTo>
                  <a:lnTo>
                    <a:pt x="213795" y="325523"/>
                  </a:lnTo>
                  <a:lnTo>
                    <a:pt x="218856" y="323964"/>
                  </a:lnTo>
                  <a:lnTo>
                    <a:pt x="223866" y="322247"/>
                  </a:lnTo>
                  <a:lnTo>
                    <a:pt x="228818" y="320371"/>
                  </a:lnTo>
                  <a:lnTo>
                    <a:pt x="233709" y="318340"/>
                  </a:lnTo>
                  <a:lnTo>
                    <a:pt x="238532" y="316155"/>
                  </a:lnTo>
                  <a:lnTo>
                    <a:pt x="243284" y="313818"/>
                  </a:lnTo>
                  <a:lnTo>
                    <a:pt x="247960" y="311331"/>
                  </a:lnTo>
                  <a:lnTo>
                    <a:pt x="252555" y="308698"/>
                  </a:lnTo>
                  <a:lnTo>
                    <a:pt x="257064" y="305921"/>
                  </a:lnTo>
                  <a:lnTo>
                    <a:pt x="261482" y="303002"/>
                  </a:lnTo>
                  <a:lnTo>
                    <a:pt x="265806" y="299945"/>
                  </a:lnTo>
                  <a:lnTo>
                    <a:pt x="270031" y="296752"/>
                  </a:lnTo>
                  <a:lnTo>
                    <a:pt x="274153" y="293427"/>
                  </a:lnTo>
                  <a:lnTo>
                    <a:pt x="278167" y="289973"/>
                  </a:lnTo>
                  <a:lnTo>
                    <a:pt x="282070" y="286394"/>
                  </a:lnTo>
                  <a:lnTo>
                    <a:pt x="285858" y="282693"/>
                  </a:lnTo>
                  <a:lnTo>
                    <a:pt x="289526" y="278874"/>
                  </a:lnTo>
                  <a:lnTo>
                    <a:pt x="293072" y="274940"/>
                  </a:lnTo>
                  <a:lnTo>
                    <a:pt x="296491" y="270896"/>
                  </a:lnTo>
                  <a:lnTo>
                    <a:pt x="299781" y="266746"/>
                  </a:lnTo>
                  <a:lnTo>
                    <a:pt x="302937" y="262494"/>
                  </a:lnTo>
                  <a:lnTo>
                    <a:pt x="305957" y="258144"/>
                  </a:lnTo>
                  <a:lnTo>
                    <a:pt x="308838" y="253700"/>
                  </a:lnTo>
                  <a:lnTo>
                    <a:pt x="311577" y="249168"/>
                  </a:lnTo>
                  <a:lnTo>
                    <a:pt x="314170" y="244551"/>
                  </a:lnTo>
                  <a:lnTo>
                    <a:pt x="316616" y="239854"/>
                  </a:lnTo>
                  <a:lnTo>
                    <a:pt x="318913" y="235082"/>
                  </a:lnTo>
                  <a:lnTo>
                    <a:pt x="321056" y="230240"/>
                  </a:lnTo>
                  <a:lnTo>
                    <a:pt x="323046" y="225332"/>
                  </a:lnTo>
                  <a:lnTo>
                    <a:pt x="324879" y="220364"/>
                  </a:lnTo>
                  <a:lnTo>
                    <a:pt x="326553" y="215340"/>
                  </a:lnTo>
                  <a:lnTo>
                    <a:pt x="328068" y="210265"/>
                  </a:lnTo>
                  <a:lnTo>
                    <a:pt x="329421" y="205145"/>
                  </a:lnTo>
                  <a:lnTo>
                    <a:pt x="330611" y="199985"/>
                  </a:lnTo>
                  <a:lnTo>
                    <a:pt x="331638" y="194790"/>
                  </a:lnTo>
                  <a:lnTo>
                    <a:pt x="332499" y="189565"/>
                  </a:lnTo>
                  <a:lnTo>
                    <a:pt x="333194" y="184315"/>
                  </a:lnTo>
                  <a:lnTo>
                    <a:pt x="333723" y="179046"/>
                  </a:lnTo>
                  <a:lnTo>
                    <a:pt x="334084" y="173762"/>
                  </a:lnTo>
                  <a:lnTo>
                    <a:pt x="334278" y="168470"/>
                  </a:lnTo>
                  <a:lnTo>
                    <a:pt x="334304" y="163175"/>
                  </a:lnTo>
                  <a:lnTo>
                    <a:pt x="334163" y="157881"/>
                  </a:lnTo>
                  <a:lnTo>
                    <a:pt x="333854" y="152594"/>
                  </a:lnTo>
                  <a:lnTo>
                    <a:pt x="333377" y="147320"/>
                  </a:lnTo>
                  <a:lnTo>
                    <a:pt x="332734" y="142064"/>
                  </a:lnTo>
                  <a:lnTo>
                    <a:pt x="331924" y="136830"/>
                  </a:lnTo>
                  <a:lnTo>
                    <a:pt x="330950" y="131625"/>
                  </a:lnTo>
                  <a:lnTo>
                    <a:pt x="329810" y="126453"/>
                  </a:lnTo>
                  <a:lnTo>
                    <a:pt x="328508" y="121320"/>
                  </a:lnTo>
                  <a:lnTo>
                    <a:pt x="327044" y="116231"/>
                  </a:lnTo>
                  <a:lnTo>
                    <a:pt x="325419" y="111191"/>
                  </a:lnTo>
                  <a:lnTo>
                    <a:pt x="323635" y="106205"/>
                  </a:lnTo>
                  <a:lnTo>
                    <a:pt x="321694" y="101278"/>
                  </a:lnTo>
                  <a:lnTo>
                    <a:pt x="319599" y="96414"/>
                  </a:lnTo>
                  <a:lnTo>
                    <a:pt x="317350" y="91620"/>
                  </a:lnTo>
                  <a:lnTo>
                    <a:pt x="314950" y="86899"/>
                  </a:lnTo>
                  <a:lnTo>
                    <a:pt x="312402" y="82257"/>
                  </a:lnTo>
                  <a:lnTo>
                    <a:pt x="309709" y="77697"/>
                  </a:lnTo>
                  <a:lnTo>
                    <a:pt x="306872" y="73225"/>
                  </a:lnTo>
                  <a:lnTo>
                    <a:pt x="303895" y="68846"/>
                  </a:lnTo>
                  <a:lnTo>
                    <a:pt x="300781" y="64562"/>
                  </a:lnTo>
                  <a:lnTo>
                    <a:pt x="297533" y="60380"/>
                  </a:lnTo>
                  <a:lnTo>
                    <a:pt x="294154" y="56302"/>
                  </a:lnTo>
                  <a:lnTo>
                    <a:pt x="290647" y="52334"/>
                  </a:lnTo>
                  <a:lnTo>
                    <a:pt x="287017" y="48479"/>
                  </a:lnTo>
                  <a:lnTo>
                    <a:pt x="283266" y="44740"/>
                  </a:lnTo>
                  <a:lnTo>
                    <a:pt x="279399" y="41123"/>
                  </a:lnTo>
                  <a:lnTo>
                    <a:pt x="275419" y="37629"/>
                  </a:lnTo>
                  <a:lnTo>
                    <a:pt x="271330" y="34264"/>
                  </a:lnTo>
                  <a:lnTo>
                    <a:pt x="267137" y="31029"/>
                  </a:lnTo>
                  <a:lnTo>
                    <a:pt x="262843" y="27929"/>
                  </a:lnTo>
                  <a:lnTo>
                    <a:pt x="258454" y="24967"/>
                  </a:lnTo>
                  <a:lnTo>
                    <a:pt x="253972" y="22145"/>
                  </a:lnTo>
                  <a:lnTo>
                    <a:pt x="249404" y="19467"/>
                  </a:lnTo>
                  <a:lnTo>
                    <a:pt x="244753" y="16934"/>
                  </a:lnTo>
                  <a:lnTo>
                    <a:pt x="240024" y="14550"/>
                  </a:lnTo>
                  <a:lnTo>
                    <a:pt x="167147" y="164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9011" y="2633064"/>
              <a:ext cx="72877" cy="167167"/>
            </a:xfrm>
            <a:custGeom>
              <a:avLst/>
              <a:pathLst>
                <a:path w="72877" h="167167">
                  <a:moveTo>
                    <a:pt x="72877" y="16722"/>
                  </a:moveTo>
                  <a:lnTo>
                    <a:pt x="67614" y="14284"/>
                  </a:lnTo>
                  <a:lnTo>
                    <a:pt x="62269" y="12030"/>
                  </a:lnTo>
                  <a:lnTo>
                    <a:pt x="56850" y="9963"/>
                  </a:lnTo>
                  <a:lnTo>
                    <a:pt x="51361" y="8086"/>
                  </a:lnTo>
                  <a:lnTo>
                    <a:pt x="45812" y="6399"/>
                  </a:lnTo>
                  <a:lnTo>
                    <a:pt x="40206" y="4907"/>
                  </a:lnTo>
                  <a:lnTo>
                    <a:pt x="34553" y="3610"/>
                  </a:lnTo>
                  <a:lnTo>
                    <a:pt x="28858" y="2509"/>
                  </a:lnTo>
                  <a:lnTo>
                    <a:pt x="23128" y="1607"/>
                  </a:lnTo>
                  <a:lnTo>
                    <a:pt x="17370" y="904"/>
                  </a:lnTo>
                  <a:lnTo>
                    <a:pt x="11592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3167" y="2126963"/>
              <a:ext cx="5304" cy="167167"/>
            </a:xfrm>
            <a:custGeom>
              <a:avLst/>
              <a:pathLst>
                <a:path w="5304" h="167167">
                  <a:moveTo>
                    <a:pt x="5304" y="0"/>
                  </a:moveTo>
                  <a:lnTo>
                    <a:pt x="0" y="84"/>
                  </a:lnTo>
                  <a:lnTo>
                    <a:pt x="530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167" y="2127047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561322" y="2127047"/>
              <a:ext cx="326586" cy="334250"/>
            </a:xfrm>
            <a:custGeom>
              <a:avLst/>
              <a:pathLst>
                <a:path w="326586" h="334250">
                  <a:moveTo>
                    <a:pt x="161845" y="0"/>
                  </a:moveTo>
                  <a:lnTo>
                    <a:pt x="156551" y="252"/>
                  </a:lnTo>
                  <a:lnTo>
                    <a:pt x="151268" y="671"/>
                  </a:lnTo>
                  <a:lnTo>
                    <a:pt x="146001" y="1259"/>
                  </a:lnTo>
                  <a:lnTo>
                    <a:pt x="140755" y="2012"/>
                  </a:lnTo>
                  <a:lnTo>
                    <a:pt x="135535" y="2932"/>
                  </a:lnTo>
                  <a:lnTo>
                    <a:pt x="130347" y="4017"/>
                  </a:lnTo>
                  <a:lnTo>
                    <a:pt x="125197" y="5265"/>
                  </a:lnTo>
                  <a:lnTo>
                    <a:pt x="120088" y="6676"/>
                  </a:lnTo>
                  <a:lnTo>
                    <a:pt x="115027" y="8249"/>
                  </a:lnTo>
                  <a:lnTo>
                    <a:pt x="110018" y="9981"/>
                  </a:lnTo>
                  <a:lnTo>
                    <a:pt x="105067" y="11871"/>
                  </a:lnTo>
                  <a:lnTo>
                    <a:pt x="100178" y="13917"/>
                  </a:lnTo>
                  <a:lnTo>
                    <a:pt x="95356" y="16117"/>
                  </a:lnTo>
                  <a:lnTo>
                    <a:pt x="90606" y="18469"/>
                  </a:lnTo>
                  <a:lnTo>
                    <a:pt x="85934" y="20970"/>
                  </a:lnTo>
                  <a:lnTo>
                    <a:pt x="81343" y="23618"/>
                  </a:lnTo>
                  <a:lnTo>
                    <a:pt x="76838" y="26410"/>
                  </a:lnTo>
                  <a:lnTo>
                    <a:pt x="72424" y="29344"/>
                  </a:lnTo>
                  <a:lnTo>
                    <a:pt x="68105" y="32416"/>
                  </a:lnTo>
                  <a:lnTo>
                    <a:pt x="63886" y="35623"/>
                  </a:lnTo>
                  <a:lnTo>
                    <a:pt x="59771" y="38962"/>
                  </a:lnTo>
                  <a:lnTo>
                    <a:pt x="55763" y="42431"/>
                  </a:lnTo>
                  <a:lnTo>
                    <a:pt x="51868" y="46024"/>
                  </a:lnTo>
                  <a:lnTo>
                    <a:pt x="48088" y="49740"/>
                  </a:lnTo>
                  <a:lnTo>
                    <a:pt x="44428" y="53573"/>
                  </a:lnTo>
                  <a:lnTo>
                    <a:pt x="40892" y="57520"/>
                  </a:lnTo>
                  <a:lnTo>
                    <a:pt x="37482" y="61578"/>
                  </a:lnTo>
                  <a:lnTo>
                    <a:pt x="34203" y="65741"/>
                  </a:lnTo>
                  <a:lnTo>
                    <a:pt x="31057" y="70006"/>
                  </a:lnTo>
                  <a:lnTo>
                    <a:pt x="28048" y="74369"/>
                  </a:lnTo>
                  <a:lnTo>
                    <a:pt x="25179" y="78825"/>
                  </a:lnTo>
                  <a:lnTo>
                    <a:pt x="22453" y="83370"/>
                  </a:lnTo>
                  <a:lnTo>
                    <a:pt x="19872" y="87999"/>
                  </a:lnTo>
                  <a:lnTo>
                    <a:pt x="17439" y="92708"/>
                  </a:lnTo>
                  <a:lnTo>
                    <a:pt x="15156" y="97491"/>
                  </a:lnTo>
                  <a:lnTo>
                    <a:pt x="13027" y="102344"/>
                  </a:lnTo>
                  <a:lnTo>
                    <a:pt x="11052" y="107262"/>
                  </a:lnTo>
                  <a:lnTo>
                    <a:pt x="9234" y="112241"/>
                  </a:lnTo>
                  <a:lnTo>
                    <a:pt x="7575" y="117274"/>
                  </a:lnTo>
                  <a:lnTo>
                    <a:pt x="6076" y="122358"/>
                  </a:lnTo>
                  <a:lnTo>
                    <a:pt x="4739" y="127486"/>
                  </a:lnTo>
                  <a:lnTo>
                    <a:pt x="3566" y="132654"/>
                  </a:lnTo>
                  <a:lnTo>
                    <a:pt x="2556" y="137857"/>
                  </a:lnTo>
                  <a:lnTo>
                    <a:pt x="1713" y="143090"/>
                  </a:lnTo>
                  <a:lnTo>
                    <a:pt x="1035" y="148346"/>
                  </a:lnTo>
                  <a:lnTo>
                    <a:pt x="525" y="153621"/>
                  </a:lnTo>
                  <a:lnTo>
                    <a:pt x="182" y="158910"/>
                  </a:lnTo>
                  <a:lnTo>
                    <a:pt x="7" y="164207"/>
                  </a:lnTo>
                  <a:lnTo>
                    <a:pt x="0" y="169507"/>
                  </a:lnTo>
                  <a:lnTo>
                    <a:pt x="160" y="174804"/>
                  </a:lnTo>
                  <a:lnTo>
                    <a:pt x="489" y="180094"/>
                  </a:lnTo>
                  <a:lnTo>
                    <a:pt x="985" y="185371"/>
                  </a:lnTo>
                  <a:lnTo>
                    <a:pt x="1648" y="190629"/>
                  </a:lnTo>
                  <a:lnTo>
                    <a:pt x="2478" y="195863"/>
                  </a:lnTo>
                  <a:lnTo>
                    <a:pt x="3473" y="201069"/>
                  </a:lnTo>
                  <a:lnTo>
                    <a:pt x="4633" y="206240"/>
                  </a:lnTo>
                  <a:lnTo>
                    <a:pt x="5956" y="211373"/>
                  </a:lnTo>
                  <a:lnTo>
                    <a:pt x="7441" y="216460"/>
                  </a:lnTo>
                  <a:lnTo>
                    <a:pt x="9086" y="221498"/>
                  </a:lnTo>
                  <a:lnTo>
                    <a:pt x="10891" y="226481"/>
                  </a:lnTo>
                  <a:lnTo>
                    <a:pt x="12852" y="231405"/>
                  </a:lnTo>
                  <a:lnTo>
                    <a:pt x="14969" y="236264"/>
                  </a:lnTo>
                  <a:lnTo>
                    <a:pt x="17238" y="241053"/>
                  </a:lnTo>
                  <a:lnTo>
                    <a:pt x="19658" y="245768"/>
                  </a:lnTo>
                  <a:lnTo>
                    <a:pt x="22227" y="250404"/>
                  </a:lnTo>
                  <a:lnTo>
                    <a:pt x="24941" y="254956"/>
                  </a:lnTo>
                  <a:lnTo>
                    <a:pt x="27798" y="259420"/>
                  </a:lnTo>
                  <a:lnTo>
                    <a:pt x="30795" y="263791"/>
                  </a:lnTo>
                  <a:lnTo>
                    <a:pt x="33929" y="268065"/>
                  </a:lnTo>
                  <a:lnTo>
                    <a:pt x="37198" y="272237"/>
                  </a:lnTo>
                  <a:lnTo>
                    <a:pt x="40596" y="276304"/>
                  </a:lnTo>
                  <a:lnTo>
                    <a:pt x="44122" y="280261"/>
                  </a:lnTo>
                  <a:lnTo>
                    <a:pt x="47772" y="284104"/>
                  </a:lnTo>
                  <a:lnTo>
                    <a:pt x="51541" y="287829"/>
                  </a:lnTo>
                  <a:lnTo>
                    <a:pt x="55427" y="291433"/>
                  </a:lnTo>
                  <a:lnTo>
                    <a:pt x="59425" y="294912"/>
                  </a:lnTo>
                  <a:lnTo>
                    <a:pt x="63531" y="298263"/>
                  </a:lnTo>
                  <a:lnTo>
                    <a:pt x="67742" y="301482"/>
                  </a:lnTo>
                  <a:lnTo>
                    <a:pt x="72052" y="304566"/>
                  </a:lnTo>
                  <a:lnTo>
                    <a:pt x="76458" y="307511"/>
                  </a:lnTo>
                  <a:lnTo>
                    <a:pt x="80956" y="310315"/>
                  </a:lnTo>
                  <a:lnTo>
                    <a:pt x="85539" y="312976"/>
                  </a:lnTo>
                  <a:lnTo>
                    <a:pt x="90205" y="315489"/>
                  </a:lnTo>
                  <a:lnTo>
                    <a:pt x="94948" y="317854"/>
                  </a:lnTo>
                  <a:lnTo>
                    <a:pt x="99764" y="320067"/>
                  </a:lnTo>
                  <a:lnTo>
                    <a:pt x="104647" y="322126"/>
                  </a:lnTo>
                  <a:lnTo>
                    <a:pt x="109594" y="324030"/>
                  </a:lnTo>
                  <a:lnTo>
                    <a:pt x="114598" y="325775"/>
                  </a:lnTo>
                  <a:lnTo>
                    <a:pt x="119655" y="327361"/>
                  </a:lnTo>
                  <a:lnTo>
                    <a:pt x="124760" y="328786"/>
                  </a:lnTo>
                  <a:lnTo>
                    <a:pt x="129907" y="330049"/>
                  </a:lnTo>
                  <a:lnTo>
                    <a:pt x="135092" y="331148"/>
                  </a:lnTo>
                  <a:lnTo>
                    <a:pt x="140309" y="332081"/>
                  </a:lnTo>
                  <a:lnTo>
                    <a:pt x="145553" y="332849"/>
                  </a:lnTo>
                  <a:lnTo>
                    <a:pt x="150818" y="333451"/>
                  </a:lnTo>
                  <a:lnTo>
                    <a:pt x="156100" y="333885"/>
                  </a:lnTo>
                  <a:lnTo>
                    <a:pt x="161393" y="334151"/>
                  </a:lnTo>
                  <a:lnTo>
                    <a:pt x="166692" y="334250"/>
                  </a:lnTo>
                  <a:lnTo>
                    <a:pt x="171992" y="334180"/>
                  </a:lnTo>
                  <a:lnTo>
                    <a:pt x="177286" y="333943"/>
                  </a:lnTo>
                  <a:lnTo>
                    <a:pt x="182571" y="333537"/>
                  </a:lnTo>
                  <a:lnTo>
                    <a:pt x="187840" y="332965"/>
                  </a:lnTo>
                  <a:lnTo>
                    <a:pt x="193088" y="332226"/>
                  </a:lnTo>
                  <a:lnTo>
                    <a:pt x="198310" y="331320"/>
                  </a:lnTo>
                  <a:lnTo>
                    <a:pt x="203500" y="330250"/>
                  </a:lnTo>
                  <a:lnTo>
                    <a:pt x="208655" y="329016"/>
                  </a:lnTo>
                  <a:lnTo>
                    <a:pt x="213767" y="327619"/>
                  </a:lnTo>
                  <a:lnTo>
                    <a:pt x="218832" y="326060"/>
                  </a:lnTo>
                  <a:lnTo>
                    <a:pt x="223846" y="324342"/>
                  </a:lnTo>
                  <a:lnTo>
                    <a:pt x="228803" y="322466"/>
                  </a:lnTo>
                  <a:lnTo>
                    <a:pt x="233697" y="320433"/>
                  </a:lnTo>
                  <a:lnTo>
                    <a:pt x="238525" y="318246"/>
                  </a:lnTo>
                  <a:lnTo>
                    <a:pt x="243281" y="315908"/>
                  </a:lnTo>
                  <a:lnTo>
                    <a:pt x="247961" y="313420"/>
                  </a:lnTo>
                  <a:lnTo>
                    <a:pt x="252559" y="310784"/>
                  </a:lnTo>
                  <a:lnTo>
                    <a:pt x="257071" y="308005"/>
                  </a:lnTo>
                  <a:lnTo>
                    <a:pt x="261493" y="305083"/>
                  </a:lnTo>
                  <a:lnTo>
                    <a:pt x="265821" y="302023"/>
                  </a:lnTo>
                  <a:lnTo>
                    <a:pt x="270049" y="298828"/>
                  </a:lnTo>
                  <a:lnTo>
                    <a:pt x="274173" y="295499"/>
                  </a:lnTo>
                  <a:lnTo>
                    <a:pt x="278190" y="292042"/>
                  </a:lnTo>
                  <a:lnTo>
                    <a:pt x="282096" y="288459"/>
                  </a:lnTo>
                  <a:lnTo>
                    <a:pt x="285886" y="284755"/>
                  </a:lnTo>
                  <a:lnTo>
                    <a:pt x="289556" y="280932"/>
                  </a:lnTo>
                  <a:lnTo>
                    <a:pt x="293104" y="276994"/>
                  </a:lnTo>
                  <a:lnTo>
                    <a:pt x="296524" y="272946"/>
                  </a:lnTo>
                  <a:lnTo>
                    <a:pt x="299815" y="268792"/>
                  </a:lnTo>
                  <a:lnTo>
                    <a:pt x="302973" y="264535"/>
                  </a:lnTo>
                  <a:lnTo>
                    <a:pt x="305994" y="260180"/>
                  </a:lnTo>
                  <a:lnTo>
                    <a:pt x="308875" y="255732"/>
                  </a:lnTo>
                  <a:lnTo>
                    <a:pt x="311614" y="251195"/>
                  </a:lnTo>
                  <a:lnTo>
                    <a:pt x="314208" y="246573"/>
                  </a:lnTo>
                  <a:lnTo>
                    <a:pt x="316654" y="241872"/>
                  </a:lnTo>
                  <a:lnTo>
                    <a:pt x="318950" y="237095"/>
                  </a:lnTo>
                  <a:lnTo>
                    <a:pt x="321093" y="232247"/>
                  </a:lnTo>
                  <a:lnTo>
                    <a:pt x="323081" y="227335"/>
                  </a:lnTo>
                  <a:lnTo>
                    <a:pt x="324913" y="222361"/>
                  </a:lnTo>
                  <a:lnTo>
                    <a:pt x="326586" y="217332"/>
                  </a:lnTo>
                  <a:lnTo>
                    <a:pt x="167149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8472" y="2126963"/>
              <a:ext cx="167150" cy="217417"/>
            </a:xfrm>
            <a:custGeom>
              <a:avLst/>
              <a:pathLst>
                <a:path w="167150" h="217417">
                  <a:moveTo>
                    <a:pt x="159436" y="217417"/>
                  </a:moveTo>
                  <a:lnTo>
                    <a:pt x="160977" y="212234"/>
                  </a:lnTo>
                  <a:lnTo>
                    <a:pt x="162351" y="207004"/>
                  </a:lnTo>
                  <a:lnTo>
                    <a:pt x="163554" y="201733"/>
                  </a:lnTo>
                  <a:lnTo>
                    <a:pt x="164587" y="196425"/>
                  </a:lnTo>
                  <a:lnTo>
                    <a:pt x="165447" y="191087"/>
                  </a:lnTo>
                  <a:lnTo>
                    <a:pt x="166134" y="185724"/>
                  </a:lnTo>
                  <a:lnTo>
                    <a:pt x="166647" y="180341"/>
                  </a:lnTo>
                  <a:lnTo>
                    <a:pt x="166986" y="174944"/>
                  </a:lnTo>
                  <a:lnTo>
                    <a:pt x="167150" y="169540"/>
                  </a:lnTo>
                  <a:lnTo>
                    <a:pt x="167139" y="164133"/>
                  </a:lnTo>
                  <a:lnTo>
                    <a:pt x="166954" y="158729"/>
                  </a:lnTo>
                  <a:lnTo>
                    <a:pt x="166594" y="153334"/>
                  </a:lnTo>
                  <a:lnTo>
                    <a:pt x="166059" y="147953"/>
                  </a:lnTo>
                  <a:lnTo>
                    <a:pt x="165351" y="142593"/>
                  </a:lnTo>
                  <a:lnTo>
                    <a:pt x="164470" y="137258"/>
                  </a:lnTo>
                  <a:lnTo>
                    <a:pt x="163416" y="131954"/>
                  </a:lnTo>
                  <a:lnTo>
                    <a:pt x="162192" y="126688"/>
                  </a:lnTo>
                  <a:lnTo>
                    <a:pt x="160798" y="121463"/>
                  </a:lnTo>
                  <a:lnTo>
                    <a:pt x="159236" y="116287"/>
                  </a:lnTo>
                  <a:lnTo>
                    <a:pt x="157507" y="111164"/>
                  </a:lnTo>
                  <a:lnTo>
                    <a:pt x="155613" y="106099"/>
                  </a:lnTo>
                  <a:lnTo>
                    <a:pt x="153557" y="101098"/>
                  </a:lnTo>
                  <a:lnTo>
                    <a:pt x="151340" y="96167"/>
                  </a:lnTo>
                  <a:lnTo>
                    <a:pt x="148964" y="91309"/>
                  </a:lnTo>
                  <a:lnTo>
                    <a:pt x="146433" y="86531"/>
                  </a:lnTo>
                  <a:lnTo>
                    <a:pt x="143749" y="81838"/>
                  </a:lnTo>
                  <a:lnTo>
                    <a:pt x="140914" y="77233"/>
                  </a:lnTo>
                  <a:lnTo>
                    <a:pt x="137932" y="72723"/>
                  </a:lnTo>
                  <a:lnTo>
                    <a:pt x="134805" y="68311"/>
                  </a:lnTo>
                  <a:lnTo>
                    <a:pt x="131537" y="64003"/>
                  </a:lnTo>
                  <a:lnTo>
                    <a:pt x="128132" y="59803"/>
                  </a:lnTo>
                  <a:lnTo>
                    <a:pt x="124593" y="55715"/>
                  </a:lnTo>
                  <a:lnTo>
                    <a:pt x="120923" y="51744"/>
                  </a:lnTo>
                  <a:lnTo>
                    <a:pt x="117127" y="47894"/>
                  </a:lnTo>
                  <a:lnTo>
                    <a:pt x="113208" y="44168"/>
                  </a:lnTo>
                  <a:lnTo>
                    <a:pt x="109171" y="40571"/>
                  </a:lnTo>
                  <a:lnTo>
                    <a:pt x="105020" y="37107"/>
                  </a:lnTo>
                  <a:lnTo>
                    <a:pt x="100759" y="33778"/>
                  </a:lnTo>
                  <a:lnTo>
                    <a:pt x="96392" y="30589"/>
                  </a:lnTo>
                  <a:lnTo>
                    <a:pt x="91925" y="27543"/>
                  </a:lnTo>
                  <a:lnTo>
                    <a:pt x="87361" y="24643"/>
                  </a:lnTo>
                  <a:lnTo>
                    <a:pt x="82706" y="21893"/>
                  </a:lnTo>
                  <a:lnTo>
                    <a:pt x="77964" y="19294"/>
                  </a:lnTo>
                  <a:lnTo>
                    <a:pt x="73141" y="16850"/>
                  </a:lnTo>
                  <a:lnTo>
                    <a:pt x="68241" y="14563"/>
                  </a:lnTo>
                  <a:lnTo>
                    <a:pt x="63270" y="12436"/>
                  </a:lnTo>
                  <a:lnTo>
                    <a:pt x="58233" y="10470"/>
                  </a:lnTo>
                  <a:lnTo>
                    <a:pt x="53135" y="8669"/>
                  </a:lnTo>
                  <a:lnTo>
                    <a:pt x="47981" y="7033"/>
                  </a:lnTo>
                  <a:lnTo>
                    <a:pt x="42777" y="5565"/>
                  </a:lnTo>
                  <a:lnTo>
                    <a:pt x="37528" y="4267"/>
                  </a:lnTo>
                  <a:lnTo>
                    <a:pt x="32240" y="3138"/>
                  </a:lnTo>
                  <a:lnTo>
                    <a:pt x="26918" y="2181"/>
                  </a:lnTo>
                  <a:lnTo>
                    <a:pt x="21569" y="1397"/>
                  </a:lnTo>
                  <a:lnTo>
                    <a:pt x="16196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1419" y="1681503"/>
              <a:ext cx="11815" cy="167167"/>
            </a:xfrm>
            <a:custGeom>
              <a:avLst/>
              <a:pathLst>
                <a:path w="11815" h="167167">
                  <a:moveTo>
                    <a:pt x="11815" y="0"/>
                  </a:moveTo>
                  <a:lnTo>
                    <a:pt x="0" y="418"/>
                  </a:lnTo>
                  <a:lnTo>
                    <a:pt x="1181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419" y="1681921"/>
              <a:ext cx="11815" cy="166749"/>
            </a:xfrm>
            <a:custGeom>
              <a:avLst/>
              <a:pathLst>
                <a:path w="11815" h="166749">
                  <a:moveTo>
                    <a:pt x="0" y="0"/>
                  </a:moveTo>
                  <a:lnTo>
                    <a:pt x="11815" y="1667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256086" y="1681921"/>
              <a:ext cx="334315" cy="333913"/>
            </a:xfrm>
            <a:custGeom>
              <a:avLst/>
              <a:pathLst>
                <a:path w="334315" h="333913">
                  <a:moveTo>
                    <a:pt x="155332" y="0"/>
                  </a:moveTo>
                  <a:lnTo>
                    <a:pt x="150070" y="456"/>
                  </a:lnTo>
                  <a:lnTo>
                    <a:pt x="144826" y="1078"/>
                  </a:lnTo>
                  <a:lnTo>
                    <a:pt x="139603" y="1866"/>
                  </a:lnTo>
                  <a:lnTo>
                    <a:pt x="134408" y="2819"/>
                  </a:lnTo>
                  <a:lnTo>
                    <a:pt x="129246" y="3935"/>
                  </a:lnTo>
                  <a:lnTo>
                    <a:pt x="124122" y="5213"/>
                  </a:lnTo>
                  <a:lnTo>
                    <a:pt x="119040" y="6653"/>
                  </a:lnTo>
                  <a:lnTo>
                    <a:pt x="114007" y="8253"/>
                  </a:lnTo>
                  <a:lnTo>
                    <a:pt x="109026" y="10011"/>
                  </a:lnTo>
                  <a:lnTo>
                    <a:pt x="104104" y="11925"/>
                  </a:lnTo>
                  <a:lnTo>
                    <a:pt x="99244" y="13994"/>
                  </a:lnTo>
                  <a:lnTo>
                    <a:pt x="94453" y="16215"/>
                  </a:lnTo>
                  <a:lnTo>
                    <a:pt x="89733" y="18587"/>
                  </a:lnTo>
                  <a:lnTo>
                    <a:pt x="85092" y="21106"/>
                  </a:lnTo>
                  <a:lnTo>
                    <a:pt x="80532" y="23771"/>
                  </a:lnTo>
                  <a:lnTo>
                    <a:pt x="76058" y="26579"/>
                  </a:lnTo>
                  <a:lnTo>
                    <a:pt x="71676" y="29526"/>
                  </a:lnTo>
                  <a:lnTo>
                    <a:pt x="67388" y="32611"/>
                  </a:lnTo>
                  <a:lnTo>
                    <a:pt x="63201" y="35829"/>
                  </a:lnTo>
                  <a:lnTo>
                    <a:pt x="59117" y="39178"/>
                  </a:lnTo>
                  <a:lnTo>
                    <a:pt x="55141" y="42655"/>
                  </a:lnTo>
                  <a:lnTo>
                    <a:pt x="51276" y="46255"/>
                  </a:lnTo>
                  <a:lnTo>
                    <a:pt x="47528" y="49976"/>
                  </a:lnTo>
                  <a:lnTo>
                    <a:pt x="43899" y="53813"/>
                  </a:lnTo>
                  <a:lnTo>
                    <a:pt x="40392" y="57763"/>
                  </a:lnTo>
                  <a:lnTo>
                    <a:pt x="37013" y="61821"/>
                  </a:lnTo>
                  <a:lnTo>
                    <a:pt x="33763" y="65985"/>
                  </a:lnTo>
                  <a:lnTo>
                    <a:pt x="30646" y="70249"/>
                  </a:lnTo>
                  <a:lnTo>
                    <a:pt x="27666" y="74609"/>
                  </a:lnTo>
                  <a:lnTo>
                    <a:pt x="24825" y="79061"/>
                  </a:lnTo>
                  <a:lnTo>
                    <a:pt x="22126" y="83601"/>
                  </a:lnTo>
                  <a:lnTo>
                    <a:pt x="19572" y="88224"/>
                  </a:lnTo>
                  <a:lnTo>
                    <a:pt x="17165" y="92925"/>
                  </a:lnTo>
                  <a:lnTo>
                    <a:pt x="14907" y="97700"/>
                  </a:lnTo>
                  <a:lnTo>
                    <a:pt x="12802" y="102544"/>
                  </a:lnTo>
                  <a:lnTo>
                    <a:pt x="10851" y="107452"/>
                  </a:lnTo>
                  <a:lnTo>
                    <a:pt x="9056" y="112419"/>
                  </a:lnTo>
                  <a:lnTo>
                    <a:pt x="7418" y="117440"/>
                  </a:lnTo>
                  <a:lnTo>
                    <a:pt x="5940" y="122510"/>
                  </a:lnTo>
                  <a:lnTo>
                    <a:pt x="4623" y="127625"/>
                  </a:lnTo>
                  <a:lnTo>
                    <a:pt x="3468" y="132779"/>
                  </a:lnTo>
                  <a:lnTo>
                    <a:pt x="2477" y="137966"/>
                  </a:lnTo>
                  <a:lnTo>
                    <a:pt x="1650" y="143183"/>
                  </a:lnTo>
                  <a:lnTo>
                    <a:pt x="988" y="148423"/>
                  </a:lnTo>
                  <a:lnTo>
                    <a:pt x="492" y="153681"/>
                  </a:lnTo>
                  <a:lnTo>
                    <a:pt x="162" y="158952"/>
                  </a:lnTo>
                  <a:lnTo>
                    <a:pt x="0" y="164231"/>
                  </a:lnTo>
                  <a:lnTo>
                    <a:pt x="3" y="169513"/>
                  </a:lnTo>
                  <a:lnTo>
                    <a:pt x="174" y="174792"/>
                  </a:lnTo>
                  <a:lnTo>
                    <a:pt x="512" y="180062"/>
                  </a:lnTo>
                  <a:lnTo>
                    <a:pt x="1015" y="185320"/>
                  </a:lnTo>
                  <a:lnTo>
                    <a:pt x="1685" y="190559"/>
                  </a:lnTo>
                  <a:lnTo>
                    <a:pt x="2520" y="195774"/>
                  </a:lnTo>
                  <a:lnTo>
                    <a:pt x="3519" y="200960"/>
                  </a:lnTo>
                  <a:lnTo>
                    <a:pt x="4681" y="206112"/>
                  </a:lnTo>
                  <a:lnTo>
                    <a:pt x="6006" y="211225"/>
                  </a:lnTo>
                  <a:lnTo>
                    <a:pt x="7491" y="216293"/>
                  </a:lnTo>
                  <a:lnTo>
                    <a:pt x="9136" y="221312"/>
                  </a:lnTo>
                  <a:lnTo>
                    <a:pt x="10938" y="226276"/>
                  </a:lnTo>
                  <a:lnTo>
                    <a:pt x="12897" y="231181"/>
                  </a:lnTo>
                  <a:lnTo>
                    <a:pt x="15009" y="236022"/>
                  </a:lnTo>
                  <a:lnTo>
                    <a:pt x="17274" y="240794"/>
                  </a:lnTo>
                  <a:lnTo>
                    <a:pt x="19688" y="245491"/>
                  </a:lnTo>
                  <a:lnTo>
                    <a:pt x="22249" y="250110"/>
                  </a:lnTo>
                  <a:lnTo>
                    <a:pt x="24954" y="254646"/>
                  </a:lnTo>
                  <a:lnTo>
                    <a:pt x="27802" y="259094"/>
                  </a:lnTo>
                  <a:lnTo>
                    <a:pt x="30789" y="263450"/>
                  </a:lnTo>
                  <a:lnTo>
                    <a:pt x="33912" y="267709"/>
                  </a:lnTo>
                  <a:lnTo>
                    <a:pt x="37168" y="271868"/>
                  </a:lnTo>
                  <a:lnTo>
                    <a:pt x="40553" y="275922"/>
                  </a:lnTo>
                  <a:lnTo>
                    <a:pt x="44065" y="279866"/>
                  </a:lnTo>
                  <a:lnTo>
                    <a:pt x="47700" y="283698"/>
                  </a:lnTo>
                  <a:lnTo>
                    <a:pt x="51454" y="287413"/>
                  </a:lnTo>
                  <a:lnTo>
                    <a:pt x="55324" y="291008"/>
                  </a:lnTo>
                  <a:lnTo>
                    <a:pt x="59305" y="294478"/>
                  </a:lnTo>
                  <a:lnTo>
                    <a:pt x="63394" y="297821"/>
                  </a:lnTo>
                  <a:lnTo>
                    <a:pt x="67586" y="301034"/>
                  </a:lnTo>
                  <a:lnTo>
                    <a:pt x="71878" y="304112"/>
                  </a:lnTo>
                  <a:lnTo>
                    <a:pt x="76265" y="307053"/>
                  </a:lnTo>
                  <a:lnTo>
                    <a:pt x="80742" y="309854"/>
                  </a:lnTo>
                  <a:lnTo>
                    <a:pt x="85306" y="312512"/>
                  </a:lnTo>
                  <a:lnTo>
                    <a:pt x="89952" y="315025"/>
                  </a:lnTo>
                  <a:lnTo>
                    <a:pt x="94675" y="317389"/>
                  </a:lnTo>
                  <a:lnTo>
                    <a:pt x="99469" y="319604"/>
                  </a:lnTo>
                  <a:lnTo>
                    <a:pt x="104332" y="321665"/>
                  </a:lnTo>
                  <a:lnTo>
                    <a:pt x="109257" y="323572"/>
                  </a:lnTo>
                  <a:lnTo>
                    <a:pt x="114240" y="325323"/>
                  </a:lnTo>
                  <a:lnTo>
                    <a:pt x="119276" y="326915"/>
                  </a:lnTo>
                  <a:lnTo>
                    <a:pt x="124360" y="328347"/>
                  </a:lnTo>
                  <a:lnTo>
                    <a:pt x="129486" y="329618"/>
                  </a:lnTo>
                  <a:lnTo>
                    <a:pt x="134650" y="330727"/>
                  </a:lnTo>
                  <a:lnTo>
                    <a:pt x="139846" y="331672"/>
                  </a:lnTo>
                  <a:lnTo>
                    <a:pt x="145070" y="332452"/>
                  </a:lnTo>
                  <a:lnTo>
                    <a:pt x="150315" y="333067"/>
                  </a:lnTo>
                  <a:lnTo>
                    <a:pt x="155578" y="333515"/>
                  </a:lnTo>
                  <a:lnTo>
                    <a:pt x="160852" y="333798"/>
                  </a:lnTo>
                  <a:lnTo>
                    <a:pt x="166132" y="333913"/>
                  </a:lnTo>
                  <a:lnTo>
                    <a:pt x="171413" y="333862"/>
                  </a:lnTo>
                  <a:lnTo>
                    <a:pt x="176690" y="333644"/>
                  </a:lnTo>
                  <a:lnTo>
                    <a:pt x="181958" y="333259"/>
                  </a:lnTo>
                  <a:lnTo>
                    <a:pt x="187211" y="332708"/>
                  </a:lnTo>
                  <a:lnTo>
                    <a:pt x="192443" y="331991"/>
                  </a:lnTo>
                  <a:lnTo>
                    <a:pt x="197651" y="331110"/>
                  </a:lnTo>
                  <a:lnTo>
                    <a:pt x="202828" y="330064"/>
                  </a:lnTo>
                  <a:lnTo>
                    <a:pt x="207969" y="328856"/>
                  </a:lnTo>
                  <a:lnTo>
                    <a:pt x="213070" y="327485"/>
                  </a:lnTo>
                  <a:lnTo>
                    <a:pt x="218125" y="325954"/>
                  </a:lnTo>
                  <a:lnTo>
                    <a:pt x="223129" y="324264"/>
                  </a:lnTo>
                  <a:lnTo>
                    <a:pt x="228077" y="322417"/>
                  </a:lnTo>
                  <a:lnTo>
                    <a:pt x="232964" y="320415"/>
                  </a:lnTo>
                  <a:lnTo>
                    <a:pt x="237785" y="318259"/>
                  </a:lnTo>
                  <a:lnTo>
                    <a:pt x="242536" y="315952"/>
                  </a:lnTo>
                  <a:lnTo>
                    <a:pt x="247212" y="313496"/>
                  </a:lnTo>
                  <a:lnTo>
                    <a:pt x="251808" y="310893"/>
                  </a:lnTo>
                  <a:lnTo>
                    <a:pt x="256319" y="308147"/>
                  </a:lnTo>
                  <a:lnTo>
                    <a:pt x="260742" y="305259"/>
                  </a:lnTo>
                  <a:lnTo>
                    <a:pt x="265070" y="302234"/>
                  </a:lnTo>
                  <a:lnTo>
                    <a:pt x="269302" y="299073"/>
                  </a:lnTo>
                  <a:lnTo>
                    <a:pt x="273431" y="295780"/>
                  </a:lnTo>
                  <a:lnTo>
                    <a:pt x="277454" y="292358"/>
                  </a:lnTo>
                  <a:lnTo>
                    <a:pt x="281367" y="288810"/>
                  </a:lnTo>
                  <a:lnTo>
                    <a:pt x="285166" y="285141"/>
                  </a:lnTo>
                  <a:lnTo>
                    <a:pt x="288847" y="281354"/>
                  </a:lnTo>
                  <a:lnTo>
                    <a:pt x="292407" y="277452"/>
                  </a:lnTo>
                  <a:lnTo>
                    <a:pt x="295841" y="273440"/>
                  </a:lnTo>
                  <a:lnTo>
                    <a:pt x="299147" y="269321"/>
                  </a:lnTo>
                  <a:lnTo>
                    <a:pt x="302322" y="265100"/>
                  </a:lnTo>
                  <a:lnTo>
                    <a:pt x="305361" y="260781"/>
                  </a:lnTo>
                  <a:lnTo>
                    <a:pt x="308263" y="256368"/>
                  </a:lnTo>
                  <a:lnTo>
                    <a:pt x="311023" y="251865"/>
                  </a:lnTo>
                  <a:lnTo>
                    <a:pt x="313641" y="247278"/>
                  </a:lnTo>
                  <a:lnTo>
                    <a:pt x="316111" y="242610"/>
                  </a:lnTo>
                  <a:lnTo>
                    <a:pt x="318433" y="237866"/>
                  </a:lnTo>
                  <a:lnTo>
                    <a:pt x="320605" y="233051"/>
                  </a:lnTo>
                  <a:lnTo>
                    <a:pt x="322623" y="228171"/>
                  </a:lnTo>
                  <a:lnTo>
                    <a:pt x="324485" y="223228"/>
                  </a:lnTo>
                  <a:lnTo>
                    <a:pt x="326191" y="218230"/>
                  </a:lnTo>
                  <a:lnTo>
                    <a:pt x="327738" y="213180"/>
                  </a:lnTo>
                  <a:lnTo>
                    <a:pt x="329124" y="208084"/>
                  </a:lnTo>
                  <a:lnTo>
                    <a:pt x="330349" y="202946"/>
                  </a:lnTo>
                  <a:lnTo>
                    <a:pt x="331411" y="197772"/>
                  </a:lnTo>
                  <a:lnTo>
                    <a:pt x="332310" y="192568"/>
                  </a:lnTo>
                  <a:lnTo>
                    <a:pt x="333043" y="187337"/>
                  </a:lnTo>
                  <a:lnTo>
                    <a:pt x="333610" y="182087"/>
                  </a:lnTo>
                  <a:lnTo>
                    <a:pt x="334012" y="176820"/>
                  </a:lnTo>
                  <a:lnTo>
                    <a:pt x="334247" y="171544"/>
                  </a:lnTo>
                  <a:lnTo>
                    <a:pt x="334315" y="166263"/>
                  </a:lnTo>
                  <a:lnTo>
                    <a:pt x="334216" y="160982"/>
                  </a:lnTo>
                  <a:lnTo>
                    <a:pt x="333950" y="155707"/>
                  </a:lnTo>
                  <a:lnTo>
                    <a:pt x="333518" y="150444"/>
                  </a:lnTo>
                  <a:lnTo>
                    <a:pt x="332920" y="145196"/>
                  </a:lnTo>
                  <a:lnTo>
                    <a:pt x="332157" y="139970"/>
                  </a:lnTo>
                  <a:lnTo>
                    <a:pt x="331228" y="134771"/>
                  </a:lnTo>
                  <a:lnTo>
                    <a:pt x="330136" y="129603"/>
                  </a:lnTo>
                  <a:lnTo>
                    <a:pt x="328881" y="124473"/>
                  </a:lnTo>
                  <a:lnTo>
                    <a:pt x="327465" y="119385"/>
                  </a:lnTo>
                  <a:lnTo>
                    <a:pt x="325889" y="114344"/>
                  </a:lnTo>
                  <a:lnTo>
                    <a:pt x="324154" y="109355"/>
                  </a:lnTo>
                  <a:lnTo>
                    <a:pt x="322263" y="104424"/>
                  </a:lnTo>
                  <a:lnTo>
                    <a:pt x="320216" y="99555"/>
                  </a:lnTo>
                  <a:lnTo>
                    <a:pt x="318017" y="94753"/>
                  </a:lnTo>
                  <a:lnTo>
                    <a:pt x="315668" y="90023"/>
                  </a:lnTo>
                  <a:lnTo>
                    <a:pt x="313170" y="85370"/>
                  </a:lnTo>
                  <a:lnTo>
                    <a:pt x="310526" y="80797"/>
                  </a:lnTo>
                  <a:lnTo>
                    <a:pt x="307739" y="76311"/>
                  </a:lnTo>
                  <a:lnTo>
                    <a:pt x="304812" y="71915"/>
                  </a:lnTo>
                  <a:lnTo>
                    <a:pt x="301748" y="67613"/>
                  </a:lnTo>
                  <a:lnTo>
                    <a:pt x="298549" y="63411"/>
                  </a:lnTo>
                  <a:lnTo>
                    <a:pt x="295219" y="59311"/>
                  </a:lnTo>
                  <a:lnTo>
                    <a:pt x="291761" y="55319"/>
                  </a:lnTo>
                  <a:lnTo>
                    <a:pt x="288178" y="51438"/>
                  </a:lnTo>
                  <a:lnTo>
                    <a:pt x="284475" y="47672"/>
                  </a:lnTo>
                  <a:lnTo>
                    <a:pt x="280655" y="44025"/>
                  </a:lnTo>
                  <a:lnTo>
                    <a:pt x="276722" y="40501"/>
                  </a:lnTo>
                  <a:lnTo>
                    <a:pt x="272679" y="37102"/>
                  </a:lnTo>
                  <a:lnTo>
                    <a:pt x="268530" y="33833"/>
                  </a:lnTo>
                  <a:lnTo>
                    <a:pt x="264281" y="30697"/>
                  </a:lnTo>
                  <a:lnTo>
                    <a:pt x="259935" y="27696"/>
                  </a:lnTo>
                  <a:lnTo>
                    <a:pt x="255496" y="24835"/>
                  </a:lnTo>
                  <a:lnTo>
                    <a:pt x="250968" y="22114"/>
                  </a:lnTo>
                  <a:lnTo>
                    <a:pt x="246357" y="19539"/>
                  </a:lnTo>
                  <a:lnTo>
                    <a:pt x="241667" y="17110"/>
                  </a:lnTo>
                  <a:lnTo>
                    <a:pt x="236903" y="14831"/>
                  </a:lnTo>
                  <a:lnTo>
                    <a:pt x="232069" y="12703"/>
                  </a:lnTo>
                  <a:lnTo>
                    <a:pt x="227170" y="10729"/>
                  </a:lnTo>
                  <a:lnTo>
                    <a:pt x="222212" y="8911"/>
                  </a:lnTo>
                  <a:lnTo>
                    <a:pt x="217198" y="7250"/>
                  </a:lnTo>
                  <a:lnTo>
                    <a:pt x="212134" y="5748"/>
                  </a:lnTo>
                  <a:lnTo>
                    <a:pt x="207026" y="4408"/>
                  </a:lnTo>
                  <a:lnTo>
                    <a:pt x="201878" y="3229"/>
                  </a:lnTo>
                  <a:lnTo>
                    <a:pt x="196695" y="2213"/>
                  </a:lnTo>
                  <a:lnTo>
                    <a:pt x="191482" y="1362"/>
                  </a:lnTo>
                  <a:lnTo>
                    <a:pt x="167148" y="1667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23235" y="1681503"/>
              <a:ext cx="24334" cy="167167"/>
            </a:xfrm>
            <a:custGeom>
              <a:avLst/>
              <a:pathLst>
                <a:path w="24334" h="167167">
                  <a:moveTo>
                    <a:pt x="24334" y="1780"/>
                  </a:moveTo>
                  <a:lnTo>
                    <a:pt x="16254" y="792"/>
                  </a:lnTo>
                  <a:lnTo>
                    <a:pt x="8137" y="1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853877" y="1322571"/>
              <a:ext cx="167161" cy="321210"/>
            </a:xfrm>
            <a:custGeom>
              <a:avLst/>
              <a:pathLst>
                <a:path w="167161" h="321210">
                  <a:moveTo>
                    <a:pt x="167161" y="0"/>
                  </a:moveTo>
                  <a:lnTo>
                    <a:pt x="161831" y="85"/>
                  </a:lnTo>
                  <a:lnTo>
                    <a:pt x="156506" y="339"/>
                  </a:lnTo>
                  <a:lnTo>
                    <a:pt x="151192" y="764"/>
                  </a:lnTo>
                  <a:lnTo>
                    <a:pt x="145894" y="1358"/>
                  </a:lnTo>
                  <a:lnTo>
                    <a:pt x="140618" y="2120"/>
                  </a:lnTo>
                  <a:lnTo>
                    <a:pt x="135369" y="3051"/>
                  </a:lnTo>
                  <a:lnTo>
                    <a:pt x="130152" y="4148"/>
                  </a:lnTo>
                  <a:lnTo>
                    <a:pt x="124972" y="5411"/>
                  </a:lnTo>
                  <a:lnTo>
                    <a:pt x="119836" y="6838"/>
                  </a:lnTo>
                  <a:lnTo>
                    <a:pt x="114748" y="8429"/>
                  </a:lnTo>
                  <a:lnTo>
                    <a:pt x="109713" y="10181"/>
                  </a:lnTo>
                  <a:lnTo>
                    <a:pt x="104736" y="12093"/>
                  </a:lnTo>
                  <a:lnTo>
                    <a:pt x="99823" y="14162"/>
                  </a:lnTo>
                  <a:lnTo>
                    <a:pt x="94979" y="16387"/>
                  </a:lnTo>
                  <a:lnTo>
                    <a:pt x="90208" y="18765"/>
                  </a:lnTo>
                  <a:lnTo>
                    <a:pt x="85515" y="21295"/>
                  </a:lnTo>
                  <a:lnTo>
                    <a:pt x="80905" y="23972"/>
                  </a:lnTo>
                  <a:lnTo>
                    <a:pt x="76383" y="26795"/>
                  </a:lnTo>
                  <a:lnTo>
                    <a:pt x="71953" y="29761"/>
                  </a:lnTo>
                  <a:lnTo>
                    <a:pt x="67620" y="32867"/>
                  </a:lnTo>
                  <a:lnTo>
                    <a:pt x="63388" y="36109"/>
                  </a:lnTo>
                  <a:lnTo>
                    <a:pt x="59262" y="39485"/>
                  </a:lnTo>
                  <a:lnTo>
                    <a:pt x="55246" y="42990"/>
                  </a:lnTo>
                  <a:lnTo>
                    <a:pt x="51343" y="46622"/>
                  </a:lnTo>
                  <a:lnTo>
                    <a:pt x="47558" y="50377"/>
                  </a:lnTo>
                  <a:lnTo>
                    <a:pt x="43895" y="54250"/>
                  </a:lnTo>
                  <a:lnTo>
                    <a:pt x="40357" y="58238"/>
                  </a:lnTo>
                  <a:lnTo>
                    <a:pt x="36948" y="62336"/>
                  </a:lnTo>
                  <a:lnTo>
                    <a:pt x="33672" y="66542"/>
                  </a:lnTo>
                  <a:lnTo>
                    <a:pt x="30531" y="70849"/>
                  </a:lnTo>
                  <a:lnTo>
                    <a:pt x="27529" y="75255"/>
                  </a:lnTo>
                  <a:lnTo>
                    <a:pt x="24670" y="79754"/>
                  </a:lnTo>
                  <a:lnTo>
                    <a:pt x="21955" y="84342"/>
                  </a:lnTo>
                  <a:lnTo>
                    <a:pt x="19388" y="89014"/>
                  </a:lnTo>
                  <a:lnTo>
                    <a:pt x="16971" y="93766"/>
                  </a:lnTo>
                  <a:lnTo>
                    <a:pt x="14707" y="98592"/>
                  </a:lnTo>
                  <a:lnTo>
                    <a:pt x="12597" y="103489"/>
                  </a:lnTo>
                  <a:lnTo>
                    <a:pt x="10646" y="108449"/>
                  </a:lnTo>
                  <a:lnTo>
                    <a:pt x="8853" y="113470"/>
                  </a:lnTo>
                  <a:lnTo>
                    <a:pt x="7221" y="118545"/>
                  </a:lnTo>
                  <a:lnTo>
                    <a:pt x="5752" y="123670"/>
                  </a:lnTo>
                  <a:lnTo>
                    <a:pt x="4447" y="128839"/>
                  </a:lnTo>
                  <a:lnTo>
                    <a:pt x="3308" y="134047"/>
                  </a:lnTo>
                  <a:lnTo>
                    <a:pt x="2335" y="139288"/>
                  </a:lnTo>
                  <a:lnTo>
                    <a:pt x="1530" y="144558"/>
                  </a:lnTo>
                  <a:lnTo>
                    <a:pt x="893" y="149851"/>
                  </a:lnTo>
                  <a:lnTo>
                    <a:pt x="426" y="155162"/>
                  </a:lnTo>
                  <a:lnTo>
                    <a:pt x="128" y="160484"/>
                  </a:lnTo>
                  <a:lnTo>
                    <a:pt x="0" y="165814"/>
                  </a:lnTo>
                  <a:lnTo>
                    <a:pt x="41" y="171145"/>
                  </a:lnTo>
                  <a:lnTo>
                    <a:pt x="253" y="176472"/>
                  </a:lnTo>
                  <a:lnTo>
                    <a:pt x="635" y="181789"/>
                  </a:lnTo>
                  <a:lnTo>
                    <a:pt x="1186" y="187091"/>
                  </a:lnTo>
                  <a:lnTo>
                    <a:pt x="1905" y="192374"/>
                  </a:lnTo>
                  <a:lnTo>
                    <a:pt x="2793" y="197630"/>
                  </a:lnTo>
                  <a:lnTo>
                    <a:pt x="3848" y="202856"/>
                  </a:lnTo>
                  <a:lnTo>
                    <a:pt x="5069" y="208045"/>
                  </a:lnTo>
                  <a:lnTo>
                    <a:pt x="6455" y="213193"/>
                  </a:lnTo>
                  <a:lnTo>
                    <a:pt x="8004" y="218294"/>
                  </a:lnTo>
                  <a:lnTo>
                    <a:pt x="9716" y="223343"/>
                  </a:lnTo>
                  <a:lnTo>
                    <a:pt x="11587" y="228335"/>
                  </a:lnTo>
                  <a:lnTo>
                    <a:pt x="13616" y="233264"/>
                  </a:lnTo>
                  <a:lnTo>
                    <a:pt x="15802" y="238127"/>
                  </a:lnTo>
                  <a:lnTo>
                    <a:pt x="18142" y="242917"/>
                  </a:lnTo>
                  <a:lnTo>
                    <a:pt x="20633" y="247630"/>
                  </a:lnTo>
                  <a:lnTo>
                    <a:pt x="23273" y="252262"/>
                  </a:lnTo>
                  <a:lnTo>
                    <a:pt x="26060" y="256806"/>
                  </a:lnTo>
                  <a:lnTo>
                    <a:pt x="28990" y="261260"/>
                  </a:lnTo>
                  <a:lnTo>
                    <a:pt x="32060" y="265618"/>
                  </a:lnTo>
                  <a:lnTo>
                    <a:pt x="35268" y="269876"/>
                  </a:lnTo>
                  <a:lnTo>
                    <a:pt x="38610" y="274029"/>
                  </a:lnTo>
                  <a:lnTo>
                    <a:pt x="42083" y="278074"/>
                  </a:lnTo>
                  <a:lnTo>
                    <a:pt x="45683" y="282006"/>
                  </a:lnTo>
                  <a:lnTo>
                    <a:pt x="49407" y="285821"/>
                  </a:lnTo>
                  <a:lnTo>
                    <a:pt x="53250" y="289515"/>
                  </a:lnTo>
                  <a:lnTo>
                    <a:pt x="57209" y="293085"/>
                  </a:lnTo>
                  <a:lnTo>
                    <a:pt x="61280" y="296527"/>
                  </a:lnTo>
                  <a:lnTo>
                    <a:pt x="65459" y="299838"/>
                  </a:lnTo>
                  <a:lnTo>
                    <a:pt x="69741" y="303013"/>
                  </a:lnTo>
                  <a:lnTo>
                    <a:pt x="74122" y="306051"/>
                  </a:lnTo>
                  <a:lnTo>
                    <a:pt x="78598" y="308947"/>
                  </a:lnTo>
                  <a:lnTo>
                    <a:pt x="83164" y="311698"/>
                  </a:lnTo>
                  <a:lnTo>
                    <a:pt x="87815" y="314303"/>
                  </a:lnTo>
                  <a:lnTo>
                    <a:pt x="92547" y="316759"/>
                  </a:lnTo>
                  <a:lnTo>
                    <a:pt x="97355" y="319062"/>
                  </a:lnTo>
                  <a:lnTo>
                    <a:pt x="102234" y="32121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6111" y="1489739"/>
              <a:ext cx="64927" cy="154043"/>
            </a:xfrm>
            <a:custGeom>
              <a:avLst/>
              <a:pathLst>
                <a:path w="64927" h="154043">
                  <a:moveTo>
                    <a:pt x="0" y="154043"/>
                  </a:moveTo>
                  <a:lnTo>
                    <a:pt x="649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6111" y="1324956"/>
              <a:ext cx="232094" cy="331932"/>
            </a:xfrm>
            <a:custGeom>
              <a:avLst/>
              <a:pathLst>
                <a:path w="232094" h="331932">
                  <a:moveTo>
                    <a:pt x="0" y="318826"/>
                  </a:moveTo>
                  <a:lnTo>
                    <a:pt x="4931" y="320813"/>
                  </a:lnTo>
                  <a:lnTo>
                    <a:pt x="9923" y="322642"/>
                  </a:lnTo>
                  <a:lnTo>
                    <a:pt x="14971" y="324311"/>
                  </a:lnTo>
                  <a:lnTo>
                    <a:pt x="20069" y="325819"/>
                  </a:lnTo>
                  <a:lnTo>
                    <a:pt x="25213" y="327164"/>
                  </a:lnTo>
                  <a:lnTo>
                    <a:pt x="30397" y="328345"/>
                  </a:lnTo>
                  <a:lnTo>
                    <a:pt x="35615" y="329360"/>
                  </a:lnTo>
                  <a:lnTo>
                    <a:pt x="40864" y="330209"/>
                  </a:lnTo>
                  <a:lnTo>
                    <a:pt x="46137" y="330891"/>
                  </a:lnTo>
                  <a:lnTo>
                    <a:pt x="51428" y="331404"/>
                  </a:lnTo>
                  <a:lnTo>
                    <a:pt x="56734" y="331749"/>
                  </a:lnTo>
                  <a:lnTo>
                    <a:pt x="62047" y="331925"/>
                  </a:lnTo>
                  <a:lnTo>
                    <a:pt x="67364" y="331932"/>
                  </a:lnTo>
                  <a:lnTo>
                    <a:pt x="72678" y="331770"/>
                  </a:lnTo>
                  <a:lnTo>
                    <a:pt x="77985" y="331439"/>
                  </a:lnTo>
                  <a:lnTo>
                    <a:pt x="83278" y="330940"/>
                  </a:lnTo>
                  <a:lnTo>
                    <a:pt x="88552" y="330272"/>
                  </a:lnTo>
                  <a:lnTo>
                    <a:pt x="93803" y="329437"/>
                  </a:lnTo>
                  <a:lnTo>
                    <a:pt x="99024" y="328436"/>
                  </a:lnTo>
                  <a:lnTo>
                    <a:pt x="104211" y="327269"/>
                  </a:lnTo>
                  <a:lnTo>
                    <a:pt x="109358" y="325937"/>
                  </a:lnTo>
                  <a:lnTo>
                    <a:pt x="114461" y="324443"/>
                  </a:lnTo>
                  <a:lnTo>
                    <a:pt x="119513" y="322787"/>
                  </a:lnTo>
                  <a:lnTo>
                    <a:pt x="124510" y="320971"/>
                  </a:lnTo>
                  <a:lnTo>
                    <a:pt x="129446" y="318997"/>
                  </a:lnTo>
                  <a:lnTo>
                    <a:pt x="134318" y="316868"/>
                  </a:lnTo>
                  <a:lnTo>
                    <a:pt x="139119" y="314584"/>
                  </a:lnTo>
                  <a:lnTo>
                    <a:pt x="143845" y="312149"/>
                  </a:lnTo>
                  <a:lnTo>
                    <a:pt x="148492" y="309565"/>
                  </a:lnTo>
                  <a:lnTo>
                    <a:pt x="153053" y="306834"/>
                  </a:lnTo>
                  <a:lnTo>
                    <a:pt x="157526" y="303960"/>
                  </a:lnTo>
                  <a:lnTo>
                    <a:pt x="161905" y="300945"/>
                  </a:lnTo>
                  <a:lnTo>
                    <a:pt x="166186" y="297792"/>
                  </a:lnTo>
                  <a:lnTo>
                    <a:pt x="170365" y="294505"/>
                  </a:lnTo>
                  <a:lnTo>
                    <a:pt x="174436" y="291086"/>
                  </a:lnTo>
                  <a:lnTo>
                    <a:pt x="178398" y="287540"/>
                  </a:lnTo>
                  <a:lnTo>
                    <a:pt x="182244" y="283869"/>
                  </a:lnTo>
                  <a:lnTo>
                    <a:pt x="185972" y="280078"/>
                  </a:lnTo>
                  <a:lnTo>
                    <a:pt x="189577" y="276171"/>
                  </a:lnTo>
                  <a:lnTo>
                    <a:pt x="193056" y="272151"/>
                  </a:lnTo>
                  <a:lnTo>
                    <a:pt x="196405" y="268022"/>
                  </a:lnTo>
                  <a:lnTo>
                    <a:pt x="199622" y="263789"/>
                  </a:lnTo>
                  <a:lnTo>
                    <a:pt x="202702" y="259455"/>
                  </a:lnTo>
                  <a:lnTo>
                    <a:pt x="205643" y="255026"/>
                  </a:lnTo>
                  <a:lnTo>
                    <a:pt x="208442" y="250506"/>
                  </a:lnTo>
                  <a:lnTo>
                    <a:pt x="211095" y="245899"/>
                  </a:lnTo>
                  <a:lnTo>
                    <a:pt x="213601" y="241209"/>
                  </a:lnTo>
                  <a:lnTo>
                    <a:pt x="215956" y="236443"/>
                  </a:lnTo>
                  <a:lnTo>
                    <a:pt x="218158" y="231604"/>
                  </a:lnTo>
                  <a:lnTo>
                    <a:pt x="220206" y="226697"/>
                  </a:lnTo>
                  <a:lnTo>
                    <a:pt x="222096" y="221728"/>
                  </a:lnTo>
                  <a:lnTo>
                    <a:pt x="223828" y="216701"/>
                  </a:lnTo>
                  <a:lnTo>
                    <a:pt x="225398" y="211622"/>
                  </a:lnTo>
                  <a:lnTo>
                    <a:pt x="226807" y="206495"/>
                  </a:lnTo>
                  <a:lnTo>
                    <a:pt x="228051" y="201326"/>
                  </a:lnTo>
                  <a:lnTo>
                    <a:pt x="229131" y="196121"/>
                  </a:lnTo>
                  <a:lnTo>
                    <a:pt x="230044" y="190883"/>
                  </a:lnTo>
                  <a:lnTo>
                    <a:pt x="230791" y="185619"/>
                  </a:lnTo>
                  <a:lnTo>
                    <a:pt x="231369" y="180334"/>
                  </a:lnTo>
                  <a:lnTo>
                    <a:pt x="231780" y="175033"/>
                  </a:lnTo>
                  <a:lnTo>
                    <a:pt x="232021" y="169722"/>
                  </a:lnTo>
                  <a:lnTo>
                    <a:pt x="232094" y="164406"/>
                  </a:lnTo>
                  <a:lnTo>
                    <a:pt x="231997" y="159090"/>
                  </a:lnTo>
                  <a:lnTo>
                    <a:pt x="231732" y="153780"/>
                  </a:lnTo>
                  <a:lnTo>
                    <a:pt x="231298" y="148481"/>
                  </a:lnTo>
                  <a:lnTo>
                    <a:pt x="230695" y="143199"/>
                  </a:lnTo>
                  <a:lnTo>
                    <a:pt x="229925" y="137938"/>
                  </a:lnTo>
                  <a:lnTo>
                    <a:pt x="228988" y="132705"/>
                  </a:lnTo>
                  <a:lnTo>
                    <a:pt x="227885" y="127504"/>
                  </a:lnTo>
                  <a:lnTo>
                    <a:pt x="226617" y="122341"/>
                  </a:lnTo>
                  <a:lnTo>
                    <a:pt x="225186" y="117221"/>
                  </a:lnTo>
                  <a:lnTo>
                    <a:pt x="223592" y="112148"/>
                  </a:lnTo>
                  <a:lnTo>
                    <a:pt x="221838" y="107130"/>
                  </a:lnTo>
                  <a:lnTo>
                    <a:pt x="219925" y="102169"/>
                  </a:lnTo>
                  <a:lnTo>
                    <a:pt x="217856" y="97272"/>
                  </a:lnTo>
                  <a:lnTo>
                    <a:pt x="215632" y="92443"/>
                  </a:lnTo>
                  <a:lnTo>
                    <a:pt x="213255" y="87687"/>
                  </a:lnTo>
                  <a:lnTo>
                    <a:pt x="210728" y="83009"/>
                  </a:lnTo>
                  <a:lnTo>
                    <a:pt x="208054" y="78414"/>
                  </a:lnTo>
                  <a:lnTo>
                    <a:pt x="205235" y="73906"/>
                  </a:lnTo>
                  <a:lnTo>
                    <a:pt x="202274" y="69490"/>
                  </a:lnTo>
                  <a:lnTo>
                    <a:pt x="199175" y="65171"/>
                  </a:lnTo>
                  <a:lnTo>
                    <a:pt x="195939" y="60952"/>
                  </a:lnTo>
                  <a:lnTo>
                    <a:pt x="192571" y="56838"/>
                  </a:lnTo>
                  <a:lnTo>
                    <a:pt x="189074" y="52834"/>
                  </a:lnTo>
                  <a:lnTo>
                    <a:pt x="185451" y="48942"/>
                  </a:lnTo>
                  <a:lnTo>
                    <a:pt x="181706" y="45168"/>
                  </a:lnTo>
                  <a:lnTo>
                    <a:pt x="177843" y="41515"/>
                  </a:lnTo>
                  <a:lnTo>
                    <a:pt x="173866" y="37987"/>
                  </a:lnTo>
                  <a:lnTo>
                    <a:pt x="169779" y="34587"/>
                  </a:lnTo>
                  <a:lnTo>
                    <a:pt x="165586" y="31318"/>
                  </a:lnTo>
                  <a:lnTo>
                    <a:pt x="161291" y="28185"/>
                  </a:lnTo>
                  <a:lnTo>
                    <a:pt x="156898" y="25189"/>
                  </a:lnTo>
                  <a:lnTo>
                    <a:pt x="152413" y="22335"/>
                  </a:lnTo>
                  <a:lnTo>
                    <a:pt x="147839" y="19625"/>
                  </a:lnTo>
                  <a:lnTo>
                    <a:pt x="143181" y="17062"/>
                  </a:lnTo>
                  <a:lnTo>
                    <a:pt x="138444" y="14648"/>
                  </a:lnTo>
                  <a:lnTo>
                    <a:pt x="133632" y="12386"/>
                  </a:lnTo>
                  <a:lnTo>
                    <a:pt x="128751" y="10279"/>
                  </a:lnTo>
                  <a:lnTo>
                    <a:pt x="123806" y="8327"/>
                  </a:lnTo>
                  <a:lnTo>
                    <a:pt x="118800" y="6534"/>
                  </a:lnTo>
                  <a:lnTo>
                    <a:pt x="113741" y="4901"/>
                  </a:lnTo>
                  <a:lnTo>
                    <a:pt x="108632" y="3429"/>
                  </a:lnTo>
                  <a:lnTo>
                    <a:pt x="103479" y="2121"/>
                  </a:lnTo>
                  <a:lnTo>
                    <a:pt x="98287" y="977"/>
                  </a:lnTo>
                  <a:lnTo>
                    <a:pt x="93061" y="0"/>
                  </a:lnTo>
                  <a:lnTo>
                    <a:pt x="64927" y="1647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21039" y="1322571"/>
              <a:ext cx="28133" cy="167167"/>
            </a:xfrm>
            <a:custGeom>
              <a:avLst/>
              <a:pathLst>
                <a:path w="28133" h="167167">
                  <a:moveTo>
                    <a:pt x="28133" y="2384"/>
                  </a:moveTo>
                  <a:lnTo>
                    <a:pt x="21144" y="1342"/>
                  </a:lnTo>
                  <a:lnTo>
                    <a:pt x="14117" y="597"/>
                  </a:lnTo>
                  <a:lnTo>
                    <a:pt x="7064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378096" y="1071028"/>
              <a:ext cx="167162" cy="292240"/>
            </a:xfrm>
            <a:custGeom>
              <a:avLst/>
              <a:pathLst>
                <a:path w="167162" h="292240">
                  <a:moveTo>
                    <a:pt x="167162" y="0"/>
                  </a:moveTo>
                  <a:lnTo>
                    <a:pt x="161778" y="86"/>
                  </a:lnTo>
                  <a:lnTo>
                    <a:pt x="156399" y="346"/>
                  </a:lnTo>
                  <a:lnTo>
                    <a:pt x="151031" y="780"/>
                  </a:lnTo>
                  <a:lnTo>
                    <a:pt x="145680" y="1385"/>
                  </a:lnTo>
                  <a:lnTo>
                    <a:pt x="140352" y="2163"/>
                  </a:lnTo>
                  <a:lnTo>
                    <a:pt x="135051" y="3113"/>
                  </a:lnTo>
                  <a:lnTo>
                    <a:pt x="129784" y="4232"/>
                  </a:lnTo>
                  <a:lnTo>
                    <a:pt x="124555" y="5520"/>
                  </a:lnTo>
                  <a:lnTo>
                    <a:pt x="119370" y="6977"/>
                  </a:lnTo>
                  <a:lnTo>
                    <a:pt x="114236" y="8599"/>
                  </a:lnTo>
                  <a:lnTo>
                    <a:pt x="109156" y="10386"/>
                  </a:lnTo>
                  <a:lnTo>
                    <a:pt x="104136" y="12336"/>
                  </a:lnTo>
                  <a:lnTo>
                    <a:pt x="99182" y="14446"/>
                  </a:lnTo>
                  <a:lnTo>
                    <a:pt x="94298" y="16715"/>
                  </a:lnTo>
                  <a:lnTo>
                    <a:pt x="89490" y="19140"/>
                  </a:lnTo>
                  <a:lnTo>
                    <a:pt x="84762" y="21719"/>
                  </a:lnTo>
                  <a:lnTo>
                    <a:pt x="80120" y="24448"/>
                  </a:lnTo>
                  <a:lnTo>
                    <a:pt x="75568" y="27326"/>
                  </a:lnTo>
                  <a:lnTo>
                    <a:pt x="71112" y="30348"/>
                  </a:lnTo>
                  <a:lnTo>
                    <a:pt x="66755" y="33513"/>
                  </a:lnTo>
                  <a:lnTo>
                    <a:pt x="62502" y="36817"/>
                  </a:lnTo>
                  <a:lnTo>
                    <a:pt x="58358" y="40255"/>
                  </a:lnTo>
                  <a:lnTo>
                    <a:pt x="54326" y="43826"/>
                  </a:lnTo>
                  <a:lnTo>
                    <a:pt x="50412" y="47524"/>
                  </a:lnTo>
                  <a:lnTo>
                    <a:pt x="46619" y="51347"/>
                  </a:lnTo>
                  <a:lnTo>
                    <a:pt x="42951" y="55289"/>
                  </a:lnTo>
                  <a:lnTo>
                    <a:pt x="39412" y="59348"/>
                  </a:lnTo>
                  <a:lnTo>
                    <a:pt x="36006" y="63519"/>
                  </a:lnTo>
                  <a:lnTo>
                    <a:pt x="32735" y="67797"/>
                  </a:lnTo>
                  <a:lnTo>
                    <a:pt x="29604" y="72178"/>
                  </a:lnTo>
                  <a:lnTo>
                    <a:pt x="26616" y="76658"/>
                  </a:lnTo>
                  <a:lnTo>
                    <a:pt x="23774" y="81232"/>
                  </a:lnTo>
                  <a:lnTo>
                    <a:pt x="21080" y="85895"/>
                  </a:lnTo>
                  <a:lnTo>
                    <a:pt x="18538" y="90643"/>
                  </a:lnTo>
                  <a:lnTo>
                    <a:pt x="16151" y="95469"/>
                  </a:lnTo>
                  <a:lnTo>
                    <a:pt x="13920" y="100371"/>
                  </a:lnTo>
                  <a:lnTo>
                    <a:pt x="11848" y="105341"/>
                  </a:lnTo>
                  <a:lnTo>
                    <a:pt x="9937" y="110376"/>
                  </a:lnTo>
                  <a:lnTo>
                    <a:pt x="8189" y="115469"/>
                  </a:lnTo>
                  <a:lnTo>
                    <a:pt x="6607" y="120617"/>
                  </a:lnTo>
                  <a:lnTo>
                    <a:pt x="5191" y="125812"/>
                  </a:lnTo>
                  <a:lnTo>
                    <a:pt x="3943" y="131051"/>
                  </a:lnTo>
                  <a:lnTo>
                    <a:pt x="2864" y="136327"/>
                  </a:lnTo>
                  <a:lnTo>
                    <a:pt x="1956" y="141634"/>
                  </a:lnTo>
                  <a:lnTo>
                    <a:pt x="1219" y="146969"/>
                  </a:lnTo>
                  <a:lnTo>
                    <a:pt x="655" y="152324"/>
                  </a:lnTo>
                  <a:lnTo>
                    <a:pt x="263" y="157695"/>
                  </a:lnTo>
                  <a:lnTo>
                    <a:pt x="45" y="163076"/>
                  </a:lnTo>
                  <a:lnTo>
                    <a:pt x="0" y="168461"/>
                  </a:lnTo>
                  <a:lnTo>
                    <a:pt x="128" y="173844"/>
                  </a:lnTo>
                  <a:lnTo>
                    <a:pt x="430" y="179221"/>
                  </a:lnTo>
                  <a:lnTo>
                    <a:pt x="904" y="184585"/>
                  </a:lnTo>
                  <a:lnTo>
                    <a:pt x="1552" y="189931"/>
                  </a:lnTo>
                  <a:lnTo>
                    <a:pt x="2371" y="195253"/>
                  </a:lnTo>
                  <a:lnTo>
                    <a:pt x="3361" y="200547"/>
                  </a:lnTo>
                  <a:lnTo>
                    <a:pt x="4521" y="205805"/>
                  </a:lnTo>
                  <a:lnTo>
                    <a:pt x="5850" y="211024"/>
                  </a:lnTo>
                  <a:lnTo>
                    <a:pt x="7346" y="216197"/>
                  </a:lnTo>
                  <a:lnTo>
                    <a:pt x="9008" y="221319"/>
                  </a:lnTo>
                  <a:lnTo>
                    <a:pt x="10835" y="226385"/>
                  </a:lnTo>
                  <a:lnTo>
                    <a:pt x="12823" y="231389"/>
                  </a:lnTo>
                  <a:lnTo>
                    <a:pt x="14972" y="236327"/>
                  </a:lnTo>
                  <a:lnTo>
                    <a:pt x="17278" y="241193"/>
                  </a:lnTo>
                  <a:lnTo>
                    <a:pt x="19741" y="245982"/>
                  </a:lnTo>
                  <a:lnTo>
                    <a:pt x="22356" y="250690"/>
                  </a:lnTo>
                  <a:lnTo>
                    <a:pt x="25121" y="255311"/>
                  </a:lnTo>
                  <a:lnTo>
                    <a:pt x="28034" y="259840"/>
                  </a:lnTo>
                  <a:lnTo>
                    <a:pt x="31091" y="264273"/>
                  </a:lnTo>
                  <a:lnTo>
                    <a:pt x="34289" y="268606"/>
                  </a:lnTo>
                  <a:lnTo>
                    <a:pt x="37625" y="272833"/>
                  </a:lnTo>
                  <a:lnTo>
                    <a:pt x="41096" y="276950"/>
                  </a:lnTo>
                  <a:lnTo>
                    <a:pt x="44698" y="280954"/>
                  </a:lnTo>
                  <a:lnTo>
                    <a:pt x="48426" y="284839"/>
                  </a:lnTo>
                  <a:lnTo>
                    <a:pt x="52278" y="288602"/>
                  </a:lnTo>
                  <a:lnTo>
                    <a:pt x="56249" y="29224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4345" y="1238196"/>
              <a:ext cx="110913" cy="125072"/>
            </a:xfrm>
            <a:custGeom>
              <a:avLst/>
              <a:pathLst>
                <a:path w="110913" h="125072">
                  <a:moveTo>
                    <a:pt x="0" y="125072"/>
                  </a:moveTo>
                  <a:lnTo>
                    <a:pt x="11091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4345" y="1108778"/>
              <a:ext cx="278078" cy="296582"/>
            </a:xfrm>
            <a:custGeom>
              <a:avLst/>
              <a:pathLst>
                <a:path w="278078" h="296582">
                  <a:moveTo>
                    <a:pt x="0" y="254491"/>
                  </a:moveTo>
                  <a:lnTo>
                    <a:pt x="4034" y="257956"/>
                  </a:lnTo>
                  <a:lnTo>
                    <a:pt x="8177" y="261291"/>
                  </a:lnTo>
                  <a:lnTo>
                    <a:pt x="12425" y="264492"/>
                  </a:lnTo>
                  <a:lnTo>
                    <a:pt x="16771" y="267557"/>
                  </a:lnTo>
                  <a:lnTo>
                    <a:pt x="21213" y="270482"/>
                  </a:lnTo>
                  <a:lnTo>
                    <a:pt x="25746" y="273264"/>
                  </a:lnTo>
                  <a:lnTo>
                    <a:pt x="30365" y="275900"/>
                  </a:lnTo>
                  <a:lnTo>
                    <a:pt x="35066" y="278388"/>
                  </a:lnTo>
                  <a:lnTo>
                    <a:pt x="39843" y="280726"/>
                  </a:lnTo>
                  <a:lnTo>
                    <a:pt x="44693" y="282910"/>
                  </a:lnTo>
                  <a:lnTo>
                    <a:pt x="49609" y="284939"/>
                  </a:lnTo>
                  <a:lnTo>
                    <a:pt x="54587" y="286810"/>
                  </a:lnTo>
                  <a:lnTo>
                    <a:pt x="59623" y="288522"/>
                  </a:lnTo>
                  <a:lnTo>
                    <a:pt x="64710" y="290074"/>
                  </a:lnTo>
                  <a:lnTo>
                    <a:pt x="69844" y="291462"/>
                  </a:lnTo>
                  <a:lnTo>
                    <a:pt x="75020" y="292686"/>
                  </a:lnTo>
                  <a:lnTo>
                    <a:pt x="80232" y="293746"/>
                  </a:lnTo>
                  <a:lnTo>
                    <a:pt x="85475" y="294638"/>
                  </a:lnTo>
                  <a:lnTo>
                    <a:pt x="90744" y="295364"/>
                  </a:lnTo>
                  <a:lnTo>
                    <a:pt x="96033" y="295922"/>
                  </a:lnTo>
                  <a:lnTo>
                    <a:pt x="101337" y="296311"/>
                  </a:lnTo>
                  <a:lnTo>
                    <a:pt x="106651" y="296531"/>
                  </a:lnTo>
                  <a:lnTo>
                    <a:pt x="111969" y="296582"/>
                  </a:lnTo>
                  <a:lnTo>
                    <a:pt x="117286" y="296464"/>
                  </a:lnTo>
                  <a:lnTo>
                    <a:pt x="122597" y="296176"/>
                  </a:lnTo>
                  <a:lnTo>
                    <a:pt x="127896" y="295720"/>
                  </a:lnTo>
                  <a:lnTo>
                    <a:pt x="133178" y="295096"/>
                  </a:lnTo>
                  <a:lnTo>
                    <a:pt x="138437" y="294304"/>
                  </a:lnTo>
                  <a:lnTo>
                    <a:pt x="143668" y="293345"/>
                  </a:lnTo>
                  <a:lnTo>
                    <a:pt x="148867" y="292220"/>
                  </a:lnTo>
                  <a:lnTo>
                    <a:pt x="154026" y="290930"/>
                  </a:lnTo>
                  <a:lnTo>
                    <a:pt x="159142" y="289477"/>
                  </a:lnTo>
                  <a:lnTo>
                    <a:pt x="164210" y="287861"/>
                  </a:lnTo>
                  <a:lnTo>
                    <a:pt x="169223" y="286086"/>
                  </a:lnTo>
                  <a:lnTo>
                    <a:pt x="174177" y="284151"/>
                  </a:lnTo>
                  <a:lnTo>
                    <a:pt x="179068" y="282061"/>
                  </a:lnTo>
                  <a:lnTo>
                    <a:pt x="183889" y="279815"/>
                  </a:lnTo>
                  <a:lnTo>
                    <a:pt x="188637" y="277418"/>
                  </a:lnTo>
                  <a:lnTo>
                    <a:pt x="193305" y="274870"/>
                  </a:lnTo>
                  <a:lnTo>
                    <a:pt x="197891" y="272176"/>
                  </a:lnTo>
                  <a:lnTo>
                    <a:pt x="202388" y="269336"/>
                  </a:lnTo>
                  <a:lnTo>
                    <a:pt x="206793" y="266356"/>
                  </a:lnTo>
                  <a:lnTo>
                    <a:pt x="211100" y="263236"/>
                  </a:lnTo>
                  <a:lnTo>
                    <a:pt x="215307" y="259981"/>
                  </a:lnTo>
                  <a:lnTo>
                    <a:pt x="219407" y="256594"/>
                  </a:lnTo>
                  <a:lnTo>
                    <a:pt x="223398" y="253079"/>
                  </a:lnTo>
                  <a:lnTo>
                    <a:pt x="227275" y="249438"/>
                  </a:lnTo>
                  <a:lnTo>
                    <a:pt x="231034" y="245675"/>
                  </a:lnTo>
                  <a:lnTo>
                    <a:pt x="234672" y="241795"/>
                  </a:lnTo>
                  <a:lnTo>
                    <a:pt x="238184" y="237801"/>
                  </a:lnTo>
                  <a:lnTo>
                    <a:pt x="241567" y="233698"/>
                  </a:lnTo>
                  <a:lnTo>
                    <a:pt x="244818" y="229489"/>
                  </a:lnTo>
                  <a:lnTo>
                    <a:pt x="247934" y="225178"/>
                  </a:lnTo>
                  <a:lnTo>
                    <a:pt x="250911" y="220771"/>
                  </a:lnTo>
                  <a:lnTo>
                    <a:pt x="253746" y="216271"/>
                  </a:lnTo>
                  <a:lnTo>
                    <a:pt x="256437" y="211684"/>
                  </a:lnTo>
                  <a:lnTo>
                    <a:pt x="258980" y="207013"/>
                  </a:lnTo>
                  <a:lnTo>
                    <a:pt x="261374" y="202263"/>
                  </a:lnTo>
                  <a:lnTo>
                    <a:pt x="263615" y="197440"/>
                  </a:lnTo>
                  <a:lnTo>
                    <a:pt x="265701" y="192548"/>
                  </a:lnTo>
                  <a:lnTo>
                    <a:pt x="267631" y="187592"/>
                  </a:lnTo>
                  <a:lnTo>
                    <a:pt x="269403" y="182577"/>
                  </a:lnTo>
                  <a:lnTo>
                    <a:pt x="271013" y="177508"/>
                  </a:lnTo>
                  <a:lnTo>
                    <a:pt x="272462" y="172391"/>
                  </a:lnTo>
                  <a:lnTo>
                    <a:pt x="273748" y="167230"/>
                  </a:lnTo>
                  <a:lnTo>
                    <a:pt x="274868" y="162031"/>
                  </a:lnTo>
                  <a:lnTo>
                    <a:pt x="275822" y="156798"/>
                  </a:lnTo>
                  <a:lnTo>
                    <a:pt x="276610" y="151539"/>
                  </a:lnTo>
                  <a:lnTo>
                    <a:pt x="277230" y="146256"/>
                  </a:lnTo>
                  <a:lnTo>
                    <a:pt x="277681" y="140957"/>
                  </a:lnTo>
                  <a:lnTo>
                    <a:pt x="277964" y="135646"/>
                  </a:lnTo>
                  <a:lnTo>
                    <a:pt x="278078" y="130329"/>
                  </a:lnTo>
                  <a:lnTo>
                    <a:pt x="278022" y="125010"/>
                  </a:lnTo>
                  <a:lnTo>
                    <a:pt x="277797" y="119697"/>
                  </a:lnTo>
                  <a:lnTo>
                    <a:pt x="277403" y="114393"/>
                  </a:lnTo>
                  <a:lnTo>
                    <a:pt x="276841" y="109104"/>
                  </a:lnTo>
                  <a:lnTo>
                    <a:pt x="276111" y="103836"/>
                  </a:lnTo>
                  <a:lnTo>
                    <a:pt x="275214" y="98594"/>
                  </a:lnTo>
                  <a:lnTo>
                    <a:pt x="274150" y="93382"/>
                  </a:lnTo>
                  <a:lnTo>
                    <a:pt x="272921" y="88208"/>
                  </a:lnTo>
                  <a:lnTo>
                    <a:pt x="271528" y="83075"/>
                  </a:lnTo>
                  <a:lnTo>
                    <a:pt x="269972" y="77989"/>
                  </a:lnTo>
                  <a:lnTo>
                    <a:pt x="268256" y="72955"/>
                  </a:lnTo>
                  <a:lnTo>
                    <a:pt x="266380" y="67978"/>
                  </a:lnTo>
                  <a:lnTo>
                    <a:pt x="264347" y="63064"/>
                  </a:lnTo>
                  <a:lnTo>
                    <a:pt x="262159" y="58216"/>
                  </a:lnTo>
                  <a:lnTo>
                    <a:pt x="259817" y="53441"/>
                  </a:lnTo>
                  <a:lnTo>
                    <a:pt x="257325" y="48743"/>
                  </a:lnTo>
                  <a:lnTo>
                    <a:pt x="254684" y="44126"/>
                  </a:lnTo>
                  <a:lnTo>
                    <a:pt x="251898" y="39595"/>
                  </a:lnTo>
                  <a:lnTo>
                    <a:pt x="248969" y="35156"/>
                  </a:lnTo>
                  <a:lnTo>
                    <a:pt x="245901" y="30812"/>
                  </a:lnTo>
                  <a:lnTo>
                    <a:pt x="242696" y="26568"/>
                  </a:lnTo>
                  <a:lnTo>
                    <a:pt x="239357" y="22427"/>
                  </a:lnTo>
                  <a:lnTo>
                    <a:pt x="235889" y="18396"/>
                  </a:lnTo>
                  <a:lnTo>
                    <a:pt x="232294" y="14476"/>
                  </a:lnTo>
                  <a:lnTo>
                    <a:pt x="228576" y="10673"/>
                  </a:lnTo>
                  <a:lnTo>
                    <a:pt x="224739" y="6990"/>
                  </a:lnTo>
                  <a:lnTo>
                    <a:pt x="220787" y="3431"/>
                  </a:lnTo>
                  <a:lnTo>
                    <a:pt x="216723" y="0"/>
                  </a:lnTo>
                  <a:lnTo>
                    <a:pt x="110913" y="129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258" y="1071028"/>
              <a:ext cx="105810" cy="167167"/>
            </a:xfrm>
            <a:custGeom>
              <a:avLst/>
              <a:pathLst>
                <a:path w="105810" h="167167">
                  <a:moveTo>
                    <a:pt x="105810" y="37749"/>
                  </a:moveTo>
                  <a:lnTo>
                    <a:pt x="101314" y="34199"/>
                  </a:lnTo>
                  <a:lnTo>
                    <a:pt x="96699" y="30806"/>
                  </a:lnTo>
                  <a:lnTo>
                    <a:pt x="91970" y="27573"/>
                  </a:lnTo>
                  <a:lnTo>
                    <a:pt x="87133" y="24504"/>
                  </a:lnTo>
                  <a:lnTo>
                    <a:pt x="82194" y="21602"/>
                  </a:lnTo>
                  <a:lnTo>
                    <a:pt x="77158" y="18872"/>
                  </a:lnTo>
                  <a:lnTo>
                    <a:pt x="72032" y="16315"/>
                  </a:lnTo>
                  <a:lnTo>
                    <a:pt x="66822" y="13936"/>
                  </a:lnTo>
                  <a:lnTo>
                    <a:pt x="61532" y="11736"/>
                  </a:lnTo>
                  <a:lnTo>
                    <a:pt x="56171" y="9719"/>
                  </a:lnTo>
                  <a:lnTo>
                    <a:pt x="50743" y="7887"/>
                  </a:lnTo>
                  <a:lnTo>
                    <a:pt x="45256" y="6242"/>
                  </a:lnTo>
                  <a:lnTo>
                    <a:pt x="39716" y="4786"/>
                  </a:lnTo>
                  <a:lnTo>
                    <a:pt x="34129" y="3521"/>
                  </a:lnTo>
                  <a:lnTo>
                    <a:pt x="28503" y="2447"/>
                  </a:lnTo>
                  <a:lnTo>
                    <a:pt x="22842" y="1568"/>
                  </a:lnTo>
                  <a:lnTo>
                    <a:pt x="17155" y="882"/>
                  </a:lnTo>
                  <a:lnTo>
                    <a:pt x="11448" y="392"/>
                  </a:lnTo>
                  <a:lnTo>
                    <a:pt x="5727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5355" y="941493"/>
              <a:ext cx="78188" cy="167167"/>
            </a:xfrm>
            <a:custGeom>
              <a:avLst/>
              <a:pathLst>
                <a:path w="78188" h="167167">
                  <a:moveTo>
                    <a:pt x="78188" y="0"/>
                  </a:moveTo>
                  <a:lnTo>
                    <a:pt x="72377" y="101"/>
                  </a:lnTo>
                  <a:lnTo>
                    <a:pt x="66574" y="403"/>
                  </a:lnTo>
                  <a:lnTo>
                    <a:pt x="60784" y="908"/>
                  </a:lnTo>
                  <a:lnTo>
                    <a:pt x="55016" y="1613"/>
                  </a:lnTo>
                  <a:lnTo>
                    <a:pt x="49276" y="2519"/>
                  </a:lnTo>
                  <a:lnTo>
                    <a:pt x="43570" y="3623"/>
                  </a:lnTo>
                  <a:lnTo>
                    <a:pt x="37907" y="4925"/>
                  </a:lnTo>
                  <a:lnTo>
                    <a:pt x="32292" y="6423"/>
                  </a:lnTo>
                  <a:lnTo>
                    <a:pt x="26732" y="8116"/>
                  </a:lnTo>
                  <a:lnTo>
                    <a:pt x="21235" y="10000"/>
                  </a:lnTo>
                  <a:lnTo>
                    <a:pt x="15807" y="12075"/>
                  </a:lnTo>
                  <a:lnTo>
                    <a:pt x="10454" y="14337"/>
                  </a:lnTo>
                  <a:lnTo>
                    <a:pt x="5182" y="16783"/>
                  </a:lnTo>
                  <a:lnTo>
                    <a:pt x="0" y="19412"/>
                  </a:lnTo>
                  <a:lnTo>
                    <a:pt x="781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355" y="960905"/>
              <a:ext cx="78188" cy="147755"/>
            </a:xfrm>
            <a:custGeom>
              <a:avLst/>
              <a:pathLst>
                <a:path w="78188" h="147755">
                  <a:moveTo>
                    <a:pt x="0" y="0"/>
                  </a:moveTo>
                  <a:lnTo>
                    <a:pt x="78188" y="1477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856383" y="948624"/>
              <a:ext cx="334315" cy="327203"/>
            </a:xfrm>
            <a:custGeom>
              <a:avLst/>
              <a:pathLst>
                <a:path w="334315" h="327203">
                  <a:moveTo>
                    <a:pt x="88972" y="12281"/>
                  </a:moveTo>
                  <a:lnTo>
                    <a:pt x="84339" y="14827"/>
                  </a:lnTo>
                  <a:lnTo>
                    <a:pt x="79789" y="17519"/>
                  </a:lnTo>
                  <a:lnTo>
                    <a:pt x="75325" y="20353"/>
                  </a:lnTo>
                  <a:lnTo>
                    <a:pt x="70954" y="23327"/>
                  </a:lnTo>
                  <a:lnTo>
                    <a:pt x="66679" y="26438"/>
                  </a:lnTo>
                  <a:lnTo>
                    <a:pt x="62505" y="29682"/>
                  </a:lnTo>
                  <a:lnTo>
                    <a:pt x="58435" y="33057"/>
                  </a:lnTo>
                  <a:lnTo>
                    <a:pt x="54474" y="36558"/>
                  </a:lnTo>
                  <a:lnTo>
                    <a:pt x="50625" y="40184"/>
                  </a:lnTo>
                  <a:lnTo>
                    <a:pt x="46893" y="43929"/>
                  </a:lnTo>
                  <a:lnTo>
                    <a:pt x="43282" y="47790"/>
                  </a:lnTo>
                  <a:lnTo>
                    <a:pt x="39794" y="51764"/>
                  </a:lnTo>
                  <a:lnTo>
                    <a:pt x="36434" y="55846"/>
                  </a:lnTo>
                  <a:lnTo>
                    <a:pt x="33205" y="60032"/>
                  </a:lnTo>
                  <a:lnTo>
                    <a:pt x="30109" y="64318"/>
                  </a:lnTo>
                  <a:lnTo>
                    <a:pt x="27151" y="68700"/>
                  </a:lnTo>
                  <a:lnTo>
                    <a:pt x="24333" y="73173"/>
                  </a:lnTo>
                  <a:lnTo>
                    <a:pt x="21657" y="77733"/>
                  </a:lnTo>
                  <a:lnTo>
                    <a:pt x="19127" y="82375"/>
                  </a:lnTo>
                  <a:lnTo>
                    <a:pt x="16746" y="87095"/>
                  </a:lnTo>
                  <a:lnTo>
                    <a:pt x="14514" y="91889"/>
                  </a:lnTo>
                  <a:lnTo>
                    <a:pt x="12436" y="96750"/>
                  </a:lnTo>
                  <a:lnTo>
                    <a:pt x="10512" y="101674"/>
                  </a:lnTo>
                  <a:lnTo>
                    <a:pt x="8744" y="106657"/>
                  </a:lnTo>
                  <a:lnTo>
                    <a:pt x="7136" y="111693"/>
                  </a:lnTo>
                  <a:lnTo>
                    <a:pt x="5687" y="116778"/>
                  </a:lnTo>
                  <a:lnTo>
                    <a:pt x="4400" y="121906"/>
                  </a:lnTo>
                  <a:lnTo>
                    <a:pt x="3275" y="127072"/>
                  </a:lnTo>
                  <a:lnTo>
                    <a:pt x="2315" y="132271"/>
                  </a:lnTo>
                  <a:lnTo>
                    <a:pt x="1519" y="137498"/>
                  </a:lnTo>
                  <a:lnTo>
                    <a:pt x="890" y="142747"/>
                  </a:lnTo>
                  <a:lnTo>
                    <a:pt x="426" y="148014"/>
                  </a:lnTo>
                  <a:lnTo>
                    <a:pt x="129" y="153293"/>
                  </a:lnTo>
                  <a:lnTo>
                    <a:pt x="0" y="158578"/>
                  </a:lnTo>
                  <a:lnTo>
                    <a:pt x="37" y="163865"/>
                  </a:lnTo>
                  <a:lnTo>
                    <a:pt x="242" y="169148"/>
                  </a:lnTo>
                  <a:lnTo>
                    <a:pt x="613" y="174422"/>
                  </a:lnTo>
                  <a:lnTo>
                    <a:pt x="1152" y="179681"/>
                  </a:lnTo>
                  <a:lnTo>
                    <a:pt x="1856" y="184921"/>
                  </a:lnTo>
                  <a:lnTo>
                    <a:pt x="2725" y="190136"/>
                  </a:lnTo>
                  <a:lnTo>
                    <a:pt x="3760" y="195321"/>
                  </a:lnTo>
                  <a:lnTo>
                    <a:pt x="4957" y="200471"/>
                  </a:lnTo>
                  <a:lnTo>
                    <a:pt x="6317" y="205580"/>
                  </a:lnTo>
                  <a:lnTo>
                    <a:pt x="7838" y="210644"/>
                  </a:lnTo>
                  <a:lnTo>
                    <a:pt x="9518" y="215657"/>
                  </a:lnTo>
                  <a:lnTo>
                    <a:pt x="11355" y="220614"/>
                  </a:lnTo>
                  <a:lnTo>
                    <a:pt x="13349" y="225511"/>
                  </a:lnTo>
                  <a:lnTo>
                    <a:pt x="15496" y="230342"/>
                  </a:lnTo>
                  <a:lnTo>
                    <a:pt x="17796" y="235103"/>
                  </a:lnTo>
                  <a:lnTo>
                    <a:pt x="20244" y="239789"/>
                  </a:lnTo>
                  <a:lnTo>
                    <a:pt x="22840" y="244395"/>
                  </a:lnTo>
                  <a:lnTo>
                    <a:pt x="25580" y="248916"/>
                  </a:lnTo>
                  <a:lnTo>
                    <a:pt x="28461" y="253349"/>
                  </a:lnTo>
                  <a:lnTo>
                    <a:pt x="31481" y="257689"/>
                  </a:lnTo>
                  <a:lnTo>
                    <a:pt x="34637" y="261930"/>
                  </a:lnTo>
                  <a:lnTo>
                    <a:pt x="37926" y="266070"/>
                  </a:lnTo>
                  <a:lnTo>
                    <a:pt x="41343" y="270104"/>
                  </a:lnTo>
                  <a:lnTo>
                    <a:pt x="44887" y="274028"/>
                  </a:lnTo>
                  <a:lnTo>
                    <a:pt x="48553" y="277837"/>
                  </a:lnTo>
                  <a:lnTo>
                    <a:pt x="52338" y="281529"/>
                  </a:lnTo>
                  <a:lnTo>
                    <a:pt x="56237" y="285099"/>
                  </a:lnTo>
                  <a:lnTo>
                    <a:pt x="60247" y="288544"/>
                  </a:lnTo>
                  <a:lnTo>
                    <a:pt x="64365" y="291861"/>
                  </a:lnTo>
                  <a:lnTo>
                    <a:pt x="68585" y="295046"/>
                  </a:lnTo>
                  <a:lnTo>
                    <a:pt x="72904" y="298096"/>
                  </a:lnTo>
                  <a:lnTo>
                    <a:pt x="77317" y="301007"/>
                  </a:lnTo>
                  <a:lnTo>
                    <a:pt x="81819" y="303778"/>
                  </a:lnTo>
                  <a:lnTo>
                    <a:pt x="86408" y="306405"/>
                  </a:lnTo>
                  <a:lnTo>
                    <a:pt x="91077" y="308885"/>
                  </a:lnTo>
                  <a:lnTo>
                    <a:pt x="95822" y="311217"/>
                  </a:lnTo>
                  <a:lnTo>
                    <a:pt x="100638" y="313397"/>
                  </a:lnTo>
                  <a:lnTo>
                    <a:pt x="105521" y="315424"/>
                  </a:lnTo>
                  <a:lnTo>
                    <a:pt x="110466" y="317296"/>
                  </a:lnTo>
                  <a:lnTo>
                    <a:pt x="115467" y="319010"/>
                  </a:lnTo>
                  <a:lnTo>
                    <a:pt x="120521" y="320565"/>
                  </a:lnTo>
                  <a:lnTo>
                    <a:pt x="125620" y="321960"/>
                  </a:lnTo>
                  <a:lnTo>
                    <a:pt x="130762" y="323192"/>
                  </a:lnTo>
                  <a:lnTo>
                    <a:pt x="135939" y="324262"/>
                  </a:lnTo>
                  <a:lnTo>
                    <a:pt x="141148" y="325167"/>
                  </a:lnTo>
                  <a:lnTo>
                    <a:pt x="146383" y="325907"/>
                  </a:lnTo>
                  <a:lnTo>
                    <a:pt x="151639" y="326481"/>
                  </a:lnTo>
                  <a:lnTo>
                    <a:pt x="156910" y="326889"/>
                  </a:lnTo>
                  <a:lnTo>
                    <a:pt x="162192" y="327129"/>
                  </a:lnTo>
                  <a:lnTo>
                    <a:pt x="167478" y="327203"/>
                  </a:lnTo>
                  <a:lnTo>
                    <a:pt x="172764" y="327109"/>
                  </a:lnTo>
                  <a:lnTo>
                    <a:pt x="178045" y="326848"/>
                  </a:lnTo>
                  <a:lnTo>
                    <a:pt x="183315" y="326421"/>
                  </a:lnTo>
                  <a:lnTo>
                    <a:pt x="188568" y="325827"/>
                  </a:lnTo>
                  <a:lnTo>
                    <a:pt x="193800" y="325067"/>
                  </a:lnTo>
                  <a:lnTo>
                    <a:pt x="199006" y="324142"/>
                  </a:lnTo>
                  <a:lnTo>
                    <a:pt x="204179" y="323053"/>
                  </a:lnTo>
                  <a:lnTo>
                    <a:pt x="209316" y="321801"/>
                  </a:lnTo>
                  <a:lnTo>
                    <a:pt x="214410" y="320387"/>
                  </a:lnTo>
                  <a:lnTo>
                    <a:pt x="219458" y="318812"/>
                  </a:lnTo>
                  <a:lnTo>
                    <a:pt x="224452" y="317079"/>
                  </a:lnTo>
                  <a:lnTo>
                    <a:pt x="229390" y="315189"/>
                  </a:lnTo>
                  <a:lnTo>
                    <a:pt x="234265" y="313143"/>
                  </a:lnTo>
                  <a:lnTo>
                    <a:pt x="239073" y="310945"/>
                  </a:lnTo>
                  <a:lnTo>
                    <a:pt x="243810" y="308595"/>
                  </a:lnTo>
                  <a:lnTo>
                    <a:pt x="248469" y="306097"/>
                  </a:lnTo>
                  <a:lnTo>
                    <a:pt x="253047" y="303453"/>
                  </a:lnTo>
                  <a:lnTo>
                    <a:pt x="257540" y="300665"/>
                  </a:lnTo>
                  <a:lnTo>
                    <a:pt x="261942" y="297736"/>
                  </a:lnTo>
                  <a:lnTo>
                    <a:pt x="266249" y="294670"/>
                  </a:lnTo>
                  <a:lnTo>
                    <a:pt x="270457" y="291469"/>
                  </a:lnTo>
                  <a:lnTo>
                    <a:pt x="274561" y="288137"/>
                  </a:lnTo>
                  <a:lnTo>
                    <a:pt x="278559" y="284677"/>
                  </a:lnTo>
                  <a:lnTo>
                    <a:pt x="282445" y="281092"/>
                  </a:lnTo>
                  <a:lnTo>
                    <a:pt x="286215" y="277386"/>
                  </a:lnTo>
                  <a:lnTo>
                    <a:pt x="289866" y="273562"/>
                  </a:lnTo>
                  <a:lnTo>
                    <a:pt x="293395" y="269625"/>
                  </a:lnTo>
                  <a:lnTo>
                    <a:pt x="296798" y="265578"/>
                  </a:lnTo>
                  <a:lnTo>
                    <a:pt x="300070" y="261426"/>
                  </a:lnTo>
                  <a:lnTo>
                    <a:pt x="303210" y="257172"/>
                  </a:lnTo>
                  <a:lnTo>
                    <a:pt x="306214" y="252821"/>
                  </a:lnTo>
                  <a:lnTo>
                    <a:pt x="309078" y="248378"/>
                  </a:lnTo>
                  <a:lnTo>
                    <a:pt x="311801" y="243845"/>
                  </a:lnTo>
                  <a:lnTo>
                    <a:pt x="314379" y="239230"/>
                  </a:lnTo>
                  <a:lnTo>
                    <a:pt x="316810" y="234534"/>
                  </a:lnTo>
                  <a:lnTo>
                    <a:pt x="319091" y="229765"/>
                  </a:lnTo>
                  <a:lnTo>
                    <a:pt x="321220" y="224925"/>
                  </a:lnTo>
                  <a:lnTo>
                    <a:pt x="323195" y="220021"/>
                  </a:lnTo>
                  <a:lnTo>
                    <a:pt x="325014" y="215057"/>
                  </a:lnTo>
                  <a:lnTo>
                    <a:pt x="326675" y="210038"/>
                  </a:lnTo>
                  <a:lnTo>
                    <a:pt x="328176" y="204968"/>
                  </a:lnTo>
                  <a:lnTo>
                    <a:pt x="329517" y="199854"/>
                  </a:lnTo>
                  <a:lnTo>
                    <a:pt x="330695" y="194700"/>
                  </a:lnTo>
                  <a:lnTo>
                    <a:pt x="331709" y="189511"/>
                  </a:lnTo>
                  <a:lnTo>
                    <a:pt x="332559" y="184293"/>
                  </a:lnTo>
                  <a:lnTo>
                    <a:pt x="333243" y="179050"/>
                  </a:lnTo>
                  <a:lnTo>
                    <a:pt x="333761" y="173789"/>
                  </a:lnTo>
                  <a:lnTo>
                    <a:pt x="334113" y="168513"/>
                  </a:lnTo>
                  <a:lnTo>
                    <a:pt x="334298" y="163230"/>
                  </a:lnTo>
                  <a:lnTo>
                    <a:pt x="334315" y="157943"/>
                  </a:lnTo>
                  <a:lnTo>
                    <a:pt x="334165" y="152658"/>
                  </a:lnTo>
                  <a:lnTo>
                    <a:pt x="333848" y="147380"/>
                  </a:lnTo>
                  <a:lnTo>
                    <a:pt x="333365" y="142115"/>
                  </a:lnTo>
                  <a:lnTo>
                    <a:pt x="332715" y="136869"/>
                  </a:lnTo>
                  <a:lnTo>
                    <a:pt x="331900" y="131645"/>
                  </a:lnTo>
                  <a:lnTo>
                    <a:pt x="330919" y="126449"/>
                  </a:lnTo>
                  <a:lnTo>
                    <a:pt x="329775" y="121288"/>
                  </a:lnTo>
                  <a:lnTo>
                    <a:pt x="328469" y="116165"/>
                  </a:lnTo>
                  <a:lnTo>
                    <a:pt x="327001" y="111086"/>
                  </a:lnTo>
                  <a:lnTo>
                    <a:pt x="325373" y="106055"/>
                  </a:lnTo>
                  <a:lnTo>
                    <a:pt x="323587" y="101079"/>
                  </a:lnTo>
                  <a:lnTo>
                    <a:pt x="321644" y="96162"/>
                  </a:lnTo>
                  <a:lnTo>
                    <a:pt x="319547" y="91309"/>
                  </a:lnTo>
                  <a:lnTo>
                    <a:pt x="317297" y="86524"/>
                  </a:lnTo>
                  <a:lnTo>
                    <a:pt x="314898" y="81813"/>
                  </a:lnTo>
                  <a:lnTo>
                    <a:pt x="312350" y="77180"/>
                  </a:lnTo>
                  <a:lnTo>
                    <a:pt x="309657" y="72631"/>
                  </a:lnTo>
                  <a:lnTo>
                    <a:pt x="306822" y="68168"/>
                  </a:lnTo>
                  <a:lnTo>
                    <a:pt x="303847" y="63798"/>
                  </a:lnTo>
                  <a:lnTo>
                    <a:pt x="300735" y="59523"/>
                  </a:lnTo>
                  <a:lnTo>
                    <a:pt x="297490" y="55349"/>
                  </a:lnTo>
                  <a:lnTo>
                    <a:pt x="294114" y="51280"/>
                  </a:lnTo>
                  <a:lnTo>
                    <a:pt x="290612" y="47320"/>
                  </a:lnTo>
                  <a:lnTo>
                    <a:pt x="286985" y="43473"/>
                  </a:lnTo>
                  <a:lnTo>
                    <a:pt x="283239" y="39742"/>
                  </a:lnTo>
                  <a:lnTo>
                    <a:pt x="279377" y="36131"/>
                  </a:lnTo>
                  <a:lnTo>
                    <a:pt x="275403" y="32644"/>
                  </a:lnTo>
                  <a:lnTo>
                    <a:pt x="271320" y="29285"/>
                  </a:lnTo>
                  <a:lnTo>
                    <a:pt x="267134" y="26057"/>
                  </a:lnTo>
                  <a:lnTo>
                    <a:pt x="262847" y="22962"/>
                  </a:lnTo>
                  <a:lnTo>
                    <a:pt x="258464" y="20005"/>
                  </a:lnTo>
                  <a:lnTo>
                    <a:pt x="253990" y="17188"/>
                  </a:lnTo>
                  <a:lnTo>
                    <a:pt x="249430" y="14513"/>
                  </a:lnTo>
                  <a:lnTo>
                    <a:pt x="244787" y="11984"/>
                  </a:lnTo>
                  <a:lnTo>
                    <a:pt x="240066" y="9604"/>
                  </a:lnTo>
                  <a:lnTo>
                    <a:pt x="235272" y="7373"/>
                  </a:lnTo>
                  <a:lnTo>
                    <a:pt x="230411" y="5296"/>
                  </a:lnTo>
                  <a:lnTo>
                    <a:pt x="225486" y="3373"/>
                  </a:lnTo>
                  <a:lnTo>
                    <a:pt x="220502" y="1607"/>
                  </a:lnTo>
                  <a:lnTo>
                    <a:pt x="215466" y="0"/>
                  </a:lnTo>
                  <a:lnTo>
                    <a:pt x="167161" y="160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23544" y="941493"/>
              <a:ext cx="48305" cy="167167"/>
            </a:xfrm>
            <a:custGeom>
              <a:avLst/>
              <a:pathLst>
                <a:path w="48305" h="167167">
                  <a:moveTo>
                    <a:pt x="48305" y="7131"/>
                  </a:moveTo>
                  <a:lnTo>
                    <a:pt x="42409" y="5469"/>
                  </a:lnTo>
                  <a:lnTo>
                    <a:pt x="36457" y="4023"/>
                  </a:lnTo>
                  <a:lnTo>
                    <a:pt x="30456" y="2797"/>
                  </a:lnTo>
                  <a:lnTo>
                    <a:pt x="24414" y="1792"/>
                  </a:lnTo>
                  <a:lnTo>
                    <a:pt x="18339" y="1009"/>
                  </a:lnTo>
                  <a:lnTo>
                    <a:pt x="12240" y="448"/>
                  </a:lnTo>
                  <a:lnTo>
                    <a:pt x="6124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3013" y="941493"/>
              <a:ext cx="43202" cy="167167"/>
            </a:xfrm>
            <a:custGeom>
              <a:avLst/>
              <a:pathLst>
                <a:path w="43202" h="167167">
                  <a:moveTo>
                    <a:pt x="43202" y="0"/>
                  </a:moveTo>
                  <a:lnTo>
                    <a:pt x="36961" y="116"/>
                  </a:lnTo>
                  <a:lnTo>
                    <a:pt x="30728" y="466"/>
                  </a:lnTo>
                  <a:lnTo>
                    <a:pt x="24513" y="1047"/>
                  </a:lnTo>
                  <a:lnTo>
                    <a:pt x="18324" y="1861"/>
                  </a:lnTo>
                  <a:lnTo>
                    <a:pt x="12170" y="2905"/>
                  </a:lnTo>
                  <a:lnTo>
                    <a:pt x="6059" y="4178"/>
                  </a:lnTo>
                  <a:lnTo>
                    <a:pt x="0" y="5679"/>
                  </a:lnTo>
                  <a:lnTo>
                    <a:pt x="432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3013" y="947172"/>
              <a:ext cx="43202" cy="161488"/>
            </a:xfrm>
            <a:custGeom>
              <a:avLst/>
              <a:pathLst>
                <a:path w="43202" h="161488">
                  <a:moveTo>
                    <a:pt x="0" y="0"/>
                  </a:moveTo>
                  <a:lnTo>
                    <a:pt x="43202" y="1614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50" y="947172"/>
              <a:ext cx="196237" cy="328635"/>
            </a:xfrm>
            <a:custGeom>
              <a:avLst/>
              <a:pathLst>
                <a:path w="196237" h="328635">
                  <a:moveTo>
                    <a:pt x="123963" y="0"/>
                  </a:moveTo>
                  <a:lnTo>
                    <a:pt x="118846" y="1456"/>
                  </a:lnTo>
                  <a:lnTo>
                    <a:pt x="113779" y="3074"/>
                  </a:lnTo>
                  <a:lnTo>
                    <a:pt x="108766" y="4853"/>
                  </a:lnTo>
                  <a:lnTo>
                    <a:pt x="103812" y="6790"/>
                  </a:lnTo>
                  <a:lnTo>
                    <a:pt x="98922" y="8885"/>
                  </a:lnTo>
                  <a:lnTo>
                    <a:pt x="94101" y="11133"/>
                  </a:lnTo>
                  <a:lnTo>
                    <a:pt x="89354" y="13534"/>
                  </a:lnTo>
                  <a:lnTo>
                    <a:pt x="84686" y="16085"/>
                  </a:lnTo>
                  <a:lnTo>
                    <a:pt x="80101" y="18783"/>
                  </a:lnTo>
                  <a:lnTo>
                    <a:pt x="75605" y="21625"/>
                  </a:lnTo>
                  <a:lnTo>
                    <a:pt x="71201" y="24609"/>
                  </a:lnTo>
                  <a:lnTo>
                    <a:pt x="66894" y="27732"/>
                  </a:lnTo>
                  <a:lnTo>
                    <a:pt x="62689" y="30990"/>
                  </a:lnTo>
                  <a:lnTo>
                    <a:pt x="58590" y="34380"/>
                  </a:lnTo>
                  <a:lnTo>
                    <a:pt x="54601" y="37899"/>
                  </a:lnTo>
                  <a:lnTo>
                    <a:pt x="50726" y="41543"/>
                  </a:lnTo>
                  <a:lnTo>
                    <a:pt x="46968" y="45308"/>
                  </a:lnTo>
                  <a:lnTo>
                    <a:pt x="43333" y="49192"/>
                  </a:lnTo>
                  <a:lnTo>
                    <a:pt x="39822" y="53188"/>
                  </a:lnTo>
                  <a:lnTo>
                    <a:pt x="36441" y="57295"/>
                  </a:lnTo>
                  <a:lnTo>
                    <a:pt x="33192" y="61507"/>
                  </a:lnTo>
                  <a:lnTo>
                    <a:pt x="30079" y="65820"/>
                  </a:lnTo>
                  <a:lnTo>
                    <a:pt x="27104" y="70230"/>
                  </a:lnTo>
                  <a:lnTo>
                    <a:pt x="24272" y="74733"/>
                  </a:lnTo>
                  <a:lnTo>
                    <a:pt x="21584" y="79323"/>
                  </a:lnTo>
                  <a:lnTo>
                    <a:pt x="19043" y="83997"/>
                  </a:lnTo>
                  <a:lnTo>
                    <a:pt x="16653" y="88749"/>
                  </a:lnTo>
                  <a:lnTo>
                    <a:pt x="14414" y="93575"/>
                  </a:lnTo>
                  <a:lnTo>
                    <a:pt x="12331" y="98469"/>
                  </a:lnTo>
                  <a:lnTo>
                    <a:pt x="10404" y="103428"/>
                  </a:lnTo>
                  <a:lnTo>
                    <a:pt x="8636" y="108445"/>
                  </a:lnTo>
                  <a:lnTo>
                    <a:pt x="7029" y="113516"/>
                  </a:lnTo>
                  <a:lnTo>
                    <a:pt x="5584" y="118635"/>
                  </a:lnTo>
                  <a:lnTo>
                    <a:pt x="4302" y="123798"/>
                  </a:lnTo>
                  <a:lnTo>
                    <a:pt x="3185" y="128999"/>
                  </a:lnTo>
                  <a:lnTo>
                    <a:pt x="2235" y="134233"/>
                  </a:lnTo>
                  <a:lnTo>
                    <a:pt x="1451" y="139494"/>
                  </a:lnTo>
                  <a:lnTo>
                    <a:pt x="835" y="144778"/>
                  </a:lnTo>
                  <a:lnTo>
                    <a:pt x="387" y="150079"/>
                  </a:lnTo>
                  <a:lnTo>
                    <a:pt x="109" y="155391"/>
                  </a:lnTo>
                  <a:lnTo>
                    <a:pt x="0" y="160709"/>
                  </a:lnTo>
                  <a:lnTo>
                    <a:pt x="59" y="166028"/>
                  </a:lnTo>
                  <a:lnTo>
                    <a:pt x="288" y="171343"/>
                  </a:lnTo>
                  <a:lnTo>
                    <a:pt x="686" y="176647"/>
                  </a:lnTo>
                  <a:lnTo>
                    <a:pt x="1253" y="181937"/>
                  </a:lnTo>
                  <a:lnTo>
                    <a:pt x="1988" y="187205"/>
                  </a:lnTo>
                  <a:lnTo>
                    <a:pt x="2890" y="192448"/>
                  </a:lnTo>
                  <a:lnTo>
                    <a:pt x="3958" y="197659"/>
                  </a:lnTo>
                  <a:lnTo>
                    <a:pt x="5191" y="202833"/>
                  </a:lnTo>
                  <a:lnTo>
                    <a:pt x="6589" y="207966"/>
                  </a:lnTo>
                  <a:lnTo>
                    <a:pt x="8149" y="213052"/>
                  </a:lnTo>
                  <a:lnTo>
                    <a:pt x="9870" y="218085"/>
                  </a:lnTo>
                  <a:lnTo>
                    <a:pt x="11751" y="223061"/>
                  </a:lnTo>
                  <a:lnTo>
                    <a:pt x="13788" y="227975"/>
                  </a:lnTo>
                  <a:lnTo>
                    <a:pt x="15981" y="232821"/>
                  </a:lnTo>
                  <a:lnTo>
                    <a:pt x="18328" y="237595"/>
                  </a:lnTo>
                  <a:lnTo>
                    <a:pt x="20824" y="242292"/>
                  </a:lnTo>
                  <a:lnTo>
                    <a:pt x="23470" y="246908"/>
                  </a:lnTo>
                  <a:lnTo>
                    <a:pt x="26260" y="251436"/>
                  </a:lnTo>
                  <a:lnTo>
                    <a:pt x="29193" y="255874"/>
                  </a:lnTo>
                  <a:lnTo>
                    <a:pt x="32266" y="260216"/>
                  </a:lnTo>
                  <a:lnTo>
                    <a:pt x="35476" y="264458"/>
                  </a:lnTo>
                  <a:lnTo>
                    <a:pt x="38819" y="268596"/>
                  </a:lnTo>
                  <a:lnTo>
                    <a:pt x="42292" y="272626"/>
                  </a:lnTo>
                  <a:lnTo>
                    <a:pt x="45891" y="276542"/>
                  </a:lnTo>
                  <a:lnTo>
                    <a:pt x="49613" y="280343"/>
                  </a:lnTo>
                  <a:lnTo>
                    <a:pt x="53454" y="284023"/>
                  </a:lnTo>
                  <a:lnTo>
                    <a:pt x="57411" y="287579"/>
                  </a:lnTo>
                  <a:lnTo>
                    <a:pt x="61478" y="291007"/>
                  </a:lnTo>
                  <a:lnTo>
                    <a:pt x="65653" y="294304"/>
                  </a:lnTo>
                  <a:lnTo>
                    <a:pt x="69930" y="297467"/>
                  </a:lnTo>
                  <a:lnTo>
                    <a:pt x="74306" y="300492"/>
                  </a:lnTo>
                  <a:lnTo>
                    <a:pt x="78775" y="303376"/>
                  </a:lnTo>
                  <a:lnTo>
                    <a:pt x="83335" y="306116"/>
                  </a:lnTo>
                  <a:lnTo>
                    <a:pt x="87979" y="308710"/>
                  </a:lnTo>
                  <a:lnTo>
                    <a:pt x="92703" y="311155"/>
                  </a:lnTo>
                  <a:lnTo>
                    <a:pt x="97503" y="313449"/>
                  </a:lnTo>
                  <a:lnTo>
                    <a:pt x="102373" y="315588"/>
                  </a:lnTo>
                  <a:lnTo>
                    <a:pt x="107309" y="317572"/>
                  </a:lnTo>
                  <a:lnTo>
                    <a:pt x="112305" y="319397"/>
                  </a:lnTo>
                  <a:lnTo>
                    <a:pt x="117357" y="321063"/>
                  </a:lnTo>
                  <a:lnTo>
                    <a:pt x="122460" y="322567"/>
                  </a:lnTo>
                  <a:lnTo>
                    <a:pt x="127608" y="323908"/>
                  </a:lnTo>
                  <a:lnTo>
                    <a:pt x="132795" y="325084"/>
                  </a:lnTo>
                  <a:lnTo>
                    <a:pt x="138018" y="326095"/>
                  </a:lnTo>
                  <a:lnTo>
                    <a:pt x="143270" y="326939"/>
                  </a:lnTo>
                  <a:lnTo>
                    <a:pt x="148546" y="327615"/>
                  </a:lnTo>
                  <a:lnTo>
                    <a:pt x="153842" y="328124"/>
                  </a:lnTo>
                  <a:lnTo>
                    <a:pt x="159150" y="328463"/>
                  </a:lnTo>
                  <a:lnTo>
                    <a:pt x="164467" y="328634"/>
                  </a:lnTo>
                  <a:lnTo>
                    <a:pt x="169786" y="328635"/>
                  </a:lnTo>
                  <a:lnTo>
                    <a:pt x="175103" y="328467"/>
                  </a:lnTo>
                  <a:lnTo>
                    <a:pt x="180412" y="328130"/>
                  </a:lnTo>
                  <a:lnTo>
                    <a:pt x="185708" y="327624"/>
                  </a:lnTo>
                  <a:lnTo>
                    <a:pt x="190984" y="326950"/>
                  </a:lnTo>
                  <a:lnTo>
                    <a:pt x="196237" y="326108"/>
                  </a:lnTo>
                  <a:lnTo>
                    <a:pt x="167165" y="161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86215" y="941493"/>
              <a:ext cx="167162" cy="331787"/>
            </a:xfrm>
            <a:custGeom>
              <a:avLst/>
              <a:pathLst>
                <a:path w="167162" h="331787">
                  <a:moveTo>
                    <a:pt x="29071" y="331787"/>
                  </a:moveTo>
                  <a:lnTo>
                    <a:pt x="34307" y="330776"/>
                  </a:lnTo>
                  <a:lnTo>
                    <a:pt x="39508" y="329599"/>
                  </a:lnTo>
                  <a:lnTo>
                    <a:pt x="44669" y="328256"/>
                  </a:lnTo>
                  <a:lnTo>
                    <a:pt x="49784" y="326749"/>
                  </a:lnTo>
                  <a:lnTo>
                    <a:pt x="54849" y="325080"/>
                  </a:lnTo>
                  <a:lnTo>
                    <a:pt x="59857" y="323250"/>
                  </a:lnTo>
                  <a:lnTo>
                    <a:pt x="64805" y="321262"/>
                  </a:lnTo>
                  <a:lnTo>
                    <a:pt x="69687" y="319116"/>
                  </a:lnTo>
                  <a:lnTo>
                    <a:pt x="74498" y="316816"/>
                  </a:lnTo>
                  <a:lnTo>
                    <a:pt x="79234" y="314364"/>
                  </a:lnTo>
                  <a:lnTo>
                    <a:pt x="83888" y="311762"/>
                  </a:lnTo>
                  <a:lnTo>
                    <a:pt x="88457" y="309012"/>
                  </a:lnTo>
                  <a:lnTo>
                    <a:pt x="92937" y="306119"/>
                  </a:lnTo>
                  <a:lnTo>
                    <a:pt x="97321" y="303084"/>
                  </a:lnTo>
                  <a:lnTo>
                    <a:pt x="101607" y="299911"/>
                  </a:lnTo>
                  <a:lnTo>
                    <a:pt x="105789" y="296602"/>
                  </a:lnTo>
                  <a:lnTo>
                    <a:pt x="109864" y="293162"/>
                  </a:lnTo>
                  <a:lnTo>
                    <a:pt x="113827" y="289594"/>
                  </a:lnTo>
                  <a:lnTo>
                    <a:pt x="117674" y="285901"/>
                  </a:lnTo>
                  <a:lnTo>
                    <a:pt x="121401" y="282087"/>
                  </a:lnTo>
                  <a:lnTo>
                    <a:pt x="125005" y="278157"/>
                  </a:lnTo>
                  <a:lnTo>
                    <a:pt x="128481" y="274113"/>
                  </a:lnTo>
                  <a:lnTo>
                    <a:pt x="131827" y="269961"/>
                  </a:lnTo>
                  <a:lnTo>
                    <a:pt x="135038" y="265704"/>
                  </a:lnTo>
                  <a:lnTo>
                    <a:pt x="138113" y="261346"/>
                  </a:lnTo>
                  <a:lnTo>
                    <a:pt x="141046" y="256893"/>
                  </a:lnTo>
                  <a:lnTo>
                    <a:pt x="143836" y="252349"/>
                  </a:lnTo>
                  <a:lnTo>
                    <a:pt x="146480" y="247718"/>
                  </a:lnTo>
                  <a:lnTo>
                    <a:pt x="148975" y="243005"/>
                  </a:lnTo>
                  <a:lnTo>
                    <a:pt x="151318" y="238214"/>
                  </a:lnTo>
                  <a:lnTo>
                    <a:pt x="153507" y="233352"/>
                  </a:lnTo>
                  <a:lnTo>
                    <a:pt x="155540" y="228422"/>
                  </a:lnTo>
                  <a:lnTo>
                    <a:pt x="157414" y="223430"/>
                  </a:lnTo>
                  <a:lnTo>
                    <a:pt x="159129" y="218380"/>
                  </a:lnTo>
                  <a:lnTo>
                    <a:pt x="160681" y="213279"/>
                  </a:lnTo>
                  <a:lnTo>
                    <a:pt x="162070" y="208130"/>
                  </a:lnTo>
                  <a:lnTo>
                    <a:pt x="163294" y="202940"/>
                  </a:lnTo>
                  <a:lnTo>
                    <a:pt x="164352" y="197713"/>
                  </a:lnTo>
                  <a:lnTo>
                    <a:pt x="165243" y="192456"/>
                  </a:lnTo>
                  <a:lnTo>
                    <a:pt x="165966" y="187172"/>
                  </a:lnTo>
                  <a:lnTo>
                    <a:pt x="166519" y="181868"/>
                  </a:lnTo>
                  <a:lnTo>
                    <a:pt x="166903" y="176550"/>
                  </a:lnTo>
                  <a:lnTo>
                    <a:pt x="167118" y="171221"/>
                  </a:lnTo>
                  <a:lnTo>
                    <a:pt x="167162" y="165889"/>
                  </a:lnTo>
                  <a:lnTo>
                    <a:pt x="167036" y="160558"/>
                  </a:lnTo>
                  <a:lnTo>
                    <a:pt x="166740" y="155233"/>
                  </a:lnTo>
                  <a:lnTo>
                    <a:pt x="166275" y="149921"/>
                  </a:lnTo>
                  <a:lnTo>
                    <a:pt x="165640" y="144627"/>
                  </a:lnTo>
                  <a:lnTo>
                    <a:pt x="164837" y="139355"/>
                  </a:lnTo>
                  <a:lnTo>
                    <a:pt x="163866" y="134111"/>
                  </a:lnTo>
                  <a:lnTo>
                    <a:pt x="162728" y="128902"/>
                  </a:lnTo>
                  <a:lnTo>
                    <a:pt x="161425" y="123731"/>
                  </a:lnTo>
                  <a:lnTo>
                    <a:pt x="159958" y="118604"/>
                  </a:lnTo>
                  <a:lnTo>
                    <a:pt x="158327" y="113527"/>
                  </a:lnTo>
                  <a:lnTo>
                    <a:pt x="156536" y="108504"/>
                  </a:lnTo>
                  <a:lnTo>
                    <a:pt x="154585" y="103541"/>
                  </a:lnTo>
                  <a:lnTo>
                    <a:pt x="152477" y="98643"/>
                  </a:lnTo>
                  <a:lnTo>
                    <a:pt x="150214" y="93814"/>
                  </a:lnTo>
                  <a:lnTo>
                    <a:pt x="147798" y="89060"/>
                  </a:lnTo>
                  <a:lnTo>
                    <a:pt x="145231" y="84386"/>
                  </a:lnTo>
                  <a:lnTo>
                    <a:pt x="142517" y="79796"/>
                  </a:lnTo>
                  <a:lnTo>
                    <a:pt x="139658" y="75295"/>
                  </a:lnTo>
                  <a:lnTo>
                    <a:pt x="136656" y="70887"/>
                  </a:lnTo>
                  <a:lnTo>
                    <a:pt x="133516" y="66577"/>
                  </a:lnTo>
                  <a:lnTo>
                    <a:pt x="130240" y="62370"/>
                  </a:lnTo>
                  <a:lnTo>
                    <a:pt x="126831" y="58269"/>
                  </a:lnTo>
                  <a:lnTo>
                    <a:pt x="123293" y="54279"/>
                  </a:lnTo>
                  <a:lnTo>
                    <a:pt x="119630" y="50404"/>
                  </a:lnTo>
                  <a:lnTo>
                    <a:pt x="115844" y="46648"/>
                  </a:lnTo>
                  <a:lnTo>
                    <a:pt x="111942" y="43014"/>
                  </a:lnTo>
                  <a:lnTo>
                    <a:pt x="107925" y="39507"/>
                  </a:lnTo>
                  <a:lnTo>
                    <a:pt x="103798" y="36129"/>
                  </a:lnTo>
                  <a:lnTo>
                    <a:pt x="99566" y="32885"/>
                  </a:lnTo>
                  <a:lnTo>
                    <a:pt x="95232" y="29778"/>
                  </a:lnTo>
                  <a:lnTo>
                    <a:pt x="90801" y="26810"/>
                  </a:lnTo>
                  <a:lnTo>
                    <a:pt x="86278" y="23986"/>
                  </a:lnTo>
                  <a:lnTo>
                    <a:pt x="81668" y="21306"/>
                  </a:lnTo>
                  <a:lnTo>
                    <a:pt x="76974" y="18776"/>
                  </a:lnTo>
                  <a:lnTo>
                    <a:pt x="72202" y="16396"/>
                  </a:lnTo>
                  <a:lnTo>
                    <a:pt x="67356" y="14170"/>
                  </a:lnTo>
                  <a:lnTo>
                    <a:pt x="62442" y="12099"/>
                  </a:lnTo>
                  <a:lnTo>
                    <a:pt x="57464" y="10187"/>
                  </a:lnTo>
                  <a:lnTo>
                    <a:pt x="52428" y="8434"/>
                  </a:lnTo>
                  <a:lnTo>
                    <a:pt x="47338" y="6842"/>
                  </a:lnTo>
                  <a:lnTo>
                    <a:pt x="42200" y="5414"/>
                  </a:lnTo>
                  <a:lnTo>
                    <a:pt x="37020" y="4150"/>
                  </a:lnTo>
                  <a:lnTo>
                    <a:pt x="31801" y="3052"/>
                  </a:lnTo>
                  <a:lnTo>
                    <a:pt x="26551" y="2122"/>
                  </a:lnTo>
                  <a:lnTo>
                    <a:pt x="21273" y="1359"/>
                  </a:lnTo>
                  <a:lnTo>
                    <a:pt x="15974" y="764"/>
                  </a:lnTo>
                  <a:lnTo>
                    <a:pt x="10658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211" y="1071028"/>
              <a:ext cx="163290" cy="167167"/>
            </a:xfrm>
            <a:custGeom>
              <a:avLst/>
              <a:pathLst>
                <a:path w="163290" h="167167">
                  <a:moveTo>
                    <a:pt x="163290" y="0"/>
                  </a:moveTo>
                  <a:lnTo>
                    <a:pt x="157897" y="86"/>
                  </a:lnTo>
                  <a:lnTo>
                    <a:pt x="152511" y="347"/>
                  </a:lnTo>
                  <a:lnTo>
                    <a:pt x="147135" y="782"/>
                  </a:lnTo>
                  <a:lnTo>
                    <a:pt x="141777" y="1390"/>
                  </a:lnTo>
                  <a:lnTo>
                    <a:pt x="136441" y="2170"/>
                  </a:lnTo>
                  <a:lnTo>
                    <a:pt x="131133" y="3122"/>
                  </a:lnTo>
                  <a:lnTo>
                    <a:pt x="125858" y="4244"/>
                  </a:lnTo>
                  <a:lnTo>
                    <a:pt x="120622" y="5536"/>
                  </a:lnTo>
                  <a:lnTo>
                    <a:pt x="115431" y="6997"/>
                  </a:lnTo>
                  <a:lnTo>
                    <a:pt x="110289" y="8624"/>
                  </a:lnTo>
                  <a:lnTo>
                    <a:pt x="105203" y="10416"/>
                  </a:lnTo>
                  <a:lnTo>
                    <a:pt x="100177" y="12371"/>
                  </a:lnTo>
                  <a:lnTo>
                    <a:pt x="95216" y="14488"/>
                  </a:lnTo>
                  <a:lnTo>
                    <a:pt x="90327" y="16763"/>
                  </a:lnTo>
                  <a:lnTo>
                    <a:pt x="85513" y="19195"/>
                  </a:lnTo>
                  <a:lnTo>
                    <a:pt x="80781" y="21780"/>
                  </a:lnTo>
                  <a:lnTo>
                    <a:pt x="76134" y="24517"/>
                  </a:lnTo>
                  <a:lnTo>
                    <a:pt x="71578" y="27403"/>
                  </a:lnTo>
                  <a:lnTo>
                    <a:pt x="67118" y="30434"/>
                  </a:lnTo>
                  <a:lnTo>
                    <a:pt x="62757" y="33607"/>
                  </a:lnTo>
                  <a:lnTo>
                    <a:pt x="58501" y="36920"/>
                  </a:lnTo>
                  <a:lnTo>
                    <a:pt x="54355" y="40367"/>
                  </a:lnTo>
                  <a:lnTo>
                    <a:pt x="50321" y="43947"/>
                  </a:lnTo>
                  <a:lnTo>
                    <a:pt x="46405" y="47655"/>
                  </a:lnTo>
                  <a:lnTo>
                    <a:pt x="42611" y="51488"/>
                  </a:lnTo>
                  <a:lnTo>
                    <a:pt x="38943" y="55441"/>
                  </a:lnTo>
                  <a:lnTo>
                    <a:pt x="35403" y="59510"/>
                  </a:lnTo>
                  <a:lnTo>
                    <a:pt x="31997" y="63691"/>
                  </a:lnTo>
                  <a:lnTo>
                    <a:pt x="28728" y="67980"/>
                  </a:lnTo>
                  <a:lnTo>
                    <a:pt x="25599" y="72372"/>
                  </a:lnTo>
                  <a:lnTo>
                    <a:pt x="22612" y="76862"/>
                  </a:lnTo>
                  <a:lnTo>
                    <a:pt x="19773" y="81447"/>
                  </a:lnTo>
                  <a:lnTo>
                    <a:pt x="17082" y="86121"/>
                  </a:lnTo>
                  <a:lnTo>
                    <a:pt x="14544" y="90879"/>
                  </a:lnTo>
                  <a:lnTo>
                    <a:pt x="12161" y="95717"/>
                  </a:lnTo>
                  <a:lnTo>
                    <a:pt x="9935" y="100629"/>
                  </a:lnTo>
                  <a:lnTo>
                    <a:pt x="7868" y="105610"/>
                  </a:lnTo>
                  <a:lnTo>
                    <a:pt x="5964" y="110656"/>
                  </a:lnTo>
                  <a:lnTo>
                    <a:pt x="4223" y="115760"/>
                  </a:lnTo>
                  <a:lnTo>
                    <a:pt x="2647" y="120917"/>
                  </a:lnTo>
                  <a:lnTo>
                    <a:pt x="1239" y="126123"/>
                  </a:lnTo>
                  <a:lnTo>
                    <a:pt x="0" y="131372"/>
                  </a:lnTo>
                  <a:lnTo>
                    <a:pt x="16329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1211" y="1202401"/>
              <a:ext cx="163290" cy="35795"/>
            </a:xfrm>
            <a:custGeom>
              <a:avLst/>
              <a:pathLst>
                <a:path w="163290" h="35795">
                  <a:moveTo>
                    <a:pt x="0" y="0"/>
                  </a:moveTo>
                  <a:lnTo>
                    <a:pt x="163290" y="357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8" y="1075030"/>
              <a:ext cx="334311" cy="330331"/>
            </a:xfrm>
            <a:custGeom>
              <a:avLst/>
              <a:pathLst>
                <a:path w="334311" h="330331">
                  <a:moveTo>
                    <a:pt x="3873" y="127370"/>
                  </a:moveTo>
                  <a:lnTo>
                    <a:pt x="2817" y="132582"/>
                  </a:lnTo>
                  <a:lnTo>
                    <a:pt x="1927" y="137826"/>
                  </a:lnTo>
                  <a:lnTo>
                    <a:pt x="1205" y="143095"/>
                  </a:lnTo>
                  <a:lnTo>
                    <a:pt x="650" y="148385"/>
                  </a:lnTo>
                  <a:lnTo>
                    <a:pt x="264" y="153690"/>
                  </a:lnTo>
                  <a:lnTo>
                    <a:pt x="47" y="159004"/>
                  </a:lnTo>
                  <a:lnTo>
                    <a:pt x="0" y="164322"/>
                  </a:lnTo>
                  <a:lnTo>
                    <a:pt x="121" y="169639"/>
                  </a:lnTo>
                  <a:lnTo>
                    <a:pt x="411" y="174950"/>
                  </a:lnTo>
                  <a:lnTo>
                    <a:pt x="871" y="180249"/>
                  </a:lnTo>
                  <a:lnTo>
                    <a:pt x="1498" y="185530"/>
                  </a:lnTo>
                  <a:lnTo>
                    <a:pt x="2294" y="190789"/>
                  </a:lnTo>
                  <a:lnTo>
                    <a:pt x="3256" y="196019"/>
                  </a:lnTo>
                  <a:lnTo>
                    <a:pt x="4384" y="201217"/>
                  </a:lnTo>
                  <a:lnTo>
                    <a:pt x="5677" y="206376"/>
                  </a:lnTo>
                  <a:lnTo>
                    <a:pt x="7133" y="211491"/>
                  </a:lnTo>
                  <a:lnTo>
                    <a:pt x="8752" y="216558"/>
                  </a:lnTo>
                  <a:lnTo>
                    <a:pt x="10530" y="221570"/>
                  </a:lnTo>
                  <a:lnTo>
                    <a:pt x="12467" y="226523"/>
                  </a:lnTo>
                  <a:lnTo>
                    <a:pt x="14561" y="231412"/>
                  </a:lnTo>
                  <a:lnTo>
                    <a:pt x="16810" y="236232"/>
                  </a:lnTo>
                  <a:lnTo>
                    <a:pt x="19210" y="240978"/>
                  </a:lnTo>
                  <a:lnTo>
                    <a:pt x="21760" y="245646"/>
                  </a:lnTo>
                  <a:lnTo>
                    <a:pt x="24458" y="250229"/>
                  </a:lnTo>
                  <a:lnTo>
                    <a:pt x="27300" y="254725"/>
                  </a:lnTo>
                  <a:lnTo>
                    <a:pt x="30283" y="259128"/>
                  </a:lnTo>
                  <a:lnTo>
                    <a:pt x="33405" y="263434"/>
                  </a:lnTo>
                  <a:lnTo>
                    <a:pt x="36663" y="267638"/>
                  </a:lnTo>
                  <a:lnTo>
                    <a:pt x="40052" y="271737"/>
                  </a:lnTo>
                  <a:lnTo>
                    <a:pt x="43570" y="275725"/>
                  </a:lnTo>
                  <a:lnTo>
                    <a:pt x="47214" y="279600"/>
                  </a:lnTo>
                  <a:lnTo>
                    <a:pt x="50978" y="283357"/>
                  </a:lnTo>
                  <a:lnTo>
                    <a:pt x="54861" y="286992"/>
                  </a:lnTo>
                  <a:lnTo>
                    <a:pt x="58857" y="290502"/>
                  </a:lnTo>
                  <a:lnTo>
                    <a:pt x="62962" y="293883"/>
                  </a:lnTo>
                  <a:lnTo>
                    <a:pt x="67173" y="297132"/>
                  </a:lnTo>
                  <a:lnTo>
                    <a:pt x="71486" y="300245"/>
                  </a:lnTo>
                  <a:lnTo>
                    <a:pt x="75895" y="303219"/>
                  </a:lnTo>
                  <a:lnTo>
                    <a:pt x="80396" y="306051"/>
                  </a:lnTo>
                  <a:lnTo>
                    <a:pt x="84986" y="308739"/>
                  </a:lnTo>
                  <a:lnTo>
                    <a:pt x="89658" y="311280"/>
                  </a:lnTo>
                  <a:lnTo>
                    <a:pt x="94409" y="313670"/>
                  </a:lnTo>
                  <a:lnTo>
                    <a:pt x="99234" y="315909"/>
                  </a:lnTo>
                  <a:lnTo>
                    <a:pt x="104127" y="317992"/>
                  </a:lnTo>
                  <a:lnTo>
                    <a:pt x="109085" y="319919"/>
                  </a:lnTo>
                  <a:lnTo>
                    <a:pt x="114101" y="321687"/>
                  </a:lnTo>
                  <a:lnTo>
                    <a:pt x="119170" y="323295"/>
                  </a:lnTo>
                  <a:lnTo>
                    <a:pt x="124289" y="324741"/>
                  </a:lnTo>
                  <a:lnTo>
                    <a:pt x="129451" y="326023"/>
                  </a:lnTo>
                  <a:lnTo>
                    <a:pt x="134650" y="327140"/>
                  </a:lnTo>
                  <a:lnTo>
                    <a:pt x="139883" y="328092"/>
                  </a:lnTo>
                  <a:lnTo>
                    <a:pt x="145144" y="328876"/>
                  </a:lnTo>
                  <a:lnTo>
                    <a:pt x="150426" y="329493"/>
                  </a:lnTo>
                  <a:lnTo>
                    <a:pt x="155726" y="329941"/>
                  </a:lnTo>
                  <a:lnTo>
                    <a:pt x="161037" y="330220"/>
                  </a:lnTo>
                  <a:lnTo>
                    <a:pt x="166355" y="330331"/>
                  </a:lnTo>
                  <a:lnTo>
                    <a:pt x="171673" y="330272"/>
                  </a:lnTo>
                  <a:lnTo>
                    <a:pt x="176987" y="330044"/>
                  </a:lnTo>
                  <a:lnTo>
                    <a:pt x="182290" y="329647"/>
                  </a:lnTo>
                  <a:lnTo>
                    <a:pt x="187579" y="329081"/>
                  </a:lnTo>
                  <a:lnTo>
                    <a:pt x="192846" y="328348"/>
                  </a:lnTo>
                  <a:lnTo>
                    <a:pt x="198088" y="327447"/>
                  </a:lnTo>
                  <a:lnTo>
                    <a:pt x="203299" y="326380"/>
                  </a:lnTo>
                  <a:lnTo>
                    <a:pt x="208472" y="325148"/>
                  </a:lnTo>
                  <a:lnTo>
                    <a:pt x="213605" y="323752"/>
                  </a:lnTo>
                  <a:lnTo>
                    <a:pt x="218690" y="322193"/>
                  </a:lnTo>
                  <a:lnTo>
                    <a:pt x="223722" y="320474"/>
                  </a:lnTo>
                  <a:lnTo>
                    <a:pt x="228698" y="318595"/>
                  </a:lnTo>
                  <a:lnTo>
                    <a:pt x="233611" y="316558"/>
                  </a:lnTo>
                  <a:lnTo>
                    <a:pt x="238458" y="314367"/>
                  </a:lnTo>
                  <a:lnTo>
                    <a:pt x="243231" y="312022"/>
                  </a:lnTo>
                  <a:lnTo>
                    <a:pt x="247928" y="309527"/>
                  </a:lnTo>
                  <a:lnTo>
                    <a:pt x="252544" y="306884"/>
                  </a:lnTo>
                  <a:lnTo>
                    <a:pt x="257072" y="304095"/>
                  </a:lnTo>
                  <a:lnTo>
                    <a:pt x="261510" y="301164"/>
                  </a:lnTo>
                  <a:lnTo>
                    <a:pt x="265852" y="298092"/>
                  </a:lnTo>
                  <a:lnTo>
                    <a:pt x="270095" y="294885"/>
                  </a:lnTo>
                  <a:lnTo>
                    <a:pt x="274233" y="291543"/>
                  </a:lnTo>
                  <a:lnTo>
                    <a:pt x="278262" y="288072"/>
                  </a:lnTo>
                  <a:lnTo>
                    <a:pt x="282180" y="284475"/>
                  </a:lnTo>
                  <a:lnTo>
                    <a:pt x="285981" y="280755"/>
                  </a:lnTo>
                  <a:lnTo>
                    <a:pt x="289661" y="276915"/>
                  </a:lnTo>
                  <a:lnTo>
                    <a:pt x="293218" y="272961"/>
                  </a:lnTo>
                  <a:lnTo>
                    <a:pt x="296647" y="268895"/>
                  </a:lnTo>
                  <a:lnTo>
                    <a:pt x="299945" y="264723"/>
                  </a:lnTo>
                  <a:lnTo>
                    <a:pt x="303108" y="260447"/>
                  </a:lnTo>
                  <a:lnTo>
                    <a:pt x="306134" y="256073"/>
                  </a:lnTo>
                  <a:lnTo>
                    <a:pt x="309019" y="251605"/>
                  </a:lnTo>
                  <a:lnTo>
                    <a:pt x="311761" y="247048"/>
                  </a:lnTo>
                  <a:lnTo>
                    <a:pt x="314356" y="242406"/>
                  </a:lnTo>
                  <a:lnTo>
                    <a:pt x="316803" y="237683"/>
                  </a:lnTo>
                  <a:lnTo>
                    <a:pt x="319097" y="232885"/>
                  </a:lnTo>
                  <a:lnTo>
                    <a:pt x="321238" y="228016"/>
                  </a:lnTo>
                  <a:lnTo>
                    <a:pt x="323224" y="223082"/>
                  </a:lnTo>
                  <a:lnTo>
                    <a:pt x="325051" y="218087"/>
                  </a:lnTo>
                  <a:lnTo>
                    <a:pt x="326718" y="213037"/>
                  </a:lnTo>
                  <a:lnTo>
                    <a:pt x="328224" y="207936"/>
                  </a:lnTo>
                  <a:lnTo>
                    <a:pt x="329566" y="202789"/>
                  </a:lnTo>
                  <a:lnTo>
                    <a:pt x="330745" y="197603"/>
                  </a:lnTo>
                  <a:lnTo>
                    <a:pt x="331757" y="192382"/>
                  </a:lnTo>
                  <a:lnTo>
                    <a:pt x="332604" y="187131"/>
                  </a:lnTo>
                  <a:lnTo>
                    <a:pt x="333282" y="181856"/>
                  </a:lnTo>
                  <a:lnTo>
                    <a:pt x="333793" y="176562"/>
                  </a:lnTo>
                  <a:lnTo>
                    <a:pt x="334135" y="171254"/>
                  </a:lnTo>
                  <a:lnTo>
                    <a:pt x="334307" y="165939"/>
                  </a:lnTo>
                  <a:lnTo>
                    <a:pt x="334311" y="160620"/>
                  </a:lnTo>
                  <a:lnTo>
                    <a:pt x="334145" y="155304"/>
                  </a:lnTo>
                  <a:lnTo>
                    <a:pt x="333811" y="149996"/>
                  </a:lnTo>
                  <a:lnTo>
                    <a:pt x="333308" y="144701"/>
                  </a:lnTo>
                  <a:lnTo>
                    <a:pt x="332636" y="139425"/>
                  </a:lnTo>
                  <a:lnTo>
                    <a:pt x="331797" y="134173"/>
                  </a:lnTo>
                  <a:lnTo>
                    <a:pt x="330792" y="128951"/>
                  </a:lnTo>
                  <a:lnTo>
                    <a:pt x="329620" y="123763"/>
                  </a:lnTo>
                  <a:lnTo>
                    <a:pt x="328285" y="118615"/>
                  </a:lnTo>
                  <a:lnTo>
                    <a:pt x="326786" y="113512"/>
                  </a:lnTo>
                  <a:lnTo>
                    <a:pt x="325126" y="108459"/>
                  </a:lnTo>
                  <a:lnTo>
                    <a:pt x="323305" y="103461"/>
                  </a:lnTo>
                  <a:lnTo>
                    <a:pt x="321327" y="98524"/>
                  </a:lnTo>
                  <a:lnTo>
                    <a:pt x="319193" y="93653"/>
                  </a:lnTo>
                  <a:lnTo>
                    <a:pt x="316904" y="88852"/>
                  </a:lnTo>
                  <a:lnTo>
                    <a:pt x="314465" y="84126"/>
                  </a:lnTo>
                  <a:lnTo>
                    <a:pt x="311876" y="79480"/>
                  </a:lnTo>
                  <a:lnTo>
                    <a:pt x="309140" y="74919"/>
                  </a:lnTo>
                  <a:lnTo>
                    <a:pt x="306261" y="70447"/>
                  </a:lnTo>
                  <a:lnTo>
                    <a:pt x="303241" y="66069"/>
                  </a:lnTo>
                  <a:lnTo>
                    <a:pt x="300083" y="61789"/>
                  </a:lnTo>
                  <a:lnTo>
                    <a:pt x="296791" y="57612"/>
                  </a:lnTo>
                  <a:lnTo>
                    <a:pt x="293368" y="53542"/>
                  </a:lnTo>
                  <a:lnTo>
                    <a:pt x="289817" y="49582"/>
                  </a:lnTo>
                  <a:lnTo>
                    <a:pt x="286141" y="45738"/>
                  </a:lnTo>
                  <a:lnTo>
                    <a:pt x="282345" y="42012"/>
                  </a:lnTo>
                  <a:lnTo>
                    <a:pt x="278433" y="38410"/>
                  </a:lnTo>
                  <a:lnTo>
                    <a:pt x="274408" y="34933"/>
                  </a:lnTo>
                  <a:lnTo>
                    <a:pt x="270275" y="31586"/>
                  </a:lnTo>
                  <a:lnTo>
                    <a:pt x="266037" y="28373"/>
                  </a:lnTo>
                  <a:lnTo>
                    <a:pt x="261699" y="25296"/>
                  </a:lnTo>
                  <a:lnTo>
                    <a:pt x="257265" y="22358"/>
                  </a:lnTo>
                  <a:lnTo>
                    <a:pt x="252740" y="19563"/>
                  </a:lnTo>
                  <a:lnTo>
                    <a:pt x="248128" y="16913"/>
                  </a:lnTo>
                  <a:lnTo>
                    <a:pt x="243435" y="14412"/>
                  </a:lnTo>
                  <a:lnTo>
                    <a:pt x="238664" y="12061"/>
                  </a:lnTo>
                  <a:lnTo>
                    <a:pt x="233821" y="9863"/>
                  </a:lnTo>
                  <a:lnTo>
                    <a:pt x="228911" y="7820"/>
                  </a:lnTo>
                  <a:lnTo>
                    <a:pt x="223937" y="5934"/>
                  </a:lnTo>
                  <a:lnTo>
                    <a:pt x="218907" y="4207"/>
                  </a:lnTo>
                  <a:lnTo>
                    <a:pt x="213824" y="2642"/>
                  </a:lnTo>
                  <a:lnTo>
                    <a:pt x="208694" y="1239"/>
                  </a:lnTo>
                  <a:lnTo>
                    <a:pt x="203522" y="0"/>
                  </a:lnTo>
                  <a:lnTo>
                    <a:pt x="167163" y="163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64501" y="1071028"/>
              <a:ext cx="36358" cy="167167"/>
            </a:xfrm>
            <a:custGeom>
              <a:avLst/>
              <a:pathLst>
                <a:path w="36358" h="167167">
                  <a:moveTo>
                    <a:pt x="36358" y="4001"/>
                  </a:moveTo>
                  <a:lnTo>
                    <a:pt x="29171" y="2564"/>
                  </a:lnTo>
                  <a:lnTo>
                    <a:pt x="21927" y="1444"/>
                  </a:lnTo>
                  <a:lnTo>
                    <a:pt x="14641" y="642"/>
                  </a:lnTo>
                  <a:lnTo>
                    <a:pt x="7327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0893" y="1322571"/>
              <a:ext cx="57827" cy="167167"/>
            </a:xfrm>
            <a:custGeom>
              <a:avLst/>
              <a:pathLst>
                <a:path w="57827" h="167167">
                  <a:moveTo>
                    <a:pt x="57827" y="0"/>
                  </a:moveTo>
                  <a:lnTo>
                    <a:pt x="51923" y="104"/>
                  </a:lnTo>
                  <a:lnTo>
                    <a:pt x="46027" y="416"/>
                  </a:lnTo>
                  <a:lnTo>
                    <a:pt x="40146" y="937"/>
                  </a:lnTo>
                  <a:lnTo>
                    <a:pt x="34286" y="1665"/>
                  </a:lnTo>
                  <a:lnTo>
                    <a:pt x="28456" y="2600"/>
                  </a:lnTo>
                  <a:lnTo>
                    <a:pt x="22663" y="3740"/>
                  </a:lnTo>
                  <a:lnTo>
                    <a:pt x="16913" y="5084"/>
                  </a:lnTo>
                  <a:lnTo>
                    <a:pt x="11215" y="6629"/>
                  </a:lnTo>
                  <a:lnTo>
                    <a:pt x="5575" y="8376"/>
                  </a:lnTo>
                  <a:lnTo>
                    <a:pt x="0" y="10320"/>
                  </a:lnTo>
                  <a:lnTo>
                    <a:pt x="5782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0893" y="1332892"/>
              <a:ext cx="57827" cy="156846"/>
            </a:xfrm>
            <a:custGeom>
              <a:avLst/>
              <a:pathLst>
                <a:path w="57827" h="156846">
                  <a:moveTo>
                    <a:pt x="0" y="0"/>
                  </a:moveTo>
                  <a:lnTo>
                    <a:pt x="57827" y="1568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321569" y="1332892"/>
              <a:ext cx="334305" cy="324014"/>
            </a:xfrm>
            <a:custGeom>
              <a:avLst/>
              <a:pathLst>
                <a:path w="334305" h="324014">
                  <a:moveTo>
                    <a:pt x="109324" y="0"/>
                  </a:moveTo>
                  <a:lnTo>
                    <a:pt x="104385" y="1910"/>
                  </a:lnTo>
                  <a:lnTo>
                    <a:pt x="99508" y="3976"/>
                  </a:lnTo>
                  <a:lnTo>
                    <a:pt x="94700" y="6195"/>
                  </a:lnTo>
                  <a:lnTo>
                    <a:pt x="89964" y="8566"/>
                  </a:lnTo>
                  <a:lnTo>
                    <a:pt x="85306" y="11085"/>
                  </a:lnTo>
                  <a:lnTo>
                    <a:pt x="80730" y="13751"/>
                  </a:lnTo>
                  <a:lnTo>
                    <a:pt x="76240" y="16560"/>
                  </a:lnTo>
                  <a:lnTo>
                    <a:pt x="71842" y="19510"/>
                  </a:lnTo>
                  <a:lnTo>
                    <a:pt x="67540" y="22598"/>
                  </a:lnTo>
                  <a:lnTo>
                    <a:pt x="63337" y="25821"/>
                  </a:lnTo>
                  <a:lnTo>
                    <a:pt x="59239" y="29175"/>
                  </a:lnTo>
                  <a:lnTo>
                    <a:pt x="55249" y="32658"/>
                  </a:lnTo>
                  <a:lnTo>
                    <a:pt x="51371" y="36265"/>
                  </a:lnTo>
                  <a:lnTo>
                    <a:pt x="47610" y="39993"/>
                  </a:lnTo>
                  <a:lnTo>
                    <a:pt x="43968" y="43838"/>
                  </a:lnTo>
                  <a:lnTo>
                    <a:pt x="40451" y="47796"/>
                  </a:lnTo>
                  <a:lnTo>
                    <a:pt x="37060" y="51865"/>
                  </a:lnTo>
                  <a:lnTo>
                    <a:pt x="33800" y="56038"/>
                  </a:lnTo>
                  <a:lnTo>
                    <a:pt x="30673" y="60313"/>
                  </a:lnTo>
                  <a:lnTo>
                    <a:pt x="27684" y="64684"/>
                  </a:lnTo>
                  <a:lnTo>
                    <a:pt x="24835" y="69148"/>
                  </a:lnTo>
                  <a:lnTo>
                    <a:pt x="22128" y="73700"/>
                  </a:lnTo>
                  <a:lnTo>
                    <a:pt x="19567" y="78336"/>
                  </a:lnTo>
                  <a:lnTo>
                    <a:pt x="17154" y="83050"/>
                  </a:lnTo>
                  <a:lnTo>
                    <a:pt x="14892" y="87839"/>
                  </a:lnTo>
                  <a:lnTo>
                    <a:pt x="12783" y="92696"/>
                  </a:lnTo>
                  <a:lnTo>
                    <a:pt x="10828" y="97618"/>
                  </a:lnTo>
                  <a:lnTo>
                    <a:pt x="9030" y="102600"/>
                  </a:lnTo>
                  <a:lnTo>
                    <a:pt x="7391" y="107636"/>
                  </a:lnTo>
                  <a:lnTo>
                    <a:pt x="5913" y="112721"/>
                  </a:lnTo>
                  <a:lnTo>
                    <a:pt x="4596" y="117851"/>
                  </a:lnTo>
                  <a:lnTo>
                    <a:pt x="3442" y="123019"/>
                  </a:lnTo>
                  <a:lnTo>
                    <a:pt x="2453" y="128222"/>
                  </a:lnTo>
                  <a:lnTo>
                    <a:pt x="1629" y="133453"/>
                  </a:lnTo>
                  <a:lnTo>
                    <a:pt x="971" y="138708"/>
                  </a:lnTo>
                  <a:lnTo>
                    <a:pt x="480" y="143981"/>
                  </a:lnTo>
                  <a:lnTo>
                    <a:pt x="156" y="149267"/>
                  </a:lnTo>
                  <a:lnTo>
                    <a:pt x="0" y="154561"/>
                  </a:lnTo>
                  <a:lnTo>
                    <a:pt x="11" y="159857"/>
                  </a:lnTo>
                  <a:lnTo>
                    <a:pt x="190" y="165150"/>
                  </a:lnTo>
                  <a:lnTo>
                    <a:pt x="537" y="170434"/>
                  </a:lnTo>
                  <a:lnTo>
                    <a:pt x="1051" y="175705"/>
                  </a:lnTo>
                  <a:lnTo>
                    <a:pt x="1732" y="180957"/>
                  </a:lnTo>
                  <a:lnTo>
                    <a:pt x="2579" y="186185"/>
                  </a:lnTo>
                  <a:lnTo>
                    <a:pt x="3590" y="191383"/>
                  </a:lnTo>
                  <a:lnTo>
                    <a:pt x="4766" y="196547"/>
                  </a:lnTo>
                  <a:lnTo>
                    <a:pt x="6106" y="201671"/>
                  </a:lnTo>
                  <a:lnTo>
                    <a:pt x="7606" y="206749"/>
                  </a:lnTo>
                  <a:lnTo>
                    <a:pt x="9267" y="211778"/>
                  </a:lnTo>
                  <a:lnTo>
                    <a:pt x="11086" y="216752"/>
                  </a:lnTo>
                  <a:lnTo>
                    <a:pt x="13062" y="221665"/>
                  </a:lnTo>
                  <a:lnTo>
                    <a:pt x="15193" y="226514"/>
                  </a:lnTo>
                  <a:lnTo>
                    <a:pt x="17476" y="231292"/>
                  </a:lnTo>
                  <a:lnTo>
                    <a:pt x="19909" y="235996"/>
                  </a:lnTo>
                  <a:lnTo>
                    <a:pt x="22490" y="240620"/>
                  </a:lnTo>
                  <a:lnTo>
                    <a:pt x="25216" y="245161"/>
                  </a:lnTo>
                  <a:lnTo>
                    <a:pt x="28085" y="249612"/>
                  </a:lnTo>
                  <a:lnTo>
                    <a:pt x="31093" y="253971"/>
                  </a:lnTo>
                  <a:lnTo>
                    <a:pt x="34238" y="258232"/>
                  </a:lnTo>
                  <a:lnTo>
                    <a:pt x="37516" y="262391"/>
                  </a:lnTo>
                  <a:lnTo>
                    <a:pt x="40925" y="266445"/>
                  </a:lnTo>
                  <a:lnTo>
                    <a:pt x="44460" y="270388"/>
                  </a:lnTo>
                  <a:lnTo>
                    <a:pt x="48118" y="274217"/>
                  </a:lnTo>
                  <a:lnTo>
                    <a:pt x="51895" y="277929"/>
                  </a:lnTo>
                  <a:lnTo>
                    <a:pt x="55789" y="281519"/>
                  </a:lnTo>
                  <a:lnTo>
                    <a:pt x="59794" y="284984"/>
                  </a:lnTo>
                  <a:lnTo>
                    <a:pt x="63907" y="288321"/>
                  </a:lnTo>
                  <a:lnTo>
                    <a:pt x="68123" y="291525"/>
                  </a:lnTo>
                  <a:lnTo>
                    <a:pt x="72439" y="294594"/>
                  </a:lnTo>
                  <a:lnTo>
                    <a:pt x="76850" y="297525"/>
                  </a:lnTo>
                  <a:lnTo>
                    <a:pt x="81351" y="300315"/>
                  </a:lnTo>
                  <a:lnTo>
                    <a:pt x="85939" y="302961"/>
                  </a:lnTo>
                  <a:lnTo>
                    <a:pt x="90608" y="305460"/>
                  </a:lnTo>
                  <a:lnTo>
                    <a:pt x="95354" y="307810"/>
                  </a:lnTo>
                  <a:lnTo>
                    <a:pt x="100172" y="310009"/>
                  </a:lnTo>
                  <a:lnTo>
                    <a:pt x="105057" y="312054"/>
                  </a:lnTo>
                  <a:lnTo>
                    <a:pt x="110005" y="313943"/>
                  </a:lnTo>
                  <a:lnTo>
                    <a:pt x="115009" y="315674"/>
                  </a:lnTo>
                  <a:lnTo>
                    <a:pt x="120067" y="317246"/>
                  </a:lnTo>
                  <a:lnTo>
                    <a:pt x="125171" y="318657"/>
                  </a:lnTo>
                  <a:lnTo>
                    <a:pt x="130318" y="319905"/>
                  </a:lnTo>
                  <a:lnTo>
                    <a:pt x="135501" y="320990"/>
                  </a:lnTo>
                  <a:lnTo>
                    <a:pt x="140717" y="321910"/>
                  </a:lnTo>
                  <a:lnTo>
                    <a:pt x="145959" y="322665"/>
                  </a:lnTo>
                  <a:lnTo>
                    <a:pt x="151222" y="323253"/>
                  </a:lnTo>
                  <a:lnTo>
                    <a:pt x="156501" y="323674"/>
                  </a:lnTo>
                  <a:lnTo>
                    <a:pt x="161791" y="323928"/>
                  </a:lnTo>
                  <a:lnTo>
                    <a:pt x="167086" y="324014"/>
                  </a:lnTo>
                  <a:lnTo>
                    <a:pt x="172381" y="323932"/>
                  </a:lnTo>
                  <a:lnTo>
                    <a:pt x="177671" y="323682"/>
                  </a:lnTo>
                  <a:lnTo>
                    <a:pt x="182951" y="323266"/>
                  </a:lnTo>
                  <a:lnTo>
                    <a:pt x="188214" y="322682"/>
                  </a:lnTo>
                  <a:lnTo>
                    <a:pt x="193457" y="321931"/>
                  </a:lnTo>
                  <a:lnTo>
                    <a:pt x="198673" y="321015"/>
                  </a:lnTo>
                  <a:lnTo>
                    <a:pt x="203857" y="319934"/>
                  </a:lnTo>
                  <a:lnTo>
                    <a:pt x="209005" y="318690"/>
                  </a:lnTo>
                  <a:lnTo>
                    <a:pt x="214110" y="317283"/>
                  </a:lnTo>
                  <a:lnTo>
                    <a:pt x="219169" y="315715"/>
                  </a:lnTo>
                  <a:lnTo>
                    <a:pt x="224175" y="313987"/>
                  </a:lnTo>
                  <a:lnTo>
                    <a:pt x="229124" y="312102"/>
                  </a:lnTo>
                  <a:lnTo>
                    <a:pt x="234011" y="310061"/>
                  </a:lnTo>
                  <a:lnTo>
                    <a:pt x="238831" y="307866"/>
                  </a:lnTo>
                  <a:lnTo>
                    <a:pt x="243578" y="305520"/>
                  </a:lnTo>
                  <a:lnTo>
                    <a:pt x="248250" y="303024"/>
                  </a:lnTo>
                  <a:lnTo>
                    <a:pt x="252839" y="300382"/>
                  </a:lnTo>
                  <a:lnTo>
                    <a:pt x="257343" y="297596"/>
                  </a:lnTo>
                  <a:lnTo>
                    <a:pt x="261756" y="294668"/>
                  </a:lnTo>
                  <a:lnTo>
                    <a:pt x="266074" y="291602"/>
                  </a:lnTo>
                  <a:lnTo>
                    <a:pt x="270293" y="288401"/>
                  </a:lnTo>
                  <a:lnTo>
                    <a:pt x="274409" y="285068"/>
                  </a:lnTo>
                  <a:lnTo>
                    <a:pt x="278416" y="281606"/>
                  </a:lnTo>
                  <a:lnTo>
                    <a:pt x="282312" y="278019"/>
                  </a:lnTo>
                  <a:lnTo>
                    <a:pt x="286093" y="274311"/>
                  </a:lnTo>
                  <a:lnTo>
                    <a:pt x="289754" y="270484"/>
                  </a:lnTo>
                  <a:lnTo>
                    <a:pt x="293292" y="266543"/>
                  </a:lnTo>
                  <a:lnTo>
                    <a:pt x="296704" y="262493"/>
                  </a:lnTo>
                  <a:lnTo>
                    <a:pt x="299985" y="258336"/>
                  </a:lnTo>
                  <a:lnTo>
                    <a:pt x="303133" y="254077"/>
                  </a:lnTo>
                  <a:lnTo>
                    <a:pt x="306145" y="249721"/>
                  </a:lnTo>
                  <a:lnTo>
                    <a:pt x="309017" y="245272"/>
                  </a:lnTo>
                  <a:lnTo>
                    <a:pt x="311747" y="240734"/>
                  </a:lnTo>
                  <a:lnTo>
                    <a:pt x="314332" y="236111"/>
                  </a:lnTo>
                  <a:lnTo>
                    <a:pt x="316769" y="231409"/>
                  </a:lnTo>
                  <a:lnTo>
                    <a:pt x="319055" y="226633"/>
                  </a:lnTo>
                  <a:lnTo>
                    <a:pt x="321190" y="221786"/>
                  </a:lnTo>
                  <a:lnTo>
                    <a:pt x="323169" y="216874"/>
                  </a:lnTo>
                  <a:lnTo>
                    <a:pt x="324993" y="211902"/>
                  </a:lnTo>
                  <a:lnTo>
                    <a:pt x="326657" y="206874"/>
                  </a:lnTo>
                  <a:lnTo>
                    <a:pt x="328162" y="201797"/>
                  </a:lnTo>
                  <a:lnTo>
                    <a:pt x="329505" y="196674"/>
                  </a:lnTo>
                  <a:lnTo>
                    <a:pt x="330685" y="191511"/>
                  </a:lnTo>
                  <a:lnTo>
                    <a:pt x="331701" y="186313"/>
                  </a:lnTo>
                  <a:lnTo>
                    <a:pt x="332552" y="181086"/>
                  </a:lnTo>
                  <a:lnTo>
                    <a:pt x="333237" y="175835"/>
                  </a:lnTo>
                  <a:lnTo>
                    <a:pt x="333755" y="170564"/>
                  </a:lnTo>
                  <a:lnTo>
                    <a:pt x="334106" y="165280"/>
                  </a:lnTo>
                  <a:lnTo>
                    <a:pt x="334289" y="159987"/>
                  </a:lnTo>
                  <a:lnTo>
                    <a:pt x="334305" y="154692"/>
                  </a:lnTo>
                  <a:lnTo>
                    <a:pt x="334153" y="149398"/>
                  </a:lnTo>
                  <a:lnTo>
                    <a:pt x="333833" y="144112"/>
                  </a:lnTo>
                  <a:lnTo>
                    <a:pt x="333346" y="138838"/>
                  </a:lnTo>
                  <a:lnTo>
                    <a:pt x="332692" y="133583"/>
                  </a:lnTo>
                  <a:lnTo>
                    <a:pt x="331872" y="128351"/>
                  </a:lnTo>
                  <a:lnTo>
                    <a:pt x="330887" y="123147"/>
                  </a:lnTo>
                  <a:lnTo>
                    <a:pt x="329737" y="117978"/>
                  </a:lnTo>
                  <a:lnTo>
                    <a:pt x="328424" y="112847"/>
                  </a:lnTo>
                  <a:lnTo>
                    <a:pt x="326950" y="107761"/>
                  </a:lnTo>
                  <a:lnTo>
                    <a:pt x="325315" y="102723"/>
                  </a:lnTo>
                  <a:lnTo>
                    <a:pt x="323521" y="97741"/>
                  </a:lnTo>
                  <a:lnTo>
                    <a:pt x="321570" y="92817"/>
                  </a:lnTo>
                  <a:lnTo>
                    <a:pt x="319465" y="87958"/>
                  </a:lnTo>
                  <a:lnTo>
                    <a:pt x="317206" y="83168"/>
                  </a:lnTo>
                  <a:lnTo>
                    <a:pt x="314797" y="78451"/>
                  </a:lnTo>
                  <a:lnTo>
                    <a:pt x="312239" y="73814"/>
                  </a:lnTo>
                  <a:lnTo>
                    <a:pt x="309536" y="69260"/>
                  </a:lnTo>
                  <a:lnTo>
                    <a:pt x="306691" y="64793"/>
                  </a:lnTo>
                  <a:lnTo>
                    <a:pt x="303705" y="60420"/>
                  </a:lnTo>
                  <a:lnTo>
                    <a:pt x="300582" y="56142"/>
                  </a:lnTo>
                  <a:lnTo>
                    <a:pt x="297325" y="51966"/>
                  </a:lnTo>
                  <a:lnTo>
                    <a:pt x="293937" y="47896"/>
                  </a:lnTo>
                  <a:lnTo>
                    <a:pt x="290423" y="43934"/>
                  </a:lnTo>
                  <a:lnTo>
                    <a:pt x="286784" y="40086"/>
                  </a:lnTo>
                  <a:lnTo>
                    <a:pt x="283025" y="36355"/>
                  </a:lnTo>
                  <a:lnTo>
                    <a:pt x="279151" y="32745"/>
                  </a:lnTo>
                  <a:lnTo>
                    <a:pt x="275163" y="29260"/>
                  </a:lnTo>
                  <a:lnTo>
                    <a:pt x="271068" y="25902"/>
                  </a:lnTo>
                  <a:lnTo>
                    <a:pt x="266868" y="22676"/>
                  </a:lnTo>
                  <a:lnTo>
                    <a:pt x="262568" y="19585"/>
                  </a:lnTo>
                  <a:lnTo>
                    <a:pt x="258172" y="16631"/>
                  </a:lnTo>
                  <a:lnTo>
                    <a:pt x="253685" y="13819"/>
                  </a:lnTo>
                  <a:lnTo>
                    <a:pt x="249111" y="11149"/>
                  </a:lnTo>
                  <a:lnTo>
                    <a:pt x="244454" y="8626"/>
                  </a:lnTo>
                  <a:lnTo>
                    <a:pt x="239721" y="6252"/>
                  </a:lnTo>
                  <a:lnTo>
                    <a:pt x="234914" y="4029"/>
                  </a:lnTo>
                  <a:lnTo>
                    <a:pt x="230039" y="1959"/>
                  </a:lnTo>
                  <a:lnTo>
                    <a:pt x="167151" y="1568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88720" y="1322571"/>
              <a:ext cx="62887" cy="167167"/>
            </a:xfrm>
            <a:custGeom>
              <a:avLst/>
              <a:pathLst>
                <a:path w="62887" h="167167">
                  <a:moveTo>
                    <a:pt x="62887" y="12280"/>
                  </a:moveTo>
                  <a:lnTo>
                    <a:pt x="57419" y="10170"/>
                  </a:lnTo>
                  <a:lnTo>
                    <a:pt x="51880" y="8254"/>
                  </a:lnTo>
                  <a:lnTo>
                    <a:pt x="46278" y="6533"/>
                  </a:lnTo>
                  <a:lnTo>
                    <a:pt x="40618" y="5009"/>
                  </a:lnTo>
                  <a:lnTo>
                    <a:pt x="34909" y="3685"/>
                  </a:lnTo>
                  <a:lnTo>
                    <a:pt x="29156" y="2562"/>
                  </a:lnTo>
                  <a:lnTo>
                    <a:pt x="23368" y="1641"/>
                  </a:lnTo>
                  <a:lnTo>
                    <a:pt x="17551" y="923"/>
                  </a:lnTo>
                  <a:lnTo>
                    <a:pt x="11713" y="410"/>
                  </a:lnTo>
                  <a:lnTo>
                    <a:pt x="586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9156" y="1681503"/>
              <a:ext cx="7368" cy="167167"/>
            </a:xfrm>
            <a:custGeom>
              <a:avLst/>
              <a:pathLst>
                <a:path w="7368" h="167167">
                  <a:moveTo>
                    <a:pt x="7368" y="0"/>
                  </a:moveTo>
                  <a:lnTo>
                    <a:pt x="0" y="162"/>
                  </a:lnTo>
                  <a:lnTo>
                    <a:pt x="73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9156" y="1681665"/>
              <a:ext cx="7368" cy="167004"/>
            </a:xfrm>
            <a:custGeom>
              <a:avLst/>
              <a:pathLst>
                <a:path w="7368" h="167004">
                  <a:moveTo>
                    <a:pt x="0" y="0"/>
                  </a:moveTo>
                  <a:lnTo>
                    <a:pt x="7368" y="1670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50815" y="1681665"/>
              <a:ext cx="135709" cy="167004"/>
            </a:xfrm>
            <a:custGeom>
              <a:avLst/>
              <a:pathLst>
                <a:path w="135709" h="167004">
                  <a:moveTo>
                    <a:pt x="128341" y="0"/>
                  </a:moveTo>
                  <a:lnTo>
                    <a:pt x="122760" y="339"/>
                  </a:lnTo>
                  <a:lnTo>
                    <a:pt x="117193" y="866"/>
                  </a:lnTo>
                  <a:lnTo>
                    <a:pt x="111647" y="1578"/>
                  </a:lnTo>
                  <a:lnTo>
                    <a:pt x="106128" y="2475"/>
                  </a:lnTo>
                  <a:lnTo>
                    <a:pt x="100642" y="3557"/>
                  </a:lnTo>
                  <a:lnTo>
                    <a:pt x="95195" y="4821"/>
                  </a:lnTo>
                  <a:lnTo>
                    <a:pt x="89793" y="6267"/>
                  </a:lnTo>
                  <a:lnTo>
                    <a:pt x="84443" y="7892"/>
                  </a:lnTo>
                  <a:lnTo>
                    <a:pt x="79150" y="9696"/>
                  </a:lnTo>
                  <a:lnTo>
                    <a:pt x="73921" y="11675"/>
                  </a:lnTo>
                  <a:lnTo>
                    <a:pt x="68761" y="13829"/>
                  </a:lnTo>
                  <a:lnTo>
                    <a:pt x="63675" y="16153"/>
                  </a:lnTo>
                  <a:lnTo>
                    <a:pt x="58670" y="18647"/>
                  </a:lnTo>
                  <a:lnTo>
                    <a:pt x="53752" y="21307"/>
                  </a:lnTo>
                  <a:lnTo>
                    <a:pt x="48925" y="24129"/>
                  </a:lnTo>
                  <a:lnTo>
                    <a:pt x="44195" y="27111"/>
                  </a:lnTo>
                  <a:lnTo>
                    <a:pt x="39567" y="30250"/>
                  </a:lnTo>
                  <a:lnTo>
                    <a:pt x="35048" y="33542"/>
                  </a:lnTo>
                  <a:lnTo>
                    <a:pt x="30640" y="36984"/>
                  </a:lnTo>
                  <a:lnTo>
                    <a:pt x="26351" y="40570"/>
                  </a:lnTo>
                  <a:lnTo>
                    <a:pt x="22183" y="44298"/>
                  </a:lnTo>
                  <a:lnTo>
                    <a:pt x="18143" y="48164"/>
                  </a:lnTo>
                  <a:lnTo>
                    <a:pt x="14234" y="52162"/>
                  </a:lnTo>
                  <a:lnTo>
                    <a:pt x="10461" y="56289"/>
                  </a:lnTo>
                  <a:lnTo>
                    <a:pt x="6828" y="60540"/>
                  </a:lnTo>
                  <a:lnTo>
                    <a:pt x="3340" y="64910"/>
                  </a:lnTo>
                  <a:lnTo>
                    <a:pt x="0" y="69394"/>
                  </a:lnTo>
                  <a:lnTo>
                    <a:pt x="135709" y="1670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19368" y="1681503"/>
              <a:ext cx="334305" cy="334334"/>
            </a:xfrm>
            <a:custGeom>
              <a:avLst/>
              <a:pathLst>
                <a:path w="334305" h="334334">
                  <a:moveTo>
                    <a:pt x="31446" y="69557"/>
                  </a:moveTo>
                  <a:lnTo>
                    <a:pt x="28414" y="73915"/>
                  </a:lnTo>
                  <a:lnTo>
                    <a:pt x="25523" y="78368"/>
                  </a:lnTo>
                  <a:lnTo>
                    <a:pt x="22775" y="82911"/>
                  </a:lnTo>
                  <a:lnTo>
                    <a:pt x="20172" y="87538"/>
                  </a:lnTo>
                  <a:lnTo>
                    <a:pt x="17717" y="92246"/>
                  </a:lnTo>
                  <a:lnTo>
                    <a:pt x="15413" y="97029"/>
                  </a:lnTo>
                  <a:lnTo>
                    <a:pt x="13263" y="101884"/>
                  </a:lnTo>
                  <a:lnTo>
                    <a:pt x="11267" y="106804"/>
                  </a:lnTo>
                  <a:lnTo>
                    <a:pt x="9429" y="111784"/>
                  </a:lnTo>
                  <a:lnTo>
                    <a:pt x="7750" y="116821"/>
                  </a:lnTo>
                  <a:lnTo>
                    <a:pt x="6231" y="121909"/>
                  </a:lnTo>
                  <a:lnTo>
                    <a:pt x="4875" y="127042"/>
                  </a:lnTo>
                  <a:lnTo>
                    <a:pt x="3683" y="132215"/>
                  </a:lnTo>
                  <a:lnTo>
                    <a:pt x="2655" y="137424"/>
                  </a:lnTo>
                  <a:lnTo>
                    <a:pt x="1794" y="142663"/>
                  </a:lnTo>
                  <a:lnTo>
                    <a:pt x="1099" y="147927"/>
                  </a:lnTo>
                  <a:lnTo>
                    <a:pt x="572" y="153210"/>
                  </a:lnTo>
                  <a:lnTo>
                    <a:pt x="213" y="158507"/>
                  </a:lnTo>
                  <a:lnTo>
                    <a:pt x="22" y="163813"/>
                  </a:lnTo>
                  <a:lnTo>
                    <a:pt x="0" y="169122"/>
                  </a:lnTo>
                  <a:lnTo>
                    <a:pt x="146" y="174429"/>
                  </a:lnTo>
                  <a:lnTo>
                    <a:pt x="461" y="179729"/>
                  </a:lnTo>
                  <a:lnTo>
                    <a:pt x="944" y="185016"/>
                  </a:lnTo>
                  <a:lnTo>
                    <a:pt x="1594" y="190286"/>
                  </a:lnTo>
                  <a:lnTo>
                    <a:pt x="2412" y="195531"/>
                  </a:lnTo>
                  <a:lnTo>
                    <a:pt x="3396" y="200749"/>
                  </a:lnTo>
                  <a:lnTo>
                    <a:pt x="4545" y="205932"/>
                  </a:lnTo>
                  <a:lnTo>
                    <a:pt x="5858" y="211077"/>
                  </a:lnTo>
                  <a:lnTo>
                    <a:pt x="7334" y="216177"/>
                  </a:lnTo>
                  <a:lnTo>
                    <a:pt x="8971" y="221227"/>
                  </a:lnTo>
                  <a:lnTo>
                    <a:pt x="10767" y="226223"/>
                  </a:lnTo>
                  <a:lnTo>
                    <a:pt x="12721" y="231160"/>
                  </a:lnTo>
                  <a:lnTo>
                    <a:pt x="14832" y="236032"/>
                  </a:lnTo>
                  <a:lnTo>
                    <a:pt x="17095" y="240834"/>
                  </a:lnTo>
                  <a:lnTo>
                    <a:pt x="19510" y="245562"/>
                  </a:lnTo>
                  <a:lnTo>
                    <a:pt x="22074" y="250211"/>
                  </a:lnTo>
                  <a:lnTo>
                    <a:pt x="24785" y="254777"/>
                  </a:lnTo>
                  <a:lnTo>
                    <a:pt x="27639" y="259254"/>
                  </a:lnTo>
                  <a:lnTo>
                    <a:pt x="30633" y="263638"/>
                  </a:lnTo>
                  <a:lnTo>
                    <a:pt x="33766" y="267925"/>
                  </a:lnTo>
                  <a:lnTo>
                    <a:pt x="37033" y="272110"/>
                  </a:lnTo>
                  <a:lnTo>
                    <a:pt x="40431" y="276189"/>
                  </a:lnTo>
                  <a:lnTo>
                    <a:pt x="43957" y="280158"/>
                  </a:lnTo>
                  <a:lnTo>
                    <a:pt x="47607" y="284014"/>
                  </a:lnTo>
                  <a:lnTo>
                    <a:pt x="51378" y="287751"/>
                  </a:lnTo>
                  <a:lnTo>
                    <a:pt x="55266" y="291367"/>
                  </a:lnTo>
                  <a:lnTo>
                    <a:pt x="59266" y="294857"/>
                  </a:lnTo>
                  <a:lnTo>
                    <a:pt x="63376" y="298219"/>
                  </a:lnTo>
                  <a:lnTo>
                    <a:pt x="67590" y="301449"/>
                  </a:lnTo>
                  <a:lnTo>
                    <a:pt x="71904" y="304543"/>
                  </a:lnTo>
                  <a:lnTo>
                    <a:pt x="76315" y="307498"/>
                  </a:lnTo>
                  <a:lnTo>
                    <a:pt x="80817" y="310312"/>
                  </a:lnTo>
                  <a:lnTo>
                    <a:pt x="85406" y="312982"/>
                  </a:lnTo>
                  <a:lnTo>
                    <a:pt x="90078" y="315504"/>
                  </a:lnTo>
                  <a:lnTo>
                    <a:pt x="94827" y="317877"/>
                  </a:lnTo>
                  <a:lnTo>
                    <a:pt x="99650" y="320098"/>
                  </a:lnTo>
                  <a:lnTo>
                    <a:pt x="104540" y="322165"/>
                  </a:lnTo>
                  <a:lnTo>
                    <a:pt x="109494" y="324075"/>
                  </a:lnTo>
                  <a:lnTo>
                    <a:pt x="114506" y="325827"/>
                  </a:lnTo>
                  <a:lnTo>
                    <a:pt x="119571" y="327419"/>
                  </a:lnTo>
                  <a:lnTo>
                    <a:pt x="124684" y="328849"/>
                  </a:lnTo>
                  <a:lnTo>
                    <a:pt x="129840" y="330116"/>
                  </a:lnTo>
                  <a:lnTo>
                    <a:pt x="135033" y="331219"/>
                  </a:lnTo>
                  <a:lnTo>
                    <a:pt x="140259" y="332156"/>
                  </a:lnTo>
                  <a:lnTo>
                    <a:pt x="145512" y="332927"/>
                  </a:lnTo>
                  <a:lnTo>
                    <a:pt x="150787" y="333531"/>
                  </a:lnTo>
                  <a:lnTo>
                    <a:pt x="156078" y="333967"/>
                  </a:lnTo>
                  <a:lnTo>
                    <a:pt x="161381" y="334235"/>
                  </a:lnTo>
                  <a:lnTo>
                    <a:pt x="166689" y="334334"/>
                  </a:lnTo>
                  <a:lnTo>
                    <a:pt x="171998" y="334264"/>
                  </a:lnTo>
                  <a:lnTo>
                    <a:pt x="177302" y="334026"/>
                  </a:lnTo>
                  <a:lnTo>
                    <a:pt x="182595" y="333620"/>
                  </a:lnTo>
                  <a:lnTo>
                    <a:pt x="187874" y="333046"/>
                  </a:lnTo>
                  <a:lnTo>
                    <a:pt x="193131" y="332304"/>
                  </a:lnTo>
                  <a:lnTo>
                    <a:pt x="198362" y="331396"/>
                  </a:lnTo>
                  <a:lnTo>
                    <a:pt x="203561" y="330322"/>
                  </a:lnTo>
                  <a:lnTo>
                    <a:pt x="208724" y="329084"/>
                  </a:lnTo>
                  <a:lnTo>
                    <a:pt x="213845" y="327682"/>
                  </a:lnTo>
                  <a:lnTo>
                    <a:pt x="218919" y="326118"/>
                  </a:lnTo>
                  <a:lnTo>
                    <a:pt x="223940" y="324394"/>
                  </a:lnTo>
                  <a:lnTo>
                    <a:pt x="228905" y="322512"/>
                  </a:lnTo>
                  <a:lnTo>
                    <a:pt x="233807" y="320472"/>
                  </a:lnTo>
                  <a:lnTo>
                    <a:pt x="238641" y="318279"/>
                  </a:lnTo>
                  <a:lnTo>
                    <a:pt x="243404" y="315932"/>
                  </a:lnTo>
                  <a:lnTo>
                    <a:pt x="248090" y="313436"/>
                  </a:lnTo>
                  <a:lnTo>
                    <a:pt x="252694" y="310792"/>
                  </a:lnTo>
                  <a:lnTo>
                    <a:pt x="257212" y="308003"/>
                  </a:lnTo>
                  <a:lnTo>
                    <a:pt x="261639" y="305072"/>
                  </a:lnTo>
                  <a:lnTo>
                    <a:pt x="265970" y="302002"/>
                  </a:lnTo>
                  <a:lnTo>
                    <a:pt x="270202" y="298796"/>
                  </a:lnTo>
                  <a:lnTo>
                    <a:pt x="274330" y="295458"/>
                  </a:lnTo>
                  <a:lnTo>
                    <a:pt x="278350" y="291989"/>
                  </a:lnTo>
                  <a:lnTo>
                    <a:pt x="282258" y="288395"/>
                  </a:lnTo>
                  <a:lnTo>
                    <a:pt x="286050" y="284679"/>
                  </a:lnTo>
                  <a:lnTo>
                    <a:pt x="289722" y="280844"/>
                  </a:lnTo>
                  <a:lnTo>
                    <a:pt x="293270" y="276894"/>
                  </a:lnTo>
                  <a:lnTo>
                    <a:pt x="296691" y="272834"/>
                  </a:lnTo>
                  <a:lnTo>
                    <a:pt x="299981" y="268667"/>
                  </a:lnTo>
                  <a:lnTo>
                    <a:pt x="303137" y="264398"/>
                  </a:lnTo>
                  <a:lnTo>
                    <a:pt x="306156" y="260031"/>
                  </a:lnTo>
                  <a:lnTo>
                    <a:pt x="309035" y="255570"/>
                  </a:lnTo>
                  <a:lnTo>
                    <a:pt x="311771" y="251020"/>
                  </a:lnTo>
                  <a:lnTo>
                    <a:pt x="314361" y="246385"/>
                  </a:lnTo>
                  <a:lnTo>
                    <a:pt x="316802" y="241670"/>
                  </a:lnTo>
                  <a:lnTo>
                    <a:pt x="319093" y="236881"/>
                  </a:lnTo>
                  <a:lnTo>
                    <a:pt x="321230" y="232021"/>
                  </a:lnTo>
                  <a:lnTo>
                    <a:pt x="323212" y="227095"/>
                  </a:lnTo>
                  <a:lnTo>
                    <a:pt x="325036" y="222109"/>
                  </a:lnTo>
                  <a:lnTo>
                    <a:pt x="326701" y="217068"/>
                  </a:lnTo>
                  <a:lnTo>
                    <a:pt x="328206" y="211976"/>
                  </a:lnTo>
                  <a:lnTo>
                    <a:pt x="329547" y="206839"/>
                  </a:lnTo>
                  <a:lnTo>
                    <a:pt x="330725" y="201662"/>
                  </a:lnTo>
                  <a:lnTo>
                    <a:pt x="331738" y="196450"/>
                  </a:lnTo>
                  <a:lnTo>
                    <a:pt x="332585" y="191209"/>
                  </a:lnTo>
                  <a:lnTo>
                    <a:pt x="333265" y="185944"/>
                  </a:lnTo>
                  <a:lnTo>
                    <a:pt x="333778" y="180659"/>
                  </a:lnTo>
                  <a:lnTo>
                    <a:pt x="334122" y="175361"/>
                  </a:lnTo>
                  <a:lnTo>
                    <a:pt x="334298" y="170055"/>
                  </a:lnTo>
                  <a:lnTo>
                    <a:pt x="334305" y="164746"/>
                  </a:lnTo>
                  <a:lnTo>
                    <a:pt x="334144" y="159439"/>
                  </a:lnTo>
                  <a:lnTo>
                    <a:pt x="333815" y="154140"/>
                  </a:lnTo>
                  <a:lnTo>
                    <a:pt x="333317" y="148854"/>
                  </a:lnTo>
                  <a:lnTo>
                    <a:pt x="332651" y="143586"/>
                  </a:lnTo>
                  <a:lnTo>
                    <a:pt x="331819" y="138343"/>
                  </a:lnTo>
                  <a:lnTo>
                    <a:pt x="330821" y="133128"/>
                  </a:lnTo>
                  <a:lnTo>
                    <a:pt x="329657" y="127948"/>
                  </a:lnTo>
                  <a:lnTo>
                    <a:pt x="328330" y="122807"/>
                  </a:lnTo>
                  <a:lnTo>
                    <a:pt x="326840" y="117712"/>
                  </a:lnTo>
                  <a:lnTo>
                    <a:pt x="325189" y="112666"/>
                  </a:lnTo>
                  <a:lnTo>
                    <a:pt x="323378" y="107674"/>
                  </a:lnTo>
                  <a:lnTo>
                    <a:pt x="321410" y="102743"/>
                  </a:lnTo>
                  <a:lnTo>
                    <a:pt x="319287" y="97877"/>
                  </a:lnTo>
                  <a:lnTo>
                    <a:pt x="317010" y="93081"/>
                  </a:lnTo>
                  <a:lnTo>
                    <a:pt x="314581" y="88360"/>
                  </a:lnTo>
                  <a:lnTo>
                    <a:pt x="312004" y="83718"/>
                  </a:lnTo>
                  <a:lnTo>
                    <a:pt x="309281" y="79160"/>
                  </a:lnTo>
                  <a:lnTo>
                    <a:pt x="306415" y="74691"/>
                  </a:lnTo>
                  <a:lnTo>
                    <a:pt x="303408" y="70315"/>
                  </a:lnTo>
                  <a:lnTo>
                    <a:pt x="300264" y="66037"/>
                  </a:lnTo>
                  <a:lnTo>
                    <a:pt x="296985" y="61861"/>
                  </a:lnTo>
                  <a:lnTo>
                    <a:pt x="293576" y="57792"/>
                  </a:lnTo>
                  <a:lnTo>
                    <a:pt x="290038" y="53832"/>
                  </a:lnTo>
                  <a:lnTo>
                    <a:pt x="286377" y="49987"/>
                  </a:lnTo>
                  <a:lnTo>
                    <a:pt x="282596" y="46260"/>
                  </a:lnTo>
                  <a:lnTo>
                    <a:pt x="278698" y="42655"/>
                  </a:lnTo>
                  <a:lnTo>
                    <a:pt x="274688" y="39176"/>
                  </a:lnTo>
                  <a:lnTo>
                    <a:pt x="270569" y="35826"/>
                  </a:lnTo>
                  <a:lnTo>
                    <a:pt x="266346" y="32608"/>
                  </a:lnTo>
                  <a:lnTo>
                    <a:pt x="262023" y="29526"/>
                  </a:lnTo>
                  <a:lnTo>
                    <a:pt x="257604" y="26583"/>
                  </a:lnTo>
                  <a:lnTo>
                    <a:pt x="253094" y="23781"/>
                  </a:lnTo>
                  <a:lnTo>
                    <a:pt x="248498" y="21124"/>
                  </a:lnTo>
                  <a:lnTo>
                    <a:pt x="243819" y="18615"/>
                  </a:lnTo>
                  <a:lnTo>
                    <a:pt x="239063" y="16255"/>
                  </a:lnTo>
                  <a:lnTo>
                    <a:pt x="234234" y="14048"/>
                  </a:lnTo>
                  <a:lnTo>
                    <a:pt x="229338" y="11995"/>
                  </a:lnTo>
                  <a:lnTo>
                    <a:pt x="224379" y="10099"/>
                  </a:lnTo>
                  <a:lnTo>
                    <a:pt x="219362" y="8361"/>
                  </a:lnTo>
                  <a:lnTo>
                    <a:pt x="214293" y="6783"/>
                  </a:lnTo>
                  <a:lnTo>
                    <a:pt x="209176" y="5367"/>
                  </a:lnTo>
                  <a:lnTo>
                    <a:pt x="204016" y="4114"/>
                  </a:lnTo>
                  <a:lnTo>
                    <a:pt x="198820" y="3026"/>
                  </a:lnTo>
                  <a:lnTo>
                    <a:pt x="193591" y="2103"/>
                  </a:lnTo>
                  <a:lnTo>
                    <a:pt x="188336" y="1347"/>
                  </a:lnTo>
                  <a:lnTo>
                    <a:pt x="183060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8838" y="2126963"/>
              <a:ext cx="22449" cy="167167"/>
            </a:xfrm>
            <a:custGeom>
              <a:avLst/>
              <a:pathLst>
                <a:path w="22449" h="167167">
                  <a:moveTo>
                    <a:pt x="22449" y="0"/>
                  </a:moveTo>
                  <a:lnTo>
                    <a:pt x="14946" y="168"/>
                  </a:lnTo>
                  <a:lnTo>
                    <a:pt x="7457" y="673"/>
                  </a:lnTo>
                  <a:lnTo>
                    <a:pt x="0" y="1514"/>
                  </a:lnTo>
                  <a:lnTo>
                    <a:pt x="2244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8838" y="2128477"/>
              <a:ext cx="22449" cy="165653"/>
            </a:xfrm>
            <a:custGeom>
              <a:avLst/>
              <a:pathLst>
                <a:path w="22449" h="165653">
                  <a:moveTo>
                    <a:pt x="0" y="0"/>
                  </a:moveTo>
                  <a:lnTo>
                    <a:pt x="22449" y="165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14136" y="2127510"/>
              <a:ext cx="334316" cy="333786"/>
            </a:xfrm>
            <a:custGeom>
              <a:avLst/>
              <a:pathLst>
                <a:path w="334316" h="333786">
                  <a:moveTo>
                    <a:pt x="144701" y="967"/>
                  </a:moveTo>
                  <a:lnTo>
                    <a:pt x="139478" y="1759"/>
                  </a:lnTo>
                  <a:lnTo>
                    <a:pt x="134283" y="2715"/>
                  </a:lnTo>
                  <a:lnTo>
                    <a:pt x="129121" y="3836"/>
                  </a:lnTo>
                  <a:lnTo>
                    <a:pt x="123996" y="5119"/>
                  </a:lnTo>
                  <a:lnTo>
                    <a:pt x="118915" y="6563"/>
                  </a:lnTo>
                  <a:lnTo>
                    <a:pt x="113882" y="8167"/>
                  </a:lnTo>
                  <a:lnTo>
                    <a:pt x="108902" y="9929"/>
                  </a:lnTo>
                  <a:lnTo>
                    <a:pt x="103980" y="11848"/>
                  </a:lnTo>
                  <a:lnTo>
                    <a:pt x="99121" y="13921"/>
                  </a:lnTo>
                  <a:lnTo>
                    <a:pt x="94330" y="16147"/>
                  </a:lnTo>
                  <a:lnTo>
                    <a:pt x="89612" y="18523"/>
                  </a:lnTo>
                  <a:lnTo>
                    <a:pt x="84971" y="21047"/>
                  </a:lnTo>
                  <a:lnTo>
                    <a:pt x="80413" y="23716"/>
                  </a:lnTo>
                  <a:lnTo>
                    <a:pt x="75941" y="26528"/>
                  </a:lnTo>
                  <a:lnTo>
                    <a:pt x="71560" y="29480"/>
                  </a:lnTo>
                  <a:lnTo>
                    <a:pt x="67275" y="32569"/>
                  </a:lnTo>
                  <a:lnTo>
                    <a:pt x="63089" y="35791"/>
                  </a:lnTo>
                  <a:lnTo>
                    <a:pt x="59007" y="39145"/>
                  </a:lnTo>
                  <a:lnTo>
                    <a:pt x="55033" y="42625"/>
                  </a:lnTo>
                  <a:lnTo>
                    <a:pt x="51171" y="46230"/>
                  </a:lnTo>
                  <a:lnTo>
                    <a:pt x="47425" y="49954"/>
                  </a:lnTo>
                  <a:lnTo>
                    <a:pt x="43799" y="53796"/>
                  </a:lnTo>
                  <a:lnTo>
                    <a:pt x="40296" y="57749"/>
                  </a:lnTo>
                  <a:lnTo>
                    <a:pt x="36919" y="61812"/>
                  </a:lnTo>
                  <a:lnTo>
                    <a:pt x="33672" y="65979"/>
                  </a:lnTo>
                  <a:lnTo>
                    <a:pt x="30559" y="70247"/>
                  </a:lnTo>
                  <a:lnTo>
                    <a:pt x="27582" y="74611"/>
                  </a:lnTo>
                  <a:lnTo>
                    <a:pt x="24745" y="79067"/>
                  </a:lnTo>
                  <a:lnTo>
                    <a:pt x="22050" y="83610"/>
                  </a:lnTo>
                  <a:lnTo>
                    <a:pt x="19499" y="88236"/>
                  </a:lnTo>
                  <a:lnTo>
                    <a:pt x="17096" y="92941"/>
                  </a:lnTo>
                  <a:lnTo>
                    <a:pt x="14843" y="97719"/>
                  </a:lnTo>
                  <a:lnTo>
                    <a:pt x="12742" y="102565"/>
                  </a:lnTo>
                  <a:lnTo>
                    <a:pt x="10795" y="107476"/>
                  </a:lnTo>
                  <a:lnTo>
                    <a:pt x="9005" y="112446"/>
                  </a:lnTo>
                  <a:lnTo>
                    <a:pt x="7372" y="117470"/>
                  </a:lnTo>
                  <a:lnTo>
                    <a:pt x="5899" y="122543"/>
                  </a:lnTo>
                  <a:lnTo>
                    <a:pt x="4586" y="127660"/>
                  </a:lnTo>
                  <a:lnTo>
                    <a:pt x="3437" y="132816"/>
                  </a:lnTo>
                  <a:lnTo>
                    <a:pt x="2450" y="138006"/>
                  </a:lnTo>
                  <a:lnTo>
                    <a:pt x="1628" y="143224"/>
                  </a:lnTo>
                  <a:lnTo>
                    <a:pt x="972" y="148465"/>
                  </a:lnTo>
                  <a:lnTo>
                    <a:pt x="481" y="153725"/>
                  </a:lnTo>
                  <a:lnTo>
                    <a:pt x="157" y="158998"/>
                  </a:lnTo>
                  <a:lnTo>
                    <a:pt x="0" y="164278"/>
                  </a:lnTo>
                  <a:lnTo>
                    <a:pt x="9" y="169561"/>
                  </a:lnTo>
                  <a:lnTo>
                    <a:pt x="185" y="174840"/>
                  </a:lnTo>
                  <a:lnTo>
                    <a:pt x="528" y="180112"/>
                  </a:lnTo>
                  <a:lnTo>
                    <a:pt x="1038" y="185370"/>
                  </a:lnTo>
                  <a:lnTo>
                    <a:pt x="1713" y="190609"/>
                  </a:lnTo>
                  <a:lnTo>
                    <a:pt x="2554" y="195824"/>
                  </a:lnTo>
                  <a:lnTo>
                    <a:pt x="3559" y="201010"/>
                  </a:lnTo>
                  <a:lnTo>
                    <a:pt x="4727" y="206162"/>
                  </a:lnTo>
                  <a:lnTo>
                    <a:pt x="6058" y="211274"/>
                  </a:lnTo>
                  <a:lnTo>
                    <a:pt x="7549" y="216342"/>
                  </a:lnTo>
                  <a:lnTo>
                    <a:pt x="9200" y="221360"/>
                  </a:lnTo>
                  <a:lnTo>
                    <a:pt x="11008" y="226324"/>
                  </a:lnTo>
                  <a:lnTo>
                    <a:pt x="12973" y="231227"/>
                  </a:lnTo>
                  <a:lnTo>
                    <a:pt x="15091" y="236067"/>
                  </a:lnTo>
                  <a:lnTo>
                    <a:pt x="17361" y="240836"/>
                  </a:lnTo>
                  <a:lnTo>
                    <a:pt x="19781" y="245532"/>
                  </a:lnTo>
                  <a:lnTo>
                    <a:pt x="22348" y="250149"/>
                  </a:lnTo>
                  <a:lnTo>
                    <a:pt x="25059" y="254683"/>
                  </a:lnTo>
                  <a:lnTo>
                    <a:pt x="27913" y="259128"/>
                  </a:lnTo>
                  <a:lnTo>
                    <a:pt x="30905" y="263482"/>
                  </a:lnTo>
                  <a:lnTo>
                    <a:pt x="34034" y="267738"/>
                  </a:lnTo>
                  <a:lnTo>
                    <a:pt x="37295" y="271894"/>
                  </a:lnTo>
                  <a:lnTo>
                    <a:pt x="40686" y="275944"/>
                  </a:lnTo>
                  <a:lnTo>
                    <a:pt x="44204" y="279885"/>
                  </a:lnTo>
                  <a:lnTo>
                    <a:pt x="47844" y="283714"/>
                  </a:lnTo>
                  <a:lnTo>
                    <a:pt x="51603" y="287425"/>
                  </a:lnTo>
                  <a:lnTo>
                    <a:pt x="55478" y="291015"/>
                  </a:lnTo>
                  <a:lnTo>
                    <a:pt x="59464" y="294482"/>
                  </a:lnTo>
                  <a:lnTo>
                    <a:pt x="63558" y="297820"/>
                  </a:lnTo>
                  <a:lnTo>
                    <a:pt x="67755" y="301028"/>
                  </a:lnTo>
                  <a:lnTo>
                    <a:pt x="72052" y="304102"/>
                  </a:lnTo>
                  <a:lnTo>
                    <a:pt x="76443" y="307038"/>
                  </a:lnTo>
                  <a:lnTo>
                    <a:pt x="80925" y="309834"/>
                  </a:lnTo>
                  <a:lnTo>
                    <a:pt x="85493" y="312487"/>
                  </a:lnTo>
                  <a:lnTo>
                    <a:pt x="90143" y="314994"/>
                  </a:lnTo>
                  <a:lnTo>
                    <a:pt x="94870" y="317353"/>
                  </a:lnTo>
                  <a:lnTo>
                    <a:pt x="99668" y="319562"/>
                  </a:lnTo>
                  <a:lnTo>
                    <a:pt x="104535" y="321617"/>
                  </a:lnTo>
                  <a:lnTo>
                    <a:pt x="109463" y="323518"/>
                  </a:lnTo>
                  <a:lnTo>
                    <a:pt x="114450" y="325263"/>
                  </a:lnTo>
                  <a:lnTo>
                    <a:pt x="119488" y="326849"/>
                  </a:lnTo>
                  <a:lnTo>
                    <a:pt x="124575" y="328275"/>
                  </a:lnTo>
                  <a:lnTo>
                    <a:pt x="129704" y="329539"/>
                  </a:lnTo>
                  <a:lnTo>
                    <a:pt x="134870" y="330641"/>
                  </a:lnTo>
                  <a:lnTo>
                    <a:pt x="140069" y="331579"/>
                  </a:lnTo>
                  <a:lnTo>
                    <a:pt x="145295" y="332353"/>
                  </a:lnTo>
                  <a:lnTo>
                    <a:pt x="150542" y="332960"/>
                  </a:lnTo>
                  <a:lnTo>
                    <a:pt x="155806" y="333402"/>
                  </a:lnTo>
                  <a:lnTo>
                    <a:pt x="161082" y="333677"/>
                  </a:lnTo>
                  <a:lnTo>
                    <a:pt x="166363" y="333786"/>
                  </a:lnTo>
                  <a:lnTo>
                    <a:pt x="171645" y="333727"/>
                  </a:lnTo>
                  <a:lnTo>
                    <a:pt x="176923" y="333502"/>
                  </a:lnTo>
                  <a:lnTo>
                    <a:pt x="182191" y="333109"/>
                  </a:lnTo>
                  <a:lnTo>
                    <a:pt x="187444" y="332551"/>
                  </a:lnTo>
                  <a:lnTo>
                    <a:pt x="192677" y="331827"/>
                  </a:lnTo>
                  <a:lnTo>
                    <a:pt x="197884" y="330938"/>
                  </a:lnTo>
                  <a:lnTo>
                    <a:pt x="203061" y="329885"/>
                  </a:lnTo>
                  <a:lnTo>
                    <a:pt x="208201" y="328669"/>
                  </a:lnTo>
                  <a:lnTo>
                    <a:pt x="213301" y="327291"/>
                  </a:lnTo>
                  <a:lnTo>
                    <a:pt x="218355" y="325752"/>
                  </a:lnTo>
                  <a:lnTo>
                    <a:pt x="223357" y="324055"/>
                  </a:lnTo>
                  <a:lnTo>
                    <a:pt x="228304" y="322200"/>
                  </a:lnTo>
                  <a:lnTo>
                    <a:pt x="233189" y="320190"/>
                  </a:lnTo>
                  <a:lnTo>
                    <a:pt x="238008" y="318027"/>
                  </a:lnTo>
                  <a:lnTo>
                    <a:pt x="242757" y="315713"/>
                  </a:lnTo>
                  <a:lnTo>
                    <a:pt x="247430" y="313249"/>
                  </a:lnTo>
                  <a:lnTo>
                    <a:pt x="252023" y="310640"/>
                  </a:lnTo>
                  <a:lnTo>
                    <a:pt x="256531" y="307886"/>
                  </a:lnTo>
                  <a:lnTo>
                    <a:pt x="260950" y="304991"/>
                  </a:lnTo>
                  <a:lnTo>
                    <a:pt x="265275" y="301959"/>
                  </a:lnTo>
                  <a:lnTo>
                    <a:pt x="269502" y="298791"/>
                  </a:lnTo>
                  <a:lnTo>
                    <a:pt x="273627" y="295491"/>
                  </a:lnTo>
                  <a:lnTo>
                    <a:pt x="277646" y="292062"/>
                  </a:lnTo>
                  <a:lnTo>
                    <a:pt x="281554" y="288508"/>
                  </a:lnTo>
                  <a:lnTo>
                    <a:pt x="285349" y="284832"/>
                  </a:lnTo>
                  <a:lnTo>
                    <a:pt x="289025" y="281039"/>
                  </a:lnTo>
                  <a:lnTo>
                    <a:pt x="292579" y="277131"/>
                  </a:lnTo>
                  <a:lnTo>
                    <a:pt x="296008" y="273112"/>
                  </a:lnTo>
                  <a:lnTo>
                    <a:pt x="299309" y="268988"/>
                  </a:lnTo>
                  <a:lnTo>
                    <a:pt x="302477" y="264761"/>
                  </a:lnTo>
                  <a:lnTo>
                    <a:pt x="305511" y="260436"/>
                  </a:lnTo>
                  <a:lnTo>
                    <a:pt x="308406" y="256017"/>
                  </a:lnTo>
                  <a:lnTo>
                    <a:pt x="311160" y="251510"/>
                  </a:lnTo>
                  <a:lnTo>
                    <a:pt x="313770" y="246917"/>
                  </a:lnTo>
                  <a:lnTo>
                    <a:pt x="316234" y="242244"/>
                  </a:lnTo>
                  <a:lnTo>
                    <a:pt x="318549" y="237496"/>
                  </a:lnTo>
                  <a:lnTo>
                    <a:pt x="320713" y="232677"/>
                  </a:lnTo>
                  <a:lnTo>
                    <a:pt x="322724" y="227792"/>
                  </a:lnTo>
                  <a:lnTo>
                    <a:pt x="324579" y="222846"/>
                  </a:lnTo>
                  <a:lnTo>
                    <a:pt x="326277" y="217843"/>
                  </a:lnTo>
                  <a:lnTo>
                    <a:pt x="327816" y="212790"/>
                  </a:lnTo>
                  <a:lnTo>
                    <a:pt x="329194" y="207690"/>
                  </a:lnTo>
                  <a:lnTo>
                    <a:pt x="330411" y="202550"/>
                  </a:lnTo>
                  <a:lnTo>
                    <a:pt x="331465" y="197374"/>
                  </a:lnTo>
                  <a:lnTo>
                    <a:pt x="332354" y="192166"/>
                  </a:lnTo>
                  <a:lnTo>
                    <a:pt x="333079" y="186934"/>
                  </a:lnTo>
                  <a:lnTo>
                    <a:pt x="333638" y="181681"/>
                  </a:lnTo>
                  <a:lnTo>
                    <a:pt x="334031" y="176413"/>
                  </a:lnTo>
                  <a:lnTo>
                    <a:pt x="334257" y="171135"/>
                  </a:lnTo>
                  <a:lnTo>
                    <a:pt x="334316" y="165853"/>
                  </a:lnTo>
                  <a:lnTo>
                    <a:pt x="334209" y="160571"/>
                  </a:lnTo>
                  <a:lnTo>
                    <a:pt x="333934" y="155296"/>
                  </a:lnTo>
                  <a:lnTo>
                    <a:pt x="333493" y="150032"/>
                  </a:lnTo>
                  <a:lnTo>
                    <a:pt x="332886" y="144784"/>
                  </a:lnTo>
                  <a:lnTo>
                    <a:pt x="332113" y="139558"/>
                  </a:lnTo>
                  <a:lnTo>
                    <a:pt x="331176" y="134360"/>
                  </a:lnTo>
                  <a:lnTo>
                    <a:pt x="330074" y="129193"/>
                  </a:lnTo>
                  <a:lnTo>
                    <a:pt x="328810" y="124064"/>
                  </a:lnTo>
                  <a:lnTo>
                    <a:pt x="327385" y="118977"/>
                  </a:lnTo>
                  <a:lnTo>
                    <a:pt x="325800" y="113938"/>
                  </a:lnTo>
                  <a:lnTo>
                    <a:pt x="324056" y="108952"/>
                  </a:lnTo>
                  <a:lnTo>
                    <a:pt x="322156" y="104023"/>
                  </a:lnTo>
                  <a:lnTo>
                    <a:pt x="320100" y="99156"/>
                  </a:lnTo>
                  <a:lnTo>
                    <a:pt x="317892" y="94357"/>
                  </a:lnTo>
                  <a:lnTo>
                    <a:pt x="315534" y="89631"/>
                  </a:lnTo>
                  <a:lnTo>
                    <a:pt x="313027" y="84981"/>
                  </a:lnTo>
                  <a:lnTo>
                    <a:pt x="310375" y="80412"/>
                  </a:lnTo>
                  <a:lnTo>
                    <a:pt x="307579" y="75930"/>
                  </a:lnTo>
                  <a:lnTo>
                    <a:pt x="304644" y="71538"/>
                  </a:lnTo>
                  <a:lnTo>
                    <a:pt x="301571" y="67241"/>
                  </a:lnTo>
                  <a:lnTo>
                    <a:pt x="298364" y="63043"/>
                  </a:lnTo>
                  <a:lnTo>
                    <a:pt x="295025" y="58949"/>
                  </a:lnTo>
                  <a:lnTo>
                    <a:pt x="291560" y="54963"/>
                  </a:lnTo>
                  <a:lnTo>
                    <a:pt x="287969" y="51087"/>
                  </a:lnTo>
                  <a:lnTo>
                    <a:pt x="284259" y="47328"/>
                  </a:lnTo>
                  <a:lnTo>
                    <a:pt x="280431" y="43687"/>
                  </a:lnTo>
                  <a:lnTo>
                    <a:pt x="276490" y="40169"/>
                  </a:lnTo>
                  <a:lnTo>
                    <a:pt x="272440" y="36778"/>
                  </a:lnTo>
                  <a:lnTo>
                    <a:pt x="268285" y="33516"/>
                  </a:lnTo>
                  <a:lnTo>
                    <a:pt x="264029" y="30386"/>
                  </a:lnTo>
                  <a:lnTo>
                    <a:pt x="259676" y="27393"/>
                  </a:lnTo>
                  <a:lnTo>
                    <a:pt x="255231" y="24540"/>
                  </a:lnTo>
                  <a:lnTo>
                    <a:pt x="250697" y="21827"/>
                  </a:lnTo>
                  <a:lnTo>
                    <a:pt x="246081" y="19260"/>
                  </a:lnTo>
                  <a:lnTo>
                    <a:pt x="241385" y="16840"/>
                  </a:lnTo>
                  <a:lnTo>
                    <a:pt x="236616" y="14569"/>
                  </a:lnTo>
                  <a:lnTo>
                    <a:pt x="231777" y="12450"/>
                  </a:lnTo>
                  <a:lnTo>
                    <a:pt x="226873" y="10485"/>
                  </a:lnTo>
                  <a:lnTo>
                    <a:pt x="221910" y="8676"/>
                  </a:lnTo>
                  <a:lnTo>
                    <a:pt x="216892" y="7024"/>
                  </a:lnTo>
                  <a:lnTo>
                    <a:pt x="211824" y="5532"/>
                  </a:lnTo>
                  <a:lnTo>
                    <a:pt x="206712" y="4201"/>
                  </a:lnTo>
                  <a:lnTo>
                    <a:pt x="201561" y="3032"/>
                  </a:lnTo>
                  <a:lnTo>
                    <a:pt x="196375" y="2027"/>
                  </a:lnTo>
                  <a:lnTo>
                    <a:pt x="191160" y="1186"/>
                  </a:lnTo>
                  <a:lnTo>
                    <a:pt x="185920" y="510"/>
                  </a:lnTo>
                  <a:lnTo>
                    <a:pt x="180662" y="0"/>
                  </a:lnTo>
                  <a:lnTo>
                    <a:pt x="167151" y="1666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81287" y="2126963"/>
              <a:ext cx="13511" cy="167167"/>
            </a:xfrm>
            <a:custGeom>
              <a:avLst/>
              <a:pathLst>
                <a:path w="13511" h="167167">
                  <a:moveTo>
                    <a:pt x="13511" y="5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6820" y="2633064"/>
              <a:ext cx="3928" cy="167167"/>
            </a:xfrm>
            <a:custGeom>
              <a:avLst/>
              <a:pathLst>
                <a:path w="3928" h="167167">
                  <a:moveTo>
                    <a:pt x="3928" y="0"/>
                  </a:moveTo>
                  <a:lnTo>
                    <a:pt x="0" y="46"/>
                  </a:lnTo>
                  <a:lnTo>
                    <a:pt x="39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820" y="2633110"/>
              <a:ext cx="3928" cy="167121"/>
            </a:xfrm>
            <a:custGeom>
              <a:avLst/>
              <a:pathLst>
                <a:path w="3928" h="167121">
                  <a:moveTo>
                    <a:pt x="0" y="0"/>
                  </a:moveTo>
                  <a:lnTo>
                    <a:pt x="3928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423581" y="2633110"/>
              <a:ext cx="334318" cy="334282"/>
            </a:xfrm>
            <a:custGeom>
              <a:avLst/>
              <a:pathLst>
                <a:path w="334318" h="334282">
                  <a:moveTo>
                    <a:pt x="163239" y="0"/>
                  </a:moveTo>
                  <a:lnTo>
                    <a:pt x="157963" y="207"/>
                  </a:lnTo>
                  <a:lnTo>
                    <a:pt x="152696" y="581"/>
                  </a:lnTo>
                  <a:lnTo>
                    <a:pt x="147444" y="1121"/>
                  </a:lnTo>
                  <a:lnTo>
                    <a:pt x="142212" y="1827"/>
                  </a:lnTo>
                  <a:lnTo>
                    <a:pt x="137004" y="2697"/>
                  </a:lnTo>
                  <a:lnTo>
                    <a:pt x="131826" y="3732"/>
                  </a:lnTo>
                  <a:lnTo>
                    <a:pt x="126684" y="4929"/>
                  </a:lnTo>
                  <a:lnTo>
                    <a:pt x="121582" y="6289"/>
                  </a:lnTo>
                  <a:lnTo>
                    <a:pt x="116526" y="7808"/>
                  </a:lnTo>
                  <a:lnTo>
                    <a:pt x="111520" y="9487"/>
                  </a:lnTo>
                  <a:lnTo>
                    <a:pt x="106569" y="11323"/>
                  </a:lnTo>
                  <a:lnTo>
                    <a:pt x="101680" y="13315"/>
                  </a:lnTo>
                  <a:lnTo>
                    <a:pt x="96855" y="15459"/>
                  </a:lnTo>
                  <a:lnTo>
                    <a:pt x="92100" y="17756"/>
                  </a:lnTo>
                  <a:lnTo>
                    <a:pt x="87421" y="20201"/>
                  </a:lnTo>
                  <a:lnTo>
                    <a:pt x="82821" y="22792"/>
                  </a:lnTo>
                  <a:lnTo>
                    <a:pt x="78305" y="25528"/>
                  </a:lnTo>
                  <a:lnTo>
                    <a:pt x="73878" y="28405"/>
                  </a:lnTo>
                  <a:lnTo>
                    <a:pt x="69543" y="31420"/>
                  </a:lnTo>
                  <a:lnTo>
                    <a:pt x="65307" y="34571"/>
                  </a:lnTo>
                  <a:lnTo>
                    <a:pt x="61171" y="37854"/>
                  </a:lnTo>
                  <a:lnTo>
                    <a:pt x="57142" y="41266"/>
                  </a:lnTo>
                  <a:lnTo>
                    <a:pt x="53222" y="44803"/>
                  </a:lnTo>
                  <a:lnTo>
                    <a:pt x="49416" y="48463"/>
                  </a:lnTo>
                  <a:lnTo>
                    <a:pt x="45728" y="52241"/>
                  </a:lnTo>
                  <a:lnTo>
                    <a:pt x="42160" y="56133"/>
                  </a:lnTo>
                  <a:lnTo>
                    <a:pt x="38718" y="60136"/>
                  </a:lnTo>
                  <a:lnTo>
                    <a:pt x="35403" y="64246"/>
                  </a:lnTo>
                  <a:lnTo>
                    <a:pt x="32220" y="68458"/>
                  </a:lnTo>
                  <a:lnTo>
                    <a:pt x="29171" y="72769"/>
                  </a:lnTo>
                  <a:lnTo>
                    <a:pt x="26261" y="77174"/>
                  </a:lnTo>
                  <a:lnTo>
                    <a:pt x="23490" y="81669"/>
                  </a:lnTo>
                  <a:lnTo>
                    <a:pt x="20863" y="86249"/>
                  </a:lnTo>
                  <a:lnTo>
                    <a:pt x="18382" y="90910"/>
                  </a:lnTo>
                  <a:lnTo>
                    <a:pt x="16050" y="95647"/>
                  </a:lnTo>
                  <a:lnTo>
                    <a:pt x="13868" y="100455"/>
                  </a:lnTo>
                  <a:lnTo>
                    <a:pt x="11839" y="105329"/>
                  </a:lnTo>
                  <a:lnTo>
                    <a:pt x="9965" y="110265"/>
                  </a:lnTo>
                  <a:lnTo>
                    <a:pt x="8248" y="115258"/>
                  </a:lnTo>
                  <a:lnTo>
                    <a:pt x="6689" y="120303"/>
                  </a:lnTo>
                  <a:lnTo>
                    <a:pt x="5291" y="125394"/>
                  </a:lnTo>
                  <a:lnTo>
                    <a:pt x="4054" y="130527"/>
                  </a:lnTo>
                  <a:lnTo>
                    <a:pt x="2980" y="135697"/>
                  </a:lnTo>
                  <a:lnTo>
                    <a:pt x="2069" y="140897"/>
                  </a:lnTo>
                  <a:lnTo>
                    <a:pt x="1323" y="146124"/>
                  </a:lnTo>
                  <a:lnTo>
                    <a:pt x="743" y="151372"/>
                  </a:lnTo>
                  <a:lnTo>
                    <a:pt x="329" y="156636"/>
                  </a:lnTo>
                  <a:lnTo>
                    <a:pt x="81" y="161910"/>
                  </a:lnTo>
                  <a:lnTo>
                    <a:pt x="0" y="167189"/>
                  </a:lnTo>
                  <a:lnTo>
                    <a:pt x="85" y="172468"/>
                  </a:lnTo>
                  <a:lnTo>
                    <a:pt x="337" y="177742"/>
                  </a:lnTo>
                  <a:lnTo>
                    <a:pt x="756" y="183006"/>
                  </a:lnTo>
                  <a:lnTo>
                    <a:pt x="1341" y="188253"/>
                  </a:lnTo>
                  <a:lnTo>
                    <a:pt x="2091" y="193479"/>
                  </a:lnTo>
                  <a:lnTo>
                    <a:pt x="3005" y="198679"/>
                  </a:lnTo>
                  <a:lnTo>
                    <a:pt x="4084" y="203848"/>
                  </a:lnTo>
                  <a:lnTo>
                    <a:pt x="5325" y="208980"/>
                  </a:lnTo>
                  <a:lnTo>
                    <a:pt x="6728" y="214070"/>
                  </a:lnTo>
                  <a:lnTo>
                    <a:pt x="8291" y="219114"/>
                  </a:lnTo>
                  <a:lnTo>
                    <a:pt x="10012" y="224105"/>
                  </a:lnTo>
                  <a:lnTo>
                    <a:pt x="11890" y="229040"/>
                  </a:lnTo>
                  <a:lnTo>
                    <a:pt x="13923" y="233912"/>
                  </a:lnTo>
                  <a:lnTo>
                    <a:pt x="16108" y="238719"/>
                  </a:lnTo>
                  <a:lnTo>
                    <a:pt x="18445" y="243454"/>
                  </a:lnTo>
                  <a:lnTo>
                    <a:pt x="20930" y="248112"/>
                  </a:lnTo>
                  <a:lnTo>
                    <a:pt x="23560" y="252690"/>
                  </a:lnTo>
                  <a:lnTo>
                    <a:pt x="26334" y="257183"/>
                  </a:lnTo>
                  <a:lnTo>
                    <a:pt x="29249" y="261585"/>
                  </a:lnTo>
                  <a:lnTo>
                    <a:pt x="32301" y="265894"/>
                  </a:lnTo>
                  <a:lnTo>
                    <a:pt x="35487" y="270103"/>
                  </a:lnTo>
                  <a:lnTo>
                    <a:pt x="38805" y="274211"/>
                  </a:lnTo>
                  <a:lnTo>
                    <a:pt x="42251" y="278211"/>
                  </a:lnTo>
                  <a:lnTo>
                    <a:pt x="45822" y="282100"/>
                  </a:lnTo>
                  <a:lnTo>
                    <a:pt x="49514" y="285875"/>
                  </a:lnTo>
                  <a:lnTo>
                    <a:pt x="53323" y="289532"/>
                  </a:lnTo>
                  <a:lnTo>
                    <a:pt x="57245" y="293066"/>
                  </a:lnTo>
                  <a:lnTo>
                    <a:pt x="61277" y="296474"/>
                  </a:lnTo>
                  <a:lnTo>
                    <a:pt x="65415" y="299754"/>
                  </a:lnTo>
                  <a:lnTo>
                    <a:pt x="69655" y="302901"/>
                  </a:lnTo>
                  <a:lnTo>
                    <a:pt x="73991" y="305913"/>
                  </a:lnTo>
                  <a:lnTo>
                    <a:pt x="78421" y="308786"/>
                  </a:lnTo>
                  <a:lnTo>
                    <a:pt x="82939" y="311518"/>
                  </a:lnTo>
                  <a:lnTo>
                    <a:pt x="87541" y="314106"/>
                  </a:lnTo>
                  <a:lnTo>
                    <a:pt x="92223" y="316547"/>
                  </a:lnTo>
                  <a:lnTo>
                    <a:pt x="96979" y="318840"/>
                  </a:lnTo>
                  <a:lnTo>
                    <a:pt x="101806" y="320981"/>
                  </a:lnTo>
                  <a:lnTo>
                    <a:pt x="106697" y="322968"/>
                  </a:lnTo>
                  <a:lnTo>
                    <a:pt x="111649" y="324800"/>
                  </a:lnTo>
                  <a:lnTo>
                    <a:pt x="116656" y="326475"/>
                  </a:lnTo>
                  <a:lnTo>
                    <a:pt x="121714" y="327990"/>
                  </a:lnTo>
                  <a:lnTo>
                    <a:pt x="126817" y="329345"/>
                  </a:lnTo>
                  <a:lnTo>
                    <a:pt x="131960" y="330539"/>
                  </a:lnTo>
                  <a:lnTo>
                    <a:pt x="137139" y="331569"/>
                  </a:lnTo>
                  <a:lnTo>
                    <a:pt x="142347" y="332435"/>
                  </a:lnTo>
                  <a:lnTo>
                    <a:pt x="147580" y="333137"/>
                  </a:lnTo>
                  <a:lnTo>
                    <a:pt x="152833" y="333673"/>
                  </a:lnTo>
                  <a:lnTo>
                    <a:pt x="158100" y="334042"/>
                  </a:lnTo>
                  <a:lnTo>
                    <a:pt x="163376" y="334245"/>
                  </a:lnTo>
                  <a:lnTo>
                    <a:pt x="168656" y="334282"/>
                  </a:lnTo>
                  <a:lnTo>
                    <a:pt x="173934" y="334151"/>
                  </a:lnTo>
                  <a:lnTo>
                    <a:pt x="179205" y="333854"/>
                  </a:lnTo>
                  <a:lnTo>
                    <a:pt x="184465" y="333391"/>
                  </a:lnTo>
                  <a:lnTo>
                    <a:pt x="189707" y="332762"/>
                  </a:lnTo>
                  <a:lnTo>
                    <a:pt x="194927" y="331967"/>
                  </a:lnTo>
                  <a:lnTo>
                    <a:pt x="200119" y="331008"/>
                  </a:lnTo>
                  <a:lnTo>
                    <a:pt x="205278" y="329886"/>
                  </a:lnTo>
                  <a:lnTo>
                    <a:pt x="210400" y="328601"/>
                  </a:lnTo>
                  <a:lnTo>
                    <a:pt x="215478" y="327155"/>
                  </a:lnTo>
                  <a:lnTo>
                    <a:pt x="220508" y="325550"/>
                  </a:lnTo>
                  <a:lnTo>
                    <a:pt x="225484" y="323786"/>
                  </a:lnTo>
                  <a:lnTo>
                    <a:pt x="230403" y="321866"/>
                  </a:lnTo>
                  <a:lnTo>
                    <a:pt x="235258" y="319792"/>
                  </a:lnTo>
                  <a:lnTo>
                    <a:pt x="240046" y="317566"/>
                  </a:lnTo>
                  <a:lnTo>
                    <a:pt x="244760" y="315189"/>
                  </a:lnTo>
                  <a:lnTo>
                    <a:pt x="249398" y="312665"/>
                  </a:lnTo>
                  <a:lnTo>
                    <a:pt x="253953" y="309995"/>
                  </a:lnTo>
                  <a:lnTo>
                    <a:pt x="258422" y="307183"/>
                  </a:lnTo>
                  <a:lnTo>
                    <a:pt x="262800" y="304231"/>
                  </a:lnTo>
                  <a:lnTo>
                    <a:pt x="267082" y="301143"/>
                  </a:lnTo>
                  <a:lnTo>
                    <a:pt x="271265" y="297921"/>
                  </a:lnTo>
                  <a:lnTo>
                    <a:pt x="275343" y="294568"/>
                  </a:lnTo>
                  <a:lnTo>
                    <a:pt x="279314" y="291088"/>
                  </a:lnTo>
                  <a:lnTo>
                    <a:pt x="283173" y="287485"/>
                  </a:lnTo>
                  <a:lnTo>
                    <a:pt x="286917" y="283761"/>
                  </a:lnTo>
                  <a:lnTo>
                    <a:pt x="290540" y="279921"/>
                  </a:lnTo>
                  <a:lnTo>
                    <a:pt x="294041" y="275969"/>
                  </a:lnTo>
                  <a:lnTo>
                    <a:pt x="297415" y="271908"/>
                  </a:lnTo>
                  <a:lnTo>
                    <a:pt x="300660" y="267742"/>
                  </a:lnTo>
                  <a:lnTo>
                    <a:pt x="303771" y="263476"/>
                  </a:lnTo>
                  <a:lnTo>
                    <a:pt x="306746" y="259114"/>
                  </a:lnTo>
                  <a:lnTo>
                    <a:pt x="309581" y="254660"/>
                  </a:lnTo>
                  <a:lnTo>
                    <a:pt x="312275" y="250119"/>
                  </a:lnTo>
                  <a:lnTo>
                    <a:pt x="314823" y="245495"/>
                  </a:lnTo>
                  <a:lnTo>
                    <a:pt x="317225" y="240793"/>
                  </a:lnTo>
                  <a:lnTo>
                    <a:pt x="319477" y="236017"/>
                  </a:lnTo>
                  <a:lnTo>
                    <a:pt x="321576" y="231173"/>
                  </a:lnTo>
                  <a:lnTo>
                    <a:pt x="323522" y="226264"/>
                  </a:lnTo>
                  <a:lnTo>
                    <a:pt x="325312" y="221297"/>
                  </a:lnTo>
                  <a:lnTo>
                    <a:pt x="326944" y="216276"/>
                  </a:lnTo>
                  <a:lnTo>
                    <a:pt x="328417" y="211205"/>
                  </a:lnTo>
                  <a:lnTo>
                    <a:pt x="329729" y="206091"/>
                  </a:lnTo>
                  <a:lnTo>
                    <a:pt x="330878" y="200938"/>
                  </a:lnTo>
                  <a:lnTo>
                    <a:pt x="331864" y="195751"/>
                  </a:lnTo>
                  <a:lnTo>
                    <a:pt x="332686" y="190535"/>
                  </a:lnTo>
                  <a:lnTo>
                    <a:pt x="333343" y="185296"/>
                  </a:lnTo>
                  <a:lnTo>
                    <a:pt x="333834" y="180039"/>
                  </a:lnTo>
                  <a:lnTo>
                    <a:pt x="334159" y="174770"/>
                  </a:lnTo>
                  <a:lnTo>
                    <a:pt x="334318" y="169492"/>
                  </a:lnTo>
                  <a:lnTo>
                    <a:pt x="334309" y="164212"/>
                  </a:lnTo>
                  <a:lnTo>
                    <a:pt x="334134" y="158935"/>
                  </a:lnTo>
                  <a:lnTo>
                    <a:pt x="333792" y="153666"/>
                  </a:lnTo>
                  <a:lnTo>
                    <a:pt x="333284" y="148411"/>
                  </a:lnTo>
                  <a:lnTo>
                    <a:pt x="332610" y="143174"/>
                  </a:lnTo>
                  <a:lnTo>
                    <a:pt x="331772" y="137961"/>
                  </a:lnTo>
                  <a:lnTo>
                    <a:pt x="330769" y="132777"/>
                  </a:lnTo>
                  <a:lnTo>
                    <a:pt x="329602" y="127628"/>
                  </a:lnTo>
                  <a:lnTo>
                    <a:pt x="328274" y="122518"/>
                  </a:lnTo>
                  <a:lnTo>
                    <a:pt x="326785" y="117452"/>
                  </a:lnTo>
                  <a:lnTo>
                    <a:pt x="325137" y="112436"/>
                  </a:lnTo>
                  <a:lnTo>
                    <a:pt x="323331" y="107475"/>
                  </a:lnTo>
                  <a:lnTo>
                    <a:pt x="321370" y="102573"/>
                  </a:lnTo>
                  <a:lnTo>
                    <a:pt x="319254" y="97735"/>
                  </a:lnTo>
                  <a:lnTo>
                    <a:pt x="316987" y="92967"/>
                  </a:lnTo>
                  <a:lnTo>
                    <a:pt x="314571" y="88272"/>
                  </a:lnTo>
                  <a:lnTo>
                    <a:pt x="312007" y="83656"/>
                  </a:lnTo>
                  <a:lnTo>
                    <a:pt x="309299" y="79124"/>
                  </a:lnTo>
                  <a:lnTo>
                    <a:pt x="306449" y="74679"/>
                  </a:lnTo>
                  <a:lnTo>
                    <a:pt x="303460" y="70327"/>
                  </a:lnTo>
                  <a:lnTo>
                    <a:pt x="300335" y="66071"/>
                  </a:lnTo>
                  <a:lnTo>
                    <a:pt x="297078" y="61916"/>
                  </a:lnTo>
                  <a:lnTo>
                    <a:pt x="293691" y="57865"/>
                  </a:lnTo>
                  <a:lnTo>
                    <a:pt x="290177" y="53924"/>
                  </a:lnTo>
                  <a:lnTo>
                    <a:pt x="286541" y="50096"/>
                  </a:lnTo>
                  <a:lnTo>
                    <a:pt x="282786" y="46384"/>
                  </a:lnTo>
                  <a:lnTo>
                    <a:pt x="278915" y="42793"/>
                  </a:lnTo>
                  <a:lnTo>
                    <a:pt x="274933" y="39326"/>
                  </a:lnTo>
                  <a:lnTo>
                    <a:pt x="270843" y="35987"/>
                  </a:lnTo>
                  <a:lnTo>
                    <a:pt x="266650" y="32778"/>
                  </a:lnTo>
                  <a:lnTo>
                    <a:pt x="262358" y="29703"/>
                  </a:lnTo>
                  <a:lnTo>
                    <a:pt x="257971" y="26766"/>
                  </a:lnTo>
                  <a:lnTo>
                    <a:pt x="253493" y="23968"/>
                  </a:lnTo>
                  <a:lnTo>
                    <a:pt x="248929" y="21313"/>
                  </a:lnTo>
                  <a:lnTo>
                    <a:pt x="244284" y="18804"/>
                  </a:lnTo>
                  <a:lnTo>
                    <a:pt x="239561" y="16442"/>
                  </a:lnTo>
                  <a:lnTo>
                    <a:pt x="234767" y="14231"/>
                  </a:lnTo>
                  <a:lnTo>
                    <a:pt x="229905" y="12173"/>
                  </a:lnTo>
                  <a:lnTo>
                    <a:pt x="167167" y="167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90748" y="2633064"/>
              <a:ext cx="62737" cy="167167"/>
            </a:xfrm>
            <a:custGeom>
              <a:avLst/>
              <a:pathLst>
                <a:path w="62737" h="167167">
                  <a:moveTo>
                    <a:pt x="62737" y="12219"/>
                  </a:moveTo>
                  <a:lnTo>
                    <a:pt x="57281" y="10120"/>
                  </a:lnTo>
                  <a:lnTo>
                    <a:pt x="51754" y="8213"/>
                  </a:lnTo>
                  <a:lnTo>
                    <a:pt x="46164" y="6500"/>
                  </a:lnTo>
                  <a:lnTo>
                    <a:pt x="40518" y="4984"/>
                  </a:lnTo>
                  <a:lnTo>
                    <a:pt x="34822" y="3667"/>
                  </a:lnTo>
                  <a:lnTo>
                    <a:pt x="29084" y="2549"/>
                  </a:lnTo>
                  <a:lnTo>
                    <a:pt x="23310" y="1633"/>
                  </a:lnTo>
                  <a:lnTo>
                    <a:pt x="17507" y="919"/>
                  </a:lnTo>
                  <a:lnTo>
                    <a:pt x="11683" y="408"/>
                  </a:lnTo>
                  <a:lnTo>
                    <a:pt x="584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9000" y="3170392"/>
              <a:ext cx="16980" cy="167167"/>
            </a:xfrm>
            <a:custGeom>
              <a:avLst/>
              <a:pathLst>
                <a:path w="16980" h="167167">
                  <a:moveTo>
                    <a:pt x="16980" y="0"/>
                  </a:moveTo>
                  <a:lnTo>
                    <a:pt x="8479" y="216"/>
                  </a:lnTo>
                  <a:lnTo>
                    <a:pt x="0" y="864"/>
                  </a:lnTo>
                  <a:lnTo>
                    <a:pt x="169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000" y="3171257"/>
              <a:ext cx="16980" cy="166302"/>
            </a:xfrm>
            <a:custGeom>
              <a:avLst/>
              <a:pathLst>
                <a:path w="16980" h="166302">
                  <a:moveTo>
                    <a:pt x="0" y="0"/>
                  </a:moveTo>
                  <a:lnTo>
                    <a:pt x="16980" y="1663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358818" y="3171257"/>
              <a:ext cx="334327" cy="333463"/>
            </a:xfrm>
            <a:custGeom>
              <a:avLst/>
              <a:pathLst>
                <a:path w="334327" h="333463">
                  <a:moveTo>
                    <a:pt x="150181" y="0"/>
                  </a:moveTo>
                  <a:lnTo>
                    <a:pt x="144909" y="623"/>
                  </a:lnTo>
                  <a:lnTo>
                    <a:pt x="139659" y="1413"/>
                  </a:lnTo>
                  <a:lnTo>
                    <a:pt x="134437" y="2369"/>
                  </a:lnTo>
                  <a:lnTo>
                    <a:pt x="129247" y="3491"/>
                  </a:lnTo>
                  <a:lnTo>
                    <a:pt x="124096" y="4777"/>
                  </a:lnTo>
                  <a:lnTo>
                    <a:pt x="118989" y="6226"/>
                  </a:lnTo>
                  <a:lnTo>
                    <a:pt x="113930" y="7837"/>
                  </a:lnTo>
                  <a:lnTo>
                    <a:pt x="108925" y="9607"/>
                  </a:lnTo>
                  <a:lnTo>
                    <a:pt x="103978" y="11535"/>
                  </a:lnTo>
                  <a:lnTo>
                    <a:pt x="99095" y="13620"/>
                  </a:lnTo>
                  <a:lnTo>
                    <a:pt x="94281" y="15858"/>
                  </a:lnTo>
                  <a:lnTo>
                    <a:pt x="89541" y="18248"/>
                  </a:lnTo>
                  <a:lnTo>
                    <a:pt x="84878" y="20788"/>
                  </a:lnTo>
                  <a:lnTo>
                    <a:pt x="80299" y="23474"/>
                  </a:lnTo>
                  <a:lnTo>
                    <a:pt x="75807" y="26305"/>
                  </a:lnTo>
                  <a:lnTo>
                    <a:pt x="71408" y="29276"/>
                  </a:lnTo>
                  <a:lnTo>
                    <a:pt x="67105" y="32386"/>
                  </a:lnTo>
                  <a:lnTo>
                    <a:pt x="62903" y="35631"/>
                  </a:lnTo>
                  <a:lnTo>
                    <a:pt x="58806" y="39007"/>
                  </a:lnTo>
                  <a:lnTo>
                    <a:pt x="54818" y="42512"/>
                  </a:lnTo>
                  <a:lnTo>
                    <a:pt x="50944" y="46142"/>
                  </a:lnTo>
                  <a:lnTo>
                    <a:pt x="47187" y="49893"/>
                  </a:lnTo>
                  <a:lnTo>
                    <a:pt x="43551" y="53762"/>
                  </a:lnTo>
                  <a:lnTo>
                    <a:pt x="40039" y="57744"/>
                  </a:lnTo>
                  <a:lnTo>
                    <a:pt x="36656" y="61836"/>
                  </a:lnTo>
                  <a:lnTo>
                    <a:pt x="33405" y="66032"/>
                  </a:lnTo>
                  <a:lnTo>
                    <a:pt x="30288" y="70330"/>
                  </a:lnTo>
                  <a:lnTo>
                    <a:pt x="27309" y="74725"/>
                  </a:lnTo>
                  <a:lnTo>
                    <a:pt x="24472" y="79213"/>
                  </a:lnTo>
                  <a:lnTo>
                    <a:pt x="21778" y="83788"/>
                  </a:lnTo>
                  <a:lnTo>
                    <a:pt x="19231" y="88446"/>
                  </a:lnTo>
                  <a:lnTo>
                    <a:pt x="16834" y="93183"/>
                  </a:lnTo>
                  <a:lnTo>
                    <a:pt x="14588" y="97993"/>
                  </a:lnTo>
                  <a:lnTo>
                    <a:pt x="12495" y="102873"/>
                  </a:lnTo>
                  <a:lnTo>
                    <a:pt x="10559" y="107816"/>
                  </a:lnTo>
                  <a:lnTo>
                    <a:pt x="8781" y="112819"/>
                  </a:lnTo>
                  <a:lnTo>
                    <a:pt x="7162" y="117875"/>
                  </a:lnTo>
                  <a:lnTo>
                    <a:pt x="5705" y="122980"/>
                  </a:lnTo>
                  <a:lnTo>
                    <a:pt x="4411" y="128129"/>
                  </a:lnTo>
                  <a:lnTo>
                    <a:pt x="3281" y="133316"/>
                  </a:lnTo>
                  <a:lnTo>
                    <a:pt x="2316" y="138537"/>
                  </a:lnTo>
                  <a:lnTo>
                    <a:pt x="1517" y="143786"/>
                  </a:lnTo>
                  <a:lnTo>
                    <a:pt x="886" y="149057"/>
                  </a:lnTo>
                  <a:lnTo>
                    <a:pt x="422" y="154346"/>
                  </a:lnTo>
                  <a:lnTo>
                    <a:pt x="127" y="159647"/>
                  </a:lnTo>
                  <a:lnTo>
                    <a:pt x="0" y="164954"/>
                  </a:lnTo>
                  <a:lnTo>
                    <a:pt x="41" y="170263"/>
                  </a:lnTo>
                  <a:lnTo>
                    <a:pt x="251" y="175568"/>
                  </a:lnTo>
                  <a:lnTo>
                    <a:pt x="629" y="180864"/>
                  </a:lnTo>
                  <a:lnTo>
                    <a:pt x="1176" y="186145"/>
                  </a:lnTo>
                  <a:lnTo>
                    <a:pt x="1890" y="191406"/>
                  </a:lnTo>
                  <a:lnTo>
                    <a:pt x="2770" y="196641"/>
                  </a:lnTo>
                  <a:lnTo>
                    <a:pt x="3817" y="201846"/>
                  </a:lnTo>
                  <a:lnTo>
                    <a:pt x="5028" y="207015"/>
                  </a:lnTo>
                  <a:lnTo>
                    <a:pt x="6402" y="212143"/>
                  </a:lnTo>
                  <a:lnTo>
                    <a:pt x="7939" y="217225"/>
                  </a:lnTo>
                  <a:lnTo>
                    <a:pt x="9636" y="222256"/>
                  </a:lnTo>
                  <a:lnTo>
                    <a:pt x="11493" y="227230"/>
                  </a:lnTo>
                  <a:lnTo>
                    <a:pt x="13506" y="232142"/>
                  </a:lnTo>
                  <a:lnTo>
                    <a:pt x="15674" y="236988"/>
                  </a:lnTo>
                  <a:lnTo>
                    <a:pt x="17995" y="241763"/>
                  </a:lnTo>
                  <a:lnTo>
                    <a:pt x="20467" y="246462"/>
                  </a:lnTo>
                  <a:lnTo>
                    <a:pt x="23086" y="251080"/>
                  </a:lnTo>
                  <a:lnTo>
                    <a:pt x="25851" y="255612"/>
                  </a:lnTo>
                  <a:lnTo>
                    <a:pt x="28758" y="260055"/>
                  </a:lnTo>
                  <a:lnTo>
                    <a:pt x="31805" y="264402"/>
                  </a:lnTo>
                  <a:lnTo>
                    <a:pt x="34989" y="268651"/>
                  </a:lnTo>
                  <a:lnTo>
                    <a:pt x="38305" y="272797"/>
                  </a:lnTo>
                  <a:lnTo>
                    <a:pt x="41752" y="276835"/>
                  </a:lnTo>
                  <a:lnTo>
                    <a:pt x="45325" y="280761"/>
                  </a:lnTo>
                  <a:lnTo>
                    <a:pt x="49021" y="284573"/>
                  </a:lnTo>
                  <a:lnTo>
                    <a:pt x="52837" y="288264"/>
                  </a:lnTo>
                  <a:lnTo>
                    <a:pt x="56767" y="291833"/>
                  </a:lnTo>
                  <a:lnTo>
                    <a:pt x="60809" y="295276"/>
                  </a:lnTo>
                  <a:lnTo>
                    <a:pt x="64958" y="298588"/>
                  </a:lnTo>
                  <a:lnTo>
                    <a:pt x="69211" y="301767"/>
                  </a:lnTo>
                  <a:lnTo>
                    <a:pt x="73562" y="304809"/>
                  </a:lnTo>
                  <a:lnTo>
                    <a:pt x="78007" y="307711"/>
                  </a:lnTo>
                  <a:lnTo>
                    <a:pt x="82543" y="310471"/>
                  </a:lnTo>
                  <a:lnTo>
                    <a:pt x="87163" y="313085"/>
                  </a:lnTo>
                  <a:lnTo>
                    <a:pt x="91865" y="315552"/>
                  </a:lnTo>
                  <a:lnTo>
                    <a:pt x="96642" y="317867"/>
                  </a:lnTo>
                  <a:lnTo>
                    <a:pt x="101491" y="320030"/>
                  </a:lnTo>
                  <a:lnTo>
                    <a:pt x="106406" y="322038"/>
                  </a:lnTo>
                  <a:lnTo>
                    <a:pt x="111382" y="323889"/>
                  </a:lnTo>
                  <a:lnTo>
                    <a:pt x="116414" y="325581"/>
                  </a:lnTo>
                  <a:lnTo>
                    <a:pt x="121497" y="327112"/>
                  </a:lnTo>
                  <a:lnTo>
                    <a:pt x="126627" y="328481"/>
                  </a:lnTo>
                  <a:lnTo>
                    <a:pt x="131797" y="329686"/>
                  </a:lnTo>
                  <a:lnTo>
                    <a:pt x="137004" y="330727"/>
                  </a:lnTo>
                  <a:lnTo>
                    <a:pt x="142240" y="331602"/>
                  </a:lnTo>
                  <a:lnTo>
                    <a:pt x="147502" y="332310"/>
                  </a:lnTo>
                  <a:lnTo>
                    <a:pt x="152783" y="332850"/>
                  </a:lnTo>
                  <a:lnTo>
                    <a:pt x="158079" y="333223"/>
                  </a:lnTo>
                  <a:lnTo>
                    <a:pt x="163384" y="333427"/>
                  </a:lnTo>
                  <a:lnTo>
                    <a:pt x="168693" y="333463"/>
                  </a:lnTo>
                  <a:lnTo>
                    <a:pt x="174001" y="333330"/>
                  </a:lnTo>
                  <a:lnTo>
                    <a:pt x="179301" y="333028"/>
                  </a:lnTo>
                  <a:lnTo>
                    <a:pt x="184590" y="332559"/>
                  </a:lnTo>
                  <a:lnTo>
                    <a:pt x="189860" y="331921"/>
                  </a:lnTo>
                  <a:lnTo>
                    <a:pt x="195108" y="331117"/>
                  </a:lnTo>
                  <a:lnTo>
                    <a:pt x="200328" y="330147"/>
                  </a:lnTo>
                  <a:lnTo>
                    <a:pt x="205514" y="329011"/>
                  </a:lnTo>
                  <a:lnTo>
                    <a:pt x="210661" y="327711"/>
                  </a:lnTo>
                  <a:lnTo>
                    <a:pt x="215765" y="326248"/>
                  </a:lnTo>
                  <a:lnTo>
                    <a:pt x="220820" y="324624"/>
                  </a:lnTo>
                  <a:lnTo>
                    <a:pt x="225820" y="322840"/>
                  </a:lnTo>
                  <a:lnTo>
                    <a:pt x="230761" y="320899"/>
                  </a:lnTo>
                  <a:lnTo>
                    <a:pt x="235639" y="318801"/>
                  </a:lnTo>
                  <a:lnTo>
                    <a:pt x="240447" y="316550"/>
                  </a:lnTo>
                  <a:lnTo>
                    <a:pt x="245181" y="314147"/>
                  </a:lnTo>
                  <a:lnTo>
                    <a:pt x="249836" y="311595"/>
                  </a:lnTo>
                  <a:lnTo>
                    <a:pt x="254408" y="308896"/>
                  </a:lnTo>
                  <a:lnTo>
                    <a:pt x="258892" y="306053"/>
                  </a:lnTo>
                  <a:lnTo>
                    <a:pt x="263284" y="303070"/>
                  </a:lnTo>
                  <a:lnTo>
                    <a:pt x="267579" y="299949"/>
                  </a:lnTo>
                  <a:lnTo>
                    <a:pt x="271772" y="296693"/>
                  </a:lnTo>
                  <a:lnTo>
                    <a:pt x="275860" y="293305"/>
                  </a:lnTo>
                  <a:lnTo>
                    <a:pt x="279838" y="289789"/>
                  </a:lnTo>
                  <a:lnTo>
                    <a:pt x="283702" y="286149"/>
                  </a:lnTo>
                  <a:lnTo>
                    <a:pt x="287449" y="282388"/>
                  </a:lnTo>
                  <a:lnTo>
                    <a:pt x="291075" y="278509"/>
                  </a:lnTo>
                  <a:lnTo>
                    <a:pt x="294576" y="274518"/>
                  </a:lnTo>
                  <a:lnTo>
                    <a:pt x="297948" y="270417"/>
                  </a:lnTo>
                  <a:lnTo>
                    <a:pt x="301188" y="266212"/>
                  </a:lnTo>
                  <a:lnTo>
                    <a:pt x="304293" y="261905"/>
                  </a:lnTo>
                  <a:lnTo>
                    <a:pt x="307260" y="257502"/>
                  </a:lnTo>
                  <a:lnTo>
                    <a:pt x="310085" y="253007"/>
                  </a:lnTo>
                  <a:lnTo>
                    <a:pt x="312766" y="248425"/>
                  </a:lnTo>
                  <a:lnTo>
                    <a:pt x="315301" y="243760"/>
                  </a:lnTo>
                  <a:lnTo>
                    <a:pt x="317686" y="239017"/>
                  </a:lnTo>
                  <a:lnTo>
                    <a:pt x="319919" y="234200"/>
                  </a:lnTo>
                  <a:lnTo>
                    <a:pt x="321998" y="229315"/>
                  </a:lnTo>
                  <a:lnTo>
                    <a:pt x="323921" y="224367"/>
                  </a:lnTo>
                  <a:lnTo>
                    <a:pt x="325686" y="219359"/>
                  </a:lnTo>
                  <a:lnTo>
                    <a:pt x="327291" y="214299"/>
                  </a:lnTo>
                  <a:lnTo>
                    <a:pt x="328734" y="209189"/>
                  </a:lnTo>
                  <a:lnTo>
                    <a:pt x="330014" y="204037"/>
                  </a:lnTo>
                  <a:lnTo>
                    <a:pt x="331130" y="198847"/>
                  </a:lnTo>
                  <a:lnTo>
                    <a:pt x="332081" y="193623"/>
                  </a:lnTo>
                  <a:lnTo>
                    <a:pt x="332866" y="188373"/>
                  </a:lnTo>
                  <a:lnTo>
                    <a:pt x="333483" y="183099"/>
                  </a:lnTo>
                  <a:lnTo>
                    <a:pt x="333932" y="177809"/>
                  </a:lnTo>
                  <a:lnTo>
                    <a:pt x="334214" y="172508"/>
                  </a:lnTo>
                  <a:lnTo>
                    <a:pt x="334327" y="167200"/>
                  </a:lnTo>
                  <a:lnTo>
                    <a:pt x="334271" y="161891"/>
                  </a:lnTo>
                  <a:lnTo>
                    <a:pt x="334046" y="156587"/>
                  </a:lnTo>
                  <a:lnTo>
                    <a:pt x="333654" y="151292"/>
                  </a:lnTo>
                  <a:lnTo>
                    <a:pt x="333093" y="146013"/>
                  </a:lnTo>
                  <a:lnTo>
                    <a:pt x="332365" y="140754"/>
                  </a:lnTo>
                  <a:lnTo>
                    <a:pt x="331471" y="135521"/>
                  </a:lnTo>
                  <a:lnTo>
                    <a:pt x="330410" y="130319"/>
                  </a:lnTo>
                  <a:lnTo>
                    <a:pt x="329185" y="125153"/>
                  </a:lnTo>
                  <a:lnTo>
                    <a:pt x="327797" y="120028"/>
                  </a:lnTo>
                  <a:lnTo>
                    <a:pt x="326246" y="114951"/>
                  </a:lnTo>
                  <a:lnTo>
                    <a:pt x="324535" y="109925"/>
                  </a:lnTo>
                  <a:lnTo>
                    <a:pt x="322666" y="104956"/>
                  </a:lnTo>
                  <a:lnTo>
                    <a:pt x="320639" y="100049"/>
                  </a:lnTo>
                  <a:lnTo>
                    <a:pt x="318458" y="95208"/>
                  </a:lnTo>
                  <a:lnTo>
                    <a:pt x="316124" y="90440"/>
                  </a:lnTo>
                  <a:lnTo>
                    <a:pt x="313640" y="85748"/>
                  </a:lnTo>
                  <a:lnTo>
                    <a:pt x="311008" y="81137"/>
                  </a:lnTo>
                  <a:lnTo>
                    <a:pt x="308231" y="76612"/>
                  </a:lnTo>
                  <a:lnTo>
                    <a:pt x="305312" y="72178"/>
                  </a:lnTo>
                  <a:lnTo>
                    <a:pt x="302253" y="67838"/>
                  </a:lnTo>
                  <a:lnTo>
                    <a:pt x="299058" y="63598"/>
                  </a:lnTo>
                  <a:lnTo>
                    <a:pt x="295730" y="59461"/>
                  </a:lnTo>
                  <a:lnTo>
                    <a:pt x="292273" y="55433"/>
                  </a:lnTo>
                  <a:lnTo>
                    <a:pt x="288689" y="51515"/>
                  </a:lnTo>
                  <a:lnTo>
                    <a:pt x="284983" y="47714"/>
                  </a:lnTo>
                  <a:lnTo>
                    <a:pt x="281157" y="44033"/>
                  </a:lnTo>
                  <a:lnTo>
                    <a:pt x="277217" y="40474"/>
                  </a:lnTo>
                  <a:lnTo>
                    <a:pt x="273166" y="37043"/>
                  </a:lnTo>
                  <a:lnTo>
                    <a:pt x="269008" y="33742"/>
                  </a:lnTo>
                  <a:lnTo>
                    <a:pt x="264747" y="30575"/>
                  </a:lnTo>
                  <a:lnTo>
                    <a:pt x="167162" y="1663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3170392"/>
              <a:ext cx="97585" cy="167167"/>
            </a:xfrm>
            <a:custGeom>
              <a:avLst/>
              <a:pathLst>
                <a:path w="97585" h="167167">
                  <a:moveTo>
                    <a:pt x="97585" y="31439"/>
                  </a:moveTo>
                  <a:lnTo>
                    <a:pt x="92827" y="28142"/>
                  </a:lnTo>
                  <a:lnTo>
                    <a:pt x="87958" y="25011"/>
                  </a:lnTo>
                  <a:lnTo>
                    <a:pt x="82983" y="22051"/>
                  </a:lnTo>
                  <a:lnTo>
                    <a:pt x="77909" y="19265"/>
                  </a:lnTo>
                  <a:lnTo>
                    <a:pt x="72741" y="16656"/>
                  </a:lnTo>
                  <a:lnTo>
                    <a:pt x="67487" y="14228"/>
                  </a:lnTo>
                  <a:lnTo>
                    <a:pt x="62151" y="11983"/>
                  </a:lnTo>
                  <a:lnTo>
                    <a:pt x="56740" y="9924"/>
                  </a:lnTo>
                  <a:lnTo>
                    <a:pt x="51262" y="8053"/>
                  </a:lnTo>
                  <a:lnTo>
                    <a:pt x="45722" y="6374"/>
                  </a:lnTo>
                  <a:lnTo>
                    <a:pt x="40128" y="4887"/>
                  </a:lnTo>
                  <a:lnTo>
                    <a:pt x="34485" y="3595"/>
                  </a:lnTo>
                  <a:lnTo>
                    <a:pt x="28801" y="2499"/>
                  </a:lnTo>
                  <a:lnTo>
                    <a:pt x="23082" y="1601"/>
                  </a:lnTo>
                  <a:lnTo>
                    <a:pt x="17336" y="901"/>
                  </a:lnTo>
                  <a:lnTo>
                    <a:pt x="11568" y="400"/>
                  </a:lnTo>
                  <a:lnTo>
                    <a:pt x="5787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456" y="3707720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423582" y="3707775"/>
              <a:ext cx="334328" cy="334263"/>
            </a:xfrm>
            <a:custGeom>
              <a:avLst/>
              <a:pathLst>
                <a:path w="334328" h="334263">
                  <a:moveTo>
                    <a:pt x="162873" y="0"/>
                  </a:moveTo>
                  <a:lnTo>
                    <a:pt x="157593" y="219"/>
                  </a:lnTo>
                  <a:lnTo>
                    <a:pt x="152323" y="605"/>
                  </a:lnTo>
                  <a:lnTo>
                    <a:pt x="147068" y="1157"/>
                  </a:lnTo>
                  <a:lnTo>
                    <a:pt x="141832" y="1875"/>
                  </a:lnTo>
                  <a:lnTo>
                    <a:pt x="136622" y="2758"/>
                  </a:lnTo>
                  <a:lnTo>
                    <a:pt x="131443" y="3806"/>
                  </a:lnTo>
                  <a:lnTo>
                    <a:pt x="126299" y="5017"/>
                  </a:lnTo>
                  <a:lnTo>
                    <a:pt x="121196" y="6389"/>
                  </a:lnTo>
                  <a:lnTo>
                    <a:pt x="116139" y="7923"/>
                  </a:lnTo>
                  <a:lnTo>
                    <a:pt x="111133" y="9615"/>
                  </a:lnTo>
                  <a:lnTo>
                    <a:pt x="106183" y="11465"/>
                  </a:lnTo>
                  <a:lnTo>
                    <a:pt x="101294" y="13470"/>
                  </a:lnTo>
                  <a:lnTo>
                    <a:pt x="96470" y="15629"/>
                  </a:lnTo>
                  <a:lnTo>
                    <a:pt x="91718" y="17939"/>
                  </a:lnTo>
                  <a:lnTo>
                    <a:pt x="87040" y="20398"/>
                  </a:lnTo>
                  <a:lnTo>
                    <a:pt x="82443" y="23004"/>
                  </a:lnTo>
                  <a:lnTo>
                    <a:pt x="77931" y="25754"/>
                  </a:lnTo>
                  <a:lnTo>
                    <a:pt x="73507" y="28645"/>
                  </a:lnTo>
                  <a:lnTo>
                    <a:pt x="69177" y="31675"/>
                  </a:lnTo>
                  <a:lnTo>
                    <a:pt x="64946" y="34839"/>
                  </a:lnTo>
                  <a:lnTo>
                    <a:pt x="60816" y="38136"/>
                  </a:lnTo>
                  <a:lnTo>
                    <a:pt x="56792" y="41562"/>
                  </a:lnTo>
                  <a:lnTo>
                    <a:pt x="52879" y="45114"/>
                  </a:lnTo>
                  <a:lnTo>
                    <a:pt x="49080" y="48787"/>
                  </a:lnTo>
                  <a:lnTo>
                    <a:pt x="45399" y="52578"/>
                  </a:lnTo>
                  <a:lnTo>
                    <a:pt x="41840" y="56484"/>
                  </a:lnTo>
                  <a:lnTo>
                    <a:pt x="38406" y="60501"/>
                  </a:lnTo>
                  <a:lnTo>
                    <a:pt x="35101" y="64624"/>
                  </a:lnTo>
                  <a:lnTo>
                    <a:pt x="31927" y="68849"/>
                  </a:lnTo>
                  <a:lnTo>
                    <a:pt x="28889" y="73173"/>
                  </a:lnTo>
                  <a:lnTo>
                    <a:pt x="25989" y="77590"/>
                  </a:lnTo>
                  <a:lnTo>
                    <a:pt x="23230" y="82097"/>
                  </a:lnTo>
                  <a:lnTo>
                    <a:pt x="20615" y="86689"/>
                  </a:lnTo>
                  <a:lnTo>
                    <a:pt x="18146" y="91362"/>
                  </a:lnTo>
                  <a:lnTo>
                    <a:pt x="15826" y="96110"/>
                  </a:lnTo>
                  <a:lnTo>
                    <a:pt x="13658" y="100928"/>
                  </a:lnTo>
                  <a:lnTo>
                    <a:pt x="11642" y="105814"/>
                  </a:lnTo>
                  <a:lnTo>
                    <a:pt x="9783" y="110760"/>
                  </a:lnTo>
                  <a:lnTo>
                    <a:pt x="8080" y="115762"/>
                  </a:lnTo>
                  <a:lnTo>
                    <a:pt x="6537" y="120816"/>
                  </a:lnTo>
                  <a:lnTo>
                    <a:pt x="5154" y="125917"/>
                  </a:lnTo>
                  <a:lnTo>
                    <a:pt x="3932" y="131058"/>
                  </a:lnTo>
                  <a:lnTo>
                    <a:pt x="2874" y="136235"/>
                  </a:lnTo>
                  <a:lnTo>
                    <a:pt x="1981" y="141444"/>
                  </a:lnTo>
                  <a:lnTo>
                    <a:pt x="1252" y="146678"/>
                  </a:lnTo>
                  <a:lnTo>
                    <a:pt x="689" y="151932"/>
                  </a:lnTo>
                  <a:lnTo>
                    <a:pt x="292" y="157201"/>
                  </a:lnTo>
                  <a:lnTo>
                    <a:pt x="62" y="162481"/>
                  </a:lnTo>
                  <a:lnTo>
                    <a:pt x="0" y="167765"/>
                  </a:lnTo>
                  <a:lnTo>
                    <a:pt x="104" y="173048"/>
                  </a:lnTo>
                  <a:lnTo>
                    <a:pt x="375" y="178326"/>
                  </a:lnTo>
                  <a:lnTo>
                    <a:pt x="813" y="183592"/>
                  </a:lnTo>
                  <a:lnTo>
                    <a:pt x="1417" y="188842"/>
                  </a:lnTo>
                  <a:lnTo>
                    <a:pt x="2186" y="194070"/>
                  </a:lnTo>
                  <a:lnTo>
                    <a:pt x="3121" y="199271"/>
                  </a:lnTo>
                  <a:lnTo>
                    <a:pt x="4219" y="204440"/>
                  </a:lnTo>
                  <a:lnTo>
                    <a:pt x="5480" y="209571"/>
                  </a:lnTo>
                  <a:lnTo>
                    <a:pt x="6903" y="214661"/>
                  </a:lnTo>
                  <a:lnTo>
                    <a:pt x="8486" y="219702"/>
                  </a:lnTo>
                  <a:lnTo>
                    <a:pt x="10228" y="224691"/>
                  </a:lnTo>
                  <a:lnTo>
                    <a:pt x="12126" y="229623"/>
                  </a:lnTo>
                  <a:lnTo>
                    <a:pt x="14179" y="234492"/>
                  </a:lnTo>
                  <a:lnTo>
                    <a:pt x="16385" y="239294"/>
                  </a:lnTo>
                  <a:lnTo>
                    <a:pt x="18742" y="244024"/>
                  </a:lnTo>
                  <a:lnTo>
                    <a:pt x="21247" y="248677"/>
                  </a:lnTo>
                  <a:lnTo>
                    <a:pt x="23898" y="253248"/>
                  </a:lnTo>
                  <a:lnTo>
                    <a:pt x="26693" y="257733"/>
                  </a:lnTo>
                  <a:lnTo>
                    <a:pt x="29627" y="262128"/>
                  </a:lnTo>
                  <a:lnTo>
                    <a:pt x="32699" y="266428"/>
                  </a:lnTo>
                  <a:lnTo>
                    <a:pt x="35905" y="270628"/>
                  </a:lnTo>
                  <a:lnTo>
                    <a:pt x="39243" y="274725"/>
                  </a:lnTo>
                  <a:lnTo>
                    <a:pt x="42708" y="278715"/>
                  </a:lnTo>
                  <a:lnTo>
                    <a:pt x="46298" y="282593"/>
                  </a:lnTo>
                  <a:lnTo>
                    <a:pt x="50008" y="286356"/>
                  </a:lnTo>
                  <a:lnTo>
                    <a:pt x="53836" y="289999"/>
                  </a:lnTo>
                  <a:lnTo>
                    <a:pt x="57776" y="293520"/>
                  </a:lnTo>
                  <a:lnTo>
                    <a:pt x="61827" y="296914"/>
                  </a:lnTo>
                  <a:lnTo>
                    <a:pt x="65982" y="300179"/>
                  </a:lnTo>
                  <a:lnTo>
                    <a:pt x="70238" y="303310"/>
                  </a:lnTo>
                  <a:lnTo>
                    <a:pt x="74592" y="306306"/>
                  </a:lnTo>
                  <a:lnTo>
                    <a:pt x="79037" y="309162"/>
                  </a:lnTo>
                  <a:lnTo>
                    <a:pt x="83571" y="311877"/>
                  </a:lnTo>
                  <a:lnTo>
                    <a:pt x="88189" y="314447"/>
                  </a:lnTo>
                  <a:lnTo>
                    <a:pt x="92885" y="316869"/>
                  </a:lnTo>
                  <a:lnTo>
                    <a:pt x="97656" y="319142"/>
                  </a:lnTo>
                  <a:lnTo>
                    <a:pt x="102496" y="321264"/>
                  </a:lnTo>
                  <a:lnTo>
                    <a:pt x="107400" y="323231"/>
                  </a:lnTo>
                  <a:lnTo>
                    <a:pt x="112365" y="325042"/>
                  </a:lnTo>
                  <a:lnTo>
                    <a:pt x="117384" y="326695"/>
                  </a:lnTo>
                  <a:lnTo>
                    <a:pt x="122453" y="328189"/>
                  </a:lnTo>
                  <a:lnTo>
                    <a:pt x="127566" y="329521"/>
                  </a:lnTo>
                  <a:lnTo>
                    <a:pt x="132719" y="330692"/>
                  </a:lnTo>
                  <a:lnTo>
                    <a:pt x="137907" y="331699"/>
                  </a:lnTo>
                  <a:lnTo>
                    <a:pt x="143124" y="332541"/>
                  </a:lnTo>
                  <a:lnTo>
                    <a:pt x="148365" y="333219"/>
                  </a:lnTo>
                  <a:lnTo>
                    <a:pt x="153624" y="333730"/>
                  </a:lnTo>
                  <a:lnTo>
                    <a:pt x="158897" y="334075"/>
                  </a:lnTo>
                  <a:lnTo>
                    <a:pt x="164179" y="334253"/>
                  </a:lnTo>
                  <a:lnTo>
                    <a:pt x="169463" y="334263"/>
                  </a:lnTo>
                  <a:lnTo>
                    <a:pt x="174745" y="334107"/>
                  </a:lnTo>
                  <a:lnTo>
                    <a:pt x="180020" y="333784"/>
                  </a:lnTo>
                  <a:lnTo>
                    <a:pt x="185281" y="333295"/>
                  </a:lnTo>
                  <a:lnTo>
                    <a:pt x="190525" y="332639"/>
                  </a:lnTo>
                  <a:lnTo>
                    <a:pt x="195745" y="331818"/>
                  </a:lnTo>
                  <a:lnTo>
                    <a:pt x="200937" y="330833"/>
                  </a:lnTo>
                  <a:lnTo>
                    <a:pt x="206095" y="329683"/>
                  </a:lnTo>
                  <a:lnTo>
                    <a:pt x="211214" y="328372"/>
                  </a:lnTo>
                  <a:lnTo>
                    <a:pt x="216289" y="326899"/>
                  </a:lnTo>
                  <a:lnTo>
                    <a:pt x="221315" y="325266"/>
                  </a:lnTo>
                  <a:lnTo>
                    <a:pt x="226286" y="323476"/>
                  </a:lnTo>
                  <a:lnTo>
                    <a:pt x="231199" y="321529"/>
                  </a:lnTo>
                  <a:lnTo>
                    <a:pt x="236048" y="319428"/>
                  </a:lnTo>
                  <a:lnTo>
                    <a:pt x="240828" y="317175"/>
                  </a:lnTo>
                  <a:lnTo>
                    <a:pt x="245534" y="314771"/>
                  </a:lnTo>
                  <a:lnTo>
                    <a:pt x="250162" y="312221"/>
                  </a:lnTo>
                  <a:lnTo>
                    <a:pt x="254707" y="309525"/>
                  </a:lnTo>
                  <a:lnTo>
                    <a:pt x="259165" y="306687"/>
                  </a:lnTo>
                  <a:lnTo>
                    <a:pt x="263530" y="303709"/>
                  </a:lnTo>
                  <a:lnTo>
                    <a:pt x="267800" y="300595"/>
                  </a:lnTo>
                  <a:lnTo>
                    <a:pt x="271968" y="297347"/>
                  </a:lnTo>
                  <a:lnTo>
                    <a:pt x="276033" y="293970"/>
                  </a:lnTo>
                  <a:lnTo>
                    <a:pt x="279988" y="290465"/>
                  </a:lnTo>
                  <a:lnTo>
                    <a:pt x="283830" y="286838"/>
                  </a:lnTo>
                  <a:lnTo>
                    <a:pt x="287556" y="283091"/>
                  </a:lnTo>
                  <a:lnTo>
                    <a:pt x="291162" y="279227"/>
                  </a:lnTo>
                  <a:lnTo>
                    <a:pt x="294644" y="275252"/>
                  </a:lnTo>
                  <a:lnTo>
                    <a:pt x="297998" y="271169"/>
                  </a:lnTo>
                  <a:lnTo>
                    <a:pt x="301222" y="266982"/>
                  </a:lnTo>
                  <a:lnTo>
                    <a:pt x="304311" y="262695"/>
                  </a:lnTo>
                  <a:lnTo>
                    <a:pt x="307264" y="258312"/>
                  </a:lnTo>
                  <a:lnTo>
                    <a:pt x="310076" y="253838"/>
                  </a:lnTo>
                  <a:lnTo>
                    <a:pt x="312746" y="249278"/>
                  </a:lnTo>
                  <a:lnTo>
                    <a:pt x="315271" y="244635"/>
                  </a:lnTo>
                  <a:lnTo>
                    <a:pt x="317647" y="239915"/>
                  </a:lnTo>
                  <a:lnTo>
                    <a:pt x="319873" y="235123"/>
                  </a:lnTo>
                  <a:lnTo>
                    <a:pt x="321946" y="230262"/>
                  </a:lnTo>
                  <a:lnTo>
                    <a:pt x="323865" y="225338"/>
                  </a:lnTo>
                  <a:lnTo>
                    <a:pt x="325627" y="220356"/>
                  </a:lnTo>
                  <a:lnTo>
                    <a:pt x="327231" y="215321"/>
                  </a:lnTo>
                  <a:lnTo>
                    <a:pt x="328674" y="210238"/>
                  </a:lnTo>
                  <a:lnTo>
                    <a:pt x="329957" y="205111"/>
                  </a:lnTo>
                  <a:lnTo>
                    <a:pt x="331077" y="199947"/>
                  </a:lnTo>
                  <a:lnTo>
                    <a:pt x="332033" y="194750"/>
                  </a:lnTo>
                  <a:lnTo>
                    <a:pt x="332824" y="189525"/>
                  </a:lnTo>
                  <a:lnTo>
                    <a:pt x="333449" y="184278"/>
                  </a:lnTo>
                  <a:lnTo>
                    <a:pt x="333909" y="179013"/>
                  </a:lnTo>
                  <a:lnTo>
                    <a:pt x="334202" y="173737"/>
                  </a:lnTo>
                  <a:lnTo>
                    <a:pt x="334328" y="168454"/>
                  </a:lnTo>
                  <a:lnTo>
                    <a:pt x="334287" y="163170"/>
                  </a:lnTo>
                  <a:lnTo>
                    <a:pt x="334079" y="157890"/>
                  </a:lnTo>
                  <a:lnTo>
                    <a:pt x="333704" y="152619"/>
                  </a:lnTo>
                  <a:lnTo>
                    <a:pt x="333162" y="147362"/>
                  </a:lnTo>
                  <a:lnTo>
                    <a:pt x="332455" y="142125"/>
                  </a:lnTo>
                  <a:lnTo>
                    <a:pt x="331583" y="136913"/>
                  </a:lnTo>
                  <a:lnTo>
                    <a:pt x="330546" y="131732"/>
                  </a:lnTo>
                  <a:lnTo>
                    <a:pt x="329346" y="126585"/>
                  </a:lnTo>
                  <a:lnTo>
                    <a:pt x="327984" y="121479"/>
                  </a:lnTo>
                  <a:lnTo>
                    <a:pt x="326462" y="116419"/>
                  </a:lnTo>
                  <a:lnTo>
                    <a:pt x="324780" y="111409"/>
                  </a:lnTo>
                  <a:lnTo>
                    <a:pt x="322940" y="106456"/>
                  </a:lnTo>
                  <a:lnTo>
                    <a:pt x="320945" y="101562"/>
                  </a:lnTo>
                  <a:lnTo>
                    <a:pt x="318797" y="96734"/>
                  </a:lnTo>
                  <a:lnTo>
                    <a:pt x="316496" y="91977"/>
                  </a:lnTo>
                  <a:lnTo>
                    <a:pt x="314047" y="87294"/>
                  </a:lnTo>
                  <a:lnTo>
                    <a:pt x="311451" y="82692"/>
                  </a:lnTo>
                  <a:lnTo>
                    <a:pt x="308710" y="78173"/>
                  </a:lnTo>
                  <a:lnTo>
                    <a:pt x="305829" y="73744"/>
                  </a:lnTo>
                  <a:lnTo>
                    <a:pt x="302808" y="69408"/>
                  </a:lnTo>
                  <a:lnTo>
                    <a:pt x="299652" y="65169"/>
                  </a:lnTo>
                  <a:lnTo>
                    <a:pt x="296364" y="61033"/>
                  </a:lnTo>
                  <a:lnTo>
                    <a:pt x="292947" y="57002"/>
                  </a:lnTo>
                  <a:lnTo>
                    <a:pt x="289403" y="53082"/>
                  </a:lnTo>
                  <a:lnTo>
                    <a:pt x="285738" y="49275"/>
                  </a:lnTo>
                  <a:lnTo>
                    <a:pt x="281954" y="45586"/>
                  </a:lnTo>
                  <a:lnTo>
                    <a:pt x="278056" y="42019"/>
                  </a:lnTo>
                  <a:lnTo>
                    <a:pt x="274047" y="38576"/>
                  </a:lnTo>
                  <a:lnTo>
                    <a:pt x="269931" y="35262"/>
                  </a:lnTo>
                  <a:lnTo>
                    <a:pt x="265712" y="32080"/>
                  </a:lnTo>
                  <a:lnTo>
                    <a:pt x="261394" y="29033"/>
                  </a:lnTo>
                  <a:lnTo>
                    <a:pt x="256983" y="26123"/>
                  </a:lnTo>
                  <a:lnTo>
                    <a:pt x="252482" y="23355"/>
                  </a:lnTo>
                  <a:lnTo>
                    <a:pt x="247895" y="20730"/>
                  </a:lnTo>
                  <a:lnTo>
                    <a:pt x="243228" y="18251"/>
                  </a:lnTo>
                  <a:lnTo>
                    <a:pt x="238485" y="15922"/>
                  </a:lnTo>
                  <a:lnTo>
                    <a:pt x="233671" y="13743"/>
                  </a:lnTo>
                  <a:lnTo>
                    <a:pt x="228790" y="11718"/>
                  </a:lnTo>
                  <a:lnTo>
                    <a:pt x="223848" y="9847"/>
                  </a:lnTo>
                  <a:lnTo>
                    <a:pt x="218849" y="8134"/>
                  </a:lnTo>
                  <a:lnTo>
                    <a:pt x="213798" y="6580"/>
                  </a:lnTo>
                  <a:lnTo>
                    <a:pt x="208701" y="5187"/>
                  </a:lnTo>
                  <a:lnTo>
                    <a:pt x="203562" y="3955"/>
                  </a:lnTo>
                  <a:lnTo>
                    <a:pt x="198387" y="2886"/>
                  </a:lnTo>
                  <a:lnTo>
                    <a:pt x="193180" y="1981"/>
                  </a:lnTo>
                  <a:lnTo>
                    <a:pt x="187948" y="1241"/>
                  </a:lnTo>
                  <a:lnTo>
                    <a:pt x="182695" y="667"/>
                  </a:lnTo>
                  <a:lnTo>
                    <a:pt x="167166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3707720"/>
              <a:ext cx="15529" cy="167167"/>
            </a:xfrm>
            <a:custGeom>
              <a:avLst/>
              <a:pathLst>
                <a:path w="15529" h="167167">
                  <a:moveTo>
                    <a:pt x="15529" y="7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6995" y="4213821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14121" y="4213876"/>
              <a:ext cx="334328" cy="334263"/>
            </a:xfrm>
            <a:custGeom>
              <a:avLst/>
              <a:pathLst>
                <a:path w="334328" h="334263">
                  <a:moveTo>
                    <a:pt x="162873" y="0"/>
                  </a:moveTo>
                  <a:lnTo>
                    <a:pt x="157593" y="219"/>
                  </a:lnTo>
                  <a:lnTo>
                    <a:pt x="152323" y="605"/>
                  </a:lnTo>
                  <a:lnTo>
                    <a:pt x="147068" y="1157"/>
                  </a:lnTo>
                  <a:lnTo>
                    <a:pt x="141832" y="1875"/>
                  </a:lnTo>
                  <a:lnTo>
                    <a:pt x="136622" y="2758"/>
                  </a:lnTo>
                  <a:lnTo>
                    <a:pt x="131443" y="3806"/>
                  </a:lnTo>
                  <a:lnTo>
                    <a:pt x="126299" y="5017"/>
                  </a:lnTo>
                  <a:lnTo>
                    <a:pt x="121196" y="6389"/>
                  </a:lnTo>
                  <a:lnTo>
                    <a:pt x="116139" y="7923"/>
                  </a:lnTo>
                  <a:lnTo>
                    <a:pt x="111133" y="9615"/>
                  </a:lnTo>
                  <a:lnTo>
                    <a:pt x="106183" y="11465"/>
                  </a:lnTo>
                  <a:lnTo>
                    <a:pt x="101294" y="13470"/>
                  </a:lnTo>
                  <a:lnTo>
                    <a:pt x="96470" y="15629"/>
                  </a:lnTo>
                  <a:lnTo>
                    <a:pt x="91718" y="17939"/>
                  </a:lnTo>
                  <a:lnTo>
                    <a:pt x="87040" y="20398"/>
                  </a:lnTo>
                  <a:lnTo>
                    <a:pt x="82443" y="23004"/>
                  </a:lnTo>
                  <a:lnTo>
                    <a:pt x="77931" y="25754"/>
                  </a:lnTo>
                  <a:lnTo>
                    <a:pt x="73507" y="28645"/>
                  </a:lnTo>
                  <a:lnTo>
                    <a:pt x="69177" y="31675"/>
                  </a:lnTo>
                  <a:lnTo>
                    <a:pt x="64946" y="34839"/>
                  </a:lnTo>
                  <a:lnTo>
                    <a:pt x="60816" y="38136"/>
                  </a:lnTo>
                  <a:lnTo>
                    <a:pt x="56792" y="41562"/>
                  </a:lnTo>
                  <a:lnTo>
                    <a:pt x="52879" y="45114"/>
                  </a:lnTo>
                  <a:lnTo>
                    <a:pt x="49080" y="48787"/>
                  </a:lnTo>
                  <a:lnTo>
                    <a:pt x="45399" y="52578"/>
                  </a:lnTo>
                  <a:lnTo>
                    <a:pt x="41840" y="56484"/>
                  </a:lnTo>
                  <a:lnTo>
                    <a:pt x="38406" y="60501"/>
                  </a:lnTo>
                  <a:lnTo>
                    <a:pt x="35101" y="64624"/>
                  </a:lnTo>
                  <a:lnTo>
                    <a:pt x="31927" y="68849"/>
                  </a:lnTo>
                  <a:lnTo>
                    <a:pt x="28889" y="73173"/>
                  </a:lnTo>
                  <a:lnTo>
                    <a:pt x="25989" y="77590"/>
                  </a:lnTo>
                  <a:lnTo>
                    <a:pt x="23230" y="82097"/>
                  </a:lnTo>
                  <a:lnTo>
                    <a:pt x="20615" y="86689"/>
                  </a:lnTo>
                  <a:lnTo>
                    <a:pt x="18146" y="91362"/>
                  </a:lnTo>
                  <a:lnTo>
                    <a:pt x="15826" y="96110"/>
                  </a:lnTo>
                  <a:lnTo>
                    <a:pt x="13658" y="100928"/>
                  </a:lnTo>
                  <a:lnTo>
                    <a:pt x="11642" y="105814"/>
                  </a:lnTo>
                  <a:lnTo>
                    <a:pt x="9783" y="110760"/>
                  </a:lnTo>
                  <a:lnTo>
                    <a:pt x="8080" y="115762"/>
                  </a:lnTo>
                  <a:lnTo>
                    <a:pt x="6537" y="120816"/>
                  </a:lnTo>
                  <a:lnTo>
                    <a:pt x="5154" y="125917"/>
                  </a:lnTo>
                  <a:lnTo>
                    <a:pt x="3932" y="131058"/>
                  </a:lnTo>
                  <a:lnTo>
                    <a:pt x="2874" y="136235"/>
                  </a:lnTo>
                  <a:lnTo>
                    <a:pt x="1981" y="141444"/>
                  </a:lnTo>
                  <a:lnTo>
                    <a:pt x="1252" y="146678"/>
                  </a:lnTo>
                  <a:lnTo>
                    <a:pt x="689" y="151932"/>
                  </a:lnTo>
                  <a:lnTo>
                    <a:pt x="292" y="157201"/>
                  </a:lnTo>
                  <a:lnTo>
                    <a:pt x="62" y="162481"/>
                  </a:lnTo>
                  <a:lnTo>
                    <a:pt x="0" y="167765"/>
                  </a:lnTo>
                  <a:lnTo>
                    <a:pt x="104" y="173048"/>
                  </a:lnTo>
                  <a:lnTo>
                    <a:pt x="375" y="178326"/>
                  </a:lnTo>
                  <a:lnTo>
                    <a:pt x="813" y="183592"/>
                  </a:lnTo>
                  <a:lnTo>
                    <a:pt x="1417" y="188842"/>
                  </a:lnTo>
                  <a:lnTo>
                    <a:pt x="2186" y="194070"/>
                  </a:lnTo>
                  <a:lnTo>
                    <a:pt x="3121" y="199271"/>
                  </a:lnTo>
                  <a:lnTo>
                    <a:pt x="4219" y="204440"/>
                  </a:lnTo>
                  <a:lnTo>
                    <a:pt x="5480" y="209571"/>
                  </a:lnTo>
                  <a:lnTo>
                    <a:pt x="6903" y="214661"/>
                  </a:lnTo>
                  <a:lnTo>
                    <a:pt x="8486" y="219702"/>
                  </a:lnTo>
                  <a:lnTo>
                    <a:pt x="10228" y="224691"/>
                  </a:lnTo>
                  <a:lnTo>
                    <a:pt x="12126" y="229623"/>
                  </a:lnTo>
                  <a:lnTo>
                    <a:pt x="14179" y="234492"/>
                  </a:lnTo>
                  <a:lnTo>
                    <a:pt x="16385" y="239294"/>
                  </a:lnTo>
                  <a:lnTo>
                    <a:pt x="18742" y="244024"/>
                  </a:lnTo>
                  <a:lnTo>
                    <a:pt x="21247" y="248677"/>
                  </a:lnTo>
                  <a:lnTo>
                    <a:pt x="23898" y="253248"/>
                  </a:lnTo>
                  <a:lnTo>
                    <a:pt x="26693" y="257733"/>
                  </a:lnTo>
                  <a:lnTo>
                    <a:pt x="29627" y="262128"/>
                  </a:lnTo>
                  <a:lnTo>
                    <a:pt x="32699" y="266428"/>
                  </a:lnTo>
                  <a:lnTo>
                    <a:pt x="35905" y="270628"/>
                  </a:lnTo>
                  <a:lnTo>
                    <a:pt x="39243" y="274725"/>
                  </a:lnTo>
                  <a:lnTo>
                    <a:pt x="42708" y="278715"/>
                  </a:lnTo>
                  <a:lnTo>
                    <a:pt x="46298" y="282593"/>
                  </a:lnTo>
                  <a:lnTo>
                    <a:pt x="50008" y="286356"/>
                  </a:lnTo>
                  <a:lnTo>
                    <a:pt x="53836" y="289999"/>
                  </a:lnTo>
                  <a:lnTo>
                    <a:pt x="57776" y="293520"/>
                  </a:lnTo>
                  <a:lnTo>
                    <a:pt x="61827" y="296914"/>
                  </a:lnTo>
                  <a:lnTo>
                    <a:pt x="65982" y="300179"/>
                  </a:lnTo>
                  <a:lnTo>
                    <a:pt x="70238" y="303310"/>
                  </a:lnTo>
                  <a:lnTo>
                    <a:pt x="74592" y="306306"/>
                  </a:lnTo>
                  <a:lnTo>
                    <a:pt x="79037" y="309162"/>
                  </a:lnTo>
                  <a:lnTo>
                    <a:pt x="83571" y="311877"/>
                  </a:lnTo>
                  <a:lnTo>
                    <a:pt x="88189" y="314447"/>
                  </a:lnTo>
                  <a:lnTo>
                    <a:pt x="92885" y="316869"/>
                  </a:lnTo>
                  <a:lnTo>
                    <a:pt x="97656" y="319142"/>
                  </a:lnTo>
                  <a:lnTo>
                    <a:pt x="102496" y="321264"/>
                  </a:lnTo>
                  <a:lnTo>
                    <a:pt x="107400" y="323231"/>
                  </a:lnTo>
                  <a:lnTo>
                    <a:pt x="112365" y="325042"/>
                  </a:lnTo>
                  <a:lnTo>
                    <a:pt x="117384" y="326695"/>
                  </a:lnTo>
                  <a:lnTo>
                    <a:pt x="122453" y="328189"/>
                  </a:lnTo>
                  <a:lnTo>
                    <a:pt x="127566" y="329521"/>
                  </a:lnTo>
                  <a:lnTo>
                    <a:pt x="132719" y="330692"/>
                  </a:lnTo>
                  <a:lnTo>
                    <a:pt x="137907" y="331699"/>
                  </a:lnTo>
                  <a:lnTo>
                    <a:pt x="143124" y="332541"/>
                  </a:lnTo>
                  <a:lnTo>
                    <a:pt x="148365" y="333219"/>
                  </a:lnTo>
                  <a:lnTo>
                    <a:pt x="153624" y="333730"/>
                  </a:lnTo>
                  <a:lnTo>
                    <a:pt x="158897" y="334075"/>
                  </a:lnTo>
                  <a:lnTo>
                    <a:pt x="164179" y="334253"/>
                  </a:lnTo>
                  <a:lnTo>
                    <a:pt x="169463" y="334263"/>
                  </a:lnTo>
                  <a:lnTo>
                    <a:pt x="174745" y="334107"/>
                  </a:lnTo>
                  <a:lnTo>
                    <a:pt x="180020" y="333784"/>
                  </a:lnTo>
                  <a:lnTo>
                    <a:pt x="185281" y="333295"/>
                  </a:lnTo>
                  <a:lnTo>
                    <a:pt x="190525" y="332639"/>
                  </a:lnTo>
                  <a:lnTo>
                    <a:pt x="195745" y="331818"/>
                  </a:lnTo>
                  <a:lnTo>
                    <a:pt x="200937" y="330833"/>
                  </a:lnTo>
                  <a:lnTo>
                    <a:pt x="206095" y="329683"/>
                  </a:lnTo>
                  <a:lnTo>
                    <a:pt x="211214" y="328372"/>
                  </a:lnTo>
                  <a:lnTo>
                    <a:pt x="216289" y="326899"/>
                  </a:lnTo>
                  <a:lnTo>
                    <a:pt x="221315" y="325266"/>
                  </a:lnTo>
                  <a:lnTo>
                    <a:pt x="226286" y="323476"/>
                  </a:lnTo>
                  <a:lnTo>
                    <a:pt x="231199" y="321529"/>
                  </a:lnTo>
                  <a:lnTo>
                    <a:pt x="236048" y="319428"/>
                  </a:lnTo>
                  <a:lnTo>
                    <a:pt x="240828" y="317175"/>
                  </a:lnTo>
                  <a:lnTo>
                    <a:pt x="245534" y="314771"/>
                  </a:lnTo>
                  <a:lnTo>
                    <a:pt x="250162" y="312221"/>
                  </a:lnTo>
                  <a:lnTo>
                    <a:pt x="254707" y="309525"/>
                  </a:lnTo>
                  <a:lnTo>
                    <a:pt x="259165" y="306687"/>
                  </a:lnTo>
                  <a:lnTo>
                    <a:pt x="263530" y="303709"/>
                  </a:lnTo>
                  <a:lnTo>
                    <a:pt x="267800" y="300595"/>
                  </a:lnTo>
                  <a:lnTo>
                    <a:pt x="271968" y="297347"/>
                  </a:lnTo>
                  <a:lnTo>
                    <a:pt x="276033" y="293970"/>
                  </a:lnTo>
                  <a:lnTo>
                    <a:pt x="279988" y="290465"/>
                  </a:lnTo>
                  <a:lnTo>
                    <a:pt x="283830" y="286838"/>
                  </a:lnTo>
                  <a:lnTo>
                    <a:pt x="287556" y="283091"/>
                  </a:lnTo>
                  <a:lnTo>
                    <a:pt x="291162" y="279227"/>
                  </a:lnTo>
                  <a:lnTo>
                    <a:pt x="294644" y="275252"/>
                  </a:lnTo>
                  <a:lnTo>
                    <a:pt x="297998" y="271169"/>
                  </a:lnTo>
                  <a:lnTo>
                    <a:pt x="301222" y="266982"/>
                  </a:lnTo>
                  <a:lnTo>
                    <a:pt x="304311" y="262695"/>
                  </a:lnTo>
                  <a:lnTo>
                    <a:pt x="307264" y="258312"/>
                  </a:lnTo>
                  <a:lnTo>
                    <a:pt x="310076" y="253838"/>
                  </a:lnTo>
                  <a:lnTo>
                    <a:pt x="312746" y="249278"/>
                  </a:lnTo>
                  <a:lnTo>
                    <a:pt x="315271" y="244635"/>
                  </a:lnTo>
                  <a:lnTo>
                    <a:pt x="317647" y="239915"/>
                  </a:lnTo>
                  <a:lnTo>
                    <a:pt x="319873" y="235123"/>
                  </a:lnTo>
                  <a:lnTo>
                    <a:pt x="321946" y="230262"/>
                  </a:lnTo>
                  <a:lnTo>
                    <a:pt x="323865" y="225338"/>
                  </a:lnTo>
                  <a:lnTo>
                    <a:pt x="325627" y="220356"/>
                  </a:lnTo>
                  <a:lnTo>
                    <a:pt x="327231" y="215321"/>
                  </a:lnTo>
                  <a:lnTo>
                    <a:pt x="328674" y="210238"/>
                  </a:lnTo>
                  <a:lnTo>
                    <a:pt x="329957" y="205111"/>
                  </a:lnTo>
                  <a:lnTo>
                    <a:pt x="331077" y="199947"/>
                  </a:lnTo>
                  <a:lnTo>
                    <a:pt x="332033" y="194750"/>
                  </a:lnTo>
                  <a:lnTo>
                    <a:pt x="332824" y="189525"/>
                  </a:lnTo>
                  <a:lnTo>
                    <a:pt x="333449" y="184278"/>
                  </a:lnTo>
                  <a:lnTo>
                    <a:pt x="333909" y="179013"/>
                  </a:lnTo>
                  <a:lnTo>
                    <a:pt x="334202" y="173737"/>
                  </a:lnTo>
                  <a:lnTo>
                    <a:pt x="334328" y="168454"/>
                  </a:lnTo>
                  <a:lnTo>
                    <a:pt x="334287" y="163170"/>
                  </a:lnTo>
                  <a:lnTo>
                    <a:pt x="334079" y="157890"/>
                  </a:lnTo>
                  <a:lnTo>
                    <a:pt x="333704" y="152619"/>
                  </a:lnTo>
                  <a:lnTo>
                    <a:pt x="333162" y="147362"/>
                  </a:lnTo>
                  <a:lnTo>
                    <a:pt x="332455" y="142125"/>
                  </a:lnTo>
                  <a:lnTo>
                    <a:pt x="331583" y="136913"/>
                  </a:lnTo>
                  <a:lnTo>
                    <a:pt x="330546" y="131732"/>
                  </a:lnTo>
                  <a:lnTo>
                    <a:pt x="329346" y="126585"/>
                  </a:lnTo>
                  <a:lnTo>
                    <a:pt x="327984" y="121479"/>
                  </a:lnTo>
                  <a:lnTo>
                    <a:pt x="326462" y="116419"/>
                  </a:lnTo>
                  <a:lnTo>
                    <a:pt x="324780" y="111409"/>
                  </a:lnTo>
                  <a:lnTo>
                    <a:pt x="322940" y="106456"/>
                  </a:lnTo>
                  <a:lnTo>
                    <a:pt x="320945" y="101562"/>
                  </a:lnTo>
                  <a:lnTo>
                    <a:pt x="318797" y="96734"/>
                  </a:lnTo>
                  <a:lnTo>
                    <a:pt x="316496" y="91977"/>
                  </a:lnTo>
                  <a:lnTo>
                    <a:pt x="314047" y="87294"/>
                  </a:lnTo>
                  <a:lnTo>
                    <a:pt x="311451" y="82692"/>
                  </a:lnTo>
                  <a:lnTo>
                    <a:pt x="308710" y="78173"/>
                  </a:lnTo>
                  <a:lnTo>
                    <a:pt x="305829" y="73744"/>
                  </a:lnTo>
                  <a:lnTo>
                    <a:pt x="302808" y="69408"/>
                  </a:lnTo>
                  <a:lnTo>
                    <a:pt x="299652" y="65169"/>
                  </a:lnTo>
                  <a:lnTo>
                    <a:pt x="296364" y="61033"/>
                  </a:lnTo>
                  <a:lnTo>
                    <a:pt x="292947" y="57002"/>
                  </a:lnTo>
                  <a:lnTo>
                    <a:pt x="289403" y="53082"/>
                  </a:lnTo>
                  <a:lnTo>
                    <a:pt x="285738" y="49275"/>
                  </a:lnTo>
                  <a:lnTo>
                    <a:pt x="281954" y="45586"/>
                  </a:lnTo>
                  <a:lnTo>
                    <a:pt x="278056" y="42019"/>
                  </a:lnTo>
                  <a:lnTo>
                    <a:pt x="274047" y="38576"/>
                  </a:lnTo>
                  <a:lnTo>
                    <a:pt x="269931" y="35262"/>
                  </a:lnTo>
                  <a:lnTo>
                    <a:pt x="265712" y="32080"/>
                  </a:lnTo>
                  <a:lnTo>
                    <a:pt x="261394" y="29033"/>
                  </a:lnTo>
                  <a:lnTo>
                    <a:pt x="256983" y="26123"/>
                  </a:lnTo>
                  <a:lnTo>
                    <a:pt x="252482" y="23355"/>
                  </a:lnTo>
                  <a:lnTo>
                    <a:pt x="247895" y="20730"/>
                  </a:lnTo>
                  <a:lnTo>
                    <a:pt x="243228" y="18251"/>
                  </a:lnTo>
                  <a:lnTo>
                    <a:pt x="238485" y="15922"/>
                  </a:lnTo>
                  <a:lnTo>
                    <a:pt x="233671" y="13743"/>
                  </a:lnTo>
                  <a:lnTo>
                    <a:pt x="228790" y="11718"/>
                  </a:lnTo>
                  <a:lnTo>
                    <a:pt x="223848" y="9847"/>
                  </a:lnTo>
                  <a:lnTo>
                    <a:pt x="218849" y="8134"/>
                  </a:lnTo>
                  <a:lnTo>
                    <a:pt x="213798" y="6580"/>
                  </a:lnTo>
                  <a:lnTo>
                    <a:pt x="208701" y="5187"/>
                  </a:lnTo>
                  <a:lnTo>
                    <a:pt x="203562" y="3955"/>
                  </a:lnTo>
                  <a:lnTo>
                    <a:pt x="198387" y="2886"/>
                  </a:lnTo>
                  <a:lnTo>
                    <a:pt x="193180" y="1981"/>
                  </a:lnTo>
                  <a:lnTo>
                    <a:pt x="187948" y="1241"/>
                  </a:lnTo>
                  <a:lnTo>
                    <a:pt x="182695" y="667"/>
                  </a:lnTo>
                  <a:lnTo>
                    <a:pt x="167166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15529" cy="167167"/>
            </a:xfrm>
            <a:custGeom>
              <a:avLst/>
              <a:pathLst>
                <a:path w="15529" h="167167">
                  <a:moveTo>
                    <a:pt x="15529" y="7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512" y="4659281"/>
              <a:ext cx="1012" cy="167167"/>
            </a:xfrm>
            <a:custGeom>
              <a:avLst/>
              <a:pathLst>
                <a:path w="1012" h="167167">
                  <a:moveTo>
                    <a:pt x="1012" y="0"/>
                  </a:moveTo>
                  <a:lnTo>
                    <a:pt x="0" y="3"/>
                  </a:lnTo>
                  <a:lnTo>
                    <a:pt x="101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512" y="4659284"/>
              <a:ext cx="1012" cy="167164"/>
            </a:xfrm>
            <a:custGeom>
              <a:avLst/>
              <a:pathLst>
                <a:path w="1012" h="167164">
                  <a:moveTo>
                    <a:pt x="0" y="0"/>
                  </a:moveTo>
                  <a:lnTo>
                    <a:pt x="1012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23234" y="4659284"/>
              <a:ext cx="163290" cy="167164"/>
            </a:xfrm>
            <a:custGeom>
              <a:avLst/>
              <a:pathLst>
                <a:path w="163290" h="167164">
                  <a:moveTo>
                    <a:pt x="162277" y="0"/>
                  </a:moveTo>
                  <a:lnTo>
                    <a:pt x="156779" y="123"/>
                  </a:lnTo>
                  <a:lnTo>
                    <a:pt x="151288" y="428"/>
                  </a:lnTo>
                  <a:lnTo>
                    <a:pt x="145809" y="913"/>
                  </a:lnTo>
                  <a:lnTo>
                    <a:pt x="140350" y="1578"/>
                  </a:lnTo>
                  <a:lnTo>
                    <a:pt x="134915" y="2422"/>
                  </a:lnTo>
                  <a:lnTo>
                    <a:pt x="129511" y="3445"/>
                  </a:lnTo>
                  <a:lnTo>
                    <a:pt x="124144" y="4644"/>
                  </a:lnTo>
                  <a:lnTo>
                    <a:pt x="118819" y="6020"/>
                  </a:lnTo>
                  <a:lnTo>
                    <a:pt x="113543" y="7570"/>
                  </a:lnTo>
                  <a:lnTo>
                    <a:pt x="108320" y="9293"/>
                  </a:lnTo>
                  <a:lnTo>
                    <a:pt x="103156" y="11187"/>
                  </a:lnTo>
                  <a:lnTo>
                    <a:pt x="98058" y="13249"/>
                  </a:lnTo>
                  <a:lnTo>
                    <a:pt x="93030" y="15478"/>
                  </a:lnTo>
                  <a:lnTo>
                    <a:pt x="88078" y="17871"/>
                  </a:lnTo>
                  <a:lnTo>
                    <a:pt x="83208" y="20426"/>
                  </a:lnTo>
                  <a:lnTo>
                    <a:pt x="78425" y="23140"/>
                  </a:lnTo>
                  <a:lnTo>
                    <a:pt x="73733" y="26010"/>
                  </a:lnTo>
                  <a:lnTo>
                    <a:pt x="69138" y="29032"/>
                  </a:lnTo>
                  <a:lnTo>
                    <a:pt x="64645" y="32204"/>
                  </a:lnTo>
                  <a:lnTo>
                    <a:pt x="60259" y="35522"/>
                  </a:lnTo>
                  <a:lnTo>
                    <a:pt x="55984" y="38982"/>
                  </a:lnTo>
                  <a:lnTo>
                    <a:pt x="51826" y="42581"/>
                  </a:lnTo>
                  <a:lnTo>
                    <a:pt x="47788" y="46315"/>
                  </a:lnTo>
                  <a:lnTo>
                    <a:pt x="43875" y="50180"/>
                  </a:lnTo>
                  <a:lnTo>
                    <a:pt x="40092" y="54172"/>
                  </a:lnTo>
                  <a:lnTo>
                    <a:pt x="36441" y="58285"/>
                  </a:lnTo>
                  <a:lnTo>
                    <a:pt x="32929" y="62517"/>
                  </a:lnTo>
                  <a:lnTo>
                    <a:pt x="29557" y="66862"/>
                  </a:lnTo>
                  <a:lnTo>
                    <a:pt x="26330" y="71315"/>
                  </a:lnTo>
                  <a:lnTo>
                    <a:pt x="23251" y="75873"/>
                  </a:lnTo>
                  <a:lnTo>
                    <a:pt x="20324" y="80529"/>
                  </a:lnTo>
                  <a:lnTo>
                    <a:pt x="17551" y="85278"/>
                  </a:lnTo>
                  <a:lnTo>
                    <a:pt x="14936" y="90117"/>
                  </a:lnTo>
                  <a:lnTo>
                    <a:pt x="12482" y="95039"/>
                  </a:lnTo>
                  <a:lnTo>
                    <a:pt x="10191" y="100038"/>
                  </a:lnTo>
                  <a:lnTo>
                    <a:pt x="8066" y="105111"/>
                  </a:lnTo>
                  <a:lnTo>
                    <a:pt x="6109" y="110251"/>
                  </a:lnTo>
                  <a:lnTo>
                    <a:pt x="4322" y="115452"/>
                  </a:lnTo>
                  <a:lnTo>
                    <a:pt x="2707" y="120709"/>
                  </a:lnTo>
                  <a:lnTo>
                    <a:pt x="1265" y="126017"/>
                  </a:lnTo>
                  <a:lnTo>
                    <a:pt x="0" y="131369"/>
                  </a:lnTo>
                  <a:lnTo>
                    <a:pt x="163290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361" y="4659281"/>
              <a:ext cx="334317" cy="334331"/>
            </a:xfrm>
            <a:custGeom>
              <a:avLst/>
              <a:pathLst>
                <a:path w="334317" h="334331">
                  <a:moveTo>
                    <a:pt x="3873" y="131372"/>
                  </a:moveTo>
                  <a:lnTo>
                    <a:pt x="2818" y="136581"/>
                  </a:lnTo>
                  <a:lnTo>
                    <a:pt x="1928" y="141821"/>
                  </a:lnTo>
                  <a:lnTo>
                    <a:pt x="1206" y="147086"/>
                  </a:lnTo>
                  <a:lnTo>
                    <a:pt x="652" y="152372"/>
                  </a:lnTo>
                  <a:lnTo>
                    <a:pt x="266" y="157673"/>
                  </a:lnTo>
                  <a:lnTo>
                    <a:pt x="48" y="162983"/>
                  </a:lnTo>
                  <a:lnTo>
                    <a:pt x="0" y="168298"/>
                  </a:lnTo>
                  <a:lnTo>
                    <a:pt x="120" y="173611"/>
                  </a:lnTo>
                  <a:lnTo>
                    <a:pt x="409" y="178918"/>
                  </a:lnTo>
                  <a:lnTo>
                    <a:pt x="867" y="184213"/>
                  </a:lnTo>
                  <a:lnTo>
                    <a:pt x="1493" y="189491"/>
                  </a:lnTo>
                  <a:lnTo>
                    <a:pt x="2286" y="194746"/>
                  </a:lnTo>
                  <a:lnTo>
                    <a:pt x="3246" y="199974"/>
                  </a:lnTo>
                  <a:lnTo>
                    <a:pt x="4372" y="205168"/>
                  </a:lnTo>
                  <a:lnTo>
                    <a:pt x="5663" y="210324"/>
                  </a:lnTo>
                  <a:lnTo>
                    <a:pt x="7116" y="215436"/>
                  </a:lnTo>
                  <a:lnTo>
                    <a:pt x="8731" y="220499"/>
                  </a:lnTo>
                  <a:lnTo>
                    <a:pt x="10507" y="225509"/>
                  </a:lnTo>
                  <a:lnTo>
                    <a:pt x="12441" y="230459"/>
                  </a:lnTo>
                  <a:lnTo>
                    <a:pt x="14531" y="235346"/>
                  </a:lnTo>
                  <a:lnTo>
                    <a:pt x="16775" y="240164"/>
                  </a:lnTo>
                  <a:lnTo>
                    <a:pt x="19172" y="244907"/>
                  </a:lnTo>
                  <a:lnTo>
                    <a:pt x="21718" y="249573"/>
                  </a:lnTo>
                  <a:lnTo>
                    <a:pt x="24411" y="254155"/>
                  </a:lnTo>
                  <a:lnTo>
                    <a:pt x="27249" y="258649"/>
                  </a:lnTo>
                  <a:lnTo>
                    <a:pt x="30228" y="263050"/>
                  </a:lnTo>
                  <a:lnTo>
                    <a:pt x="33345" y="267355"/>
                  </a:lnTo>
                  <a:lnTo>
                    <a:pt x="36597" y="271558"/>
                  </a:lnTo>
                  <a:lnTo>
                    <a:pt x="39982" y="275656"/>
                  </a:lnTo>
                  <a:lnTo>
                    <a:pt x="43495" y="279644"/>
                  </a:lnTo>
                  <a:lnTo>
                    <a:pt x="47133" y="283519"/>
                  </a:lnTo>
                  <a:lnTo>
                    <a:pt x="50892" y="287276"/>
                  </a:lnTo>
                  <a:lnTo>
                    <a:pt x="54769" y="290911"/>
                  </a:lnTo>
                  <a:lnTo>
                    <a:pt x="58760" y="294421"/>
                  </a:lnTo>
                  <a:lnTo>
                    <a:pt x="62860" y="297803"/>
                  </a:lnTo>
                  <a:lnTo>
                    <a:pt x="67066" y="301053"/>
                  </a:lnTo>
                  <a:lnTo>
                    <a:pt x="71372" y="304167"/>
                  </a:lnTo>
                  <a:lnTo>
                    <a:pt x="75776" y="307143"/>
                  </a:lnTo>
                  <a:lnTo>
                    <a:pt x="80272" y="309978"/>
                  </a:lnTo>
                  <a:lnTo>
                    <a:pt x="84856" y="312668"/>
                  </a:lnTo>
                  <a:lnTo>
                    <a:pt x="89523" y="315211"/>
                  </a:lnTo>
                  <a:lnTo>
                    <a:pt x="94268" y="317604"/>
                  </a:lnTo>
                  <a:lnTo>
                    <a:pt x="99087" y="319845"/>
                  </a:lnTo>
                  <a:lnTo>
                    <a:pt x="103975" y="321932"/>
                  </a:lnTo>
                  <a:lnTo>
                    <a:pt x="108927" y="323863"/>
                  </a:lnTo>
                  <a:lnTo>
                    <a:pt x="113938" y="325635"/>
                  </a:lnTo>
                  <a:lnTo>
                    <a:pt x="119002" y="327247"/>
                  </a:lnTo>
                  <a:lnTo>
                    <a:pt x="124115" y="328697"/>
                  </a:lnTo>
                  <a:lnTo>
                    <a:pt x="129272" y="329983"/>
                  </a:lnTo>
                  <a:lnTo>
                    <a:pt x="134467" y="331106"/>
                  </a:lnTo>
                  <a:lnTo>
                    <a:pt x="139695" y="332062"/>
                  </a:lnTo>
                  <a:lnTo>
                    <a:pt x="144951" y="332852"/>
                  </a:lnTo>
                  <a:lnTo>
                    <a:pt x="150229" y="333474"/>
                  </a:lnTo>
                  <a:lnTo>
                    <a:pt x="155525" y="333929"/>
                  </a:lnTo>
                  <a:lnTo>
                    <a:pt x="160832" y="334214"/>
                  </a:lnTo>
                  <a:lnTo>
                    <a:pt x="166145" y="334331"/>
                  </a:lnTo>
                  <a:lnTo>
                    <a:pt x="171460" y="334279"/>
                  </a:lnTo>
                  <a:lnTo>
                    <a:pt x="176770" y="334058"/>
                  </a:lnTo>
                  <a:lnTo>
                    <a:pt x="182071" y="333668"/>
                  </a:lnTo>
                  <a:lnTo>
                    <a:pt x="187356" y="333110"/>
                  </a:lnTo>
                  <a:lnTo>
                    <a:pt x="192621" y="332385"/>
                  </a:lnTo>
                  <a:lnTo>
                    <a:pt x="197860" y="331492"/>
                  </a:lnTo>
                  <a:lnTo>
                    <a:pt x="203069" y="330433"/>
                  </a:lnTo>
                  <a:lnTo>
                    <a:pt x="208241" y="329209"/>
                  </a:lnTo>
                  <a:lnTo>
                    <a:pt x="213371" y="327821"/>
                  </a:lnTo>
                  <a:lnTo>
                    <a:pt x="218455" y="326271"/>
                  </a:lnTo>
                  <a:lnTo>
                    <a:pt x="223487" y="324560"/>
                  </a:lnTo>
                  <a:lnTo>
                    <a:pt x="228462" y="322690"/>
                  </a:lnTo>
                  <a:lnTo>
                    <a:pt x="233375" y="320663"/>
                  </a:lnTo>
                  <a:lnTo>
                    <a:pt x="238221" y="318480"/>
                  </a:lnTo>
                  <a:lnTo>
                    <a:pt x="242995" y="316145"/>
                  </a:lnTo>
                  <a:lnTo>
                    <a:pt x="247693" y="313659"/>
                  </a:lnTo>
                  <a:lnTo>
                    <a:pt x="252309" y="311025"/>
                  </a:lnTo>
                  <a:lnTo>
                    <a:pt x="256839" y="308246"/>
                  </a:lnTo>
                  <a:lnTo>
                    <a:pt x="261278" y="305324"/>
                  </a:lnTo>
                  <a:lnTo>
                    <a:pt x="265623" y="302262"/>
                  </a:lnTo>
                  <a:lnTo>
                    <a:pt x="269868" y="299064"/>
                  </a:lnTo>
                  <a:lnTo>
                    <a:pt x="274009" y="295732"/>
                  </a:lnTo>
                  <a:lnTo>
                    <a:pt x="278042" y="292271"/>
                  </a:lnTo>
                  <a:lnTo>
                    <a:pt x="281963" y="288683"/>
                  </a:lnTo>
                  <a:lnTo>
                    <a:pt x="285767" y="284972"/>
                  </a:lnTo>
                  <a:lnTo>
                    <a:pt x="289452" y="281142"/>
                  </a:lnTo>
                  <a:lnTo>
                    <a:pt x="293014" y="277197"/>
                  </a:lnTo>
                  <a:lnTo>
                    <a:pt x="296448" y="273140"/>
                  </a:lnTo>
                  <a:lnTo>
                    <a:pt x="299752" y="268977"/>
                  </a:lnTo>
                  <a:lnTo>
                    <a:pt x="302921" y="264711"/>
                  </a:lnTo>
                  <a:lnTo>
                    <a:pt x="305953" y="260346"/>
                  </a:lnTo>
                  <a:lnTo>
                    <a:pt x="308845" y="255886"/>
                  </a:lnTo>
                  <a:lnTo>
                    <a:pt x="311594" y="251338"/>
                  </a:lnTo>
                  <a:lnTo>
                    <a:pt x="314197" y="246704"/>
                  </a:lnTo>
                  <a:lnTo>
                    <a:pt x="316651" y="241989"/>
                  </a:lnTo>
                  <a:lnTo>
                    <a:pt x="318954" y="237199"/>
                  </a:lnTo>
                  <a:lnTo>
                    <a:pt x="321103" y="232339"/>
                  </a:lnTo>
                  <a:lnTo>
                    <a:pt x="323097" y="227412"/>
                  </a:lnTo>
                  <a:lnTo>
                    <a:pt x="324934" y="222425"/>
                  </a:lnTo>
                  <a:lnTo>
                    <a:pt x="326611" y="217381"/>
                  </a:lnTo>
                  <a:lnTo>
                    <a:pt x="328126" y="212287"/>
                  </a:lnTo>
                  <a:lnTo>
                    <a:pt x="329479" y="207147"/>
                  </a:lnTo>
                  <a:lnTo>
                    <a:pt x="330668" y="201967"/>
                  </a:lnTo>
                  <a:lnTo>
                    <a:pt x="331692" y="196752"/>
                  </a:lnTo>
                  <a:lnTo>
                    <a:pt x="332549" y="191507"/>
                  </a:lnTo>
                  <a:lnTo>
                    <a:pt x="333239" y="186237"/>
                  </a:lnTo>
                  <a:lnTo>
                    <a:pt x="333762" y="180948"/>
                  </a:lnTo>
                  <a:lnTo>
                    <a:pt x="334115" y="175645"/>
                  </a:lnTo>
                  <a:lnTo>
                    <a:pt x="334301" y="170333"/>
                  </a:lnTo>
                  <a:lnTo>
                    <a:pt x="334317" y="165018"/>
                  </a:lnTo>
                  <a:lnTo>
                    <a:pt x="334164" y="159706"/>
                  </a:lnTo>
                  <a:lnTo>
                    <a:pt x="333842" y="154401"/>
                  </a:lnTo>
                  <a:lnTo>
                    <a:pt x="333352" y="149108"/>
                  </a:lnTo>
                  <a:lnTo>
                    <a:pt x="332694" y="143835"/>
                  </a:lnTo>
                  <a:lnTo>
                    <a:pt x="331869" y="138584"/>
                  </a:lnTo>
                  <a:lnTo>
                    <a:pt x="330877" y="133363"/>
                  </a:lnTo>
                  <a:lnTo>
                    <a:pt x="329720" y="128175"/>
                  </a:lnTo>
                  <a:lnTo>
                    <a:pt x="328398" y="123028"/>
                  </a:lnTo>
                  <a:lnTo>
                    <a:pt x="326913" y="117924"/>
                  </a:lnTo>
                  <a:lnTo>
                    <a:pt x="325267" y="112871"/>
                  </a:lnTo>
                  <a:lnTo>
                    <a:pt x="323461" y="107872"/>
                  </a:lnTo>
                  <a:lnTo>
                    <a:pt x="321497" y="102934"/>
                  </a:lnTo>
                  <a:lnTo>
                    <a:pt x="319377" y="98060"/>
                  </a:lnTo>
                  <a:lnTo>
                    <a:pt x="317104" y="93256"/>
                  </a:lnTo>
                  <a:lnTo>
                    <a:pt x="314678" y="88527"/>
                  </a:lnTo>
                  <a:lnTo>
                    <a:pt x="312104" y="83877"/>
                  </a:lnTo>
                  <a:lnTo>
                    <a:pt x="309383" y="79312"/>
                  </a:lnTo>
                  <a:lnTo>
                    <a:pt x="306518" y="74835"/>
                  </a:lnTo>
                  <a:lnTo>
                    <a:pt x="303512" y="70452"/>
                  </a:lnTo>
                  <a:lnTo>
                    <a:pt x="300369" y="66166"/>
                  </a:lnTo>
                  <a:lnTo>
                    <a:pt x="297091" y="61983"/>
                  </a:lnTo>
                  <a:lnTo>
                    <a:pt x="293681" y="57905"/>
                  </a:lnTo>
                  <a:lnTo>
                    <a:pt x="290144" y="53939"/>
                  </a:lnTo>
                  <a:lnTo>
                    <a:pt x="286483" y="50087"/>
                  </a:lnTo>
                  <a:lnTo>
                    <a:pt x="282700" y="46353"/>
                  </a:lnTo>
                  <a:lnTo>
                    <a:pt x="278801" y="42741"/>
                  </a:lnTo>
                  <a:lnTo>
                    <a:pt x="274789" y="39255"/>
                  </a:lnTo>
                  <a:lnTo>
                    <a:pt x="270669" y="35898"/>
                  </a:lnTo>
                  <a:lnTo>
                    <a:pt x="266444" y="32674"/>
                  </a:lnTo>
                  <a:lnTo>
                    <a:pt x="262118" y="29586"/>
                  </a:lnTo>
                  <a:lnTo>
                    <a:pt x="257696" y="26637"/>
                  </a:lnTo>
                  <a:lnTo>
                    <a:pt x="253183" y="23830"/>
                  </a:lnTo>
                  <a:lnTo>
                    <a:pt x="248583" y="21168"/>
                  </a:lnTo>
                  <a:lnTo>
                    <a:pt x="243901" y="18653"/>
                  </a:lnTo>
                  <a:lnTo>
                    <a:pt x="239141" y="16289"/>
                  </a:lnTo>
                  <a:lnTo>
                    <a:pt x="234308" y="14077"/>
                  </a:lnTo>
                  <a:lnTo>
                    <a:pt x="229407" y="12020"/>
                  </a:lnTo>
                  <a:lnTo>
                    <a:pt x="224444" y="10120"/>
                  </a:lnTo>
                  <a:lnTo>
                    <a:pt x="219423" y="8378"/>
                  </a:lnTo>
                  <a:lnTo>
                    <a:pt x="214348" y="6797"/>
                  </a:lnTo>
                  <a:lnTo>
                    <a:pt x="209226" y="5378"/>
                  </a:lnTo>
                  <a:lnTo>
                    <a:pt x="204062" y="4123"/>
                  </a:lnTo>
                  <a:lnTo>
                    <a:pt x="198860" y="3032"/>
                  </a:lnTo>
                  <a:lnTo>
                    <a:pt x="193627" y="2107"/>
                  </a:lnTo>
                  <a:lnTo>
                    <a:pt x="188366" y="1350"/>
                  </a:lnTo>
                  <a:lnTo>
                    <a:pt x="183084" y="759"/>
                  </a:lnTo>
                  <a:lnTo>
                    <a:pt x="177786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321562" y="5018213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7" y="2085"/>
                  </a:lnTo>
                  <a:lnTo>
                    <a:pt x="135630" y="2999"/>
                  </a:lnTo>
                  <a:lnTo>
                    <a:pt x="130456" y="4078"/>
                  </a:lnTo>
                  <a:lnTo>
                    <a:pt x="125317" y="5320"/>
                  </a:lnTo>
                  <a:lnTo>
                    <a:pt x="120221" y="6724"/>
                  </a:lnTo>
                  <a:lnTo>
                    <a:pt x="115172" y="8288"/>
                  </a:lnTo>
                  <a:lnTo>
                    <a:pt x="110175" y="10011"/>
                  </a:lnTo>
                  <a:lnTo>
                    <a:pt x="105234" y="11892"/>
                  </a:lnTo>
                  <a:lnTo>
                    <a:pt x="100356" y="13927"/>
                  </a:lnTo>
                  <a:lnTo>
                    <a:pt x="95544" y="16116"/>
                  </a:lnTo>
                  <a:lnTo>
                    <a:pt x="90804" y="18456"/>
                  </a:lnTo>
                  <a:lnTo>
                    <a:pt x="86140" y="20944"/>
                  </a:lnTo>
                  <a:lnTo>
                    <a:pt x="81558" y="23579"/>
                  </a:lnTo>
                  <a:lnTo>
                    <a:pt x="77061" y="26357"/>
                  </a:lnTo>
                  <a:lnTo>
                    <a:pt x="72654" y="29276"/>
                  </a:lnTo>
                  <a:lnTo>
                    <a:pt x="68341" y="32333"/>
                  </a:lnTo>
                  <a:lnTo>
                    <a:pt x="64128" y="35525"/>
                  </a:lnTo>
                  <a:lnTo>
                    <a:pt x="60017" y="38848"/>
                  </a:lnTo>
                  <a:lnTo>
                    <a:pt x="56013" y="42300"/>
                  </a:lnTo>
                  <a:lnTo>
                    <a:pt x="52121" y="45876"/>
                  </a:lnTo>
                  <a:lnTo>
                    <a:pt x="48344" y="49574"/>
                  </a:lnTo>
                  <a:lnTo>
                    <a:pt x="44685" y="53390"/>
                  </a:lnTo>
                  <a:lnTo>
                    <a:pt x="41149" y="57319"/>
                  </a:lnTo>
                  <a:lnTo>
                    <a:pt x="37739" y="61358"/>
                  </a:lnTo>
                  <a:lnTo>
                    <a:pt x="34458" y="65502"/>
                  </a:lnTo>
                  <a:lnTo>
                    <a:pt x="31310" y="69749"/>
                  </a:lnTo>
                  <a:lnTo>
                    <a:pt x="28298" y="74093"/>
                  </a:lnTo>
                  <a:lnTo>
                    <a:pt x="25424" y="78530"/>
                  </a:lnTo>
                  <a:lnTo>
                    <a:pt x="22693" y="83055"/>
                  </a:lnTo>
                  <a:lnTo>
                    <a:pt x="20106" y="87665"/>
                  </a:lnTo>
                  <a:lnTo>
                    <a:pt x="17666" y="92354"/>
                  </a:lnTo>
                  <a:lnTo>
                    <a:pt x="15375" y="97118"/>
                  </a:lnTo>
                  <a:lnTo>
                    <a:pt x="13236" y="101952"/>
                  </a:lnTo>
                  <a:lnTo>
                    <a:pt x="11251" y="106851"/>
                  </a:lnTo>
                  <a:lnTo>
                    <a:pt x="9422" y="111811"/>
                  </a:lnTo>
                  <a:lnTo>
                    <a:pt x="7751" y="116826"/>
                  </a:lnTo>
                  <a:lnTo>
                    <a:pt x="6239" y="121891"/>
                  </a:lnTo>
                  <a:lnTo>
                    <a:pt x="4888" y="127001"/>
                  </a:lnTo>
                  <a:lnTo>
                    <a:pt x="3699" y="132152"/>
                  </a:lnTo>
                  <a:lnTo>
                    <a:pt x="2673" y="137338"/>
                  </a:lnTo>
                  <a:lnTo>
                    <a:pt x="1813" y="142553"/>
                  </a:lnTo>
                  <a:lnTo>
                    <a:pt x="1117" y="147793"/>
                  </a:lnTo>
                  <a:lnTo>
                    <a:pt x="587" y="153053"/>
                  </a:lnTo>
                  <a:lnTo>
                    <a:pt x="225" y="158326"/>
                  </a:lnTo>
                  <a:lnTo>
                    <a:pt x="28" y="163609"/>
                  </a:lnTo>
                  <a:lnTo>
                    <a:pt x="0" y="168895"/>
                  </a:lnTo>
                  <a:lnTo>
                    <a:pt x="138" y="174179"/>
                  </a:lnTo>
                  <a:lnTo>
                    <a:pt x="443" y="179456"/>
                  </a:lnTo>
                  <a:lnTo>
                    <a:pt x="915" y="184721"/>
                  </a:lnTo>
                  <a:lnTo>
                    <a:pt x="1553" y="189968"/>
                  </a:lnTo>
                  <a:lnTo>
                    <a:pt x="2357" y="195193"/>
                  </a:lnTo>
                  <a:lnTo>
                    <a:pt x="3325" y="200390"/>
                  </a:lnTo>
                  <a:lnTo>
                    <a:pt x="4457" y="205553"/>
                  </a:lnTo>
                  <a:lnTo>
                    <a:pt x="5752" y="210678"/>
                  </a:lnTo>
                  <a:lnTo>
                    <a:pt x="7209" y="215759"/>
                  </a:lnTo>
                  <a:lnTo>
                    <a:pt x="8825" y="220792"/>
                  </a:lnTo>
                  <a:lnTo>
                    <a:pt x="10600" y="225772"/>
                  </a:lnTo>
                  <a:lnTo>
                    <a:pt x="12531" y="230692"/>
                  </a:lnTo>
                  <a:lnTo>
                    <a:pt x="14617" y="235549"/>
                  </a:lnTo>
                  <a:lnTo>
                    <a:pt x="16855" y="240338"/>
                  </a:lnTo>
                  <a:lnTo>
                    <a:pt x="19244" y="245054"/>
                  </a:lnTo>
                  <a:lnTo>
                    <a:pt x="21780" y="249691"/>
                  </a:lnTo>
                  <a:lnTo>
                    <a:pt x="24462" y="254247"/>
                  </a:lnTo>
                  <a:lnTo>
                    <a:pt x="27287" y="258715"/>
                  </a:lnTo>
                  <a:lnTo>
                    <a:pt x="30251" y="263091"/>
                  </a:lnTo>
                  <a:lnTo>
                    <a:pt x="33353" y="267372"/>
                  </a:lnTo>
                  <a:lnTo>
                    <a:pt x="36588" y="271552"/>
                  </a:lnTo>
                  <a:lnTo>
                    <a:pt x="39953" y="275629"/>
                  </a:lnTo>
                  <a:lnTo>
                    <a:pt x="43446" y="279596"/>
                  </a:lnTo>
                  <a:lnTo>
                    <a:pt x="47063" y="283451"/>
                  </a:lnTo>
                  <a:lnTo>
                    <a:pt x="50799" y="287190"/>
                  </a:lnTo>
                  <a:lnTo>
                    <a:pt x="54652" y="290809"/>
                  </a:lnTo>
                  <a:lnTo>
                    <a:pt x="58618" y="294305"/>
                  </a:lnTo>
                  <a:lnTo>
                    <a:pt x="62692" y="297673"/>
                  </a:lnTo>
                  <a:lnTo>
                    <a:pt x="66870" y="300911"/>
                  </a:lnTo>
                  <a:lnTo>
                    <a:pt x="71149" y="304015"/>
                  </a:lnTo>
                  <a:lnTo>
                    <a:pt x="75524" y="306982"/>
                  </a:lnTo>
                  <a:lnTo>
                    <a:pt x="79990" y="309809"/>
                  </a:lnTo>
                  <a:lnTo>
                    <a:pt x="84544" y="312494"/>
                  </a:lnTo>
                  <a:lnTo>
                    <a:pt x="89180" y="315033"/>
                  </a:lnTo>
                  <a:lnTo>
                    <a:pt x="93894" y="317425"/>
                  </a:lnTo>
                  <a:lnTo>
                    <a:pt x="98682" y="319666"/>
                  </a:lnTo>
                  <a:lnTo>
                    <a:pt x="103537" y="321755"/>
                  </a:lnTo>
                  <a:lnTo>
                    <a:pt x="108457" y="323689"/>
                  </a:lnTo>
                  <a:lnTo>
                    <a:pt x="113435" y="325467"/>
                  </a:lnTo>
                  <a:lnTo>
                    <a:pt x="118467" y="327086"/>
                  </a:lnTo>
                  <a:lnTo>
                    <a:pt x="123547" y="328546"/>
                  </a:lnTo>
                  <a:lnTo>
                    <a:pt x="128672" y="329844"/>
                  </a:lnTo>
                  <a:lnTo>
                    <a:pt x="133834" y="330979"/>
                  </a:lnTo>
                  <a:lnTo>
                    <a:pt x="139030" y="331951"/>
                  </a:lnTo>
                  <a:lnTo>
                    <a:pt x="144254" y="332758"/>
                  </a:lnTo>
                  <a:lnTo>
                    <a:pt x="149501" y="333399"/>
                  </a:lnTo>
                  <a:lnTo>
                    <a:pt x="154766" y="333874"/>
                  </a:lnTo>
                  <a:lnTo>
                    <a:pt x="160043" y="334183"/>
                  </a:lnTo>
                  <a:lnTo>
                    <a:pt x="165327" y="334324"/>
                  </a:lnTo>
                  <a:lnTo>
                    <a:pt x="170613" y="334299"/>
                  </a:lnTo>
                  <a:lnTo>
                    <a:pt x="175896" y="334106"/>
                  </a:lnTo>
                  <a:lnTo>
                    <a:pt x="181170" y="333746"/>
                  </a:lnTo>
                  <a:lnTo>
                    <a:pt x="186429" y="333220"/>
                  </a:lnTo>
                  <a:lnTo>
                    <a:pt x="191670" y="332528"/>
                  </a:lnTo>
                  <a:lnTo>
                    <a:pt x="196886" y="331670"/>
                  </a:lnTo>
                  <a:lnTo>
                    <a:pt x="202072" y="330648"/>
                  </a:lnTo>
                  <a:lnTo>
                    <a:pt x="207223" y="329462"/>
                  </a:lnTo>
                  <a:lnTo>
                    <a:pt x="212335" y="328114"/>
                  </a:lnTo>
                  <a:lnTo>
                    <a:pt x="217401" y="326605"/>
                  </a:lnTo>
                  <a:lnTo>
                    <a:pt x="222417" y="324937"/>
                  </a:lnTo>
                  <a:lnTo>
                    <a:pt x="227377" y="323111"/>
                  </a:lnTo>
                  <a:lnTo>
                    <a:pt x="232278" y="321129"/>
                  </a:lnTo>
                  <a:lnTo>
                    <a:pt x="237113" y="318993"/>
                  </a:lnTo>
                  <a:lnTo>
                    <a:pt x="241879" y="316706"/>
                  </a:lnTo>
                  <a:lnTo>
                    <a:pt x="246569" y="314268"/>
                  </a:lnTo>
                  <a:lnTo>
                    <a:pt x="251181" y="311684"/>
                  </a:lnTo>
                  <a:lnTo>
                    <a:pt x="255708" y="308955"/>
                  </a:lnTo>
                  <a:lnTo>
                    <a:pt x="260146" y="306085"/>
                  </a:lnTo>
                  <a:lnTo>
                    <a:pt x="264492" y="303075"/>
                  </a:lnTo>
                  <a:lnTo>
                    <a:pt x="268741" y="299930"/>
                  </a:lnTo>
                  <a:lnTo>
                    <a:pt x="272887" y="296652"/>
                  </a:lnTo>
                  <a:lnTo>
                    <a:pt x="276928" y="293244"/>
                  </a:lnTo>
                  <a:lnTo>
                    <a:pt x="280860" y="289710"/>
                  </a:lnTo>
                  <a:lnTo>
                    <a:pt x="284677" y="286054"/>
                  </a:lnTo>
                  <a:lnTo>
                    <a:pt x="288378" y="282279"/>
                  </a:lnTo>
                  <a:lnTo>
                    <a:pt x="291957" y="278389"/>
                  </a:lnTo>
                  <a:lnTo>
                    <a:pt x="295411" y="274387"/>
                  </a:lnTo>
                  <a:lnTo>
                    <a:pt x="298737" y="270279"/>
                  </a:lnTo>
                  <a:lnTo>
                    <a:pt x="301931" y="266067"/>
                  </a:lnTo>
                  <a:lnTo>
                    <a:pt x="304991" y="261756"/>
                  </a:lnTo>
                  <a:lnTo>
                    <a:pt x="307912" y="257351"/>
                  </a:lnTo>
                  <a:lnTo>
                    <a:pt x="310693" y="252856"/>
                  </a:lnTo>
                  <a:lnTo>
                    <a:pt x="313331" y="248275"/>
                  </a:lnTo>
                  <a:lnTo>
                    <a:pt x="315822" y="243613"/>
                  </a:lnTo>
                  <a:lnTo>
                    <a:pt x="318165" y="238874"/>
                  </a:lnTo>
                  <a:lnTo>
                    <a:pt x="320356" y="234064"/>
                  </a:lnTo>
                  <a:lnTo>
                    <a:pt x="322395" y="229187"/>
                  </a:lnTo>
                  <a:lnTo>
                    <a:pt x="324278" y="224247"/>
                  </a:lnTo>
                  <a:lnTo>
                    <a:pt x="326004" y="219251"/>
                  </a:lnTo>
                  <a:lnTo>
                    <a:pt x="327572" y="214203"/>
                  </a:lnTo>
                  <a:lnTo>
                    <a:pt x="328979" y="209107"/>
                  </a:lnTo>
                  <a:lnTo>
                    <a:pt x="330224" y="203970"/>
                  </a:lnTo>
                  <a:lnTo>
                    <a:pt x="331306" y="198796"/>
                  </a:lnTo>
                  <a:lnTo>
                    <a:pt x="332224" y="193590"/>
                  </a:lnTo>
                  <a:lnTo>
                    <a:pt x="332977" y="188358"/>
                  </a:lnTo>
                  <a:lnTo>
                    <a:pt x="333564" y="183105"/>
                  </a:lnTo>
                  <a:lnTo>
                    <a:pt x="333985" y="177835"/>
                  </a:lnTo>
                  <a:lnTo>
                    <a:pt x="334239" y="172555"/>
                  </a:lnTo>
                  <a:lnTo>
                    <a:pt x="334325" y="167270"/>
                  </a:lnTo>
                  <a:lnTo>
                    <a:pt x="334245" y="161985"/>
                  </a:lnTo>
                  <a:lnTo>
                    <a:pt x="333998" y="156704"/>
                  </a:lnTo>
                  <a:lnTo>
                    <a:pt x="333584" y="151435"/>
                  </a:lnTo>
                  <a:lnTo>
                    <a:pt x="333003" y="146181"/>
                  </a:lnTo>
                  <a:lnTo>
                    <a:pt x="332256" y="140947"/>
                  </a:lnTo>
                  <a:lnTo>
                    <a:pt x="331345" y="135741"/>
                  </a:lnTo>
                  <a:lnTo>
                    <a:pt x="330269" y="130565"/>
                  </a:lnTo>
                  <a:lnTo>
                    <a:pt x="329030" y="125426"/>
                  </a:lnTo>
                  <a:lnTo>
                    <a:pt x="327630" y="120329"/>
                  </a:lnTo>
                  <a:lnTo>
                    <a:pt x="326069" y="115279"/>
                  </a:lnTo>
                  <a:lnTo>
                    <a:pt x="324349" y="110281"/>
                  </a:lnTo>
                  <a:lnTo>
                    <a:pt x="322471" y="105339"/>
                  </a:lnTo>
                  <a:lnTo>
                    <a:pt x="320439" y="100459"/>
                  </a:lnTo>
                  <a:lnTo>
                    <a:pt x="318253" y="95646"/>
                  </a:lnTo>
                  <a:lnTo>
                    <a:pt x="315916" y="90905"/>
                  </a:lnTo>
                  <a:lnTo>
                    <a:pt x="313431" y="86240"/>
                  </a:lnTo>
                  <a:lnTo>
                    <a:pt x="310799" y="81655"/>
                  </a:lnTo>
                  <a:lnTo>
                    <a:pt x="308023" y="77157"/>
                  </a:lnTo>
                  <a:lnTo>
                    <a:pt x="305107" y="72748"/>
                  </a:lnTo>
                  <a:lnTo>
                    <a:pt x="302053" y="68433"/>
                  </a:lnTo>
                  <a:lnTo>
                    <a:pt x="298864" y="64218"/>
                  </a:lnTo>
                  <a:lnTo>
                    <a:pt x="295543" y="60105"/>
                  </a:lnTo>
                  <a:lnTo>
                    <a:pt x="292094" y="56099"/>
                  </a:lnTo>
                  <a:lnTo>
                    <a:pt x="288520" y="52205"/>
                  </a:lnTo>
                  <a:lnTo>
                    <a:pt x="284824" y="48425"/>
                  </a:lnTo>
                  <a:lnTo>
                    <a:pt x="281011" y="44764"/>
                  </a:lnTo>
                  <a:lnTo>
                    <a:pt x="277084" y="41226"/>
                  </a:lnTo>
                  <a:lnTo>
                    <a:pt x="273047" y="37813"/>
                  </a:lnTo>
                  <a:lnTo>
                    <a:pt x="268904" y="34530"/>
                  </a:lnTo>
                  <a:lnTo>
                    <a:pt x="264660" y="31379"/>
                  </a:lnTo>
                  <a:lnTo>
                    <a:pt x="260318" y="28364"/>
                  </a:lnTo>
                  <a:lnTo>
                    <a:pt x="255883" y="25488"/>
                  </a:lnTo>
                  <a:lnTo>
                    <a:pt x="251359" y="22754"/>
                  </a:lnTo>
                  <a:lnTo>
                    <a:pt x="246751" y="20164"/>
                  </a:lnTo>
                  <a:lnTo>
                    <a:pt x="242063" y="17721"/>
                  </a:lnTo>
                  <a:lnTo>
                    <a:pt x="237301" y="15427"/>
                  </a:lnTo>
                  <a:lnTo>
                    <a:pt x="232468" y="13285"/>
                  </a:lnTo>
                  <a:lnTo>
                    <a:pt x="227570" y="11297"/>
                  </a:lnTo>
                  <a:lnTo>
                    <a:pt x="222612" y="9465"/>
                  </a:lnTo>
                  <a:lnTo>
                    <a:pt x="217598" y="7791"/>
                  </a:lnTo>
                  <a:lnTo>
                    <a:pt x="212533" y="6276"/>
                  </a:lnTo>
                  <a:lnTo>
                    <a:pt x="207424" y="4921"/>
                  </a:lnTo>
                  <a:lnTo>
                    <a:pt x="202274" y="3729"/>
                  </a:lnTo>
                  <a:lnTo>
                    <a:pt x="197089" y="2701"/>
                  </a:lnTo>
                  <a:lnTo>
                    <a:pt x="191874" y="1837"/>
                  </a:lnTo>
                  <a:lnTo>
                    <a:pt x="186634" y="113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19476" cy="167167"/>
            </a:xfrm>
            <a:custGeom>
              <a:avLst/>
              <a:pathLst>
                <a:path w="19476" h="167167">
                  <a:moveTo>
                    <a:pt x="19476" y="1138"/>
                  </a:moveTo>
                  <a:lnTo>
                    <a:pt x="9754" y="2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800194" y="5269756"/>
              <a:ext cx="164306" cy="167167"/>
            </a:xfrm>
            <a:custGeom>
              <a:avLst/>
              <a:pathLst>
                <a:path w="164306" h="167167">
                  <a:moveTo>
                    <a:pt x="164306" y="0"/>
                  </a:moveTo>
                  <a:lnTo>
                    <a:pt x="158921" y="86"/>
                  </a:lnTo>
                  <a:lnTo>
                    <a:pt x="153541" y="346"/>
                  </a:lnTo>
                  <a:lnTo>
                    <a:pt x="148172" y="780"/>
                  </a:lnTo>
                  <a:lnTo>
                    <a:pt x="142820" y="1386"/>
                  </a:lnTo>
                  <a:lnTo>
                    <a:pt x="137490" y="2164"/>
                  </a:lnTo>
                  <a:lnTo>
                    <a:pt x="132189" y="3114"/>
                  </a:lnTo>
                  <a:lnTo>
                    <a:pt x="126920" y="4234"/>
                  </a:lnTo>
                  <a:lnTo>
                    <a:pt x="121691" y="5523"/>
                  </a:lnTo>
                  <a:lnTo>
                    <a:pt x="116505" y="6979"/>
                  </a:lnTo>
                  <a:lnTo>
                    <a:pt x="111369" y="8603"/>
                  </a:lnTo>
                  <a:lnTo>
                    <a:pt x="106289" y="10390"/>
                  </a:lnTo>
                  <a:lnTo>
                    <a:pt x="101268" y="12341"/>
                  </a:lnTo>
                  <a:lnTo>
                    <a:pt x="96313" y="14452"/>
                  </a:lnTo>
                  <a:lnTo>
                    <a:pt x="91428" y="16722"/>
                  </a:lnTo>
                  <a:lnTo>
                    <a:pt x="86619" y="19148"/>
                  </a:lnTo>
                  <a:lnTo>
                    <a:pt x="81891" y="21727"/>
                  </a:lnTo>
                  <a:lnTo>
                    <a:pt x="77248" y="24458"/>
                  </a:lnTo>
                  <a:lnTo>
                    <a:pt x="72696" y="27336"/>
                  </a:lnTo>
                  <a:lnTo>
                    <a:pt x="68239" y="30360"/>
                  </a:lnTo>
                  <a:lnTo>
                    <a:pt x="63881" y="33526"/>
                  </a:lnTo>
                  <a:lnTo>
                    <a:pt x="59628" y="36831"/>
                  </a:lnTo>
                  <a:lnTo>
                    <a:pt x="55484" y="40271"/>
                  </a:lnTo>
                  <a:lnTo>
                    <a:pt x="51452" y="43842"/>
                  </a:lnTo>
                  <a:lnTo>
                    <a:pt x="47538" y="47542"/>
                  </a:lnTo>
                  <a:lnTo>
                    <a:pt x="43744" y="51366"/>
                  </a:lnTo>
                  <a:lnTo>
                    <a:pt x="40076" y="55310"/>
                  </a:lnTo>
                  <a:lnTo>
                    <a:pt x="36537" y="59370"/>
                  </a:lnTo>
                  <a:lnTo>
                    <a:pt x="33131" y="63542"/>
                  </a:lnTo>
                  <a:lnTo>
                    <a:pt x="29861" y="67822"/>
                  </a:lnTo>
                  <a:lnTo>
                    <a:pt x="26730" y="72205"/>
                  </a:lnTo>
                  <a:lnTo>
                    <a:pt x="23742" y="76686"/>
                  </a:lnTo>
                  <a:lnTo>
                    <a:pt x="20900" y="81262"/>
                  </a:lnTo>
                  <a:lnTo>
                    <a:pt x="18207" y="85926"/>
                  </a:lnTo>
                  <a:lnTo>
                    <a:pt x="15666" y="90675"/>
                  </a:lnTo>
                  <a:lnTo>
                    <a:pt x="13279" y="95504"/>
                  </a:lnTo>
                  <a:lnTo>
                    <a:pt x="11048" y="100406"/>
                  </a:lnTo>
                  <a:lnTo>
                    <a:pt x="8977" y="105378"/>
                  </a:lnTo>
                  <a:lnTo>
                    <a:pt x="7067" y="110414"/>
                  </a:lnTo>
                  <a:lnTo>
                    <a:pt x="5320" y="115509"/>
                  </a:lnTo>
                  <a:lnTo>
                    <a:pt x="3739" y="120658"/>
                  </a:lnTo>
                  <a:lnTo>
                    <a:pt x="2324" y="125855"/>
                  </a:lnTo>
                  <a:lnTo>
                    <a:pt x="1077" y="131095"/>
                  </a:lnTo>
                  <a:lnTo>
                    <a:pt x="0" y="136372"/>
                  </a:lnTo>
                  <a:lnTo>
                    <a:pt x="16430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36" y="5269756"/>
              <a:ext cx="334319" cy="334330"/>
            </a:xfrm>
            <a:custGeom>
              <a:avLst/>
              <a:pathLst>
                <a:path w="334319" h="334330">
                  <a:moveTo>
                    <a:pt x="2858" y="136372"/>
                  </a:moveTo>
                  <a:lnTo>
                    <a:pt x="1962" y="141612"/>
                  </a:lnTo>
                  <a:lnTo>
                    <a:pt x="1233" y="146878"/>
                  </a:lnTo>
                  <a:lnTo>
                    <a:pt x="671" y="152165"/>
                  </a:lnTo>
                  <a:lnTo>
                    <a:pt x="279" y="157466"/>
                  </a:lnTo>
                  <a:lnTo>
                    <a:pt x="55" y="162778"/>
                  </a:lnTo>
                  <a:lnTo>
                    <a:pt x="0" y="168094"/>
                  </a:lnTo>
                  <a:lnTo>
                    <a:pt x="114" y="173409"/>
                  </a:lnTo>
                  <a:lnTo>
                    <a:pt x="396" y="178717"/>
                  </a:lnTo>
                  <a:lnTo>
                    <a:pt x="848" y="184014"/>
                  </a:lnTo>
                  <a:lnTo>
                    <a:pt x="1468" y="189294"/>
                  </a:lnTo>
                  <a:lnTo>
                    <a:pt x="2255" y="194552"/>
                  </a:lnTo>
                  <a:lnTo>
                    <a:pt x="3209" y="199782"/>
                  </a:lnTo>
                  <a:lnTo>
                    <a:pt x="4329" y="204979"/>
                  </a:lnTo>
                  <a:lnTo>
                    <a:pt x="5614" y="210137"/>
                  </a:lnTo>
                  <a:lnTo>
                    <a:pt x="7062" y="215253"/>
                  </a:lnTo>
                  <a:lnTo>
                    <a:pt x="8672" y="220319"/>
                  </a:lnTo>
                  <a:lnTo>
                    <a:pt x="10442" y="225332"/>
                  </a:lnTo>
                  <a:lnTo>
                    <a:pt x="12371" y="230286"/>
                  </a:lnTo>
                  <a:lnTo>
                    <a:pt x="14456" y="235176"/>
                  </a:lnTo>
                  <a:lnTo>
                    <a:pt x="16696" y="239997"/>
                  </a:lnTo>
                  <a:lnTo>
                    <a:pt x="19088" y="244745"/>
                  </a:lnTo>
                  <a:lnTo>
                    <a:pt x="21630" y="249414"/>
                  </a:lnTo>
                  <a:lnTo>
                    <a:pt x="24319" y="254000"/>
                  </a:lnTo>
                  <a:lnTo>
                    <a:pt x="27152" y="258499"/>
                  </a:lnTo>
                  <a:lnTo>
                    <a:pt x="30127" y="262905"/>
                  </a:lnTo>
                  <a:lnTo>
                    <a:pt x="33240" y="267214"/>
                  </a:lnTo>
                  <a:lnTo>
                    <a:pt x="36489" y="271421"/>
                  </a:lnTo>
                  <a:lnTo>
                    <a:pt x="39871" y="275524"/>
                  </a:lnTo>
                  <a:lnTo>
                    <a:pt x="43380" y="279517"/>
                  </a:lnTo>
                  <a:lnTo>
                    <a:pt x="47015" y="283396"/>
                  </a:lnTo>
                  <a:lnTo>
                    <a:pt x="50772" y="287158"/>
                  </a:lnTo>
                  <a:lnTo>
                    <a:pt x="54646" y="290798"/>
                  </a:lnTo>
                  <a:lnTo>
                    <a:pt x="58634" y="294313"/>
                  </a:lnTo>
                  <a:lnTo>
                    <a:pt x="62732" y="297700"/>
                  </a:lnTo>
                  <a:lnTo>
                    <a:pt x="66936" y="300955"/>
                  </a:lnTo>
                  <a:lnTo>
                    <a:pt x="71240" y="304074"/>
                  </a:lnTo>
                  <a:lnTo>
                    <a:pt x="75642" y="307055"/>
                  </a:lnTo>
                  <a:lnTo>
                    <a:pt x="80137" y="309894"/>
                  </a:lnTo>
                  <a:lnTo>
                    <a:pt x="84719" y="312590"/>
                  </a:lnTo>
                  <a:lnTo>
                    <a:pt x="89385" y="315138"/>
                  </a:lnTo>
                  <a:lnTo>
                    <a:pt x="94129" y="317536"/>
                  </a:lnTo>
                  <a:lnTo>
                    <a:pt x="98948" y="319782"/>
                  </a:lnTo>
                  <a:lnTo>
                    <a:pt x="103835" y="321874"/>
                  </a:lnTo>
                  <a:lnTo>
                    <a:pt x="108786" y="323810"/>
                  </a:lnTo>
                  <a:lnTo>
                    <a:pt x="113797" y="325587"/>
                  </a:lnTo>
                  <a:lnTo>
                    <a:pt x="118861" y="327204"/>
                  </a:lnTo>
                  <a:lnTo>
                    <a:pt x="123974" y="328659"/>
                  </a:lnTo>
                  <a:lnTo>
                    <a:pt x="129131" y="329950"/>
                  </a:lnTo>
                  <a:lnTo>
                    <a:pt x="134327" y="331077"/>
                  </a:lnTo>
                  <a:lnTo>
                    <a:pt x="139555" y="332039"/>
                  </a:lnTo>
                  <a:lnTo>
                    <a:pt x="144812" y="332833"/>
                  </a:lnTo>
                  <a:lnTo>
                    <a:pt x="150091" y="333460"/>
                  </a:lnTo>
                  <a:lnTo>
                    <a:pt x="155387" y="333919"/>
                  </a:lnTo>
                  <a:lnTo>
                    <a:pt x="160695" y="334209"/>
                  </a:lnTo>
                  <a:lnTo>
                    <a:pt x="166010" y="334330"/>
                  </a:lnTo>
                  <a:lnTo>
                    <a:pt x="171326" y="334283"/>
                  </a:lnTo>
                  <a:lnTo>
                    <a:pt x="176638" y="334066"/>
                  </a:lnTo>
                  <a:lnTo>
                    <a:pt x="181940" y="333680"/>
                  </a:lnTo>
                  <a:lnTo>
                    <a:pt x="187227" y="333126"/>
                  </a:lnTo>
                  <a:lnTo>
                    <a:pt x="192494" y="332404"/>
                  </a:lnTo>
                  <a:lnTo>
                    <a:pt x="197736" y="331515"/>
                  </a:lnTo>
                  <a:lnTo>
                    <a:pt x="202946" y="330460"/>
                  </a:lnTo>
                  <a:lnTo>
                    <a:pt x="208120" y="329240"/>
                  </a:lnTo>
                  <a:lnTo>
                    <a:pt x="213253" y="327855"/>
                  </a:lnTo>
                  <a:lnTo>
                    <a:pt x="218339" y="326309"/>
                  </a:lnTo>
                  <a:lnTo>
                    <a:pt x="223374" y="324601"/>
                  </a:lnTo>
                  <a:lnTo>
                    <a:pt x="228351" y="322734"/>
                  </a:lnTo>
                  <a:lnTo>
                    <a:pt x="233267" y="320710"/>
                  </a:lnTo>
                  <a:lnTo>
                    <a:pt x="238116" y="318530"/>
                  </a:lnTo>
                  <a:lnTo>
                    <a:pt x="242893" y="316197"/>
                  </a:lnTo>
                  <a:lnTo>
                    <a:pt x="247594" y="313714"/>
                  </a:lnTo>
                  <a:lnTo>
                    <a:pt x="252213" y="311083"/>
                  </a:lnTo>
                  <a:lnTo>
                    <a:pt x="256746" y="308305"/>
                  </a:lnTo>
                  <a:lnTo>
                    <a:pt x="261189" y="305386"/>
                  </a:lnTo>
                  <a:lnTo>
                    <a:pt x="265536" y="302326"/>
                  </a:lnTo>
                  <a:lnTo>
                    <a:pt x="269784" y="299130"/>
                  </a:lnTo>
                  <a:lnTo>
                    <a:pt x="273928" y="295800"/>
                  </a:lnTo>
                  <a:lnTo>
                    <a:pt x="277965" y="292340"/>
                  </a:lnTo>
                  <a:lnTo>
                    <a:pt x="281889" y="288753"/>
                  </a:lnTo>
                  <a:lnTo>
                    <a:pt x="285697" y="285044"/>
                  </a:lnTo>
                  <a:lnTo>
                    <a:pt x="289385" y="281215"/>
                  </a:lnTo>
                  <a:lnTo>
                    <a:pt x="292950" y="277271"/>
                  </a:lnTo>
                  <a:lnTo>
                    <a:pt x="296387" y="273216"/>
                  </a:lnTo>
                  <a:lnTo>
                    <a:pt x="299694" y="269053"/>
                  </a:lnTo>
                  <a:lnTo>
                    <a:pt x="302867" y="264788"/>
                  </a:lnTo>
                  <a:lnTo>
                    <a:pt x="305902" y="260423"/>
                  </a:lnTo>
                  <a:lnTo>
                    <a:pt x="308797" y="255965"/>
                  </a:lnTo>
                  <a:lnTo>
                    <a:pt x="311549" y="251416"/>
                  </a:lnTo>
                  <a:lnTo>
                    <a:pt x="314155" y="246782"/>
                  </a:lnTo>
                  <a:lnTo>
                    <a:pt x="316613" y="242068"/>
                  </a:lnTo>
                  <a:lnTo>
                    <a:pt x="318919" y="237278"/>
                  </a:lnTo>
                  <a:lnTo>
                    <a:pt x="321071" y="232417"/>
                  </a:lnTo>
                  <a:lnTo>
                    <a:pt x="323068" y="227491"/>
                  </a:lnTo>
                  <a:lnTo>
                    <a:pt x="324908" y="222503"/>
                  </a:lnTo>
                  <a:lnTo>
                    <a:pt x="326587" y="217459"/>
                  </a:lnTo>
                  <a:lnTo>
                    <a:pt x="328106" y="212364"/>
                  </a:lnTo>
                  <a:lnTo>
                    <a:pt x="329462" y="207224"/>
                  </a:lnTo>
                  <a:lnTo>
                    <a:pt x="330653" y="202043"/>
                  </a:lnTo>
                  <a:lnTo>
                    <a:pt x="331680" y="196827"/>
                  </a:lnTo>
                  <a:lnTo>
                    <a:pt x="332540" y="191580"/>
                  </a:lnTo>
                  <a:lnTo>
                    <a:pt x="333232" y="186309"/>
                  </a:lnTo>
                  <a:lnTo>
                    <a:pt x="333757" y="181019"/>
                  </a:lnTo>
                  <a:lnTo>
                    <a:pt x="334113" y="175715"/>
                  </a:lnTo>
                  <a:lnTo>
                    <a:pt x="334301" y="170402"/>
                  </a:lnTo>
                  <a:lnTo>
                    <a:pt x="334319" y="165086"/>
                  </a:lnTo>
                  <a:lnTo>
                    <a:pt x="334168" y="159772"/>
                  </a:lnTo>
                  <a:lnTo>
                    <a:pt x="333849" y="154465"/>
                  </a:lnTo>
                  <a:lnTo>
                    <a:pt x="333360" y="149171"/>
                  </a:lnTo>
                  <a:lnTo>
                    <a:pt x="332704" y="143896"/>
                  </a:lnTo>
                  <a:lnTo>
                    <a:pt x="331880" y="138644"/>
                  </a:lnTo>
                  <a:lnTo>
                    <a:pt x="330890" y="133421"/>
                  </a:lnTo>
                  <a:lnTo>
                    <a:pt x="329734" y="128232"/>
                  </a:lnTo>
                  <a:lnTo>
                    <a:pt x="328414" y="123082"/>
                  </a:lnTo>
                  <a:lnTo>
                    <a:pt x="326931" y="117977"/>
                  </a:lnTo>
                  <a:lnTo>
                    <a:pt x="325286" y="112922"/>
                  </a:lnTo>
                  <a:lnTo>
                    <a:pt x="323481" y="107921"/>
                  </a:lnTo>
                  <a:lnTo>
                    <a:pt x="321518" y="102981"/>
                  </a:lnTo>
                  <a:lnTo>
                    <a:pt x="319399" y="98105"/>
                  </a:lnTo>
                  <a:lnTo>
                    <a:pt x="317126" y="93299"/>
                  </a:lnTo>
                  <a:lnTo>
                    <a:pt x="314701" y="88568"/>
                  </a:lnTo>
                  <a:lnTo>
                    <a:pt x="312128" y="83917"/>
                  </a:lnTo>
                  <a:lnTo>
                    <a:pt x="309407" y="79349"/>
                  </a:lnTo>
                  <a:lnTo>
                    <a:pt x="306543" y="74871"/>
                  </a:lnTo>
                  <a:lnTo>
                    <a:pt x="303538" y="70485"/>
                  </a:lnTo>
                  <a:lnTo>
                    <a:pt x="300394" y="66198"/>
                  </a:lnTo>
                  <a:lnTo>
                    <a:pt x="297116" y="62013"/>
                  </a:lnTo>
                  <a:lnTo>
                    <a:pt x="293707" y="57934"/>
                  </a:lnTo>
                  <a:lnTo>
                    <a:pt x="290170" y="53965"/>
                  </a:lnTo>
                  <a:lnTo>
                    <a:pt x="286508" y="50111"/>
                  </a:lnTo>
                  <a:lnTo>
                    <a:pt x="282725" y="46375"/>
                  </a:lnTo>
                  <a:lnTo>
                    <a:pt x="278826" y="42762"/>
                  </a:lnTo>
                  <a:lnTo>
                    <a:pt x="274814" y="39274"/>
                  </a:lnTo>
                  <a:lnTo>
                    <a:pt x="270693" y="35916"/>
                  </a:lnTo>
                  <a:lnTo>
                    <a:pt x="266467" y="32690"/>
                  </a:lnTo>
                  <a:lnTo>
                    <a:pt x="262141" y="29601"/>
                  </a:lnTo>
                  <a:lnTo>
                    <a:pt x="257718" y="26650"/>
                  </a:lnTo>
                  <a:lnTo>
                    <a:pt x="253204" y="23842"/>
                  </a:lnTo>
                  <a:lnTo>
                    <a:pt x="248604" y="21179"/>
                  </a:lnTo>
                  <a:lnTo>
                    <a:pt x="243920" y="18663"/>
                  </a:lnTo>
                  <a:lnTo>
                    <a:pt x="239159" y="16297"/>
                  </a:lnTo>
                  <a:lnTo>
                    <a:pt x="234326" y="14084"/>
                  </a:lnTo>
                  <a:lnTo>
                    <a:pt x="229424" y="12026"/>
                  </a:lnTo>
                  <a:lnTo>
                    <a:pt x="224460" y="10125"/>
                  </a:lnTo>
                  <a:lnTo>
                    <a:pt x="219437" y="8382"/>
                  </a:lnTo>
                  <a:lnTo>
                    <a:pt x="214362" y="6801"/>
                  </a:lnTo>
                  <a:lnTo>
                    <a:pt x="209238" y="5381"/>
                  </a:lnTo>
                  <a:lnTo>
                    <a:pt x="204073" y="4125"/>
                  </a:lnTo>
                  <a:lnTo>
                    <a:pt x="198870" y="3034"/>
                  </a:lnTo>
                  <a:lnTo>
                    <a:pt x="193635" y="2109"/>
                  </a:lnTo>
                  <a:lnTo>
                    <a:pt x="188373" y="1350"/>
                  </a:lnTo>
                  <a:lnTo>
                    <a:pt x="183089" y="760"/>
                  </a:lnTo>
                  <a:lnTo>
                    <a:pt x="177790" y="338"/>
                  </a:lnTo>
                  <a:lnTo>
                    <a:pt x="172480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2044" y="5399291"/>
              <a:ext cx="4170" cy="167167"/>
            </a:xfrm>
            <a:custGeom>
              <a:avLst/>
              <a:pathLst>
                <a:path w="4170" h="167167">
                  <a:moveTo>
                    <a:pt x="4170" y="0"/>
                  </a:moveTo>
                  <a:lnTo>
                    <a:pt x="0" y="52"/>
                  </a:lnTo>
                  <a:lnTo>
                    <a:pt x="417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044" y="5399343"/>
              <a:ext cx="4170" cy="167115"/>
            </a:xfrm>
            <a:custGeom>
              <a:avLst/>
              <a:pathLst>
                <a:path w="4170" h="167115">
                  <a:moveTo>
                    <a:pt x="0" y="0"/>
                  </a:moveTo>
                  <a:lnTo>
                    <a:pt x="4170" y="167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319055" y="5399343"/>
              <a:ext cx="334319" cy="334279"/>
            </a:xfrm>
            <a:custGeom>
              <a:avLst/>
              <a:pathLst>
                <a:path w="334319" h="334279">
                  <a:moveTo>
                    <a:pt x="162989" y="0"/>
                  </a:moveTo>
                  <a:lnTo>
                    <a:pt x="157687" y="216"/>
                  </a:lnTo>
                  <a:lnTo>
                    <a:pt x="152396" y="601"/>
                  </a:lnTo>
                  <a:lnTo>
                    <a:pt x="147119" y="1153"/>
                  </a:lnTo>
                  <a:lnTo>
                    <a:pt x="141863" y="1873"/>
                  </a:lnTo>
                  <a:lnTo>
                    <a:pt x="136631" y="2759"/>
                  </a:lnTo>
                  <a:lnTo>
                    <a:pt x="131431" y="3810"/>
                  </a:lnTo>
                  <a:lnTo>
                    <a:pt x="126267" y="5026"/>
                  </a:lnTo>
                  <a:lnTo>
                    <a:pt x="121144" y="6406"/>
                  </a:lnTo>
                  <a:lnTo>
                    <a:pt x="116067" y="7947"/>
                  </a:lnTo>
                  <a:lnTo>
                    <a:pt x="111042" y="9648"/>
                  </a:lnTo>
                  <a:lnTo>
                    <a:pt x="106073" y="11509"/>
                  </a:lnTo>
                  <a:lnTo>
                    <a:pt x="101165" y="13525"/>
                  </a:lnTo>
                  <a:lnTo>
                    <a:pt x="96325" y="15697"/>
                  </a:lnTo>
                  <a:lnTo>
                    <a:pt x="91555" y="18021"/>
                  </a:lnTo>
                  <a:lnTo>
                    <a:pt x="86862" y="20496"/>
                  </a:lnTo>
                  <a:lnTo>
                    <a:pt x="82250" y="23118"/>
                  </a:lnTo>
                  <a:lnTo>
                    <a:pt x="77723" y="25885"/>
                  </a:lnTo>
                  <a:lnTo>
                    <a:pt x="73286" y="28794"/>
                  </a:lnTo>
                  <a:lnTo>
                    <a:pt x="68944" y="31843"/>
                  </a:lnTo>
                  <a:lnTo>
                    <a:pt x="64700" y="35028"/>
                  </a:lnTo>
                  <a:lnTo>
                    <a:pt x="60560" y="38345"/>
                  </a:lnTo>
                  <a:lnTo>
                    <a:pt x="56528" y="41793"/>
                  </a:lnTo>
                  <a:lnTo>
                    <a:pt x="52606" y="45367"/>
                  </a:lnTo>
                  <a:lnTo>
                    <a:pt x="48801" y="49064"/>
                  </a:lnTo>
                  <a:lnTo>
                    <a:pt x="45114" y="52879"/>
                  </a:lnTo>
                  <a:lnTo>
                    <a:pt x="41550" y="56810"/>
                  </a:lnTo>
                  <a:lnTo>
                    <a:pt x="38113" y="60851"/>
                  </a:lnTo>
                  <a:lnTo>
                    <a:pt x="34806" y="65000"/>
                  </a:lnTo>
                  <a:lnTo>
                    <a:pt x="31632" y="69252"/>
                  </a:lnTo>
                  <a:lnTo>
                    <a:pt x="28595" y="73602"/>
                  </a:lnTo>
                  <a:lnTo>
                    <a:pt x="25697" y="78046"/>
                  </a:lnTo>
                  <a:lnTo>
                    <a:pt x="22942" y="82580"/>
                  </a:lnTo>
                  <a:lnTo>
                    <a:pt x="20332" y="87199"/>
                  </a:lnTo>
                  <a:lnTo>
                    <a:pt x="17870" y="91899"/>
                  </a:lnTo>
                  <a:lnTo>
                    <a:pt x="15558" y="96674"/>
                  </a:lnTo>
                  <a:lnTo>
                    <a:pt x="13399" y="101521"/>
                  </a:lnTo>
                  <a:lnTo>
                    <a:pt x="11395" y="106433"/>
                  </a:lnTo>
                  <a:lnTo>
                    <a:pt x="9547" y="111407"/>
                  </a:lnTo>
                  <a:lnTo>
                    <a:pt x="7859" y="116437"/>
                  </a:lnTo>
                  <a:lnTo>
                    <a:pt x="6331" y="121518"/>
                  </a:lnTo>
                  <a:lnTo>
                    <a:pt x="4965" y="126644"/>
                  </a:lnTo>
                  <a:lnTo>
                    <a:pt x="3762" y="131812"/>
                  </a:lnTo>
                  <a:lnTo>
                    <a:pt x="2724" y="137015"/>
                  </a:lnTo>
                  <a:lnTo>
                    <a:pt x="1852" y="142248"/>
                  </a:lnTo>
                  <a:lnTo>
                    <a:pt x="1146" y="147507"/>
                  </a:lnTo>
                  <a:lnTo>
                    <a:pt x="607" y="152785"/>
                  </a:lnTo>
                  <a:lnTo>
                    <a:pt x="237" y="158077"/>
                  </a:lnTo>
                  <a:lnTo>
                    <a:pt x="34" y="163379"/>
                  </a:lnTo>
                  <a:lnTo>
                    <a:pt x="0" y="168685"/>
                  </a:lnTo>
                  <a:lnTo>
                    <a:pt x="134" y="173988"/>
                  </a:lnTo>
                  <a:lnTo>
                    <a:pt x="436" y="179285"/>
                  </a:lnTo>
                  <a:lnTo>
                    <a:pt x="906" y="184570"/>
                  </a:lnTo>
                  <a:lnTo>
                    <a:pt x="1544" y="189837"/>
                  </a:lnTo>
                  <a:lnTo>
                    <a:pt x="2348" y="195081"/>
                  </a:lnTo>
                  <a:lnTo>
                    <a:pt x="3319" y="200297"/>
                  </a:lnTo>
                  <a:lnTo>
                    <a:pt x="4454" y="205480"/>
                  </a:lnTo>
                  <a:lnTo>
                    <a:pt x="5754" y="210624"/>
                  </a:lnTo>
                  <a:lnTo>
                    <a:pt x="7216" y="215724"/>
                  </a:lnTo>
                  <a:lnTo>
                    <a:pt x="8839" y="220775"/>
                  </a:lnTo>
                  <a:lnTo>
                    <a:pt x="10621" y="225773"/>
                  </a:lnTo>
                  <a:lnTo>
                    <a:pt x="12562" y="230711"/>
                  </a:lnTo>
                  <a:lnTo>
                    <a:pt x="14658" y="235585"/>
                  </a:lnTo>
                  <a:lnTo>
                    <a:pt x="16907" y="240390"/>
                  </a:lnTo>
                  <a:lnTo>
                    <a:pt x="19308" y="245121"/>
                  </a:lnTo>
                  <a:lnTo>
                    <a:pt x="21858" y="249774"/>
                  </a:lnTo>
                  <a:lnTo>
                    <a:pt x="24554" y="254343"/>
                  </a:lnTo>
                  <a:lnTo>
                    <a:pt x="27394" y="258824"/>
                  </a:lnTo>
                  <a:lnTo>
                    <a:pt x="30375" y="263214"/>
                  </a:lnTo>
                  <a:lnTo>
                    <a:pt x="33494" y="267506"/>
                  </a:lnTo>
                  <a:lnTo>
                    <a:pt x="36747" y="271697"/>
                  </a:lnTo>
                  <a:lnTo>
                    <a:pt x="40131" y="275783"/>
                  </a:lnTo>
                  <a:lnTo>
                    <a:pt x="43644" y="279759"/>
                  </a:lnTo>
                  <a:lnTo>
                    <a:pt x="47281" y="283622"/>
                  </a:lnTo>
                  <a:lnTo>
                    <a:pt x="51038" y="287368"/>
                  </a:lnTo>
                  <a:lnTo>
                    <a:pt x="54913" y="290992"/>
                  </a:lnTo>
                  <a:lnTo>
                    <a:pt x="58901" y="294492"/>
                  </a:lnTo>
                  <a:lnTo>
                    <a:pt x="62997" y="297863"/>
                  </a:lnTo>
                  <a:lnTo>
                    <a:pt x="67199" y="301103"/>
                  </a:lnTo>
                  <a:lnTo>
                    <a:pt x="71501" y="304208"/>
                  </a:lnTo>
                  <a:lnTo>
                    <a:pt x="75900" y="307174"/>
                  </a:lnTo>
                  <a:lnTo>
                    <a:pt x="80391" y="310000"/>
                  </a:lnTo>
                  <a:lnTo>
                    <a:pt x="84969" y="312681"/>
                  </a:lnTo>
                  <a:lnTo>
                    <a:pt x="89629" y="315216"/>
                  </a:lnTo>
                  <a:lnTo>
                    <a:pt x="94368" y="317602"/>
                  </a:lnTo>
                  <a:lnTo>
                    <a:pt x="99181" y="319836"/>
                  </a:lnTo>
                  <a:lnTo>
                    <a:pt x="104061" y="321917"/>
                  </a:lnTo>
                  <a:lnTo>
                    <a:pt x="109006" y="323841"/>
                  </a:lnTo>
                  <a:lnTo>
                    <a:pt x="114008" y="325607"/>
                  </a:lnTo>
                  <a:lnTo>
                    <a:pt x="119065" y="327214"/>
                  </a:lnTo>
                  <a:lnTo>
                    <a:pt x="124170" y="328660"/>
                  </a:lnTo>
                  <a:lnTo>
                    <a:pt x="129318" y="329943"/>
                  </a:lnTo>
                  <a:lnTo>
                    <a:pt x="134504" y="331062"/>
                  </a:lnTo>
                  <a:lnTo>
                    <a:pt x="139723" y="332015"/>
                  </a:lnTo>
                  <a:lnTo>
                    <a:pt x="144970" y="332803"/>
                  </a:lnTo>
                  <a:lnTo>
                    <a:pt x="150239" y="333424"/>
                  </a:lnTo>
                  <a:lnTo>
                    <a:pt x="155525" y="333877"/>
                  </a:lnTo>
                  <a:lnTo>
                    <a:pt x="160823" y="334162"/>
                  </a:lnTo>
                  <a:lnTo>
                    <a:pt x="166127" y="334279"/>
                  </a:lnTo>
                  <a:lnTo>
                    <a:pt x="171433" y="334228"/>
                  </a:lnTo>
                  <a:lnTo>
                    <a:pt x="176734" y="334008"/>
                  </a:lnTo>
                  <a:lnTo>
                    <a:pt x="182025" y="333620"/>
                  </a:lnTo>
                  <a:lnTo>
                    <a:pt x="187302" y="333064"/>
                  </a:lnTo>
                  <a:lnTo>
                    <a:pt x="192558" y="332342"/>
                  </a:lnTo>
                  <a:lnTo>
                    <a:pt x="197788" y="331452"/>
                  </a:lnTo>
                  <a:lnTo>
                    <a:pt x="202988" y="330398"/>
                  </a:lnTo>
                  <a:lnTo>
                    <a:pt x="208152" y="329179"/>
                  </a:lnTo>
                  <a:lnTo>
                    <a:pt x="213274" y="327796"/>
                  </a:lnTo>
                  <a:lnTo>
                    <a:pt x="218350" y="326252"/>
                  </a:lnTo>
                  <a:lnTo>
                    <a:pt x="223374" y="324547"/>
                  </a:lnTo>
                  <a:lnTo>
                    <a:pt x="228342" y="322684"/>
                  </a:lnTo>
                  <a:lnTo>
                    <a:pt x="233248" y="320664"/>
                  </a:lnTo>
                  <a:lnTo>
                    <a:pt x="238087" y="318489"/>
                  </a:lnTo>
                  <a:lnTo>
                    <a:pt x="242855" y="316162"/>
                  </a:lnTo>
                  <a:lnTo>
                    <a:pt x="247547" y="313685"/>
                  </a:lnTo>
                  <a:lnTo>
                    <a:pt x="252158" y="311060"/>
                  </a:lnTo>
                  <a:lnTo>
                    <a:pt x="256683" y="308290"/>
                  </a:lnTo>
                  <a:lnTo>
                    <a:pt x="261118" y="305378"/>
                  </a:lnTo>
                  <a:lnTo>
                    <a:pt x="265458" y="302327"/>
                  </a:lnTo>
                  <a:lnTo>
                    <a:pt x="269700" y="299140"/>
                  </a:lnTo>
                  <a:lnTo>
                    <a:pt x="273838" y="295819"/>
                  </a:lnTo>
                  <a:lnTo>
                    <a:pt x="277868" y="292369"/>
                  </a:lnTo>
                  <a:lnTo>
                    <a:pt x="281787" y="288793"/>
                  </a:lnTo>
                  <a:lnTo>
                    <a:pt x="285591" y="285094"/>
                  </a:lnTo>
                  <a:lnTo>
                    <a:pt x="289275" y="281276"/>
                  </a:lnTo>
                  <a:lnTo>
                    <a:pt x="292836" y="277343"/>
                  </a:lnTo>
                  <a:lnTo>
                    <a:pt x="296271" y="273299"/>
                  </a:lnTo>
                  <a:lnTo>
                    <a:pt x="299576" y="269149"/>
                  </a:lnTo>
                  <a:lnTo>
                    <a:pt x="302747" y="264895"/>
                  </a:lnTo>
                  <a:lnTo>
                    <a:pt x="305782" y="260543"/>
                  </a:lnTo>
                  <a:lnTo>
                    <a:pt x="308677" y="256097"/>
                  </a:lnTo>
                  <a:lnTo>
                    <a:pt x="311429" y="251561"/>
                  </a:lnTo>
                  <a:lnTo>
                    <a:pt x="314036" y="246941"/>
                  </a:lnTo>
                  <a:lnTo>
                    <a:pt x="316496" y="242239"/>
                  </a:lnTo>
                  <a:lnTo>
                    <a:pt x="318804" y="237463"/>
                  </a:lnTo>
                  <a:lnTo>
                    <a:pt x="320960" y="232615"/>
                  </a:lnTo>
                  <a:lnTo>
                    <a:pt x="322962" y="227701"/>
                  </a:lnTo>
                  <a:lnTo>
                    <a:pt x="324806" y="222726"/>
                  </a:lnTo>
                  <a:lnTo>
                    <a:pt x="326491" y="217696"/>
                  </a:lnTo>
                  <a:lnTo>
                    <a:pt x="328016" y="212614"/>
                  </a:lnTo>
                  <a:lnTo>
                    <a:pt x="329379" y="207486"/>
                  </a:lnTo>
                  <a:lnTo>
                    <a:pt x="330578" y="202318"/>
                  </a:lnTo>
                  <a:lnTo>
                    <a:pt x="331613" y="197114"/>
                  </a:lnTo>
                  <a:lnTo>
                    <a:pt x="332482" y="191880"/>
                  </a:lnTo>
                  <a:lnTo>
                    <a:pt x="333185" y="186622"/>
                  </a:lnTo>
                  <a:lnTo>
                    <a:pt x="333720" y="181343"/>
                  </a:lnTo>
                  <a:lnTo>
                    <a:pt x="334088" y="176050"/>
                  </a:lnTo>
                  <a:lnTo>
                    <a:pt x="334288" y="170748"/>
                  </a:lnTo>
                  <a:lnTo>
                    <a:pt x="334319" y="165443"/>
                  </a:lnTo>
                  <a:lnTo>
                    <a:pt x="334181" y="160139"/>
                  </a:lnTo>
                  <a:lnTo>
                    <a:pt x="333876" y="154842"/>
                  </a:lnTo>
                  <a:lnTo>
                    <a:pt x="333402" y="149558"/>
                  </a:lnTo>
                  <a:lnTo>
                    <a:pt x="332762" y="144291"/>
                  </a:lnTo>
                  <a:lnTo>
                    <a:pt x="331954" y="139048"/>
                  </a:lnTo>
                  <a:lnTo>
                    <a:pt x="330980" y="133832"/>
                  </a:lnTo>
                  <a:lnTo>
                    <a:pt x="329842" y="128650"/>
                  </a:lnTo>
                  <a:lnTo>
                    <a:pt x="328539" y="123507"/>
                  </a:lnTo>
                  <a:lnTo>
                    <a:pt x="327074" y="118408"/>
                  </a:lnTo>
                  <a:lnTo>
                    <a:pt x="325448" y="113357"/>
                  </a:lnTo>
                  <a:lnTo>
                    <a:pt x="323662" y="108361"/>
                  </a:lnTo>
                  <a:lnTo>
                    <a:pt x="321719" y="103425"/>
                  </a:lnTo>
                  <a:lnTo>
                    <a:pt x="319620" y="98552"/>
                  </a:lnTo>
                  <a:lnTo>
                    <a:pt x="317367" y="93748"/>
                  </a:lnTo>
                  <a:lnTo>
                    <a:pt x="314963" y="89018"/>
                  </a:lnTo>
                  <a:lnTo>
                    <a:pt x="312410" y="84367"/>
                  </a:lnTo>
                  <a:lnTo>
                    <a:pt x="309711" y="79800"/>
                  </a:lnTo>
                  <a:lnTo>
                    <a:pt x="306869" y="75320"/>
                  </a:lnTo>
                  <a:lnTo>
                    <a:pt x="303885" y="70933"/>
                  </a:lnTo>
                  <a:lnTo>
                    <a:pt x="300764" y="66642"/>
                  </a:lnTo>
                  <a:lnTo>
                    <a:pt x="297508" y="62453"/>
                  </a:lnTo>
                  <a:lnTo>
                    <a:pt x="294121" y="58369"/>
                  </a:lnTo>
                  <a:lnTo>
                    <a:pt x="290606" y="54395"/>
                  </a:lnTo>
                  <a:lnTo>
                    <a:pt x="286967" y="50534"/>
                  </a:lnTo>
                  <a:lnTo>
                    <a:pt x="283207" y="46791"/>
                  </a:lnTo>
                  <a:lnTo>
                    <a:pt x="279330" y="43169"/>
                  </a:lnTo>
                  <a:lnTo>
                    <a:pt x="275341" y="39672"/>
                  </a:lnTo>
                  <a:lnTo>
                    <a:pt x="271242" y="36303"/>
                  </a:lnTo>
                  <a:lnTo>
                    <a:pt x="267038" y="33066"/>
                  </a:lnTo>
                  <a:lnTo>
                    <a:pt x="262734" y="29964"/>
                  </a:lnTo>
                  <a:lnTo>
                    <a:pt x="258334" y="27000"/>
                  </a:lnTo>
                  <a:lnTo>
                    <a:pt x="253841" y="24177"/>
                  </a:lnTo>
                  <a:lnTo>
                    <a:pt x="249261" y="21498"/>
                  </a:lnTo>
                  <a:lnTo>
                    <a:pt x="244599" y="18966"/>
                  </a:lnTo>
                  <a:lnTo>
                    <a:pt x="239859" y="16583"/>
                  </a:lnTo>
                  <a:lnTo>
                    <a:pt x="235045" y="14352"/>
                  </a:lnTo>
                  <a:lnTo>
                    <a:pt x="230163" y="12275"/>
                  </a:lnTo>
                  <a:lnTo>
                    <a:pt x="225218" y="10353"/>
                  </a:lnTo>
                  <a:lnTo>
                    <a:pt x="220214" y="8590"/>
                  </a:lnTo>
                  <a:lnTo>
                    <a:pt x="215156" y="6986"/>
                  </a:lnTo>
                  <a:lnTo>
                    <a:pt x="210051" y="5544"/>
                  </a:lnTo>
                  <a:lnTo>
                    <a:pt x="204902" y="4264"/>
                  </a:lnTo>
                  <a:lnTo>
                    <a:pt x="199715" y="3148"/>
                  </a:lnTo>
                  <a:lnTo>
                    <a:pt x="194495" y="2198"/>
                  </a:lnTo>
                  <a:lnTo>
                    <a:pt x="189248" y="1413"/>
                  </a:lnTo>
                  <a:lnTo>
                    <a:pt x="167160" y="167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22088" cy="167167"/>
            </a:xfrm>
            <a:custGeom>
              <a:avLst/>
              <a:pathLst>
                <a:path w="22088" h="167167">
                  <a:moveTo>
                    <a:pt x="22088" y="1465"/>
                  </a:moveTo>
                  <a:lnTo>
                    <a:pt x="14749" y="651"/>
                  </a:lnTo>
                  <a:lnTo>
                    <a:pt x="7381" y="16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3304" y="5399291"/>
              <a:ext cx="50240" cy="167167"/>
            </a:xfrm>
            <a:custGeom>
              <a:avLst/>
              <a:pathLst>
                <a:path w="50240" h="167167">
                  <a:moveTo>
                    <a:pt x="50240" y="0"/>
                  </a:moveTo>
                  <a:lnTo>
                    <a:pt x="43862" y="121"/>
                  </a:lnTo>
                  <a:lnTo>
                    <a:pt x="37495" y="486"/>
                  </a:lnTo>
                  <a:lnTo>
                    <a:pt x="31145" y="1094"/>
                  </a:lnTo>
                  <a:lnTo>
                    <a:pt x="24824" y="1943"/>
                  </a:lnTo>
                  <a:lnTo>
                    <a:pt x="18540" y="3033"/>
                  </a:lnTo>
                  <a:lnTo>
                    <a:pt x="12301" y="4361"/>
                  </a:lnTo>
                  <a:lnTo>
                    <a:pt x="6118" y="5927"/>
                  </a:lnTo>
                  <a:lnTo>
                    <a:pt x="0" y="7728"/>
                  </a:lnTo>
                  <a:lnTo>
                    <a:pt x="502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3304" y="5407019"/>
              <a:ext cx="50240" cy="159439"/>
            </a:xfrm>
            <a:custGeom>
              <a:avLst/>
              <a:pathLst>
                <a:path w="50240" h="159439">
                  <a:moveTo>
                    <a:pt x="0" y="0"/>
                  </a:moveTo>
                  <a:lnTo>
                    <a:pt x="50240" y="159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3304" y="5407019"/>
              <a:ext cx="50240" cy="159439"/>
            </a:xfrm>
            <a:custGeom>
              <a:avLst/>
              <a:pathLst>
                <a:path w="50240" h="159439">
                  <a:moveTo>
                    <a:pt x="0" y="0"/>
                  </a:moveTo>
                  <a:lnTo>
                    <a:pt x="50240" y="159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3304" y="5407019"/>
              <a:ext cx="50240" cy="159439"/>
            </a:xfrm>
            <a:custGeom>
              <a:avLst/>
              <a:pathLst>
                <a:path w="50240" h="159439">
                  <a:moveTo>
                    <a:pt x="0" y="0"/>
                  </a:moveTo>
                  <a:lnTo>
                    <a:pt x="50240" y="159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3304" y="5407019"/>
              <a:ext cx="50240" cy="159439"/>
            </a:xfrm>
            <a:custGeom>
              <a:avLst/>
              <a:pathLst>
                <a:path w="50240" h="159439">
                  <a:moveTo>
                    <a:pt x="0" y="0"/>
                  </a:moveTo>
                  <a:lnTo>
                    <a:pt x="50240" y="1594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3304" y="5407019"/>
              <a:ext cx="50240" cy="159439"/>
            </a:xfrm>
            <a:custGeom>
              <a:avLst/>
              <a:pathLst>
                <a:path w="50240" h="159439">
                  <a:moveTo>
                    <a:pt x="0" y="0"/>
                  </a:moveTo>
                  <a:lnTo>
                    <a:pt x="50240" y="1594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856381" y="5407019"/>
              <a:ext cx="177341" cy="326606"/>
            </a:xfrm>
            <a:custGeom>
              <a:avLst/>
              <a:pathLst>
                <a:path w="177341" h="326606">
                  <a:moveTo>
                    <a:pt x="116922" y="0"/>
                  </a:moveTo>
                  <a:lnTo>
                    <a:pt x="111872" y="1680"/>
                  </a:lnTo>
                  <a:lnTo>
                    <a:pt x="106878" y="3520"/>
                  </a:lnTo>
                  <a:lnTo>
                    <a:pt x="101945" y="5518"/>
                  </a:lnTo>
                  <a:lnTo>
                    <a:pt x="97078" y="7672"/>
                  </a:lnTo>
                  <a:lnTo>
                    <a:pt x="92283" y="9979"/>
                  </a:lnTo>
                  <a:lnTo>
                    <a:pt x="87563" y="12439"/>
                  </a:lnTo>
                  <a:lnTo>
                    <a:pt x="82924" y="15047"/>
                  </a:lnTo>
                  <a:lnTo>
                    <a:pt x="78370" y="17802"/>
                  </a:lnTo>
                  <a:lnTo>
                    <a:pt x="73906" y="20700"/>
                  </a:lnTo>
                  <a:lnTo>
                    <a:pt x="69537" y="23739"/>
                  </a:lnTo>
                  <a:lnTo>
                    <a:pt x="65267" y="26915"/>
                  </a:lnTo>
                  <a:lnTo>
                    <a:pt x="61100" y="30226"/>
                  </a:lnTo>
                  <a:lnTo>
                    <a:pt x="57041" y="33668"/>
                  </a:lnTo>
                  <a:lnTo>
                    <a:pt x="53093" y="37237"/>
                  </a:lnTo>
                  <a:lnTo>
                    <a:pt x="49261" y="40930"/>
                  </a:lnTo>
                  <a:lnTo>
                    <a:pt x="45548" y="44743"/>
                  </a:lnTo>
                  <a:lnTo>
                    <a:pt x="41959" y="48673"/>
                  </a:lnTo>
                  <a:lnTo>
                    <a:pt x="38496" y="52714"/>
                  </a:lnTo>
                  <a:lnTo>
                    <a:pt x="35164" y="56864"/>
                  </a:lnTo>
                  <a:lnTo>
                    <a:pt x="31966" y="61118"/>
                  </a:lnTo>
                  <a:lnTo>
                    <a:pt x="28904" y="65472"/>
                  </a:lnTo>
                  <a:lnTo>
                    <a:pt x="25983" y="69920"/>
                  </a:lnTo>
                  <a:lnTo>
                    <a:pt x="23205" y="74460"/>
                  </a:lnTo>
                  <a:lnTo>
                    <a:pt x="20573" y="79085"/>
                  </a:lnTo>
                  <a:lnTo>
                    <a:pt x="18089" y="83792"/>
                  </a:lnTo>
                  <a:lnTo>
                    <a:pt x="15757" y="88576"/>
                  </a:lnTo>
                  <a:lnTo>
                    <a:pt x="13578" y="93432"/>
                  </a:lnTo>
                  <a:lnTo>
                    <a:pt x="11554" y="98354"/>
                  </a:lnTo>
                  <a:lnTo>
                    <a:pt x="9689" y="103338"/>
                  </a:lnTo>
                  <a:lnTo>
                    <a:pt x="7983" y="108380"/>
                  </a:lnTo>
                  <a:lnTo>
                    <a:pt x="6438" y="113473"/>
                  </a:lnTo>
                  <a:lnTo>
                    <a:pt x="5056" y="118612"/>
                  </a:lnTo>
                  <a:lnTo>
                    <a:pt x="3839" y="123793"/>
                  </a:lnTo>
                  <a:lnTo>
                    <a:pt x="2787" y="129010"/>
                  </a:lnTo>
                  <a:lnTo>
                    <a:pt x="1902" y="134258"/>
                  </a:lnTo>
                  <a:lnTo>
                    <a:pt x="1184" y="139532"/>
                  </a:lnTo>
                  <a:lnTo>
                    <a:pt x="634" y="144825"/>
                  </a:lnTo>
                  <a:lnTo>
                    <a:pt x="253" y="150134"/>
                  </a:lnTo>
                  <a:lnTo>
                    <a:pt x="42" y="155451"/>
                  </a:lnTo>
                  <a:lnTo>
                    <a:pt x="0" y="160773"/>
                  </a:lnTo>
                  <a:lnTo>
                    <a:pt x="127" y="166094"/>
                  </a:lnTo>
                  <a:lnTo>
                    <a:pt x="423" y="171408"/>
                  </a:lnTo>
                  <a:lnTo>
                    <a:pt x="889" y="176709"/>
                  </a:lnTo>
                  <a:lnTo>
                    <a:pt x="1523" y="181994"/>
                  </a:lnTo>
                  <a:lnTo>
                    <a:pt x="2325" y="187255"/>
                  </a:lnTo>
                  <a:lnTo>
                    <a:pt x="3294" y="192488"/>
                  </a:lnTo>
                  <a:lnTo>
                    <a:pt x="4429" y="197688"/>
                  </a:lnTo>
                  <a:lnTo>
                    <a:pt x="5729" y="202848"/>
                  </a:lnTo>
                  <a:lnTo>
                    <a:pt x="7192" y="207965"/>
                  </a:lnTo>
                  <a:lnTo>
                    <a:pt x="8818" y="213033"/>
                  </a:lnTo>
                  <a:lnTo>
                    <a:pt x="10605" y="218046"/>
                  </a:lnTo>
                  <a:lnTo>
                    <a:pt x="12550" y="223000"/>
                  </a:lnTo>
                  <a:lnTo>
                    <a:pt x="14651" y="227890"/>
                  </a:lnTo>
                  <a:lnTo>
                    <a:pt x="16907" y="232710"/>
                  </a:lnTo>
                  <a:lnTo>
                    <a:pt x="19316" y="237456"/>
                  </a:lnTo>
                  <a:lnTo>
                    <a:pt x="21874" y="242123"/>
                  </a:lnTo>
                  <a:lnTo>
                    <a:pt x="24580" y="246705"/>
                  </a:lnTo>
                  <a:lnTo>
                    <a:pt x="27430" y="251200"/>
                  </a:lnTo>
                  <a:lnTo>
                    <a:pt x="30422" y="255602"/>
                  </a:lnTo>
                  <a:lnTo>
                    <a:pt x="33553" y="259906"/>
                  </a:lnTo>
                  <a:lnTo>
                    <a:pt x="36818" y="264108"/>
                  </a:lnTo>
                  <a:lnTo>
                    <a:pt x="40216" y="268204"/>
                  </a:lnTo>
                  <a:lnTo>
                    <a:pt x="43743" y="272190"/>
                  </a:lnTo>
                  <a:lnTo>
                    <a:pt x="47395" y="276061"/>
                  </a:lnTo>
                  <a:lnTo>
                    <a:pt x="51168" y="279815"/>
                  </a:lnTo>
                  <a:lnTo>
                    <a:pt x="55059" y="283446"/>
                  </a:lnTo>
                  <a:lnTo>
                    <a:pt x="59063" y="286952"/>
                  </a:lnTo>
                  <a:lnTo>
                    <a:pt x="63177" y="290328"/>
                  </a:lnTo>
                  <a:lnTo>
                    <a:pt x="67396" y="293572"/>
                  </a:lnTo>
                  <a:lnTo>
                    <a:pt x="71716" y="296680"/>
                  </a:lnTo>
                  <a:lnTo>
                    <a:pt x="76133" y="299649"/>
                  </a:lnTo>
                  <a:lnTo>
                    <a:pt x="80643" y="302475"/>
                  </a:lnTo>
                  <a:lnTo>
                    <a:pt x="85240" y="305157"/>
                  </a:lnTo>
                  <a:lnTo>
                    <a:pt x="89920" y="307691"/>
                  </a:lnTo>
                  <a:lnTo>
                    <a:pt x="94679" y="310075"/>
                  </a:lnTo>
                  <a:lnTo>
                    <a:pt x="99510" y="312306"/>
                  </a:lnTo>
                  <a:lnTo>
                    <a:pt x="104411" y="314382"/>
                  </a:lnTo>
                  <a:lnTo>
                    <a:pt x="109375" y="316301"/>
                  </a:lnTo>
                  <a:lnTo>
                    <a:pt x="114398" y="318061"/>
                  </a:lnTo>
                  <a:lnTo>
                    <a:pt x="119474" y="319660"/>
                  </a:lnTo>
                  <a:lnTo>
                    <a:pt x="124598" y="321097"/>
                  </a:lnTo>
                  <a:lnTo>
                    <a:pt x="129766" y="322370"/>
                  </a:lnTo>
                  <a:lnTo>
                    <a:pt x="134971" y="323478"/>
                  </a:lnTo>
                  <a:lnTo>
                    <a:pt x="140209" y="324419"/>
                  </a:lnTo>
                  <a:lnTo>
                    <a:pt x="145475" y="325194"/>
                  </a:lnTo>
                  <a:lnTo>
                    <a:pt x="150762" y="325800"/>
                  </a:lnTo>
                  <a:lnTo>
                    <a:pt x="156066" y="326238"/>
                  </a:lnTo>
                  <a:lnTo>
                    <a:pt x="161381" y="326506"/>
                  </a:lnTo>
                  <a:lnTo>
                    <a:pt x="166703" y="326606"/>
                  </a:lnTo>
                  <a:lnTo>
                    <a:pt x="172024" y="326536"/>
                  </a:lnTo>
                  <a:lnTo>
                    <a:pt x="177341" y="326296"/>
                  </a:lnTo>
                  <a:lnTo>
                    <a:pt x="167162" y="1594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167149" cy="334024"/>
            </a:xfrm>
            <a:custGeom>
              <a:avLst/>
              <a:pathLst>
                <a:path w="167149" h="334024">
                  <a:moveTo>
                    <a:pt x="10179" y="334024"/>
                  </a:moveTo>
                  <a:lnTo>
                    <a:pt x="15472" y="333617"/>
                  </a:lnTo>
                  <a:lnTo>
                    <a:pt x="20750" y="333042"/>
                  </a:lnTo>
                  <a:lnTo>
                    <a:pt x="26006" y="332299"/>
                  </a:lnTo>
                  <a:lnTo>
                    <a:pt x="31237" y="331390"/>
                  </a:lnTo>
                  <a:lnTo>
                    <a:pt x="36436" y="330315"/>
                  </a:lnTo>
                  <a:lnTo>
                    <a:pt x="41598" y="329076"/>
                  </a:lnTo>
                  <a:lnTo>
                    <a:pt x="46718" y="327673"/>
                  </a:lnTo>
                  <a:lnTo>
                    <a:pt x="51792" y="326109"/>
                  </a:lnTo>
                  <a:lnTo>
                    <a:pt x="56813" y="324384"/>
                  </a:lnTo>
                  <a:lnTo>
                    <a:pt x="61776" y="322501"/>
                  </a:lnTo>
                  <a:lnTo>
                    <a:pt x="66677" y="320461"/>
                  </a:lnTo>
                  <a:lnTo>
                    <a:pt x="71512" y="318266"/>
                  </a:lnTo>
                  <a:lnTo>
                    <a:pt x="76274" y="315919"/>
                  </a:lnTo>
                  <a:lnTo>
                    <a:pt x="80959" y="313422"/>
                  </a:lnTo>
                  <a:lnTo>
                    <a:pt x="85562" y="310778"/>
                  </a:lnTo>
                  <a:lnTo>
                    <a:pt x="90079" y="307988"/>
                  </a:lnTo>
                  <a:lnTo>
                    <a:pt x="94505" y="305057"/>
                  </a:lnTo>
                  <a:lnTo>
                    <a:pt x="98836" y="301986"/>
                  </a:lnTo>
                  <a:lnTo>
                    <a:pt x="103067" y="298780"/>
                  </a:lnTo>
                  <a:lnTo>
                    <a:pt x="107195" y="295441"/>
                  </a:lnTo>
                  <a:lnTo>
                    <a:pt x="111214" y="291972"/>
                  </a:lnTo>
                  <a:lnTo>
                    <a:pt x="115121" y="288378"/>
                  </a:lnTo>
                  <a:lnTo>
                    <a:pt x="118912" y="284661"/>
                  </a:lnTo>
                  <a:lnTo>
                    <a:pt x="122583" y="280826"/>
                  </a:lnTo>
                  <a:lnTo>
                    <a:pt x="126130" y="276876"/>
                  </a:lnTo>
                  <a:lnTo>
                    <a:pt x="129550" y="272816"/>
                  </a:lnTo>
                  <a:lnTo>
                    <a:pt x="132839" y="268648"/>
                  </a:lnTo>
                  <a:lnTo>
                    <a:pt x="135995" y="264379"/>
                  </a:lnTo>
                  <a:lnTo>
                    <a:pt x="139013" y="260012"/>
                  </a:lnTo>
                  <a:lnTo>
                    <a:pt x="141891" y="255551"/>
                  </a:lnTo>
                  <a:lnTo>
                    <a:pt x="144626" y="251000"/>
                  </a:lnTo>
                  <a:lnTo>
                    <a:pt x="147215" y="246366"/>
                  </a:lnTo>
                  <a:lnTo>
                    <a:pt x="149656" y="241651"/>
                  </a:lnTo>
                  <a:lnTo>
                    <a:pt x="151946" y="236861"/>
                  </a:lnTo>
                  <a:lnTo>
                    <a:pt x="154082" y="232001"/>
                  </a:lnTo>
                  <a:lnTo>
                    <a:pt x="156063" y="227076"/>
                  </a:lnTo>
                  <a:lnTo>
                    <a:pt x="157887" y="222090"/>
                  </a:lnTo>
                  <a:lnTo>
                    <a:pt x="159551" y="217049"/>
                  </a:lnTo>
                  <a:lnTo>
                    <a:pt x="161055" y="211957"/>
                  </a:lnTo>
                  <a:lnTo>
                    <a:pt x="162396" y="206820"/>
                  </a:lnTo>
                  <a:lnTo>
                    <a:pt x="163573" y="201644"/>
                  </a:lnTo>
                  <a:lnTo>
                    <a:pt x="164585" y="196432"/>
                  </a:lnTo>
                  <a:lnTo>
                    <a:pt x="165432" y="191191"/>
                  </a:lnTo>
                  <a:lnTo>
                    <a:pt x="166111" y="185926"/>
                  </a:lnTo>
                  <a:lnTo>
                    <a:pt x="166623" y="180642"/>
                  </a:lnTo>
                  <a:lnTo>
                    <a:pt x="166967" y="175344"/>
                  </a:lnTo>
                  <a:lnTo>
                    <a:pt x="167142" y="170038"/>
                  </a:lnTo>
                  <a:lnTo>
                    <a:pt x="167149" y="164729"/>
                  </a:lnTo>
                  <a:lnTo>
                    <a:pt x="166987" y="159422"/>
                  </a:lnTo>
                  <a:lnTo>
                    <a:pt x="166657" y="154124"/>
                  </a:lnTo>
                  <a:lnTo>
                    <a:pt x="166159" y="148838"/>
                  </a:lnTo>
                  <a:lnTo>
                    <a:pt x="165493" y="143571"/>
                  </a:lnTo>
                  <a:lnTo>
                    <a:pt x="164661" y="138328"/>
                  </a:lnTo>
                  <a:lnTo>
                    <a:pt x="163662" y="133114"/>
                  </a:lnTo>
                  <a:lnTo>
                    <a:pt x="162498" y="127934"/>
                  </a:lnTo>
                  <a:lnTo>
                    <a:pt x="161170" y="122794"/>
                  </a:lnTo>
                  <a:lnTo>
                    <a:pt x="159680" y="117699"/>
                  </a:lnTo>
                  <a:lnTo>
                    <a:pt x="158029" y="112653"/>
                  </a:lnTo>
                  <a:lnTo>
                    <a:pt x="156218" y="107662"/>
                  </a:lnTo>
                  <a:lnTo>
                    <a:pt x="154250" y="102732"/>
                  </a:lnTo>
                  <a:lnTo>
                    <a:pt x="152126" y="97866"/>
                  </a:lnTo>
                  <a:lnTo>
                    <a:pt x="149848" y="93071"/>
                  </a:lnTo>
                  <a:lnTo>
                    <a:pt x="147420" y="88350"/>
                  </a:lnTo>
                  <a:lnTo>
                    <a:pt x="144843" y="83708"/>
                  </a:lnTo>
                  <a:lnTo>
                    <a:pt x="142120" y="79151"/>
                  </a:lnTo>
                  <a:lnTo>
                    <a:pt x="139253" y="74682"/>
                  </a:lnTo>
                  <a:lnTo>
                    <a:pt x="136246" y="70307"/>
                  </a:lnTo>
                  <a:lnTo>
                    <a:pt x="133102" y="66030"/>
                  </a:lnTo>
                  <a:lnTo>
                    <a:pt x="129823" y="61854"/>
                  </a:lnTo>
                  <a:lnTo>
                    <a:pt x="126413" y="57785"/>
                  </a:lnTo>
                  <a:lnTo>
                    <a:pt x="122876" y="53826"/>
                  </a:lnTo>
                  <a:lnTo>
                    <a:pt x="119215" y="49981"/>
                  </a:lnTo>
                  <a:lnTo>
                    <a:pt x="115434" y="46255"/>
                  </a:lnTo>
                  <a:lnTo>
                    <a:pt x="111536" y="42650"/>
                  </a:lnTo>
                  <a:lnTo>
                    <a:pt x="107526" y="39171"/>
                  </a:lnTo>
                  <a:lnTo>
                    <a:pt x="103408" y="35821"/>
                  </a:lnTo>
                  <a:lnTo>
                    <a:pt x="99185" y="32604"/>
                  </a:lnTo>
                  <a:lnTo>
                    <a:pt x="94862" y="29522"/>
                  </a:lnTo>
                  <a:lnTo>
                    <a:pt x="90443" y="26579"/>
                  </a:lnTo>
                  <a:lnTo>
                    <a:pt x="85933" y="23778"/>
                  </a:lnTo>
                  <a:lnTo>
                    <a:pt x="81337" y="21122"/>
                  </a:lnTo>
                  <a:lnTo>
                    <a:pt x="76658" y="18613"/>
                  </a:lnTo>
                  <a:lnTo>
                    <a:pt x="71902" y="16253"/>
                  </a:lnTo>
                  <a:lnTo>
                    <a:pt x="67074" y="14046"/>
                  </a:lnTo>
                  <a:lnTo>
                    <a:pt x="62178" y="11994"/>
                  </a:lnTo>
                  <a:lnTo>
                    <a:pt x="57219" y="10097"/>
                  </a:lnTo>
                  <a:lnTo>
                    <a:pt x="52203" y="8360"/>
                  </a:lnTo>
                  <a:lnTo>
                    <a:pt x="47134" y="6782"/>
                  </a:lnTo>
                  <a:lnTo>
                    <a:pt x="42017" y="5366"/>
                  </a:lnTo>
                  <a:lnTo>
                    <a:pt x="36858" y="4114"/>
                  </a:lnTo>
                  <a:lnTo>
                    <a:pt x="31662" y="3025"/>
                  </a:lnTo>
                  <a:lnTo>
                    <a:pt x="26434" y="2103"/>
                  </a:lnTo>
                  <a:lnTo>
                    <a:pt x="21179" y="1347"/>
                  </a:lnTo>
                  <a:lnTo>
                    <a:pt x="15903" y="758"/>
                  </a:lnTo>
                  <a:lnTo>
                    <a:pt x="10611" y="337"/>
                  </a:lnTo>
                  <a:lnTo>
                    <a:pt x="530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7512" y="5269756"/>
              <a:ext cx="17745" cy="167167"/>
            </a:xfrm>
            <a:custGeom>
              <a:avLst/>
              <a:pathLst>
                <a:path w="17745" h="167167">
                  <a:moveTo>
                    <a:pt x="17745" y="0"/>
                  </a:moveTo>
                  <a:lnTo>
                    <a:pt x="8860" y="236"/>
                  </a:lnTo>
                  <a:lnTo>
                    <a:pt x="0" y="944"/>
                  </a:lnTo>
                  <a:lnTo>
                    <a:pt x="177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7512" y="5270700"/>
              <a:ext cx="17745" cy="166222"/>
            </a:xfrm>
            <a:custGeom>
              <a:avLst/>
              <a:pathLst>
                <a:path w="17745" h="166222">
                  <a:moveTo>
                    <a:pt x="0" y="0"/>
                  </a:moveTo>
                  <a:lnTo>
                    <a:pt x="17745" y="166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7512" y="5270700"/>
              <a:ext cx="17745" cy="166222"/>
            </a:xfrm>
            <a:custGeom>
              <a:avLst/>
              <a:pathLst>
                <a:path w="17745" h="166222">
                  <a:moveTo>
                    <a:pt x="0" y="0"/>
                  </a:moveTo>
                  <a:lnTo>
                    <a:pt x="17745" y="1662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512" y="5270700"/>
              <a:ext cx="17745" cy="166222"/>
            </a:xfrm>
            <a:custGeom>
              <a:avLst/>
              <a:pathLst>
                <a:path w="17745" h="166222">
                  <a:moveTo>
                    <a:pt x="0" y="0"/>
                  </a:moveTo>
                  <a:lnTo>
                    <a:pt x="17745" y="1662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512" y="5270700"/>
              <a:ext cx="17745" cy="166222"/>
            </a:xfrm>
            <a:custGeom>
              <a:avLst/>
              <a:pathLst>
                <a:path w="17745" h="166222">
                  <a:moveTo>
                    <a:pt x="0" y="0"/>
                  </a:moveTo>
                  <a:lnTo>
                    <a:pt x="17745" y="1662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82478" y="5270700"/>
              <a:ext cx="162780" cy="166222"/>
            </a:xfrm>
            <a:custGeom>
              <a:avLst/>
              <a:pathLst>
                <a:path w="162780" h="166222">
                  <a:moveTo>
                    <a:pt x="145034" y="0"/>
                  </a:moveTo>
                  <a:lnTo>
                    <a:pt x="139643" y="664"/>
                  </a:lnTo>
                  <a:lnTo>
                    <a:pt x="134276" y="1503"/>
                  </a:lnTo>
                  <a:lnTo>
                    <a:pt x="128940" y="2516"/>
                  </a:lnTo>
                  <a:lnTo>
                    <a:pt x="123639" y="3702"/>
                  </a:lnTo>
                  <a:lnTo>
                    <a:pt x="118379" y="5059"/>
                  </a:lnTo>
                  <a:lnTo>
                    <a:pt x="113166" y="6587"/>
                  </a:lnTo>
                  <a:lnTo>
                    <a:pt x="108006" y="8283"/>
                  </a:lnTo>
                  <a:lnTo>
                    <a:pt x="102903" y="10146"/>
                  </a:lnTo>
                  <a:lnTo>
                    <a:pt x="97864" y="12174"/>
                  </a:lnTo>
                  <a:lnTo>
                    <a:pt x="92893" y="14364"/>
                  </a:lnTo>
                  <a:lnTo>
                    <a:pt x="87996" y="16715"/>
                  </a:lnTo>
                  <a:lnTo>
                    <a:pt x="83178" y="19224"/>
                  </a:lnTo>
                  <a:lnTo>
                    <a:pt x="78444" y="21888"/>
                  </a:lnTo>
                  <a:lnTo>
                    <a:pt x="73800" y="24704"/>
                  </a:lnTo>
                  <a:lnTo>
                    <a:pt x="69249" y="27670"/>
                  </a:lnTo>
                  <a:lnTo>
                    <a:pt x="64796" y="30782"/>
                  </a:lnTo>
                  <a:lnTo>
                    <a:pt x="60448" y="34036"/>
                  </a:lnTo>
                  <a:lnTo>
                    <a:pt x="56207" y="37431"/>
                  </a:lnTo>
                  <a:lnTo>
                    <a:pt x="52079" y="40962"/>
                  </a:lnTo>
                  <a:lnTo>
                    <a:pt x="48068" y="44624"/>
                  </a:lnTo>
                  <a:lnTo>
                    <a:pt x="44177" y="48416"/>
                  </a:lnTo>
                  <a:lnTo>
                    <a:pt x="40413" y="52331"/>
                  </a:lnTo>
                  <a:lnTo>
                    <a:pt x="36777" y="56367"/>
                  </a:lnTo>
                  <a:lnTo>
                    <a:pt x="33274" y="60519"/>
                  </a:lnTo>
                  <a:lnTo>
                    <a:pt x="29908" y="64782"/>
                  </a:lnTo>
                  <a:lnTo>
                    <a:pt x="26683" y="69153"/>
                  </a:lnTo>
                  <a:lnTo>
                    <a:pt x="23601" y="73626"/>
                  </a:lnTo>
                  <a:lnTo>
                    <a:pt x="20666" y="78197"/>
                  </a:lnTo>
                  <a:lnTo>
                    <a:pt x="17881" y="82860"/>
                  </a:lnTo>
                  <a:lnTo>
                    <a:pt x="15249" y="87612"/>
                  </a:lnTo>
                  <a:lnTo>
                    <a:pt x="12773" y="92447"/>
                  </a:lnTo>
                  <a:lnTo>
                    <a:pt x="10455" y="97359"/>
                  </a:lnTo>
                  <a:lnTo>
                    <a:pt x="8298" y="102345"/>
                  </a:lnTo>
                  <a:lnTo>
                    <a:pt x="6304" y="107398"/>
                  </a:lnTo>
                  <a:lnTo>
                    <a:pt x="4476" y="112513"/>
                  </a:lnTo>
                  <a:lnTo>
                    <a:pt x="2814" y="117684"/>
                  </a:lnTo>
                  <a:lnTo>
                    <a:pt x="1322" y="122907"/>
                  </a:lnTo>
                  <a:lnTo>
                    <a:pt x="0" y="128176"/>
                  </a:lnTo>
                  <a:lnTo>
                    <a:pt x="162780" y="1662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4382" y="129120"/>
                  </a:moveTo>
                  <a:lnTo>
                    <a:pt x="3258" y="134295"/>
                  </a:lnTo>
                  <a:lnTo>
                    <a:pt x="2299" y="139503"/>
                  </a:lnTo>
                  <a:lnTo>
                    <a:pt x="1506" y="144739"/>
                  </a:lnTo>
                  <a:lnTo>
                    <a:pt x="878" y="149997"/>
                  </a:lnTo>
                  <a:lnTo>
                    <a:pt x="418" y="155273"/>
                  </a:lnTo>
                  <a:lnTo>
                    <a:pt x="125" y="160560"/>
                  </a:lnTo>
                  <a:lnTo>
                    <a:pt x="0" y="165854"/>
                  </a:lnTo>
                  <a:lnTo>
                    <a:pt x="42" y="171150"/>
                  </a:lnTo>
                  <a:lnTo>
                    <a:pt x="252" y="176441"/>
                  </a:lnTo>
                  <a:lnTo>
                    <a:pt x="629" y="181723"/>
                  </a:lnTo>
                  <a:lnTo>
                    <a:pt x="1174" y="186991"/>
                  </a:lnTo>
                  <a:lnTo>
                    <a:pt x="1885" y="192238"/>
                  </a:lnTo>
                  <a:lnTo>
                    <a:pt x="2762" y="197461"/>
                  </a:lnTo>
                  <a:lnTo>
                    <a:pt x="3804" y="202653"/>
                  </a:lnTo>
                  <a:lnTo>
                    <a:pt x="5010" y="207809"/>
                  </a:lnTo>
                  <a:lnTo>
                    <a:pt x="6379" y="212925"/>
                  </a:lnTo>
                  <a:lnTo>
                    <a:pt x="7909" y="217994"/>
                  </a:lnTo>
                  <a:lnTo>
                    <a:pt x="9599" y="223013"/>
                  </a:lnTo>
                  <a:lnTo>
                    <a:pt x="11447" y="227976"/>
                  </a:lnTo>
                  <a:lnTo>
                    <a:pt x="13451" y="232877"/>
                  </a:lnTo>
                  <a:lnTo>
                    <a:pt x="15609" y="237713"/>
                  </a:lnTo>
                  <a:lnTo>
                    <a:pt x="17920" y="242478"/>
                  </a:lnTo>
                  <a:lnTo>
                    <a:pt x="20380" y="247167"/>
                  </a:lnTo>
                  <a:lnTo>
                    <a:pt x="22988" y="251776"/>
                  </a:lnTo>
                  <a:lnTo>
                    <a:pt x="25740" y="256301"/>
                  </a:lnTo>
                  <a:lnTo>
                    <a:pt x="28634" y="260735"/>
                  </a:lnTo>
                  <a:lnTo>
                    <a:pt x="31667" y="265076"/>
                  </a:lnTo>
                  <a:lnTo>
                    <a:pt x="34837" y="269319"/>
                  </a:lnTo>
                  <a:lnTo>
                    <a:pt x="38138" y="273459"/>
                  </a:lnTo>
                  <a:lnTo>
                    <a:pt x="41570" y="277492"/>
                  </a:lnTo>
                  <a:lnTo>
                    <a:pt x="45127" y="281415"/>
                  </a:lnTo>
                  <a:lnTo>
                    <a:pt x="48807" y="285223"/>
                  </a:lnTo>
                  <a:lnTo>
                    <a:pt x="52606" y="288912"/>
                  </a:lnTo>
                  <a:lnTo>
                    <a:pt x="56520" y="292480"/>
                  </a:lnTo>
                  <a:lnTo>
                    <a:pt x="60544" y="295921"/>
                  </a:lnTo>
                  <a:lnTo>
                    <a:pt x="64676" y="299234"/>
                  </a:lnTo>
                  <a:lnTo>
                    <a:pt x="68911" y="302414"/>
                  </a:lnTo>
                  <a:lnTo>
                    <a:pt x="73244" y="305458"/>
                  </a:lnTo>
                  <a:lnTo>
                    <a:pt x="77671" y="308363"/>
                  </a:lnTo>
                  <a:lnTo>
                    <a:pt x="82188" y="311127"/>
                  </a:lnTo>
                  <a:lnTo>
                    <a:pt x="86791" y="313746"/>
                  </a:lnTo>
                  <a:lnTo>
                    <a:pt x="91474" y="316218"/>
                  </a:lnTo>
                  <a:lnTo>
                    <a:pt x="96233" y="318541"/>
                  </a:lnTo>
                  <a:lnTo>
                    <a:pt x="101063" y="320711"/>
                  </a:lnTo>
                  <a:lnTo>
                    <a:pt x="105960" y="322728"/>
                  </a:lnTo>
                  <a:lnTo>
                    <a:pt x="110918" y="324588"/>
                  </a:lnTo>
                  <a:lnTo>
                    <a:pt x="115932" y="326291"/>
                  </a:lnTo>
                  <a:lnTo>
                    <a:pt x="120998" y="327834"/>
                  </a:lnTo>
                  <a:lnTo>
                    <a:pt x="126110" y="329215"/>
                  </a:lnTo>
                  <a:lnTo>
                    <a:pt x="131263" y="330434"/>
                  </a:lnTo>
                  <a:lnTo>
                    <a:pt x="136453" y="331490"/>
                  </a:lnTo>
                  <a:lnTo>
                    <a:pt x="141673" y="332380"/>
                  </a:lnTo>
                  <a:lnTo>
                    <a:pt x="146919" y="333104"/>
                  </a:lnTo>
                  <a:lnTo>
                    <a:pt x="152185" y="333662"/>
                  </a:lnTo>
                  <a:lnTo>
                    <a:pt x="157466" y="334053"/>
                  </a:lnTo>
                  <a:lnTo>
                    <a:pt x="162757" y="334276"/>
                  </a:lnTo>
                  <a:lnTo>
                    <a:pt x="168052" y="334332"/>
                  </a:lnTo>
                  <a:lnTo>
                    <a:pt x="173346" y="334220"/>
                  </a:lnTo>
                  <a:lnTo>
                    <a:pt x="178635" y="333940"/>
                  </a:lnTo>
                  <a:lnTo>
                    <a:pt x="183911" y="333493"/>
                  </a:lnTo>
                  <a:lnTo>
                    <a:pt x="189171" y="332879"/>
                  </a:lnTo>
                  <a:lnTo>
                    <a:pt x="194409" y="332099"/>
                  </a:lnTo>
                  <a:lnTo>
                    <a:pt x="199619" y="331153"/>
                  </a:lnTo>
                  <a:lnTo>
                    <a:pt x="204797" y="330043"/>
                  </a:lnTo>
                  <a:lnTo>
                    <a:pt x="209937" y="328769"/>
                  </a:lnTo>
                  <a:lnTo>
                    <a:pt x="215034" y="327333"/>
                  </a:lnTo>
                  <a:lnTo>
                    <a:pt x="220083" y="325736"/>
                  </a:lnTo>
                  <a:lnTo>
                    <a:pt x="225079" y="323981"/>
                  </a:lnTo>
                  <a:lnTo>
                    <a:pt x="230017" y="322067"/>
                  </a:lnTo>
                  <a:lnTo>
                    <a:pt x="234892" y="319999"/>
                  </a:lnTo>
                  <a:lnTo>
                    <a:pt x="239699" y="317777"/>
                  </a:lnTo>
                  <a:lnTo>
                    <a:pt x="244433" y="315404"/>
                  </a:lnTo>
                  <a:lnTo>
                    <a:pt x="249089" y="312882"/>
                  </a:lnTo>
                  <a:lnTo>
                    <a:pt x="253664" y="310214"/>
                  </a:lnTo>
                  <a:lnTo>
                    <a:pt x="258151" y="307402"/>
                  </a:lnTo>
                  <a:lnTo>
                    <a:pt x="262547" y="304450"/>
                  </a:lnTo>
                  <a:lnTo>
                    <a:pt x="266848" y="301360"/>
                  </a:lnTo>
                  <a:lnTo>
                    <a:pt x="271048" y="298135"/>
                  </a:lnTo>
                  <a:lnTo>
                    <a:pt x="275144" y="294778"/>
                  </a:lnTo>
                  <a:lnTo>
                    <a:pt x="279132" y="291294"/>
                  </a:lnTo>
                  <a:lnTo>
                    <a:pt x="283008" y="287685"/>
                  </a:lnTo>
                  <a:lnTo>
                    <a:pt x="286767" y="283956"/>
                  </a:lnTo>
                  <a:lnTo>
                    <a:pt x="290406" y="280109"/>
                  </a:lnTo>
                  <a:lnTo>
                    <a:pt x="293922" y="276148"/>
                  </a:lnTo>
                  <a:lnTo>
                    <a:pt x="297310" y="272079"/>
                  </a:lnTo>
                  <a:lnTo>
                    <a:pt x="300568" y="267904"/>
                  </a:lnTo>
                  <a:lnTo>
                    <a:pt x="303691" y="263628"/>
                  </a:lnTo>
                  <a:lnTo>
                    <a:pt x="306678" y="259255"/>
                  </a:lnTo>
                  <a:lnTo>
                    <a:pt x="309525" y="254789"/>
                  </a:lnTo>
                  <a:lnTo>
                    <a:pt x="312229" y="250236"/>
                  </a:lnTo>
                  <a:lnTo>
                    <a:pt x="314787" y="245600"/>
                  </a:lnTo>
                  <a:lnTo>
                    <a:pt x="317197" y="240884"/>
                  </a:lnTo>
                  <a:lnTo>
                    <a:pt x="319457" y="236095"/>
                  </a:lnTo>
                  <a:lnTo>
                    <a:pt x="321564" y="231237"/>
                  </a:lnTo>
                  <a:lnTo>
                    <a:pt x="323516" y="226314"/>
                  </a:lnTo>
                  <a:lnTo>
                    <a:pt x="325311" y="221332"/>
                  </a:lnTo>
                  <a:lnTo>
                    <a:pt x="326947" y="216296"/>
                  </a:lnTo>
                  <a:lnTo>
                    <a:pt x="328423" y="211210"/>
                  </a:lnTo>
                  <a:lnTo>
                    <a:pt x="329737" y="206080"/>
                  </a:lnTo>
                  <a:lnTo>
                    <a:pt x="330888" y="200911"/>
                  </a:lnTo>
                  <a:lnTo>
                    <a:pt x="331875" y="195708"/>
                  </a:lnTo>
                  <a:lnTo>
                    <a:pt x="332696" y="190477"/>
                  </a:lnTo>
                  <a:lnTo>
                    <a:pt x="333351" y="185222"/>
                  </a:lnTo>
                  <a:lnTo>
                    <a:pt x="333840" y="179949"/>
                  </a:lnTo>
                  <a:lnTo>
                    <a:pt x="334161" y="174663"/>
                  </a:lnTo>
                  <a:lnTo>
                    <a:pt x="334315" y="169370"/>
                  </a:lnTo>
                  <a:lnTo>
                    <a:pt x="334301" y="164074"/>
                  </a:lnTo>
                  <a:lnTo>
                    <a:pt x="334119" y="158782"/>
                  </a:lnTo>
                  <a:lnTo>
                    <a:pt x="333769" y="153498"/>
                  </a:lnTo>
                  <a:lnTo>
                    <a:pt x="333253" y="148227"/>
                  </a:lnTo>
                  <a:lnTo>
                    <a:pt x="332570" y="142976"/>
                  </a:lnTo>
                  <a:lnTo>
                    <a:pt x="331720" y="137749"/>
                  </a:lnTo>
                  <a:lnTo>
                    <a:pt x="330706" y="132552"/>
                  </a:lnTo>
                  <a:lnTo>
                    <a:pt x="329528" y="127389"/>
                  </a:lnTo>
                  <a:lnTo>
                    <a:pt x="328186" y="122266"/>
                  </a:lnTo>
                  <a:lnTo>
                    <a:pt x="326683" y="117188"/>
                  </a:lnTo>
                  <a:lnTo>
                    <a:pt x="325020" y="112161"/>
                  </a:lnTo>
                  <a:lnTo>
                    <a:pt x="323199" y="107188"/>
                  </a:lnTo>
                  <a:lnTo>
                    <a:pt x="321221" y="102276"/>
                  </a:lnTo>
                  <a:lnTo>
                    <a:pt x="319088" y="97429"/>
                  </a:lnTo>
                  <a:lnTo>
                    <a:pt x="316803" y="92652"/>
                  </a:lnTo>
                  <a:lnTo>
                    <a:pt x="314367" y="87949"/>
                  </a:lnTo>
                  <a:lnTo>
                    <a:pt x="311784" y="83326"/>
                  </a:lnTo>
                  <a:lnTo>
                    <a:pt x="309056" y="78788"/>
                  </a:lnTo>
                  <a:lnTo>
                    <a:pt x="306186" y="74338"/>
                  </a:lnTo>
                  <a:lnTo>
                    <a:pt x="303176" y="69981"/>
                  </a:lnTo>
                  <a:lnTo>
                    <a:pt x="300029" y="65721"/>
                  </a:lnTo>
                  <a:lnTo>
                    <a:pt x="296749" y="61564"/>
                  </a:lnTo>
                  <a:lnTo>
                    <a:pt x="293339" y="57512"/>
                  </a:lnTo>
                  <a:lnTo>
                    <a:pt x="289803" y="53571"/>
                  </a:lnTo>
                  <a:lnTo>
                    <a:pt x="286143" y="49743"/>
                  </a:lnTo>
                  <a:lnTo>
                    <a:pt x="282364" y="46033"/>
                  </a:lnTo>
                  <a:lnTo>
                    <a:pt x="278470" y="42445"/>
                  </a:lnTo>
                  <a:lnTo>
                    <a:pt x="274463" y="38982"/>
                  </a:lnTo>
                  <a:lnTo>
                    <a:pt x="270349" y="35648"/>
                  </a:lnTo>
                  <a:lnTo>
                    <a:pt x="266132" y="32445"/>
                  </a:lnTo>
                  <a:lnTo>
                    <a:pt x="261815" y="29378"/>
                  </a:lnTo>
                  <a:lnTo>
                    <a:pt x="257403" y="26449"/>
                  </a:lnTo>
                  <a:lnTo>
                    <a:pt x="252901" y="23662"/>
                  </a:lnTo>
                  <a:lnTo>
                    <a:pt x="248312" y="21018"/>
                  </a:lnTo>
                  <a:lnTo>
                    <a:pt x="243642" y="18521"/>
                  </a:lnTo>
                  <a:lnTo>
                    <a:pt x="238896" y="16173"/>
                  </a:lnTo>
                  <a:lnTo>
                    <a:pt x="234077" y="13977"/>
                  </a:lnTo>
                  <a:lnTo>
                    <a:pt x="229191" y="11934"/>
                  </a:lnTo>
                  <a:lnTo>
                    <a:pt x="224243" y="10047"/>
                  </a:lnTo>
                  <a:lnTo>
                    <a:pt x="219238" y="8318"/>
                  </a:lnTo>
                  <a:lnTo>
                    <a:pt x="214181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7306" y="5018213"/>
              <a:ext cx="23733" cy="167167"/>
            </a:xfrm>
            <a:custGeom>
              <a:avLst/>
              <a:pathLst>
                <a:path w="23733" h="167167">
                  <a:moveTo>
                    <a:pt x="23733" y="0"/>
                  </a:moveTo>
                  <a:lnTo>
                    <a:pt x="15798" y="188"/>
                  </a:lnTo>
                  <a:lnTo>
                    <a:pt x="7881" y="753"/>
                  </a:lnTo>
                  <a:lnTo>
                    <a:pt x="0" y="1693"/>
                  </a:lnTo>
                  <a:lnTo>
                    <a:pt x="2373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7306" y="5019906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7306" y="5019906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7306" y="5019906"/>
              <a:ext cx="23733" cy="165474"/>
            </a:xfrm>
            <a:custGeom>
              <a:avLst/>
              <a:pathLst>
                <a:path w="23733" h="165474">
                  <a:moveTo>
                    <a:pt x="0" y="0"/>
                  </a:moveTo>
                  <a:lnTo>
                    <a:pt x="23733" y="165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3871" y="5019906"/>
              <a:ext cx="167167" cy="176411"/>
            </a:xfrm>
            <a:custGeom>
              <a:avLst/>
              <a:pathLst>
                <a:path w="167167" h="176411">
                  <a:moveTo>
                    <a:pt x="143434" y="0"/>
                  </a:moveTo>
                  <a:lnTo>
                    <a:pt x="138074" y="857"/>
                  </a:lnTo>
                  <a:lnTo>
                    <a:pt x="132744" y="1889"/>
                  </a:lnTo>
                  <a:lnTo>
                    <a:pt x="127451" y="3093"/>
                  </a:lnTo>
                  <a:lnTo>
                    <a:pt x="122200" y="4468"/>
                  </a:lnTo>
                  <a:lnTo>
                    <a:pt x="116996" y="6013"/>
                  </a:lnTo>
                  <a:lnTo>
                    <a:pt x="111845" y="7726"/>
                  </a:lnTo>
                  <a:lnTo>
                    <a:pt x="106752" y="9605"/>
                  </a:lnTo>
                  <a:lnTo>
                    <a:pt x="101723" y="11649"/>
                  </a:lnTo>
                  <a:lnTo>
                    <a:pt x="96763" y="13855"/>
                  </a:lnTo>
                  <a:lnTo>
                    <a:pt x="91877" y="16221"/>
                  </a:lnTo>
                  <a:lnTo>
                    <a:pt x="87071" y="18744"/>
                  </a:lnTo>
                  <a:lnTo>
                    <a:pt x="82349" y="21422"/>
                  </a:lnTo>
                  <a:lnTo>
                    <a:pt x="77717" y="24252"/>
                  </a:lnTo>
                  <a:lnTo>
                    <a:pt x="73179" y="27231"/>
                  </a:lnTo>
                  <a:lnTo>
                    <a:pt x="68740" y="30355"/>
                  </a:lnTo>
                  <a:lnTo>
                    <a:pt x="64404" y="33622"/>
                  </a:lnTo>
                  <a:lnTo>
                    <a:pt x="60178" y="37028"/>
                  </a:lnTo>
                  <a:lnTo>
                    <a:pt x="56064" y="40570"/>
                  </a:lnTo>
                  <a:lnTo>
                    <a:pt x="52067" y="44243"/>
                  </a:lnTo>
                  <a:lnTo>
                    <a:pt x="48191" y="48044"/>
                  </a:lnTo>
                  <a:lnTo>
                    <a:pt x="44441" y="51969"/>
                  </a:lnTo>
                  <a:lnTo>
                    <a:pt x="40820" y="56013"/>
                  </a:lnTo>
                  <a:lnTo>
                    <a:pt x="37333" y="60173"/>
                  </a:lnTo>
                  <a:lnTo>
                    <a:pt x="33983" y="64444"/>
                  </a:lnTo>
                  <a:lnTo>
                    <a:pt x="30773" y="68822"/>
                  </a:lnTo>
                  <a:lnTo>
                    <a:pt x="27706" y="73302"/>
                  </a:lnTo>
                  <a:lnTo>
                    <a:pt x="24787" y="77878"/>
                  </a:lnTo>
                  <a:lnTo>
                    <a:pt x="22018" y="82547"/>
                  </a:lnTo>
                  <a:lnTo>
                    <a:pt x="19402" y="87304"/>
                  </a:lnTo>
                  <a:lnTo>
                    <a:pt x="16942" y="92143"/>
                  </a:lnTo>
                  <a:lnTo>
                    <a:pt x="14640" y="97059"/>
                  </a:lnTo>
                  <a:lnTo>
                    <a:pt x="12499" y="102047"/>
                  </a:lnTo>
                  <a:lnTo>
                    <a:pt x="10522" y="107103"/>
                  </a:lnTo>
                  <a:lnTo>
                    <a:pt x="8709" y="112219"/>
                  </a:lnTo>
                  <a:lnTo>
                    <a:pt x="7063" y="117392"/>
                  </a:lnTo>
                  <a:lnTo>
                    <a:pt x="5587" y="122616"/>
                  </a:lnTo>
                  <a:lnTo>
                    <a:pt x="4280" y="127885"/>
                  </a:lnTo>
                  <a:lnTo>
                    <a:pt x="3146" y="133193"/>
                  </a:lnTo>
                  <a:lnTo>
                    <a:pt x="2184" y="138536"/>
                  </a:lnTo>
                  <a:lnTo>
                    <a:pt x="1396" y="143907"/>
                  </a:lnTo>
                  <a:lnTo>
                    <a:pt x="784" y="149301"/>
                  </a:lnTo>
                  <a:lnTo>
                    <a:pt x="346" y="154711"/>
                  </a:lnTo>
                  <a:lnTo>
                    <a:pt x="85" y="160134"/>
                  </a:lnTo>
                  <a:lnTo>
                    <a:pt x="0" y="165561"/>
                  </a:lnTo>
                  <a:lnTo>
                    <a:pt x="90" y="170989"/>
                  </a:lnTo>
                  <a:lnTo>
                    <a:pt x="358" y="176411"/>
                  </a:lnTo>
                  <a:lnTo>
                    <a:pt x="167167" y="165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229" y="5018213"/>
              <a:ext cx="333966" cy="334327"/>
            </a:xfrm>
            <a:custGeom>
              <a:avLst/>
              <a:pathLst>
                <a:path w="333966" h="334327">
                  <a:moveTo>
                    <a:pt x="0" y="178104"/>
                  </a:moveTo>
                  <a:lnTo>
                    <a:pt x="432" y="183407"/>
                  </a:lnTo>
                  <a:lnTo>
                    <a:pt x="1033" y="188693"/>
                  </a:lnTo>
                  <a:lnTo>
                    <a:pt x="1802" y="193958"/>
                  </a:lnTo>
                  <a:lnTo>
                    <a:pt x="2738" y="199195"/>
                  </a:lnTo>
                  <a:lnTo>
                    <a:pt x="3841" y="204400"/>
                  </a:lnTo>
                  <a:lnTo>
                    <a:pt x="5108" y="209567"/>
                  </a:lnTo>
                  <a:lnTo>
                    <a:pt x="6539" y="214692"/>
                  </a:lnTo>
                  <a:lnTo>
                    <a:pt x="8133" y="219768"/>
                  </a:lnTo>
                  <a:lnTo>
                    <a:pt x="9887" y="224791"/>
                  </a:lnTo>
                  <a:lnTo>
                    <a:pt x="11800" y="229755"/>
                  </a:lnTo>
                  <a:lnTo>
                    <a:pt x="13870" y="234656"/>
                  </a:lnTo>
                  <a:lnTo>
                    <a:pt x="16096" y="239489"/>
                  </a:lnTo>
                  <a:lnTo>
                    <a:pt x="18473" y="244249"/>
                  </a:lnTo>
                  <a:lnTo>
                    <a:pt x="21001" y="248930"/>
                  </a:lnTo>
                  <a:lnTo>
                    <a:pt x="23677" y="253529"/>
                  </a:lnTo>
                  <a:lnTo>
                    <a:pt x="26498" y="258040"/>
                  </a:lnTo>
                  <a:lnTo>
                    <a:pt x="29461" y="262459"/>
                  </a:lnTo>
                  <a:lnTo>
                    <a:pt x="32563" y="266781"/>
                  </a:lnTo>
                  <a:lnTo>
                    <a:pt x="35801" y="271003"/>
                  </a:lnTo>
                  <a:lnTo>
                    <a:pt x="39172" y="275119"/>
                  </a:lnTo>
                  <a:lnTo>
                    <a:pt x="42672" y="279126"/>
                  </a:lnTo>
                  <a:lnTo>
                    <a:pt x="46297" y="283020"/>
                  </a:lnTo>
                  <a:lnTo>
                    <a:pt x="50045" y="286796"/>
                  </a:lnTo>
                  <a:lnTo>
                    <a:pt x="53911" y="290452"/>
                  </a:lnTo>
                  <a:lnTo>
                    <a:pt x="57892" y="293982"/>
                  </a:lnTo>
                  <a:lnTo>
                    <a:pt x="61982" y="297384"/>
                  </a:lnTo>
                  <a:lnTo>
                    <a:pt x="66179" y="300654"/>
                  </a:lnTo>
                  <a:lnTo>
                    <a:pt x="70478" y="303788"/>
                  </a:lnTo>
                  <a:lnTo>
                    <a:pt x="74875" y="306785"/>
                  </a:lnTo>
                  <a:lnTo>
                    <a:pt x="79364" y="309640"/>
                  </a:lnTo>
                  <a:lnTo>
                    <a:pt x="83943" y="312350"/>
                  </a:lnTo>
                  <a:lnTo>
                    <a:pt x="88605" y="314914"/>
                  </a:lnTo>
                  <a:lnTo>
                    <a:pt x="93346" y="317327"/>
                  </a:lnTo>
                  <a:lnTo>
                    <a:pt x="98162" y="319589"/>
                  </a:lnTo>
                  <a:lnTo>
                    <a:pt x="103047" y="321697"/>
                  </a:lnTo>
                  <a:lnTo>
                    <a:pt x="107997" y="323647"/>
                  </a:lnTo>
                  <a:lnTo>
                    <a:pt x="113006" y="325440"/>
                  </a:lnTo>
                  <a:lnTo>
                    <a:pt x="118070" y="327072"/>
                  </a:lnTo>
                  <a:lnTo>
                    <a:pt x="123184" y="328542"/>
                  </a:lnTo>
                  <a:lnTo>
                    <a:pt x="128341" y="329848"/>
                  </a:lnTo>
                  <a:lnTo>
                    <a:pt x="133537" y="330990"/>
                  </a:lnTo>
                  <a:lnTo>
                    <a:pt x="138768" y="331966"/>
                  </a:lnTo>
                  <a:lnTo>
                    <a:pt x="144026" y="332775"/>
                  </a:lnTo>
                  <a:lnTo>
                    <a:pt x="149308" y="333416"/>
                  </a:lnTo>
                  <a:lnTo>
                    <a:pt x="154607" y="333888"/>
                  </a:lnTo>
                  <a:lnTo>
                    <a:pt x="159919" y="334192"/>
                  </a:lnTo>
                  <a:lnTo>
                    <a:pt x="165238" y="334327"/>
                  </a:lnTo>
                  <a:lnTo>
                    <a:pt x="170558" y="334292"/>
                  </a:lnTo>
                  <a:lnTo>
                    <a:pt x="175874" y="334088"/>
                  </a:lnTo>
                  <a:lnTo>
                    <a:pt x="181182" y="333715"/>
                  </a:lnTo>
                  <a:lnTo>
                    <a:pt x="186475" y="333174"/>
                  </a:lnTo>
                  <a:lnTo>
                    <a:pt x="191747" y="332464"/>
                  </a:lnTo>
                  <a:lnTo>
                    <a:pt x="196995" y="331586"/>
                  </a:lnTo>
                  <a:lnTo>
                    <a:pt x="202212" y="330542"/>
                  </a:lnTo>
                  <a:lnTo>
                    <a:pt x="207393" y="329333"/>
                  </a:lnTo>
                  <a:lnTo>
                    <a:pt x="212533" y="327959"/>
                  </a:lnTo>
                  <a:lnTo>
                    <a:pt x="217627" y="326423"/>
                  </a:lnTo>
                  <a:lnTo>
                    <a:pt x="222669" y="324725"/>
                  </a:lnTo>
                  <a:lnTo>
                    <a:pt x="227655" y="322868"/>
                  </a:lnTo>
                  <a:lnTo>
                    <a:pt x="232579" y="320853"/>
                  </a:lnTo>
                  <a:lnTo>
                    <a:pt x="237436" y="318682"/>
                  </a:lnTo>
                  <a:lnTo>
                    <a:pt x="242222" y="316357"/>
                  </a:lnTo>
                  <a:lnTo>
                    <a:pt x="246931" y="313882"/>
                  </a:lnTo>
                  <a:lnTo>
                    <a:pt x="251560" y="311258"/>
                  </a:lnTo>
                  <a:lnTo>
                    <a:pt x="256102" y="308488"/>
                  </a:lnTo>
                  <a:lnTo>
                    <a:pt x="260554" y="305575"/>
                  </a:lnTo>
                  <a:lnTo>
                    <a:pt x="264911" y="302521"/>
                  </a:lnTo>
                  <a:lnTo>
                    <a:pt x="269169" y="299331"/>
                  </a:lnTo>
                  <a:lnTo>
                    <a:pt x="273323" y="296007"/>
                  </a:lnTo>
                  <a:lnTo>
                    <a:pt x="277369" y="292552"/>
                  </a:lnTo>
                  <a:lnTo>
                    <a:pt x="281303" y="288970"/>
                  </a:lnTo>
                  <a:lnTo>
                    <a:pt x="285121" y="285265"/>
                  </a:lnTo>
                  <a:lnTo>
                    <a:pt x="288820" y="281440"/>
                  </a:lnTo>
                  <a:lnTo>
                    <a:pt x="292394" y="277499"/>
                  </a:lnTo>
                  <a:lnTo>
                    <a:pt x="295842" y="273447"/>
                  </a:lnTo>
                  <a:lnTo>
                    <a:pt x="299159" y="269287"/>
                  </a:lnTo>
                  <a:lnTo>
                    <a:pt x="302341" y="265023"/>
                  </a:lnTo>
                  <a:lnTo>
                    <a:pt x="305387" y="260661"/>
                  </a:lnTo>
                  <a:lnTo>
                    <a:pt x="308292" y="256204"/>
                  </a:lnTo>
                  <a:lnTo>
                    <a:pt x="311053" y="251656"/>
                  </a:lnTo>
                  <a:lnTo>
                    <a:pt x="313669" y="247023"/>
                  </a:lnTo>
                  <a:lnTo>
                    <a:pt x="316136" y="242309"/>
                  </a:lnTo>
                  <a:lnTo>
                    <a:pt x="318452" y="237519"/>
                  </a:lnTo>
                  <a:lnTo>
                    <a:pt x="320614" y="232658"/>
                  </a:lnTo>
                  <a:lnTo>
                    <a:pt x="322620" y="227730"/>
                  </a:lnTo>
                  <a:lnTo>
                    <a:pt x="324468" y="222741"/>
                  </a:lnTo>
                  <a:lnTo>
                    <a:pt x="326157" y="217696"/>
                  </a:lnTo>
                  <a:lnTo>
                    <a:pt x="327684" y="212599"/>
                  </a:lnTo>
                  <a:lnTo>
                    <a:pt x="329048" y="207457"/>
                  </a:lnTo>
                  <a:lnTo>
                    <a:pt x="330248" y="202273"/>
                  </a:lnTo>
                  <a:lnTo>
                    <a:pt x="331283" y="197054"/>
                  </a:lnTo>
                  <a:lnTo>
                    <a:pt x="332151" y="191805"/>
                  </a:lnTo>
                  <a:lnTo>
                    <a:pt x="332851" y="186531"/>
                  </a:lnTo>
                  <a:lnTo>
                    <a:pt x="333383" y="181237"/>
                  </a:lnTo>
                  <a:lnTo>
                    <a:pt x="333746" y="175929"/>
                  </a:lnTo>
                  <a:lnTo>
                    <a:pt x="333941" y="170613"/>
                  </a:lnTo>
                  <a:lnTo>
                    <a:pt x="333966" y="165292"/>
                  </a:lnTo>
                  <a:lnTo>
                    <a:pt x="333821" y="159974"/>
                  </a:lnTo>
                  <a:lnTo>
                    <a:pt x="333508" y="154663"/>
                  </a:lnTo>
                  <a:lnTo>
                    <a:pt x="333026" y="149364"/>
                  </a:lnTo>
                  <a:lnTo>
                    <a:pt x="332375" y="144084"/>
                  </a:lnTo>
                  <a:lnTo>
                    <a:pt x="331556" y="138827"/>
                  </a:lnTo>
                  <a:lnTo>
                    <a:pt x="330571" y="133598"/>
                  </a:lnTo>
                  <a:lnTo>
                    <a:pt x="329420" y="128404"/>
                  </a:lnTo>
                  <a:lnTo>
                    <a:pt x="328104" y="123249"/>
                  </a:lnTo>
                  <a:lnTo>
                    <a:pt x="326625" y="118138"/>
                  </a:lnTo>
                  <a:lnTo>
                    <a:pt x="324983" y="113077"/>
                  </a:lnTo>
                  <a:lnTo>
                    <a:pt x="323182" y="108071"/>
                  </a:lnTo>
                  <a:lnTo>
                    <a:pt x="321222" y="103125"/>
                  </a:lnTo>
                  <a:lnTo>
                    <a:pt x="319106" y="98243"/>
                  </a:lnTo>
                  <a:lnTo>
                    <a:pt x="316836" y="93432"/>
                  </a:lnTo>
                  <a:lnTo>
                    <a:pt x="314413" y="88695"/>
                  </a:lnTo>
                  <a:lnTo>
                    <a:pt x="311841" y="84037"/>
                  </a:lnTo>
                  <a:lnTo>
                    <a:pt x="309122" y="79464"/>
                  </a:lnTo>
                  <a:lnTo>
                    <a:pt x="306259" y="74980"/>
                  </a:lnTo>
                  <a:lnTo>
                    <a:pt x="303255" y="70589"/>
                  </a:lnTo>
                  <a:lnTo>
                    <a:pt x="300112" y="66295"/>
                  </a:lnTo>
                  <a:lnTo>
                    <a:pt x="296835" y="62104"/>
                  </a:lnTo>
                  <a:lnTo>
                    <a:pt x="293426" y="58020"/>
                  </a:lnTo>
                  <a:lnTo>
                    <a:pt x="289888" y="54046"/>
                  </a:lnTo>
                  <a:lnTo>
                    <a:pt x="286226" y="50186"/>
                  </a:lnTo>
                  <a:lnTo>
                    <a:pt x="282443" y="46445"/>
                  </a:lnTo>
                  <a:lnTo>
                    <a:pt x="278543" y="42827"/>
                  </a:lnTo>
                  <a:lnTo>
                    <a:pt x="274529" y="39334"/>
                  </a:lnTo>
                  <a:lnTo>
                    <a:pt x="270407" y="35971"/>
                  </a:lnTo>
                  <a:lnTo>
                    <a:pt x="266179" y="32740"/>
                  </a:lnTo>
                  <a:lnTo>
                    <a:pt x="261851" y="29646"/>
                  </a:lnTo>
                  <a:lnTo>
                    <a:pt x="257426" y="26691"/>
                  </a:lnTo>
                  <a:lnTo>
                    <a:pt x="252910" y="23879"/>
                  </a:lnTo>
                  <a:lnTo>
                    <a:pt x="248307" y="21211"/>
                  </a:lnTo>
                  <a:lnTo>
                    <a:pt x="243621" y="18692"/>
                  </a:lnTo>
                  <a:lnTo>
                    <a:pt x="238857" y="16323"/>
                  </a:lnTo>
                  <a:lnTo>
                    <a:pt x="234020" y="14106"/>
                  </a:lnTo>
                  <a:lnTo>
                    <a:pt x="229115" y="12045"/>
                  </a:lnTo>
                  <a:lnTo>
                    <a:pt x="224147" y="10141"/>
                  </a:lnTo>
                  <a:lnTo>
                    <a:pt x="219121" y="8396"/>
                  </a:lnTo>
                  <a:lnTo>
                    <a:pt x="214042" y="6811"/>
                  </a:lnTo>
                  <a:lnTo>
                    <a:pt x="208915" y="5389"/>
                  </a:lnTo>
                  <a:lnTo>
                    <a:pt x="203746" y="4131"/>
                  </a:lnTo>
                  <a:lnTo>
                    <a:pt x="198539" y="3038"/>
                  </a:lnTo>
                  <a:lnTo>
                    <a:pt x="193300" y="2112"/>
                  </a:lnTo>
                  <a:lnTo>
                    <a:pt x="188034" y="1352"/>
                  </a:lnTo>
                  <a:lnTo>
                    <a:pt x="182746" y="761"/>
                  </a:lnTo>
                  <a:lnTo>
                    <a:pt x="177443" y="338"/>
                  </a:lnTo>
                  <a:lnTo>
                    <a:pt x="172129" y="84"/>
                  </a:lnTo>
                  <a:lnTo>
                    <a:pt x="166809" y="0"/>
                  </a:lnTo>
                  <a:lnTo>
                    <a:pt x="1668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7599" y="4659281"/>
              <a:ext cx="85635" cy="167167"/>
            </a:xfrm>
            <a:custGeom>
              <a:avLst/>
              <a:pathLst>
                <a:path w="85635" h="167167">
                  <a:moveTo>
                    <a:pt x="85635" y="0"/>
                  </a:moveTo>
                  <a:lnTo>
                    <a:pt x="80017" y="94"/>
                  </a:lnTo>
                  <a:lnTo>
                    <a:pt x="74405" y="377"/>
                  </a:lnTo>
                  <a:lnTo>
                    <a:pt x="68806" y="849"/>
                  </a:lnTo>
                  <a:lnTo>
                    <a:pt x="63226" y="1508"/>
                  </a:lnTo>
                  <a:lnTo>
                    <a:pt x="57671" y="2355"/>
                  </a:lnTo>
                  <a:lnTo>
                    <a:pt x="52148" y="3388"/>
                  </a:lnTo>
                  <a:lnTo>
                    <a:pt x="46662" y="4606"/>
                  </a:lnTo>
                  <a:lnTo>
                    <a:pt x="41221" y="6008"/>
                  </a:lnTo>
                  <a:lnTo>
                    <a:pt x="35830" y="7591"/>
                  </a:lnTo>
                  <a:lnTo>
                    <a:pt x="30495" y="9355"/>
                  </a:lnTo>
                  <a:lnTo>
                    <a:pt x="25222" y="11298"/>
                  </a:lnTo>
                  <a:lnTo>
                    <a:pt x="20018" y="13416"/>
                  </a:lnTo>
                  <a:lnTo>
                    <a:pt x="14888" y="15708"/>
                  </a:lnTo>
                  <a:lnTo>
                    <a:pt x="9838" y="18171"/>
                  </a:lnTo>
                  <a:lnTo>
                    <a:pt x="4873" y="20803"/>
                  </a:lnTo>
                  <a:lnTo>
                    <a:pt x="0" y="23600"/>
                  </a:lnTo>
                  <a:lnTo>
                    <a:pt x="856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7599" y="4682882"/>
              <a:ext cx="85635" cy="143566"/>
            </a:xfrm>
            <a:custGeom>
              <a:avLst/>
              <a:pathLst>
                <a:path w="85635" h="143566">
                  <a:moveTo>
                    <a:pt x="0" y="0"/>
                  </a:moveTo>
                  <a:lnTo>
                    <a:pt x="85635" y="1435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7599" y="4682882"/>
              <a:ext cx="85635" cy="143566"/>
            </a:xfrm>
            <a:custGeom>
              <a:avLst/>
              <a:pathLst>
                <a:path w="85635" h="143566">
                  <a:moveTo>
                    <a:pt x="0" y="0"/>
                  </a:moveTo>
                  <a:lnTo>
                    <a:pt x="85635" y="1435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256076" y="4682882"/>
              <a:ext cx="308517" cy="310715"/>
            </a:xfrm>
            <a:custGeom>
              <a:avLst/>
              <a:pathLst>
                <a:path w="308517" h="310715">
                  <a:moveTo>
                    <a:pt x="81522" y="0"/>
                  </a:moveTo>
                  <a:lnTo>
                    <a:pt x="76979" y="2809"/>
                  </a:lnTo>
                  <a:lnTo>
                    <a:pt x="72527" y="5763"/>
                  </a:lnTo>
                  <a:lnTo>
                    <a:pt x="68172" y="8857"/>
                  </a:lnTo>
                  <a:lnTo>
                    <a:pt x="63918" y="12089"/>
                  </a:lnTo>
                  <a:lnTo>
                    <a:pt x="59769" y="15455"/>
                  </a:lnTo>
                  <a:lnTo>
                    <a:pt x="55730" y="18952"/>
                  </a:lnTo>
                  <a:lnTo>
                    <a:pt x="51805" y="22576"/>
                  </a:lnTo>
                  <a:lnTo>
                    <a:pt x="47998" y="26324"/>
                  </a:lnTo>
                  <a:lnTo>
                    <a:pt x="44312" y="30192"/>
                  </a:lnTo>
                  <a:lnTo>
                    <a:pt x="40752" y="34175"/>
                  </a:lnTo>
                  <a:lnTo>
                    <a:pt x="37321" y="38270"/>
                  </a:lnTo>
                  <a:lnTo>
                    <a:pt x="34023" y="42473"/>
                  </a:lnTo>
                  <a:lnTo>
                    <a:pt x="30860" y="46779"/>
                  </a:lnTo>
                  <a:lnTo>
                    <a:pt x="27837" y="51183"/>
                  </a:lnTo>
                  <a:lnTo>
                    <a:pt x="24956" y="55683"/>
                  </a:lnTo>
                  <a:lnTo>
                    <a:pt x="22221" y="60271"/>
                  </a:lnTo>
                  <a:lnTo>
                    <a:pt x="19633" y="64945"/>
                  </a:lnTo>
                  <a:lnTo>
                    <a:pt x="17196" y="69700"/>
                  </a:lnTo>
                  <a:lnTo>
                    <a:pt x="14912" y="74529"/>
                  </a:lnTo>
                  <a:lnTo>
                    <a:pt x="12784" y="79429"/>
                  </a:lnTo>
                  <a:lnTo>
                    <a:pt x="10813" y="84395"/>
                  </a:lnTo>
                  <a:lnTo>
                    <a:pt x="9002" y="89421"/>
                  </a:lnTo>
                  <a:lnTo>
                    <a:pt x="7353" y="94503"/>
                  </a:lnTo>
                  <a:lnTo>
                    <a:pt x="5867" y="99634"/>
                  </a:lnTo>
                  <a:lnTo>
                    <a:pt x="4545" y="104811"/>
                  </a:lnTo>
                  <a:lnTo>
                    <a:pt x="3390" y="110027"/>
                  </a:lnTo>
                  <a:lnTo>
                    <a:pt x="2402" y="115277"/>
                  </a:lnTo>
                  <a:lnTo>
                    <a:pt x="1582" y="120556"/>
                  </a:lnTo>
                  <a:lnTo>
                    <a:pt x="931" y="125859"/>
                  </a:lnTo>
                  <a:lnTo>
                    <a:pt x="450" y="131179"/>
                  </a:lnTo>
                  <a:lnTo>
                    <a:pt x="140" y="136513"/>
                  </a:lnTo>
                  <a:lnTo>
                    <a:pt x="0" y="141853"/>
                  </a:lnTo>
                  <a:lnTo>
                    <a:pt x="30" y="147196"/>
                  </a:lnTo>
                  <a:lnTo>
                    <a:pt x="231" y="152534"/>
                  </a:lnTo>
                  <a:lnTo>
                    <a:pt x="603" y="157864"/>
                  </a:lnTo>
                  <a:lnTo>
                    <a:pt x="1145" y="163179"/>
                  </a:lnTo>
                  <a:lnTo>
                    <a:pt x="1857" y="168474"/>
                  </a:lnTo>
                  <a:lnTo>
                    <a:pt x="2737" y="173743"/>
                  </a:lnTo>
                  <a:lnTo>
                    <a:pt x="3785" y="178982"/>
                  </a:lnTo>
                  <a:lnTo>
                    <a:pt x="5000" y="184184"/>
                  </a:lnTo>
                  <a:lnTo>
                    <a:pt x="6381" y="189345"/>
                  </a:lnTo>
                  <a:lnTo>
                    <a:pt x="7926" y="194459"/>
                  </a:lnTo>
                  <a:lnTo>
                    <a:pt x="9634" y="199521"/>
                  </a:lnTo>
                  <a:lnTo>
                    <a:pt x="11502" y="204526"/>
                  </a:lnTo>
                  <a:lnTo>
                    <a:pt x="13529" y="209469"/>
                  </a:lnTo>
                  <a:lnTo>
                    <a:pt x="15714" y="214345"/>
                  </a:lnTo>
                  <a:lnTo>
                    <a:pt x="18053" y="219148"/>
                  </a:lnTo>
                  <a:lnTo>
                    <a:pt x="20544" y="223874"/>
                  </a:lnTo>
                  <a:lnTo>
                    <a:pt x="23185" y="228518"/>
                  </a:lnTo>
                  <a:lnTo>
                    <a:pt x="25973" y="233075"/>
                  </a:lnTo>
                  <a:lnTo>
                    <a:pt x="28905" y="237541"/>
                  </a:lnTo>
                  <a:lnTo>
                    <a:pt x="31979" y="241910"/>
                  </a:lnTo>
                  <a:lnTo>
                    <a:pt x="35191" y="246180"/>
                  </a:lnTo>
                  <a:lnTo>
                    <a:pt x="38537" y="250344"/>
                  </a:lnTo>
                  <a:lnTo>
                    <a:pt x="42015" y="254400"/>
                  </a:lnTo>
                  <a:lnTo>
                    <a:pt x="45620" y="258342"/>
                  </a:lnTo>
                  <a:lnTo>
                    <a:pt x="49350" y="262167"/>
                  </a:lnTo>
                  <a:lnTo>
                    <a:pt x="53200" y="265871"/>
                  </a:lnTo>
                  <a:lnTo>
                    <a:pt x="57166" y="269450"/>
                  </a:lnTo>
                  <a:lnTo>
                    <a:pt x="61245" y="272901"/>
                  </a:lnTo>
                  <a:lnTo>
                    <a:pt x="65432" y="276219"/>
                  </a:lnTo>
                  <a:lnTo>
                    <a:pt x="69723" y="279402"/>
                  </a:lnTo>
                  <a:lnTo>
                    <a:pt x="74113" y="282446"/>
                  </a:lnTo>
                  <a:lnTo>
                    <a:pt x="78598" y="285348"/>
                  </a:lnTo>
                  <a:lnTo>
                    <a:pt x="83174" y="288106"/>
                  </a:lnTo>
                  <a:lnTo>
                    <a:pt x="87836" y="290716"/>
                  </a:lnTo>
                  <a:lnTo>
                    <a:pt x="92578" y="293175"/>
                  </a:lnTo>
                  <a:lnTo>
                    <a:pt x="97397" y="295482"/>
                  </a:lnTo>
                  <a:lnTo>
                    <a:pt x="102287" y="297634"/>
                  </a:lnTo>
                  <a:lnTo>
                    <a:pt x="107243" y="299628"/>
                  </a:lnTo>
                  <a:lnTo>
                    <a:pt x="112261" y="301463"/>
                  </a:lnTo>
                  <a:lnTo>
                    <a:pt x="117334" y="303136"/>
                  </a:lnTo>
                  <a:lnTo>
                    <a:pt x="122459" y="304647"/>
                  </a:lnTo>
                  <a:lnTo>
                    <a:pt x="127629" y="305993"/>
                  </a:lnTo>
                  <a:lnTo>
                    <a:pt x="132839" y="307173"/>
                  </a:lnTo>
                  <a:lnTo>
                    <a:pt x="138085" y="308186"/>
                  </a:lnTo>
                  <a:lnTo>
                    <a:pt x="143360" y="309031"/>
                  </a:lnTo>
                  <a:lnTo>
                    <a:pt x="148659" y="309707"/>
                  </a:lnTo>
                  <a:lnTo>
                    <a:pt x="153978" y="310213"/>
                  </a:lnTo>
                  <a:lnTo>
                    <a:pt x="159309" y="310550"/>
                  </a:lnTo>
                  <a:lnTo>
                    <a:pt x="164649" y="310715"/>
                  </a:lnTo>
                  <a:lnTo>
                    <a:pt x="169992" y="310710"/>
                  </a:lnTo>
                  <a:lnTo>
                    <a:pt x="175331" y="310534"/>
                  </a:lnTo>
                  <a:lnTo>
                    <a:pt x="180662" y="310188"/>
                  </a:lnTo>
                  <a:lnTo>
                    <a:pt x="185980" y="309671"/>
                  </a:lnTo>
                  <a:lnTo>
                    <a:pt x="191278" y="308985"/>
                  </a:lnTo>
                  <a:lnTo>
                    <a:pt x="196552" y="308129"/>
                  </a:lnTo>
                  <a:lnTo>
                    <a:pt x="201795" y="307106"/>
                  </a:lnTo>
                  <a:lnTo>
                    <a:pt x="207003" y="305916"/>
                  </a:lnTo>
                  <a:lnTo>
                    <a:pt x="212171" y="304560"/>
                  </a:lnTo>
                  <a:lnTo>
                    <a:pt x="217292" y="303039"/>
                  </a:lnTo>
                  <a:lnTo>
                    <a:pt x="222362" y="301356"/>
                  </a:lnTo>
                  <a:lnTo>
                    <a:pt x="227376" y="299511"/>
                  </a:lnTo>
                  <a:lnTo>
                    <a:pt x="232329" y="297507"/>
                  </a:lnTo>
                  <a:lnTo>
                    <a:pt x="237214" y="295346"/>
                  </a:lnTo>
                  <a:lnTo>
                    <a:pt x="242029" y="293030"/>
                  </a:lnTo>
                  <a:lnTo>
                    <a:pt x="246766" y="290561"/>
                  </a:lnTo>
                  <a:lnTo>
                    <a:pt x="251423" y="287942"/>
                  </a:lnTo>
                  <a:lnTo>
                    <a:pt x="255993" y="285176"/>
                  </a:lnTo>
                  <a:lnTo>
                    <a:pt x="260473" y="282265"/>
                  </a:lnTo>
                  <a:lnTo>
                    <a:pt x="264857" y="279212"/>
                  </a:lnTo>
                  <a:lnTo>
                    <a:pt x="269142" y="276021"/>
                  </a:lnTo>
                  <a:lnTo>
                    <a:pt x="273322" y="272695"/>
                  </a:lnTo>
                  <a:lnTo>
                    <a:pt x="277394" y="269236"/>
                  </a:lnTo>
                  <a:lnTo>
                    <a:pt x="281354" y="265650"/>
                  </a:lnTo>
                  <a:lnTo>
                    <a:pt x="285197" y="261938"/>
                  </a:lnTo>
                  <a:lnTo>
                    <a:pt x="288919" y="258106"/>
                  </a:lnTo>
                  <a:lnTo>
                    <a:pt x="292517" y="254157"/>
                  </a:lnTo>
                  <a:lnTo>
                    <a:pt x="295987" y="250094"/>
                  </a:lnTo>
                  <a:lnTo>
                    <a:pt x="299325" y="245923"/>
                  </a:lnTo>
                  <a:lnTo>
                    <a:pt x="302528" y="241648"/>
                  </a:lnTo>
                  <a:lnTo>
                    <a:pt x="305593" y="237272"/>
                  </a:lnTo>
                  <a:lnTo>
                    <a:pt x="308517" y="232800"/>
                  </a:lnTo>
                  <a:lnTo>
                    <a:pt x="167158" y="1435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167152" cy="256401"/>
            </a:xfrm>
            <a:custGeom>
              <a:avLst/>
              <a:pathLst>
                <a:path w="167152" h="256401">
                  <a:moveTo>
                    <a:pt x="141358" y="256401"/>
                  </a:moveTo>
                  <a:lnTo>
                    <a:pt x="144169" y="251785"/>
                  </a:lnTo>
                  <a:lnTo>
                    <a:pt x="146829" y="247080"/>
                  </a:lnTo>
                  <a:lnTo>
                    <a:pt x="149335" y="242292"/>
                  </a:lnTo>
                  <a:lnTo>
                    <a:pt x="151686" y="237425"/>
                  </a:lnTo>
                  <a:lnTo>
                    <a:pt x="153878" y="232485"/>
                  </a:lnTo>
                  <a:lnTo>
                    <a:pt x="155909" y="227477"/>
                  </a:lnTo>
                  <a:lnTo>
                    <a:pt x="157777" y="222405"/>
                  </a:lnTo>
                  <a:lnTo>
                    <a:pt x="159480" y="217276"/>
                  </a:lnTo>
                  <a:lnTo>
                    <a:pt x="161016" y="212095"/>
                  </a:lnTo>
                  <a:lnTo>
                    <a:pt x="162385" y="206866"/>
                  </a:lnTo>
                  <a:lnTo>
                    <a:pt x="163583" y="201596"/>
                  </a:lnTo>
                  <a:lnTo>
                    <a:pt x="164611" y="196290"/>
                  </a:lnTo>
                  <a:lnTo>
                    <a:pt x="165466" y="190954"/>
                  </a:lnTo>
                  <a:lnTo>
                    <a:pt x="166148" y="185592"/>
                  </a:lnTo>
                  <a:lnTo>
                    <a:pt x="166657" y="180212"/>
                  </a:lnTo>
                  <a:lnTo>
                    <a:pt x="166992" y="174818"/>
                  </a:lnTo>
                  <a:lnTo>
                    <a:pt x="167152" y="169415"/>
                  </a:lnTo>
                  <a:lnTo>
                    <a:pt x="167137" y="164011"/>
                  </a:lnTo>
                  <a:lnTo>
                    <a:pt x="166948" y="158610"/>
                  </a:lnTo>
                  <a:lnTo>
                    <a:pt x="166584" y="153217"/>
                  </a:lnTo>
                  <a:lnTo>
                    <a:pt x="166046" y="147840"/>
                  </a:lnTo>
                  <a:lnTo>
                    <a:pt x="165334" y="142482"/>
                  </a:lnTo>
                  <a:lnTo>
                    <a:pt x="164450" y="137151"/>
                  </a:lnTo>
                  <a:lnTo>
                    <a:pt x="163394" y="131850"/>
                  </a:lnTo>
                  <a:lnTo>
                    <a:pt x="162167" y="126587"/>
                  </a:lnTo>
                  <a:lnTo>
                    <a:pt x="160770" y="121366"/>
                  </a:lnTo>
                  <a:lnTo>
                    <a:pt x="159206" y="116193"/>
                  </a:lnTo>
                  <a:lnTo>
                    <a:pt x="157475" y="111073"/>
                  </a:lnTo>
                  <a:lnTo>
                    <a:pt x="155579" y="106012"/>
                  </a:lnTo>
                  <a:lnTo>
                    <a:pt x="153521" y="101014"/>
                  </a:lnTo>
                  <a:lnTo>
                    <a:pt x="151302" y="96086"/>
                  </a:lnTo>
                  <a:lnTo>
                    <a:pt x="148925" y="91232"/>
                  </a:lnTo>
                  <a:lnTo>
                    <a:pt x="146393" y="86458"/>
                  </a:lnTo>
                  <a:lnTo>
                    <a:pt x="143707" y="81768"/>
                  </a:lnTo>
                  <a:lnTo>
                    <a:pt x="140872" y="77167"/>
                  </a:lnTo>
                  <a:lnTo>
                    <a:pt x="137889" y="72660"/>
                  </a:lnTo>
                  <a:lnTo>
                    <a:pt x="134761" y="68252"/>
                  </a:lnTo>
                  <a:lnTo>
                    <a:pt x="131494" y="63947"/>
                  </a:lnTo>
                  <a:lnTo>
                    <a:pt x="128088" y="59751"/>
                  </a:lnTo>
                  <a:lnTo>
                    <a:pt x="124549" y="55666"/>
                  </a:lnTo>
                  <a:lnTo>
                    <a:pt x="120879" y="51698"/>
                  </a:lnTo>
                  <a:lnTo>
                    <a:pt x="117084" y="47851"/>
                  </a:lnTo>
                  <a:lnTo>
                    <a:pt x="113165" y="44129"/>
                  </a:lnTo>
                  <a:lnTo>
                    <a:pt x="109129" y="40535"/>
                  </a:lnTo>
                  <a:lnTo>
                    <a:pt x="104978" y="37073"/>
                  </a:lnTo>
                  <a:lnTo>
                    <a:pt x="100718" y="33748"/>
                  </a:lnTo>
                  <a:lnTo>
                    <a:pt x="96353" y="30562"/>
                  </a:lnTo>
                  <a:lnTo>
                    <a:pt x="91886" y="27518"/>
                  </a:lnTo>
                  <a:lnTo>
                    <a:pt x="87324" y="24621"/>
                  </a:lnTo>
                  <a:lnTo>
                    <a:pt x="82670" y="21873"/>
                  </a:lnTo>
                  <a:lnTo>
                    <a:pt x="77930" y="19276"/>
                  </a:lnTo>
                  <a:lnTo>
                    <a:pt x="73109" y="16834"/>
                  </a:lnTo>
                  <a:lnTo>
                    <a:pt x="68211" y="14549"/>
                  </a:lnTo>
                  <a:lnTo>
                    <a:pt x="63242" y="12424"/>
                  </a:lnTo>
                  <a:lnTo>
                    <a:pt x="58207" y="10461"/>
                  </a:lnTo>
                  <a:lnTo>
                    <a:pt x="53111" y="8661"/>
                  </a:lnTo>
                  <a:lnTo>
                    <a:pt x="47959" y="7027"/>
                  </a:lnTo>
                  <a:lnTo>
                    <a:pt x="42757" y="5560"/>
                  </a:lnTo>
                  <a:lnTo>
                    <a:pt x="37511" y="4263"/>
                  </a:lnTo>
                  <a:lnTo>
                    <a:pt x="32225" y="3135"/>
                  </a:lnTo>
                  <a:lnTo>
                    <a:pt x="26906" y="2179"/>
                  </a:lnTo>
                  <a:lnTo>
                    <a:pt x="21558" y="1396"/>
                  </a:lnTo>
                  <a:lnTo>
                    <a:pt x="16188" y="785"/>
                  </a:lnTo>
                  <a:lnTo>
                    <a:pt x="10802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4427" y="4213821"/>
              <a:ext cx="104045" cy="167167"/>
            </a:xfrm>
            <a:custGeom>
              <a:avLst/>
              <a:pathLst>
                <a:path w="104045" h="167167">
                  <a:moveTo>
                    <a:pt x="104045" y="0"/>
                  </a:moveTo>
                  <a:lnTo>
                    <a:pt x="98430" y="94"/>
                  </a:lnTo>
                  <a:lnTo>
                    <a:pt x="92823" y="377"/>
                  </a:lnTo>
                  <a:lnTo>
                    <a:pt x="87227" y="848"/>
                  </a:lnTo>
                  <a:lnTo>
                    <a:pt x="81651" y="1506"/>
                  </a:lnTo>
                  <a:lnTo>
                    <a:pt x="76100" y="2352"/>
                  </a:lnTo>
                  <a:lnTo>
                    <a:pt x="70581" y="3383"/>
                  </a:lnTo>
                  <a:lnTo>
                    <a:pt x="65099" y="4599"/>
                  </a:lnTo>
                  <a:lnTo>
                    <a:pt x="59662" y="5999"/>
                  </a:lnTo>
                  <a:lnTo>
                    <a:pt x="54274" y="7580"/>
                  </a:lnTo>
                  <a:lnTo>
                    <a:pt x="48943" y="9342"/>
                  </a:lnTo>
                  <a:lnTo>
                    <a:pt x="43673" y="11282"/>
                  </a:lnTo>
                  <a:lnTo>
                    <a:pt x="38472" y="13397"/>
                  </a:lnTo>
                  <a:lnTo>
                    <a:pt x="33345" y="15686"/>
                  </a:lnTo>
                  <a:lnTo>
                    <a:pt x="28297" y="18146"/>
                  </a:lnTo>
                  <a:lnTo>
                    <a:pt x="23335" y="20774"/>
                  </a:lnTo>
                  <a:lnTo>
                    <a:pt x="18464" y="23567"/>
                  </a:lnTo>
                  <a:lnTo>
                    <a:pt x="13690" y="26522"/>
                  </a:lnTo>
                  <a:lnTo>
                    <a:pt x="9018" y="29636"/>
                  </a:lnTo>
                  <a:lnTo>
                    <a:pt x="4452" y="32905"/>
                  </a:lnTo>
                  <a:lnTo>
                    <a:pt x="0" y="36325"/>
                  </a:lnTo>
                  <a:lnTo>
                    <a:pt x="10404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4427" y="4250147"/>
              <a:ext cx="104045" cy="130841"/>
            </a:xfrm>
            <a:custGeom>
              <a:avLst/>
              <a:pathLst>
                <a:path w="104045" h="130841">
                  <a:moveTo>
                    <a:pt x="0" y="0"/>
                  </a:moveTo>
                  <a:lnTo>
                    <a:pt x="104045" y="1308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561308" y="4250147"/>
              <a:ext cx="334325" cy="297991"/>
            </a:xfrm>
            <a:custGeom>
              <a:avLst/>
              <a:pathLst>
                <a:path w="334325" h="297991">
                  <a:moveTo>
                    <a:pt x="63119" y="0"/>
                  </a:moveTo>
                  <a:lnTo>
                    <a:pt x="59001" y="3383"/>
                  </a:lnTo>
                  <a:lnTo>
                    <a:pt x="54992" y="6896"/>
                  </a:lnTo>
                  <a:lnTo>
                    <a:pt x="51098" y="10534"/>
                  </a:lnTo>
                  <a:lnTo>
                    <a:pt x="47322" y="14296"/>
                  </a:lnTo>
                  <a:lnTo>
                    <a:pt x="43668" y="18175"/>
                  </a:lnTo>
                  <a:lnTo>
                    <a:pt x="40139" y="22169"/>
                  </a:lnTo>
                  <a:lnTo>
                    <a:pt x="36739" y="26274"/>
                  </a:lnTo>
                  <a:lnTo>
                    <a:pt x="33472" y="30485"/>
                  </a:lnTo>
                  <a:lnTo>
                    <a:pt x="30341" y="34798"/>
                  </a:lnTo>
                  <a:lnTo>
                    <a:pt x="27348" y="39208"/>
                  </a:lnTo>
                  <a:lnTo>
                    <a:pt x="24498" y="43712"/>
                  </a:lnTo>
                  <a:lnTo>
                    <a:pt x="21793" y="48304"/>
                  </a:lnTo>
                  <a:lnTo>
                    <a:pt x="19236" y="52980"/>
                  </a:lnTo>
                  <a:lnTo>
                    <a:pt x="16829" y="57735"/>
                  </a:lnTo>
                  <a:lnTo>
                    <a:pt x="14575" y="62565"/>
                  </a:lnTo>
                  <a:lnTo>
                    <a:pt x="12476" y="67464"/>
                  </a:lnTo>
                  <a:lnTo>
                    <a:pt x="10534" y="72427"/>
                  </a:lnTo>
                  <a:lnTo>
                    <a:pt x="8752" y="77450"/>
                  </a:lnTo>
                  <a:lnTo>
                    <a:pt x="7130" y="82527"/>
                  </a:lnTo>
                  <a:lnTo>
                    <a:pt x="5671" y="87653"/>
                  </a:lnTo>
                  <a:lnTo>
                    <a:pt x="4377" y="92823"/>
                  </a:lnTo>
                  <a:lnTo>
                    <a:pt x="3248" y="98032"/>
                  </a:lnTo>
                  <a:lnTo>
                    <a:pt x="2285" y="103274"/>
                  </a:lnTo>
                  <a:lnTo>
                    <a:pt x="1490" y="108544"/>
                  </a:lnTo>
                  <a:lnTo>
                    <a:pt x="863" y="113837"/>
                  </a:lnTo>
                  <a:lnTo>
                    <a:pt x="406" y="119147"/>
                  </a:lnTo>
                  <a:lnTo>
                    <a:pt x="118" y="124469"/>
                  </a:lnTo>
                  <a:lnTo>
                    <a:pt x="0" y="129797"/>
                  </a:lnTo>
                  <a:lnTo>
                    <a:pt x="51" y="135127"/>
                  </a:lnTo>
                  <a:lnTo>
                    <a:pt x="273" y="140452"/>
                  </a:lnTo>
                  <a:lnTo>
                    <a:pt x="664" y="145767"/>
                  </a:lnTo>
                  <a:lnTo>
                    <a:pt x="1224" y="151067"/>
                  </a:lnTo>
                  <a:lnTo>
                    <a:pt x="1953" y="156347"/>
                  </a:lnTo>
                  <a:lnTo>
                    <a:pt x="2850" y="161601"/>
                  </a:lnTo>
                  <a:lnTo>
                    <a:pt x="3915" y="166823"/>
                  </a:lnTo>
                  <a:lnTo>
                    <a:pt x="5145" y="172009"/>
                  </a:lnTo>
                  <a:lnTo>
                    <a:pt x="6539" y="177153"/>
                  </a:lnTo>
                  <a:lnTo>
                    <a:pt x="8097" y="182250"/>
                  </a:lnTo>
                  <a:lnTo>
                    <a:pt x="9817" y="187294"/>
                  </a:lnTo>
                  <a:lnTo>
                    <a:pt x="11696" y="192282"/>
                  </a:lnTo>
                  <a:lnTo>
                    <a:pt x="13734" y="197206"/>
                  </a:lnTo>
                  <a:lnTo>
                    <a:pt x="15928" y="202064"/>
                  </a:lnTo>
                  <a:lnTo>
                    <a:pt x="18275" y="206849"/>
                  </a:lnTo>
                  <a:lnTo>
                    <a:pt x="20774" y="211556"/>
                  </a:lnTo>
                  <a:lnTo>
                    <a:pt x="23421" y="216182"/>
                  </a:lnTo>
                  <a:lnTo>
                    <a:pt x="26215" y="220721"/>
                  </a:lnTo>
                  <a:lnTo>
                    <a:pt x="29152" y="225168"/>
                  </a:lnTo>
                  <a:lnTo>
                    <a:pt x="32229" y="229520"/>
                  </a:lnTo>
                  <a:lnTo>
                    <a:pt x="35443" y="233771"/>
                  </a:lnTo>
                  <a:lnTo>
                    <a:pt x="38791" y="237918"/>
                  </a:lnTo>
                  <a:lnTo>
                    <a:pt x="42270" y="241956"/>
                  </a:lnTo>
                  <a:lnTo>
                    <a:pt x="45876" y="245881"/>
                  </a:lnTo>
                  <a:lnTo>
                    <a:pt x="49604" y="249689"/>
                  </a:lnTo>
                  <a:lnTo>
                    <a:pt x="53453" y="253376"/>
                  </a:lnTo>
                  <a:lnTo>
                    <a:pt x="57417" y="256939"/>
                  </a:lnTo>
                  <a:lnTo>
                    <a:pt x="61492" y="260373"/>
                  </a:lnTo>
                  <a:lnTo>
                    <a:pt x="65675" y="263676"/>
                  </a:lnTo>
                  <a:lnTo>
                    <a:pt x="69962" y="266844"/>
                  </a:lnTo>
                  <a:lnTo>
                    <a:pt x="74346" y="269873"/>
                  </a:lnTo>
                  <a:lnTo>
                    <a:pt x="78826" y="272762"/>
                  </a:lnTo>
                  <a:lnTo>
                    <a:pt x="83395" y="275506"/>
                  </a:lnTo>
                  <a:lnTo>
                    <a:pt x="88049" y="278102"/>
                  </a:lnTo>
                  <a:lnTo>
                    <a:pt x="92784" y="280550"/>
                  </a:lnTo>
                  <a:lnTo>
                    <a:pt x="97594" y="282845"/>
                  </a:lnTo>
                  <a:lnTo>
                    <a:pt x="102475" y="284985"/>
                  </a:lnTo>
                  <a:lnTo>
                    <a:pt x="107422" y="286969"/>
                  </a:lnTo>
                  <a:lnTo>
                    <a:pt x="112429" y="288794"/>
                  </a:lnTo>
                  <a:lnTo>
                    <a:pt x="117492" y="290459"/>
                  </a:lnTo>
                  <a:lnTo>
                    <a:pt x="122606" y="291961"/>
                  </a:lnTo>
                  <a:lnTo>
                    <a:pt x="127765" y="293300"/>
                  </a:lnTo>
                  <a:lnTo>
                    <a:pt x="132964" y="294473"/>
                  </a:lnTo>
                  <a:lnTo>
                    <a:pt x="138197" y="295480"/>
                  </a:lnTo>
                  <a:lnTo>
                    <a:pt x="143460" y="296320"/>
                  </a:lnTo>
                  <a:lnTo>
                    <a:pt x="148748" y="296991"/>
                  </a:lnTo>
                  <a:lnTo>
                    <a:pt x="154054" y="297494"/>
                  </a:lnTo>
                  <a:lnTo>
                    <a:pt x="159373" y="297827"/>
                  </a:lnTo>
                  <a:lnTo>
                    <a:pt x="164700" y="297991"/>
                  </a:lnTo>
                  <a:lnTo>
                    <a:pt x="170030" y="297984"/>
                  </a:lnTo>
                  <a:lnTo>
                    <a:pt x="175357" y="297808"/>
                  </a:lnTo>
                  <a:lnTo>
                    <a:pt x="180675" y="297462"/>
                  </a:lnTo>
                  <a:lnTo>
                    <a:pt x="185980" y="296946"/>
                  </a:lnTo>
                  <a:lnTo>
                    <a:pt x="191265" y="296262"/>
                  </a:lnTo>
                  <a:lnTo>
                    <a:pt x="196526" y="295410"/>
                  </a:lnTo>
                  <a:lnTo>
                    <a:pt x="201758" y="294390"/>
                  </a:lnTo>
                  <a:lnTo>
                    <a:pt x="206954" y="293204"/>
                  </a:lnTo>
                  <a:lnTo>
                    <a:pt x="212109" y="291853"/>
                  </a:lnTo>
                  <a:lnTo>
                    <a:pt x="217219" y="290339"/>
                  </a:lnTo>
                  <a:lnTo>
                    <a:pt x="222278" y="288662"/>
                  </a:lnTo>
                  <a:lnTo>
                    <a:pt x="227281" y="286825"/>
                  </a:lnTo>
                  <a:lnTo>
                    <a:pt x="232223" y="284829"/>
                  </a:lnTo>
                  <a:lnTo>
                    <a:pt x="237099" y="282677"/>
                  </a:lnTo>
                  <a:lnTo>
                    <a:pt x="241904" y="280370"/>
                  </a:lnTo>
                  <a:lnTo>
                    <a:pt x="246633" y="277911"/>
                  </a:lnTo>
                  <a:lnTo>
                    <a:pt x="251281" y="275303"/>
                  </a:lnTo>
                  <a:lnTo>
                    <a:pt x="255843" y="272548"/>
                  </a:lnTo>
                  <a:lnTo>
                    <a:pt x="260315" y="269650"/>
                  </a:lnTo>
                  <a:lnTo>
                    <a:pt x="264693" y="266609"/>
                  </a:lnTo>
                  <a:lnTo>
                    <a:pt x="268972" y="263431"/>
                  </a:lnTo>
                  <a:lnTo>
                    <a:pt x="273147" y="260118"/>
                  </a:lnTo>
                  <a:lnTo>
                    <a:pt x="277214" y="256674"/>
                  </a:lnTo>
                  <a:lnTo>
                    <a:pt x="281169" y="253102"/>
                  </a:lnTo>
                  <a:lnTo>
                    <a:pt x="285009" y="249406"/>
                  </a:lnTo>
                  <a:lnTo>
                    <a:pt x="288729" y="245589"/>
                  </a:lnTo>
                  <a:lnTo>
                    <a:pt x="292325" y="241655"/>
                  </a:lnTo>
                  <a:lnTo>
                    <a:pt x="295794" y="237609"/>
                  </a:lnTo>
                  <a:lnTo>
                    <a:pt x="299132" y="233454"/>
                  </a:lnTo>
                  <a:lnTo>
                    <a:pt x="302336" y="229195"/>
                  </a:lnTo>
                  <a:lnTo>
                    <a:pt x="305403" y="224836"/>
                  </a:lnTo>
                  <a:lnTo>
                    <a:pt x="308329" y="220381"/>
                  </a:lnTo>
                  <a:lnTo>
                    <a:pt x="311111" y="215836"/>
                  </a:lnTo>
                  <a:lnTo>
                    <a:pt x="313748" y="211204"/>
                  </a:lnTo>
                  <a:lnTo>
                    <a:pt x="316235" y="206490"/>
                  </a:lnTo>
                  <a:lnTo>
                    <a:pt x="318571" y="201699"/>
                  </a:lnTo>
                  <a:lnTo>
                    <a:pt x="320753" y="196837"/>
                  </a:lnTo>
                  <a:lnTo>
                    <a:pt x="322778" y="191907"/>
                  </a:lnTo>
                  <a:lnTo>
                    <a:pt x="324646" y="186915"/>
                  </a:lnTo>
                  <a:lnTo>
                    <a:pt x="326353" y="181866"/>
                  </a:lnTo>
                  <a:lnTo>
                    <a:pt x="327899" y="176766"/>
                  </a:lnTo>
                  <a:lnTo>
                    <a:pt x="329281" y="171619"/>
                  </a:lnTo>
                  <a:lnTo>
                    <a:pt x="330499" y="166430"/>
                  </a:lnTo>
                  <a:lnTo>
                    <a:pt x="331550" y="161205"/>
                  </a:lnTo>
                  <a:lnTo>
                    <a:pt x="332435" y="155949"/>
                  </a:lnTo>
                  <a:lnTo>
                    <a:pt x="333151" y="150668"/>
                  </a:lnTo>
                  <a:lnTo>
                    <a:pt x="333699" y="145366"/>
                  </a:lnTo>
                  <a:lnTo>
                    <a:pt x="334077" y="140050"/>
                  </a:lnTo>
                  <a:lnTo>
                    <a:pt x="334286" y="134724"/>
                  </a:lnTo>
                  <a:lnTo>
                    <a:pt x="334325" y="129395"/>
                  </a:lnTo>
                  <a:lnTo>
                    <a:pt x="334194" y="124067"/>
                  </a:lnTo>
                  <a:lnTo>
                    <a:pt x="333893" y="118745"/>
                  </a:lnTo>
                  <a:lnTo>
                    <a:pt x="333423" y="113437"/>
                  </a:lnTo>
                  <a:lnTo>
                    <a:pt x="332783" y="108145"/>
                  </a:lnTo>
                  <a:lnTo>
                    <a:pt x="331976" y="102877"/>
                  </a:lnTo>
                  <a:lnTo>
                    <a:pt x="167164" y="1308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164811" cy="167167"/>
            </a:xfrm>
            <a:custGeom>
              <a:avLst/>
              <a:pathLst>
                <a:path w="164811" h="167167">
                  <a:moveTo>
                    <a:pt x="164811" y="139203"/>
                  </a:moveTo>
                  <a:lnTo>
                    <a:pt x="163812" y="133842"/>
                  </a:lnTo>
                  <a:lnTo>
                    <a:pt x="162638" y="128517"/>
                  </a:lnTo>
                  <a:lnTo>
                    <a:pt x="161290" y="123233"/>
                  </a:lnTo>
                  <a:lnTo>
                    <a:pt x="159772" y="117996"/>
                  </a:lnTo>
                  <a:lnTo>
                    <a:pt x="158083" y="112811"/>
                  </a:lnTo>
                  <a:lnTo>
                    <a:pt x="156226" y="107684"/>
                  </a:lnTo>
                  <a:lnTo>
                    <a:pt x="154203" y="102620"/>
                  </a:lnTo>
                  <a:lnTo>
                    <a:pt x="152016" y="97625"/>
                  </a:lnTo>
                  <a:lnTo>
                    <a:pt x="149666" y="92704"/>
                  </a:lnTo>
                  <a:lnTo>
                    <a:pt x="147158" y="87862"/>
                  </a:lnTo>
                  <a:lnTo>
                    <a:pt x="144493" y="83104"/>
                  </a:lnTo>
                  <a:lnTo>
                    <a:pt x="141675" y="78436"/>
                  </a:lnTo>
                  <a:lnTo>
                    <a:pt x="138705" y="73863"/>
                  </a:lnTo>
                  <a:lnTo>
                    <a:pt x="135588" y="69388"/>
                  </a:lnTo>
                  <a:lnTo>
                    <a:pt x="132327" y="65018"/>
                  </a:lnTo>
                  <a:lnTo>
                    <a:pt x="128925" y="60757"/>
                  </a:lnTo>
                  <a:lnTo>
                    <a:pt x="125386" y="56608"/>
                  </a:lnTo>
                  <a:lnTo>
                    <a:pt x="121713" y="52577"/>
                  </a:lnTo>
                  <a:lnTo>
                    <a:pt x="117911" y="48669"/>
                  </a:lnTo>
                  <a:lnTo>
                    <a:pt x="113983" y="44886"/>
                  </a:lnTo>
                  <a:lnTo>
                    <a:pt x="109934" y="41233"/>
                  </a:lnTo>
                  <a:lnTo>
                    <a:pt x="105768" y="37715"/>
                  </a:lnTo>
                  <a:lnTo>
                    <a:pt x="101490" y="34334"/>
                  </a:lnTo>
                  <a:lnTo>
                    <a:pt x="97104" y="31094"/>
                  </a:lnTo>
                  <a:lnTo>
                    <a:pt x="92614" y="28000"/>
                  </a:lnTo>
                  <a:lnTo>
                    <a:pt x="88025" y="25053"/>
                  </a:lnTo>
                  <a:lnTo>
                    <a:pt x="83344" y="22258"/>
                  </a:lnTo>
                  <a:lnTo>
                    <a:pt x="78573" y="19616"/>
                  </a:lnTo>
                  <a:lnTo>
                    <a:pt x="73719" y="17132"/>
                  </a:lnTo>
                  <a:lnTo>
                    <a:pt x="68786" y="14808"/>
                  </a:lnTo>
                  <a:lnTo>
                    <a:pt x="63780" y="12645"/>
                  </a:lnTo>
                  <a:lnTo>
                    <a:pt x="58706" y="10647"/>
                  </a:lnTo>
                  <a:lnTo>
                    <a:pt x="53570" y="8816"/>
                  </a:lnTo>
                  <a:lnTo>
                    <a:pt x="48377" y="7153"/>
                  </a:lnTo>
                  <a:lnTo>
                    <a:pt x="43132" y="5660"/>
                  </a:lnTo>
                  <a:lnTo>
                    <a:pt x="37841" y="4339"/>
                  </a:lnTo>
                  <a:lnTo>
                    <a:pt x="32510" y="3191"/>
                  </a:lnTo>
                  <a:lnTo>
                    <a:pt x="27145" y="2218"/>
                  </a:lnTo>
                  <a:lnTo>
                    <a:pt x="21751" y="1421"/>
                  </a:lnTo>
                  <a:lnTo>
                    <a:pt x="16333" y="799"/>
                  </a:lnTo>
                  <a:lnTo>
                    <a:pt x="10898" y="355"/>
                  </a:lnTo>
                  <a:lnTo>
                    <a:pt x="545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6130" y="3707720"/>
              <a:ext cx="162881" cy="167167"/>
            </a:xfrm>
            <a:custGeom>
              <a:avLst/>
              <a:pathLst>
                <a:path w="162881" h="167167">
                  <a:moveTo>
                    <a:pt x="162881" y="0"/>
                  </a:moveTo>
                  <a:lnTo>
                    <a:pt x="157402" y="89"/>
                  </a:lnTo>
                  <a:lnTo>
                    <a:pt x="151930" y="359"/>
                  </a:lnTo>
                  <a:lnTo>
                    <a:pt x="146469" y="807"/>
                  </a:lnTo>
                  <a:lnTo>
                    <a:pt x="141026" y="1434"/>
                  </a:lnTo>
                  <a:lnTo>
                    <a:pt x="135607" y="2239"/>
                  </a:lnTo>
                  <a:lnTo>
                    <a:pt x="130217" y="3222"/>
                  </a:lnTo>
                  <a:lnTo>
                    <a:pt x="124862" y="4380"/>
                  </a:lnTo>
                  <a:lnTo>
                    <a:pt x="119547" y="5714"/>
                  </a:lnTo>
                  <a:lnTo>
                    <a:pt x="114280" y="7220"/>
                  </a:lnTo>
                  <a:lnTo>
                    <a:pt x="109064" y="8899"/>
                  </a:lnTo>
                  <a:lnTo>
                    <a:pt x="103906" y="10748"/>
                  </a:lnTo>
                  <a:lnTo>
                    <a:pt x="98812" y="12764"/>
                  </a:lnTo>
                  <a:lnTo>
                    <a:pt x="93786" y="14947"/>
                  </a:lnTo>
                  <a:lnTo>
                    <a:pt x="88835" y="17293"/>
                  </a:lnTo>
                  <a:lnTo>
                    <a:pt x="83963" y="19800"/>
                  </a:lnTo>
                  <a:lnTo>
                    <a:pt x="79176" y="22465"/>
                  </a:lnTo>
                  <a:lnTo>
                    <a:pt x="74479" y="25286"/>
                  </a:lnTo>
                  <a:lnTo>
                    <a:pt x="69877" y="28259"/>
                  </a:lnTo>
                  <a:lnTo>
                    <a:pt x="65375" y="31382"/>
                  </a:lnTo>
                  <a:lnTo>
                    <a:pt x="60978" y="34650"/>
                  </a:lnTo>
                  <a:lnTo>
                    <a:pt x="56690" y="38061"/>
                  </a:lnTo>
                  <a:lnTo>
                    <a:pt x="52516" y="41610"/>
                  </a:lnTo>
                  <a:lnTo>
                    <a:pt x="48460" y="45294"/>
                  </a:lnTo>
                  <a:lnTo>
                    <a:pt x="44528" y="49109"/>
                  </a:lnTo>
                  <a:lnTo>
                    <a:pt x="40723" y="53051"/>
                  </a:lnTo>
                  <a:lnTo>
                    <a:pt x="37049" y="57116"/>
                  </a:lnTo>
                  <a:lnTo>
                    <a:pt x="33510" y="61299"/>
                  </a:lnTo>
                  <a:lnTo>
                    <a:pt x="30110" y="65595"/>
                  </a:lnTo>
                  <a:lnTo>
                    <a:pt x="26852" y="70001"/>
                  </a:lnTo>
                  <a:lnTo>
                    <a:pt x="23741" y="74511"/>
                  </a:lnTo>
                  <a:lnTo>
                    <a:pt x="20780" y="79120"/>
                  </a:lnTo>
                  <a:lnTo>
                    <a:pt x="17970" y="83824"/>
                  </a:lnTo>
                  <a:lnTo>
                    <a:pt x="15317" y="88618"/>
                  </a:lnTo>
                  <a:lnTo>
                    <a:pt x="12822" y="93496"/>
                  </a:lnTo>
                  <a:lnTo>
                    <a:pt x="10489" y="98453"/>
                  </a:lnTo>
                  <a:lnTo>
                    <a:pt x="8319" y="103484"/>
                  </a:lnTo>
                  <a:lnTo>
                    <a:pt x="6315" y="108583"/>
                  </a:lnTo>
                  <a:lnTo>
                    <a:pt x="4479" y="113746"/>
                  </a:lnTo>
                  <a:lnTo>
                    <a:pt x="2813" y="118965"/>
                  </a:lnTo>
                  <a:lnTo>
                    <a:pt x="1320" y="124237"/>
                  </a:lnTo>
                  <a:lnTo>
                    <a:pt x="0" y="129554"/>
                  </a:lnTo>
                  <a:lnTo>
                    <a:pt x="16288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1846" y="3710889"/>
              <a:ext cx="334311" cy="331163"/>
            </a:xfrm>
            <a:custGeom>
              <a:avLst/>
              <a:pathLst>
                <a:path w="334311" h="331163">
                  <a:moveTo>
                    <a:pt x="4283" y="126385"/>
                  </a:moveTo>
                  <a:lnTo>
                    <a:pt x="3175" y="131555"/>
                  </a:lnTo>
                  <a:lnTo>
                    <a:pt x="2231" y="136757"/>
                  </a:lnTo>
                  <a:lnTo>
                    <a:pt x="1452" y="141986"/>
                  </a:lnTo>
                  <a:lnTo>
                    <a:pt x="839" y="147238"/>
                  </a:lnTo>
                  <a:lnTo>
                    <a:pt x="392" y="152506"/>
                  </a:lnTo>
                  <a:lnTo>
                    <a:pt x="112" y="157786"/>
                  </a:lnTo>
                  <a:lnTo>
                    <a:pt x="0" y="163071"/>
                  </a:lnTo>
                  <a:lnTo>
                    <a:pt x="54" y="168358"/>
                  </a:lnTo>
                  <a:lnTo>
                    <a:pt x="275" y="173641"/>
                  </a:lnTo>
                  <a:lnTo>
                    <a:pt x="664" y="178913"/>
                  </a:lnTo>
                  <a:lnTo>
                    <a:pt x="1219" y="184171"/>
                  </a:lnTo>
                  <a:lnTo>
                    <a:pt x="1940" y="189409"/>
                  </a:lnTo>
                  <a:lnTo>
                    <a:pt x="2826" y="194621"/>
                  </a:lnTo>
                  <a:lnTo>
                    <a:pt x="3876" y="199803"/>
                  </a:lnTo>
                  <a:lnTo>
                    <a:pt x="5090" y="204949"/>
                  </a:lnTo>
                  <a:lnTo>
                    <a:pt x="6466" y="210054"/>
                  </a:lnTo>
                  <a:lnTo>
                    <a:pt x="8003" y="215112"/>
                  </a:lnTo>
                  <a:lnTo>
                    <a:pt x="9699" y="220120"/>
                  </a:lnTo>
                  <a:lnTo>
                    <a:pt x="11553" y="225072"/>
                  </a:lnTo>
                  <a:lnTo>
                    <a:pt x="13562" y="229962"/>
                  </a:lnTo>
                  <a:lnTo>
                    <a:pt x="15725" y="234786"/>
                  </a:lnTo>
                  <a:lnTo>
                    <a:pt x="18039" y="239540"/>
                  </a:lnTo>
                  <a:lnTo>
                    <a:pt x="20503" y="244218"/>
                  </a:lnTo>
                  <a:lnTo>
                    <a:pt x="23113" y="248816"/>
                  </a:lnTo>
                  <a:lnTo>
                    <a:pt x="25867" y="253329"/>
                  </a:lnTo>
                  <a:lnTo>
                    <a:pt x="28763" y="257753"/>
                  </a:lnTo>
                  <a:lnTo>
                    <a:pt x="31797" y="262082"/>
                  </a:lnTo>
                  <a:lnTo>
                    <a:pt x="34966" y="266314"/>
                  </a:lnTo>
                  <a:lnTo>
                    <a:pt x="38268" y="270444"/>
                  </a:lnTo>
                  <a:lnTo>
                    <a:pt x="41699" y="274466"/>
                  </a:lnTo>
                  <a:lnTo>
                    <a:pt x="45255" y="278379"/>
                  </a:lnTo>
                  <a:lnTo>
                    <a:pt x="48933" y="282177"/>
                  </a:lnTo>
                  <a:lnTo>
                    <a:pt x="52729" y="285857"/>
                  </a:lnTo>
                  <a:lnTo>
                    <a:pt x="56640" y="289415"/>
                  </a:lnTo>
                  <a:lnTo>
                    <a:pt x="60661" y="292847"/>
                  </a:lnTo>
                  <a:lnTo>
                    <a:pt x="64789" y="296151"/>
                  </a:lnTo>
                  <a:lnTo>
                    <a:pt x="69020" y="299322"/>
                  </a:lnTo>
                  <a:lnTo>
                    <a:pt x="73348" y="302358"/>
                  </a:lnTo>
                  <a:lnTo>
                    <a:pt x="77770" y="305255"/>
                  </a:lnTo>
                  <a:lnTo>
                    <a:pt x="82282" y="308012"/>
                  </a:lnTo>
                  <a:lnTo>
                    <a:pt x="86879" y="310624"/>
                  </a:lnTo>
                  <a:lnTo>
                    <a:pt x="91556" y="313090"/>
                  </a:lnTo>
                  <a:lnTo>
                    <a:pt x="96308" y="315406"/>
                  </a:lnTo>
                  <a:lnTo>
                    <a:pt x="101132" y="317571"/>
                  </a:lnTo>
                  <a:lnTo>
                    <a:pt x="106022" y="319582"/>
                  </a:lnTo>
                  <a:lnTo>
                    <a:pt x="110972" y="321438"/>
                  </a:lnTo>
                  <a:lnTo>
                    <a:pt x="115979" y="323136"/>
                  </a:lnTo>
                  <a:lnTo>
                    <a:pt x="121037" y="324675"/>
                  </a:lnTo>
                  <a:lnTo>
                    <a:pt x="126141" y="326054"/>
                  </a:lnTo>
                  <a:lnTo>
                    <a:pt x="131287" y="327270"/>
                  </a:lnTo>
                  <a:lnTo>
                    <a:pt x="136468" y="328323"/>
                  </a:lnTo>
                  <a:lnTo>
                    <a:pt x="141680" y="329211"/>
                  </a:lnTo>
                  <a:lnTo>
                    <a:pt x="146917" y="329935"/>
                  </a:lnTo>
                  <a:lnTo>
                    <a:pt x="152175" y="330492"/>
                  </a:lnTo>
                  <a:lnTo>
                    <a:pt x="157447" y="330883"/>
                  </a:lnTo>
                  <a:lnTo>
                    <a:pt x="162730" y="331107"/>
                  </a:lnTo>
                  <a:lnTo>
                    <a:pt x="168016" y="331163"/>
                  </a:lnTo>
                  <a:lnTo>
                    <a:pt x="173302" y="331053"/>
                  </a:lnTo>
                  <a:lnTo>
                    <a:pt x="178582" y="330775"/>
                  </a:lnTo>
                  <a:lnTo>
                    <a:pt x="183851" y="330331"/>
                  </a:lnTo>
                  <a:lnTo>
                    <a:pt x="189102" y="329720"/>
                  </a:lnTo>
                  <a:lnTo>
                    <a:pt x="194332" y="328943"/>
                  </a:lnTo>
                  <a:lnTo>
                    <a:pt x="199534" y="328001"/>
                  </a:lnTo>
                  <a:lnTo>
                    <a:pt x="204705" y="326896"/>
                  </a:lnTo>
                  <a:lnTo>
                    <a:pt x="209837" y="325627"/>
                  </a:lnTo>
                  <a:lnTo>
                    <a:pt x="214927" y="324197"/>
                  </a:lnTo>
                  <a:lnTo>
                    <a:pt x="219969" y="322606"/>
                  </a:lnTo>
                  <a:lnTo>
                    <a:pt x="224959" y="320857"/>
                  </a:lnTo>
                  <a:lnTo>
                    <a:pt x="229890" y="318951"/>
                  </a:lnTo>
                  <a:lnTo>
                    <a:pt x="234759" y="316890"/>
                  </a:lnTo>
                  <a:lnTo>
                    <a:pt x="239560" y="314676"/>
                  </a:lnTo>
                  <a:lnTo>
                    <a:pt x="244289" y="312311"/>
                  </a:lnTo>
                  <a:lnTo>
                    <a:pt x="248940" y="309798"/>
                  </a:lnTo>
                  <a:lnTo>
                    <a:pt x="253510" y="307139"/>
                  </a:lnTo>
                  <a:lnTo>
                    <a:pt x="257994" y="304337"/>
                  </a:lnTo>
                  <a:lnTo>
                    <a:pt x="262386" y="301394"/>
                  </a:lnTo>
                  <a:lnTo>
                    <a:pt x="266684" y="298314"/>
                  </a:lnTo>
                  <a:lnTo>
                    <a:pt x="270881" y="295100"/>
                  </a:lnTo>
                  <a:lnTo>
                    <a:pt x="274975" y="291755"/>
                  </a:lnTo>
                  <a:lnTo>
                    <a:pt x="278962" y="288281"/>
                  </a:lnTo>
                  <a:lnTo>
                    <a:pt x="282836" y="284684"/>
                  </a:lnTo>
                  <a:lnTo>
                    <a:pt x="286595" y="280965"/>
                  </a:lnTo>
                  <a:lnTo>
                    <a:pt x="290234" y="277130"/>
                  </a:lnTo>
                  <a:lnTo>
                    <a:pt x="293750" y="273182"/>
                  </a:lnTo>
                  <a:lnTo>
                    <a:pt x="297139" y="269124"/>
                  </a:lnTo>
                  <a:lnTo>
                    <a:pt x="300399" y="264961"/>
                  </a:lnTo>
                  <a:lnTo>
                    <a:pt x="303525" y="260697"/>
                  </a:lnTo>
                  <a:lnTo>
                    <a:pt x="306515" y="256337"/>
                  </a:lnTo>
                  <a:lnTo>
                    <a:pt x="309365" y="251884"/>
                  </a:lnTo>
                  <a:lnTo>
                    <a:pt x="312073" y="247343"/>
                  </a:lnTo>
                  <a:lnTo>
                    <a:pt x="314636" y="242719"/>
                  </a:lnTo>
                  <a:lnTo>
                    <a:pt x="317052" y="238016"/>
                  </a:lnTo>
                  <a:lnTo>
                    <a:pt x="319318" y="233239"/>
                  </a:lnTo>
                  <a:lnTo>
                    <a:pt x="321431" y="228393"/>
                  </a:lnTo>
                  <a:lnTo>
                    <a:pt x="323390" y="223482"/>
                  </a:lnTo>
                  <a:lnTo>
                    <a:pt x="325193" y="218512"/>
                  </a:lnTo>
                  <a:lnTo>
                    <a:pt x="326838" y="213487"/>
                  </a:lnTo>
                  <a:lnTo>
                    <a:pt x="328323" y="208413"/>
                  </a:lnTo>
                  <a:lnTo>
                    <a:pt x="329647" y="203294"/>
                  </a:lnTo>
                  <a:lnTo>
                    <a:pt x="330809" y="198136"/>
                  </a:lnTo>
                  <a:lnTo>
                    <a:pt x="331807" y="192944"/>
                  </a:lnTo>
                  <a:lnTo>
                    <a:pt x="332640" y="187723"/>
                  </a:lnTo>
                  <a:lnTo>
                    <a:pt x="333307" y="182479"/>
                  </a:lnTo>
                  <a:lnTo>
                    <a:pt x="333808" y="177215"/>
                  </a:lnTo>
                  <a:lnTo>
                    <a:pt x="334143" y="171939"/>
                  </a:lnTo>
                  <a:lnTo>
                    <a:pt x="334311" y="166654"/>
                  </a:lnTo>
                  <a:lnTo>
                    <a:pt x="334311" y="161367"/>
                  </a:lnTo>
                  <a:lnTo>
                    <a:pt x="334144" y="156083"/>
                  </a:lnTo>
                  <a:lnTo>
                    <a:pt x="333811" y="150806"/>
                  </a:lnTo>
                  <a:lnTo>
                    <a:pt x="333310" y="145543"/>
                  </a:lnTo>
                  <a:lnTo>
                    <a:pt x="332643" y="140298"/>
                  </a:lnTo>
                  <a:lnTo>
                    <a:pt x="331811" y="135077"/>
                  </a:lnTo>
                  <a:lnTo>
                    <a:pt x="330814" y="129885"/>
                  </a:lnTo>
                  <a:lnTo>
                    <a:pt x="329654" y="124727"/>
                  </a:lnTo>
                  <a:lnTo>
                    <a:pt x="328330" y="119608"/>
                  </a:lnTo>
                  <a:lnTo>
                    <a:pt x="326846" y="114533"/>
                  </a:lnTo>
                  <a:lnTo>
                    <a:pt x="325202" y="109509"/>
                  </a:lnTo>
                  <a:lnTo>
                    <a:pt x="323400" y="104538"/>
                  </a:lnTo>
                  <a:lnTo>
                    <a:pt x="321441" y="99627"/>
                  </a:lnTo>
                  <a:lnTo>
                    <a:pt x="319328" y="94781"/>
                  </a:lnTo>
                  <a:lnTo>
                    <a:pt x="317063" y="90003"/>
                  </a:lnTo>
                  <a:lnTo>
                    <a:pt x="314649" y="85300"/>
                  </a:lnTo>
                  <a:lnTo>
                    <a:pt x="312086" y="80675"/>
                  </a:lnTo>
                  <a:lnTo>
                    <a:pt x="309379" y="76134"/>
                  </a:lnTo>
                  <a:lnTo>
                    <a:pt x="306529" y="71681"/>
                  </a:lnTo>
                  <a:lnTo>
                    <a:pt x="303540" y="67320"/>
                  </a:lnTo>
                  <a:lnTo>
                    <a:pt x="300414" y="63055"/>
                  </a:lnTo>
                  <a:lnTo>
                    <a:pt x="297156" y="58892"/>
                  </a:lnTo>
                  <a:lnTo>
                    <a:pt x="293767" y="54834"/>
                  </a:lnTo>
                  <a:lnTo>
                    <a:pt x="290251" y="50885"/>
                  </a:lnTo>
                  <a:lnTo>
                    <a:pt x="286613" y="47049"/>
                  </a:lnTo>
                  <a:lnTo>
                    <a:pt x="282855" y="43330"/>
                  </a:lnTo>
                  <a:lnTo>
                    <a:pt x="278981" y="39732"/>
                  </a:lnTo>
                  <a:lnTo>
                    <a:pt x="274995" y="36258"/>
                  </a:lnTo>
                  <a:lnTo>
                    <a:pt x="270902" y="32912"/>
                  </a:lnTo>
                  <a:lnTo>
                    <a:pt x="266704" y="29697"/>
                  </a:lnTo>
                  <a:lnTo>
                    <a:pt x="262408" y="26616"/>
                  </a:lnTo>
                  <a:lnTo>
                    <a:pt x="258015" y="23673"/>
                  </a:lnTo>
                  <a:lnTo>
                    <a:pt x="253532" y="20870"/>
                  </a:lnTo>
                  <a:lnTo>
                    <a:pt x="248963" y="18211"/>
                  </a:lnTo>
                  <a:lnTo>
                    <a:pt x="244312" y="15697"/>
                  </a:lnTo>
                  <a:lnTo>
                    <a:pt x="239583" y="13331"/>
                  </a:lnTo>
                  <a:lnTo>
                    <a:pt x="234783" y="11117"/>
                  </a:lnTo>
                  <a:lnTo>
                    <a:pt x="229914" y="9055"/>
                  </a:lnTo>
                  <a:lnTo>
                    <a:pt x="224983" y="7148"/>
                  </a:lnTo>
                  <a:lnTo>
                    <a:pt x="219994" y="5398"/>
                  </a:lnTo>
                  <a:lnTo>
                    <a:pt x="214952" y="3806"/>
                  </a:lnTo>
                  <a:lnTo>
                    <a:pt x="209862" y="2375"/>
                  </a:lnTo>
                  <a:lnTo>
                    <a:pt x="204730" y="1106"/>
                  </a:lnTo>
                  <a:lnTo>
                    <a:pt x="199560" y="0"/>
                  </a:lnTo>
                  <a:lnTo>
                    <a:pt x="167164" y="163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32395" cy="167167"/>
            </a:xfrm>
            <a:custGeom>
              <a:avLst/>
              <a:pathLst>
                <a:path w="32395" h="167167">
                  <a:moveTo>
                    <a:pt x="32395" y="3169"/>
                  </a:moveTo>
                  <a:lnTo>
                    <a:pt x="25975" y="2030"/>
                  </a:lnTo>
                  <a:lnTo>
                    <a:pt x="19516" y="1143"/>
                  </a:lnTo>
                  <a:lnTo>
                    <a:pt x="13027" y="508"/>
                  </a:lnTo>
                  <a:lnTo>
                    <a:pt x="6518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tx7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2025-06-06T02:05:35Z</dcterms:modified>
  <cp:category/>
</cp:coreProperties>
</file>