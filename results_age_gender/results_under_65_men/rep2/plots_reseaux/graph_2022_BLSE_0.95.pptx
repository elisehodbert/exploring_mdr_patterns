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97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16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315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3586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7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88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74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31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5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28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196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142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6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82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573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10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28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568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27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5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9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776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541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28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7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90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28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37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34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27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1821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683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19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197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16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7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280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88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74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700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197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16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8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15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197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16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58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29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776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541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970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16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97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16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74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49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280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97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162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746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4532" y="3170392"/>
              <a:ext cx="49246" cy="167167"/>
            </a:xfrm>
            <a:custGeom>
              <a:avLst/>
              <a:pathLst>
                <a:path w="49246" h="167167">
                  <a:moveTo>
                    <a:pt x="49246" y="0"/>
                  </a:moveTo>
                  <a:lnTo>
                    <a:pt x="42999" y="116"/>
                  </a:lnTo>
                  <a:lnTo>
                    <a:pt x="36761" y="466"/>
                  </a:lnTo>
                  <a:lnTo>
                    <a:pt x="30540" y="1049"/>
                  </a:lnTo>
                  <a:lnTo>
                    <a:pt x="24345" y="1865"/>
                  </a:lnTo>
                  <a:lnTo>
                    <a:pt x="18185" y="2911"/>
                  </a:lnTo>
                  <a:lnTo>
                    <a:pt x="12068" y="4186"/>
                  </a:lnTo>
                  <a:lnTo>
                    <a:pt x="6004" y="5689"/>
                  </a:lnTo>
                  <a:lnTo>
                    <a:pt x="0" y="7418"/>
                  </a:lnTo>
                  <a:lnTo>
                    <a:pt x="4924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4532" y="3177811"/>
              <a:ext cx="49246" cy="159748"/>
            </a:xfrm>
            <a:custGeom>
              <a:avLst/>
              <a:pathLst>
                <a:path w="49246" h="159748">
                  <a:moveTo>
                    <a:pt x="0" y="0"/>
                  </a:moveTo>
                  <a:lnTo>
                    <a:pt x="49246" y="15974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816613" y="3170458"/>
              <a:ext cx="334325" cy="334262"/>
            </a:xfrm>
            <a:custGeom>
              <a:avLst/>
              <a:pathLst>
                <a:path w="334325" h="334262">
                  <a:moveTo>
                    <a:pt x="117919" y="7352"/>
                  </a:moveTo>
                  <a:lnTo>
                    <a:pt x="112883" y="8992"/>
                  </a:lnTo>
                  <a:lnTo>
                    <a:pt x="107902" y="10791"/>
                  </a:lnTo>
                  <a:lnTo>
                    <a:pt x="102981" y="12746"/>
                  </a:lnTo>
                  <a:lnTo>
                    <a:pt x="98124" y="14857"/>
                  </a:lnTo>
                  <a:lnTo>
                    <a:pt x="93336" y="17120"/>
                  </a:lnTo>
                  <a:lnTo>
                    <a:pt x="88622" y="19534"/>
                  </a:lnTo>
                  <a:lnTo>
                    <a:pt x="83987" y="22096"/>
                  </a:lnTo>
                  <a:lnTo>
                    <a:pt x="79436" y="24803"/>
                  </a:lnTo>
                  <a:lnTo>
                    <a:pt x="74973" y="27654"/>
                  </a:lnTo>
                  <a:lnTo>
                    <a:pt x="70602" y="30644"/>
                  </a:lnTo>
                  <a:lnTo>
                    <a:pt x="66328" y="33771"/>
                  </a:lnTo>
                  <a:lnTo>
                    <a:pt x="62155" y="37032"/>
                  </a:lnTo>
                  <a:lnTo>
                    <a:pt x="58088" y="40424"/>
                  </a:lnTo>
                  <a:lnTo>
                    <a:pt x="54130" y="43942"/>
                  </a:lnTo>
                  <a:lnTo>
                    <a:pt x="50286" y="47585"/>
                  </a:lnTo>
                  <a:lnTo>
                    <a:pt x="46559" y="51347"/>
                  </a:lnTo>
                  <a:lnTo>
                    <a:pt x="42952" y="55225"/>
                  </a:lnTo>
                  <a:lnTo>
                    <a:pt x="39471" y="59216"/>
                  </a:lnTo>
                  <a:lnTo>
                    <a:pt x="36118" y="63315"/>
                  </a:lnTo>
                  <a:lnTo>
                    <a:pt x="32896" y="67518"/>
                  </a:lnTo>
                  <a:lnTo>
                    <a:pt x="29809" y="71821"/>
                  </a:lnTo>
                  <a:lnTo>
                    <a:pt x="26860" y="76219"/>
                  </a:lnTo>
                  <a:lnTo>
                    <a:pt x="24052" y="80709"/>
                  </a:lnTo>
                  <a:lnTo>
                    <a:pt x="21387" y="85286"/>
                  </a:lnTo>
                  <a:lnTo>
                    <a:pt x="18869" y="89945"/>
                  </a:lnTo>
                  <a:lnTo>
                    <a:pt x="16499" y="94681"/>
                  </a:lnTo>
                  <a:lnTo>
                    <a:pt x="14281" y="99489"/>
                  </a:lnTo>
                  <a:lnTo>
                    <a:pt x="12216" y="104366"/>
                  </a:lnTo>
                  <a:lnTo>
                    <a:pt x="10306" y="109306"/>
                  </a:lnTo>
                  <a:lnTo>
                    <a:pt x="8554" y="114303"/>
                  </a:lnTo>
                  <a:lnTo>
                    <a:pt x="6962" y="119354"/>
                  </a:lnTo>
                  <a:lnTo>
                    <a:pt x="5530" y="124452"/>
                  </a:lnTo>
                  <a:lnTo>
                    <a:pt x="4260" y="129594"/>
                  </a:lnTo>
                  <a:lnTo>
                    <a:pt x="3154" y="134773"/>
                  </a:lnTo>
                  <a:lnTo>
                    <a:pt x="2212" y="139984"/>
                  </a:lnTo>
                  <a:lnTo>
                    <a:pt x="1436" y="145223"/>
                  </a:lnTo>
                  <a:lnTo>
                    <a:pt x="826" y="150483"/>
                  </a:lnTo>
                  <a:lnTo>
                    <a:pt x="383" y="155760"/>
                  </a:lnTo>
                  <a:lnTo>
                    <a:pt x="107" y="161049"/>
                  </a:lnTo>
                  <a:lnTo>
                    <a:pt x="0" y="166344"/>
                  </a:lnTo>
                  <a:lnTo>
                    <a:pt x="59" y="171639"/>
                  </a:lnTo>
                  <a:lnTo>
                    <a:pt x="287" y="176930"/>
                  </a:lnTo>
                  <a:lnTo>
                    <a:pt x="682" y="182211"/>
                  </a:lnTo>
                  <a:lnTo>
                    <a:pt x="1244" y="187477"/>
                  </a:lnTo>
                  <a:lnTo>
                    <a:pt x="1973" y="192722"/>
                  </a:lnTo>
                  <a:lnTo>
                    <a:pt x="2867" y="197942"/>
                  </a:lnTo>
                  <a:lnTo>
                    <a:pt x="3927" y="203131"/>
                  </a:lnTo>
                  <a:lnTo>
                    <a:pt x="5150" y="208283"/>
                  </a:lnTo>
                  <a:lnTo>
                    <a:pt x="6536" y="213395"/>
                  </a:lnTo>
                  <a:lnTo>
                    <a:pt x="8083" y="218460"/>
                  </a:lnTo>
                  <a:lnTo>
                    <a:pt x="9789" y="223473"/>
                  </a:lnTo>
                  <a:lnTo>
                    <a:pt x="11654" y="228429"/>
                  </a:lnTo>
                  <a:lnTo>
                    <a:pt x="13675" y="233325"/>
                  </a:lnTo>
                  <a:lnTo>
                    <a:pt x="15849" y="238153"/>
                  </a:lnTo>
                  <a:lnTo>
                    <a:pt x="18176" y="242911"/>
                  </a:lnTo>
                  <a:lnTo>
                    <a:pt x="20652" y="247592"/>
                  </a:lnTo>
                  <a:lnTo>
                    <a:pt x="23275" y="252192"/>
                  </a:lnTo>
                  <a:lnTo>
                    <a:pt x="26043" y="256708"/>
                  </a:lnTo>
                  <a:lnTo>
                    <a:pt x="28952" y="261133"/>
                  </a:lnTo>
                  <a:lnTo>
                    <a:pt x="32000" y="265464"/>
                  </a:lnTo>
                  <a:lnTo>
                    <a:pt x="35183" y="269696"/>
                  </a:lnTo>
                  <a:lnTo>
                    <a:pt x="38499" y="273825"/>
                  </a:lnTo>
                  <a:lnTo>
                    <a:pt x="41944" y="277847"/>
                  </a:lnTo>
                  <a:lnTo>
                    <a:pt x="45515" y="281758"/>
                  </a:lnTo>
                  <a:lnTo>
                    <a:pt x="49208" y="285553"/>
                  </a:lnTo>
                  <a:lnTo>
                    <a:pt x="53019" y="289230"/>
                  </a:lnTo>
                  <a:lnTo>
                    <a:pt x="56945" y="292785"/>
                  </a:lnTo>
                  <a:lnTo>
                    <a:pt x="60981" y="296213"/>
                  </a:lnTo>
                  <a:lnTo>
                    <a:pt x="65124" y="299512"/>
                  </a:lnTo>
                  <a:lnTo>
                    <a:pt x="69370" y="302677"/>
                  </a:lnTo>
                  <a:lnTo>
                    <a:pt x="73713" y="305707"/>
                  </a:lnTo>
                  <a:lnTo>
                    <a:pt x="78151" y="308598"/>
                  </a:lnTo>
                  <a:lnTo>
                    <a:pt x="82677" y="311346"/>
                  </a:lnTo>
                  <a:lnTo>
                    <a:pt x="87289" y="313950"/>
                  </a:lnTo>
                  <a:lnTo>
                    <a:pt x="91980" y="316406"/>
                  </a:lnTo>
                  <a:lnTo>
                    <a:pt x="96748" y="318713"/>
                  </a:lnTo>
                  <a:lnTo>
                    <a:pt x="101585" y="320868"/>
                  </a:lnTo>
                  <a:lnTo>
                    <a:pt x="106489" y="322868"/>
                  </a:lnTo>
                  <a:lnTo>
                    <a:pt x="111453" y="324711"/>
                  </a:lnTo>
                  <a:lnTo>
                    <a:pt x="116474" y="326397"/>
                  </a:lnTo>
                  <a:lnTo>
                    <a:pt x="121545" y="327923"/>
                  </a:lnTo>
                  <a:lnTo>
                    <a:pt x="126662" y="329287"/>
                  </a:lnTo>
                  <a:lnTo>
                    <a:pt x="131820" y="330489"/>
                  </a:lnTo>
                  <a:lnTo>
                    <a:pt x="137013" y="331526"/>
                  </a:lnTo>
                  <a:lnTo>
                    <a:pt x="142236" y="332399"/>
                  </a:lnTo>
                  <a:lnTo>
                    <a:pt x="147485" y="333106"/>
                  </a:lnTo>
                  <a:lnTo>
                    <a:pt x="152753" y="333646"/>
                  </a:lnTo>
                  <a:lnTo>
                    <a:pt x="158035" y="334019"/>
                  </a:lnTo>
                  <a:lnTo>
                    <a:pt x="163327" y="334224"/>
                  </a:lnTo>
                  <a:lnTo>
                    <a:pt x="168623" y="334262"/>
                  </a:lnTo>
                  <a:lnTo>
                    <a:pt x="173917" y="334132"/>
                  </a:lnTo>
                  <a:lnTo>
                    <a:pt x="179205" y="333834"/>
                  </a:lnTo>
                  <a:lnTo>
                    <a:pt x="184480" y="333369"/>
                  </a:lnTo>
                  <a:lnTo>
                    <a:pt x="189738" y="332737"/>
                  </a:lnTo>
                  <a:lnTo>
                    <a:pt x="194973" y="331939"/>
                  </a:lnTo>
                  <a:lnTo>
                    <a:pt x="200181" y="330976"/>
                  </a:lnTo>
                  <a:lnTo>
                    <a:pt x="205355" y="329848"/>
                  </a:lnTo>
                  <a:lnTo>
                    <a:pt x="210491" y="328556"/>
                  </a:lnTo>
                  <a:lnTo>
                    <a:pt x="215583" y="327103"/>
                  </a:lnTo>
                  <a:lnTo>
                    <a:pt x="220627" y="325489"/>
                  </a:lnTo>
                  <a:lnTo>
                    <a:pt x="225617" y="323716"/>
                  </a:lnTo>
                  <a:lnTo>
                    <a:pt x="230549" y="321786"/>
                  </a:lnTo>
                  <a:lnTo>
                    <a:pt x="235417" y="319700"/>
                  </a:lnTo>
                  <a:lnTo>
                    <a:pt x="240216" y="317462"/>
                  </a:lnTo>
                  <a:lnTo>
                    <a:pt x="244942" y="315073"/>
                  </a:lnTo>
                  <a:lnTo>
                    <a:pt x="249590" y="312535"/>
                  </a:lnTo>
                  <a:lnTo>
                    <a:pt x="254156" y="309851"/>
                  </a:lnTo>
                  <a:lnTo>
                    <a:pt x="258634" y="307024"/>
                  </a:lnTo>
                  <a:lnTo>
                    <a:pt x="263020" y="304056"/>
                  </a:lnTo>
                  <a:lnTo>
                    <a:pt x="267310" y="300951"/>
                  </a:lnTo>
                  <a:lnTo>
                    <a:pt x="271500" y="297712"/>
                  </a:lnTo>
                  <a:lnTo>
                    <a:pt x="275584" y="294342"/>
                  </a:lnTo>
                  <a:lnTo>
                    <a:pt x="279561" y="290843"/>
                  </a:lnTo>
                  <a:lnTo>
                    <a:pt x="283424" y="287221"/>
                  </a:lnTo>
                  <a:lnTo>
                    <a:pt x="287170" y="283478"/>
                  </a:lnTo>
                  <a:lnTo>
                    <a:pt x="290796" y="279619"/>
                  </a:lnTo>
                  <a:lnTo>
                    <a:pt x="294298" y="275646"/>
                  </a:lnTo>
                  <a:lnTo>
                    <a:pt x="297673" y="271565"/>
                  </a:lnTo>
                  <a:lnTo>
                    <a:pt x="300916" y="267378"/>
                  </a:lnTo>
                  <a:lnTo>
                    <a:pt x="304026" y="263091"/>
                  </a:lnTo>
                  <a:lnTo>
                    <a:pt x="306997" y="258708"/>
                  </a:lnTo>
                  <a:lnTo>
                    <a:pt x="309829" y="254233"/>
                  </a:lnTo>
                  <a:lnTo>
                    <a:pt x="312517" y="249670"/>
                  </a:lnTo>
                  <a:lnTo>
                    <a:pt x="315060" y="245025"/>
                  </a:lnTo>
                  <a:lnTo>
                    <a:pt x="317454" y="240301"/>
                  </a:lnTo>
                  <a:lnTo>
                    <a:pt x="319697" y="235504"/>
                  </a:lnTo>
                  <a:lnTo>
                    <a:pt x="321787" y="230638"/>
                  </a:lnTo>
                  <a:lnTo>
                    <a:pt x="323722" y="225708"/>
                  </a:lnTo>
                  <a:lnTo>
                    <a:pt x="325500" y="220720"/>
                  </a:lnTo>
                  <a:lnTo>
                    <a:pt x="327119" y="215677"/>
                  </a:lnTo>
                  <a:lnTo>
                    <a:pt x="328578" y="210586"/>
                  </a:lnTo>
                  <a:lnTo>
                    <a:pt x="329874" y="205452"/>
                  </a:lnTo>
                  <a:lnTo>
                    <a:pt x="331007" y="200279"/>
                  </a:lnTo>
                  <a:lnTo>
                    <a:pt x="331976" y="195072"/>
                  </a:lnTo>
                  <a:lnTo>
                    <a:pt x="332779" y="189838"/>
                  </a:lnTo>
                  <a:lnTo>
                    <a:pt x="333416" y="184580"/>
                  </a:lnTo>
                  <a:lnTo>
                    <a:pt x="333887" y="179305"/>
                  </a:lnTo>
                  <a:lnTo>
                    <a:pt x="334189" y="174018"/>
                  </a:lnTo>
                  <a:lnTo>
                    <a:pt x="334325" y="168724"/>
                  </a:lnTo>
                  <a:lnTo>
                    <a:pt x="334292" y="163429"/>
                  </a:lnTo>
                  <a:lnTo>
                    <a:pt x="334092" y="158137"/>
                  </a:lnTo>
                  <a:lnTo>
                    <a:pt x="333724" y="152854"/>
                  </a:lnTo>
                  <a:lnTo>
                    <a:pt x="333190" y="147585"/>
                  </a:lnTo>
                  <a:lnTo>
                    <a:pt x="332488" y="142336"/>
                  </a:lnTo>
                  <a:lnTo>
                    <a:pt x="331621" y="137111"/>
                  </a:lnTo>
                  <a:lnTo>
                    <a:pt x="330588" y="131917"/>
                  </a:lnTo>
                  <a:lnTo>
                    <a:pt x="329392" y="126758"/>
                  </a:lnTo>
                  <a:lnTo>
                    <a:pt x="328032" y="121640"/>
                  </a:lnTo>
                  <a:lnTo>
                    <a:pt x="326512" y="116567"/>
                  </a:lnTo>
                  <a:lnTo>
                    <a:pt x="324831" y="111545"/>
                  </a:lnTo>
                  <a:lnTo>
                    <a:pt x="322992" y="106579"/>
                  </a:lnTo>
                  <a:lnTo>
                    <a:pt x="320997" y="101673"/>
                  </a:lnTo>
                  <a:lnTo>
                    <a:pt x="318847" y="96833"/>
                  </a:lnTo>
                  <a:lnTo>
                    <a:pt x="316545" y="92064"/>
                  </a:lnTo>
                  <a:lnTo>
                    <a:pt x="314094" y="87370"/>
                  </a:lnTo>
                  <a:lnTo>
                    <a:pt x="311494" y="82756"/>
                  </a:lnTo>
                  <a:lnTo>
                    <a:pt x="308750" y="78227"/>
                  </a:lnTo>
                  <a:lnTo>
                    <a:pt x="305864" y="73786"/>
                  </a:lnTo>
                  <a:lnTo>
                    <a:pt x="302839" y="69440"/>
                  </a:lnTo>
                  <a:lnTo>
                    <a:pt x="299677" y="65191"/>
                  </a:lnTo>
                  <a:lnTo>
                    <a:pt x="296383" y="61045"/>
                  </a:lnTo>
                  <a:lnTo>
                    <a:pt x="292958" y="57005"/>
                  </a:lnTo>
                  <a:lnTo>
                    <a:pt x="289408" y="53076"/>
                  </a:lnTo>
                  <a:lnTo>
                    <a:pt x="285735" y="49261"/>
                  </a:lnTo>
                  <a:lnTo>
                    <a:pt x="281943" y="45564"/>
                  </a:lnTo>
                  <a:lnTo>
                    <a:pt x="278035" y="41990"/>
                  </a:lnTo>
                  <a:lnTo>
                    <a:pt x="274017" y="38541"/>
                  </a:lnTo>
                  <a:lnTo>
                    <a:pt x="269891" y="35221"/>
                  </a:lnTo>
                  <a:lnTo>
                    <a:pt x="265662" y="32033"/>
                  </a:lnTo>
                  <a:lnTo>
                    <a:pt x="261334" y="28981"/>
                  </a:lnTo>
                  <a:lnTo>
                    <a:pt x="256912" y="26067"/>
                  </a:lnTo>
                  <a:lnTo>
                    <a:pt x="252400" y="23295"/>
                  </a:lnTo>
                  <a:lnTo>
                    <a:pt x="247802" y="20667"/>
                  </a:lnTo>
                  <a:lnTo>
                    <a:pt x="243123" y="18187"/>
                  </a:lnTo>
                  <a:lnTo>
                    <a:pt x="238368" y="15855"/>
                  </a:lnTo>
                  <a:lnTo>
                    <a:pt x="233541" y="13676"/>
                  </a:lnTo>
                  <a:lnTo>
                    <a:pt x="228648" y="11650"/>
                  </a:lnTo>
                  <a:lnTo>
                    <a:pt x="223693" y="9781"/>
                  </a:lnTo>
                  <a:lnTo>
                    <a:pt x="218682" y="8069"/>
                  </a:lnTo>
                  <a:lnTo>
                    <a:pt x="213619" y="6517"/>
                  </a:lnTo>
                  <a:lnTo>
                    <a:pt x="208509" y="5126"/>
                  </a:lnTo>
                  <a:lnTo>
                    <a:pt x="203357" y="3898"/>
                  </a:lnTo>
                  <a:lnTo>
                    <a:pt x="198170" y="2834"/>
                  </a:lnTo>
                  <a:lnTo>
                    <a:pt x="192951" y="1934"/>
                  </a:lnTo>
                  <a:lnTo>
                    <a:pt x="187706" y="1200"/>
                  </a:lnTo>
                  <a:lnTo>
                    <a:pt x="182441" y="633"/>
                  </a:lnTo>
                  <a:lnTo>
                    <a:pt x="177160" y="232"/>
                  </a:lnTo>
                  <a:lnTo>
                    <a:pt x="171869" y="0"/>
                  </a:lnTo>
                  <a:lnTo>
                    <a:pt x="167165" y="167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83779" y="3170392"/>
              <a:ext cx="4704" cy="167167"/>
            </a:xfrm>
            <a:custGeom>
              <a:avLst/>
              <a:pathLst>
                <a:path w="4704" h="167167">
                  <a:moveTo>
                    <a:pt x="4704" y="6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1849" y="2633064"/>
              <a:ext cx="167161" cy="173928"/>
            </a:xfrm>
            <a:custGeom>
              <a:avLst/>
              <a:pathLst>
                <a:path w="167161" h="173928">
                  <a:moveTo>
                    <a:pt x="167161" y="0"/>
                  </a:moveTo>
                  <a:lnTo>
                    <a:pt x="161775" y="86"/>
                  </a:lnTo>
                  <a:lnTo>
                    <a:pt x="156395" y="347"/>
                  </a:lnTo>
                  <a:lnTo>
                    <a:pt x="151025" y="780"/>
                  </a:lnTo>
                  <a:lnTo>
                    <a:pt x="145673" y="1386"/>
                  </a:lnTo>
                  <a:lnTo>
                    <a:pt x="140343" y="2165"/>
                  </a:lnTo>
                  <a:lnTo>
                    <a:pt x="135040" y="3115"/>
                  </a:lnTo>
                  <a:lnTo>
                    <a:pt x="129771" y="4235"/>
                  </a:lnTo>
                  <a:lnTo>
                    <a:pt x="124541" y="5524"/>
                  </a:lnTo>
                  <a:lnTo>
                    <a:pt x="119355" y="6981"/>
                  </a:lnTo>
                  <a:lnTo>
                    <a:pt x="114219" y="8604"/>
                  </a:lnTo>
                  <a:lnTo>
                    <a:pt x="109138" y="10393"/>
                  </a:lnTo>
                  <a:lnTo>
                    <a:pt x="104117" y="12343"/>
                  </a:lnTo>
                  <a:lnTo>
                    <a:pt x="99161" y="14455"/>
                  </a:lnTo>
                  <a:lnTo>
                    <a:pt x="94276" y="16725"/>
                  </a:lnTo>
                  <a:lnTo>
                    <a:pt x="89467" y="19152"/>
                  </a:lnTo>
                  <a:lnTo>
                    <a:pt x="84738" y="21732"/>
                  </a:lnTo>
                  <a:lnTo>
                    <a:pt x="80095" y="24463"/>
                  </a:lnTo>
                  <a:lnTo>
                    <a:pt x="75542" y="27342"/>
                  </a:lnTo>
                  <a:lnTo>
                    <a:pt x="71085" y="30367"/>
                  </a:lnTo>
                  <a:lnTo>
                    <a:pt x="66727" y="33533"/>
                  </a:lnTo>
                  <a:lnTo>
                    <a:pt x="62474" y="36839"/>
                  </a:lnTo>
                  <a:lnTo>
                    <a:pt x="58329" y="40279"/>
                  </a:lnTo>
                  <a:lnTo>
                    <a:pt x="54297" y="43852"/>
                  </a:lnTo>
                  <a:lnTo>
                    <a:pt x="50383" y="47552"/>
                  </a:lnTo>
                  <a:lnTo>
                    <a:pt x="46589" y="51377"/>
                  </a:lnTo>
                  <a:lnTo>
                    <a:pt x="42921" y="55322"/>
                  </a:lnTo>
                  <a:lnTo>
                    <a:pt x="39382" y="59383"/>
                  </a:lnTo>
                  <a:lnTo>
                    <a:pt x="35976" y="63556"/>
                  </a:lnTo>
                  <a:lnTo>
                    <a:pt x="32705" y="67836"/>
                  </a:lnTo>
                  <a:lnTo>
                    <a:pt x="29575" y="72220"/>
                  </a:lnTo>
                  <a:lnTo>
                    <a:pt x="26587" y="76702"/>
                  </a:lnTo>
                  <a:lnTo>
                    <a:pt x="23745" y="81278"/>
                  </a:lnTo>
                  <a:lnTo>
                    <a:pt x="21053" y="85944"/>
                  </a:lnTo>
                  <a:lnTo>
                    <a:pt x="18511" y="90693"/>
                  </a:lnTo>
                  <a:lnTo>
                    <a:pt x="16125" y="95523"/>
                  </a:lnTo>
                  <a:lnTo>
                    <a:pt x="13895" y="100426"/>
                  </a:lnTo>
                  <a:lnTo>
                    <a:pt x="11824" y="105399"/>
                  </a:lnTo>
                  <a:lnTo>
                    <a:pt x="9915" y="110436"/>
                  </a:lnTo>
                  <a:lnTo>
                    <a:pt x="8168" y="115532"/>
                  </a:lnTo>
                  <a:lnTo>
                    <a:pt x="6587" y="120681"/>
                  </a:lnTo>
                  <a:lnTo>
                    <a:pt x="5173" y="125879"/>
                  </a:lnTo>
                  <a:lnTo>
                    <a:pt x="3927" y="131120"/>
                  </a:lnTo>
                  <a:lnTo>
                    <a:pt x="2850" y="136398"/>
                  </a:lnTo>
                  <a:lnTo>
                    <a:pt x="1944" y="141708"/>
                  </a:lnTo>
                  <a:lnTo>
                    <a:pt x="1209" y="147044"/>
                  </a:lnTo>
                  <a:lnTo>
                    <a:pt x="647" y="152401"/>
                  </a:lnTo>
                  <a:lnTo>
                    <a:pt x="258" y="157774"/>
                  </a:lnTo>
                  <a:lnTo>
                    <a:pt x="42" y="163156"/>
                  </a:lnTo>
                  <a:lnTo>
                    <a:pt x="0" y="168543"/>
                  </a:lnTo>
                  <a:lnTo>
                    <a:pt x="131" y="173928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980" y="2800231"/>
              <a:ext cx="167030" cy="6761"/>
            </a:xfrm>
            <a:custGeom>
              <a:avLst/>
              <a:pathLst>
                <a:path w="167030" h="6761">
                  <a:moveTo>
                    <a:pt x="0" y="6761"/>
                  </a:moveTo>
                  <a:lnTo>
                    <a:pt x="16703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980" y="2638398"/>
              <a:ext cx="334181" cy="328999"/>
            </a:xfrm>
            <a:custGeom>
              <a:avLst/>
              <a:pathLst>
                <a:path w="334181" h="328999">
                  <a:moveTo>
                    <a:pt x="0" y="168594"/>
                  </a:moveTo>
                  <a:lnTo>
                    <a:pt x="299" y="173900"/>
                  </a:lnTo>
                  <a:lnTo>
                    <a:pt x="767" y="179193"/>
                  </a:lnTo>
                  <a:lnTo>
                    <a:pt x="1402" y="184468"/>
                  </a:lnTo>
                  <a:lnTo>
                    <a:pt x="2205" y="189721"/>
                  </a:lnTo>
                  <a:lnTo>
                    <a:pt x="3175" y="194946"/>
                  </a:lnTo>
                  <a:lnTo>
                    <a:pt x="4310" y="200137"/>
                  </a:lnTo>
                  <a:lnTo>
                    <a:pt x="5610" y="205289"/>
                  </a:lnTo>
                  <a:lnTo>
                    <a:pt x="7073" y="210398"/>
                  </a:lnTo>
                  <a:lnTo>
                    <a:pt x="8697" y="215457"/>
                  </a:lnTo>
                  <a:lnTo>
                    <a:pt x="10481" y="220463"/>
                  </a:lnTo>
                  <a:lnTo>
                    <a:pt x="12424" y="225409"/>
                  </a:lnTo>
                  <a:lnTo>
                    <a:pt x="14523" y="230290"/>
                  </a:lnTo>
                  <a:lnTo>
                    <a:pt x="16776" y="235103"/>
                  </a:lnTo>
                  <a:lnTo>
                    <a:pt x="19180" y="239842"/>
                  </a:lnTo>
                  <a:lnTo>
                    <a:pt x="21734" y="244501"/>
                  </a:lnTo>
                  <a:lnTo>
                    <a:pt x="24435" y="249078"/>
                  </a:lnTo>
                  <a:lnTo>
                    <a:pt x="27280" y="253566"/>
                  </a:lnTo>
                  <a:lnTo>
                    <a:pt x="30266" y="257961"/>
                  </a:lnTo>
                  <a:lnTo>
                    <a:pt x="33391" y="262259"/>
                  </a:lnTo>
                  <a:lnTo>
                    <a:pt x="36650" y="266456"/>
                  </a:lnTo>
                  <a:lnTo>
                    <a:pt x="40041" y="270547"/>
                  </a:lnTo>
                  <a:lnTo>
                    <a:pt x="43561" y="274528"/>
                  </a:lnTo>
                  <a:lnTo>
                    <a:pt x="47205" y="278396"/>
                  </a:lnTo>
                  <a:lnTo>
                    <a:pt x="50970" y="282145"/>
                  </a:lnTo>
                  <a:lnTo>
                    <a:pt x="54853" y="285773"/>
                  </a:lnTo>
                  <a:lnTo>
                    <a:pt x="58849" y="289276"/>
                  </a:lnTo>
                  <a:lnTo>
                    <a:pt x="62954" y="292650"/>
                  </a:lnTo>
                  <a:lnTo>
                    <a:pt x="67164" y="295892"/>
                  </a:lnTo>
                  <a:lnTo>
                    <a:pt x="71476" y="298998"/>
                  </a:lnTo>
                  <a:lnTo>
                    <a:pt x="75884" y="301966"/>
                  </a:lnTo>
                  <a:lnTo>
                    <a:pt x="80383" y="304792"/>
                  </a:lnTo>
                  <a:lnTo>
                    <a:pt x="84971" y="307474"/>
                  </a:lnTo>
                  <a:lnTo>
                    <a:pt x="89641" y="310008"/>
                  </a:lnTo>
                  <a:lnTo>
                    <a:pt x="94390" y="312393"/>
                  </a:lnTo>
                  <a:lnTo>
                    <a:pt x="99212" y="314626"/>
                  </a:lnTo>
                  <a:lnTo>
                    <a:pt x="104103" y="316704"/>
                  </a:lnTo>
                  <a:lnTo>
                    <a:pt x="109057" y="318626"/>
                  </a:lnTo>
                  <a:lnTo>
                    <a:pt x="114069" y="320389"/>
                  </a:lnTo>
                  <a:lnTo>
                    <a:pt x="119136" y="321992"/>
                  </a:lnTo>
                  <a:lnTo>
                    <a:pt x="124250" y="323434"/>
                  </a:lnTo>
                  <a:lnTo>
                    <a:pt x="129408" y="324712"/>
                  </a:lnTo>
                  <a:lnTo>
                    <a:pt x="134604" y="325825"/>
                  </a:lnTo>
                  <a:lnTo>
                    <a:pt x="139833" y="326773"/>
                  </a:lnTo>
                  <a:lnTo>
                    <a:pt x="145089" y="327554"/>
                  </a:lnTo>
                  <a:lnTo>
                    <a:pt x="150367" y="328168"/>
                  </a:lnTo>
                  <a:lnTo>
                    <a:pt x="155662" y="328613"/>
                  </a:lnTo>
                  <a:lnTo>
                    <a:pt x="160969" y="328890"/>
                  </a:lnTo>
                  <a:lnTo>
                    <a:pt x="166281" y="328999"/>
                  </a:lnTo>
                  <a:lnTo>
                    <a:pt x="171595" y="328938"/>
                  </a:lnTo>
                  <a:lnTo>
                    <a:pt x="176904" y="328708"/>
                  </a:lnTo>
                  <a:lnTo>
                    <a:pt x="182202" y="328310"/>
                  </a:lnTo>
                  <a:lnTo>
                    <a:pt x="187486" y="327744"/>
                  </a:lnTo>
                  <a:lnTo>
                    <a:pt x="192749" y="327010"/>
                  </a:lnTo>
                  <a:lnTo>
                    <a:pt x="197986" y="326109"/>
                  </a:lnTo>
                  <a:lnTo>
                    <a:pt x="203191" y="325042"/>
                  </a:lnTo>
                  <a:lnTo>
                    <a:pt x="208361" y="323810"/>
                  </a:lnTo>
                  <a:lnTo>
                    <a:pt x="213488" y="322415"/>
                  </a:lnTo>
                  <a:lnTo>
                    <a:pt x="218568" y="320857"/>
                  </a:lnTo>
                  <a:lnTo>
                    <a:pt x="223597" y="319139"/>
                  </a:lnTo>
                  <a:lnTo>
                    <a:pt x="228568" y="317262"/>
                  </a:lnTo>
                  <a:lnTo>
                    <a:pt x="233477" y="315227"/>
                  </a:lnTo>
                  <a:lnTo>
                    <a:pt x="238318" y="313038"/>
                  </a:lnTo>
                  <a:lnTo>
                    <a:pt x="243088" y="310696"/>
                  </a:lnTo>
                  <a:lnTo>
                    <a:pt x="247781" y="308203"/>
                  </a:lnTo>
                  <a:lnTo>
                    <a:pt x="252392" y="305563"/>
                  </a:lnTo>
                  <a:lnTo>
                    <a:pt x="256918" y="302777"/>
                  </a:lnTo>
                  <a:lnTo>
                    <a:pt x="261352" y="299849"/>
                  </a:lnTo>
                  <a:lnTo>
                    <a:pt x="265691" y="296781"/>
                  </a:lnTo>
                  <a:lnTo>
                    <a:pt x="269930" y="293577"/>
                  </a:lnTo>
                  <a:lnTo>
                    <a:pt x="274065" y="290240"/>
                  </a:lnTo>
                  <a:lnTo>
                    <a:pt x="278093" y="286773"/>
                  </a:lnTo>
                  <a:lnTo>
                    <a:pt x="282007" y="283180"/>
                  </a:lnTo>
                  <a:lnTo>
                    <a:pt x="285806" y="279465"/>
                  </a:lnTo>
                  <a:lnTo>
                    <a:pt x="289485" y="275630"/>
                  </a:lnTo>
                  <a:lnTo>
                    <a:pt x="293040" y="271680"/>
                  </a:lnTo>
                  <a:lnTo>
                    <a:pt x="296468" y="267620"/>
                  </a:lnTo>
                  <a:lnTo>
                    <a:pt x="299764" y="263453"/>
                  </a:lnTo>
                  <a:lnTo>
                    <a:pt x="302927" y="259182"/>
                  </a:lnTo>
                  <a:lnTo>
                    <a:pt x="305953" y="254814"/>
                  </a:lnTo>
                  <a:lnTo>
                    <a:pt x="308838" y="250352"/>
                  </a:lnTo>
                  <a:lnTo>
                    <a:pt x="311579" y="245800"/>
                  </a:lnTo>
                  <a:lnTo>
                    <a:pt x="314175" y="241163"/>
                  </a:lnTo>
                  <a:lnTo>
                    <a:pt x="316622" y="236446"/>
                  </a:lnTo>
                  <a:lnTo>
                    <a:pt x="318918" y="231654"/>
                  </a:lnTo>
                  <a:lnTo>
                    <a:pt x="321061" y="226791"/>
                  </a:lnTo>
                  <a:lnTo>
                    <a:pt x="323047" y="221863"/>
                  </a:lnTo>
                  <a:lnTo>
                    <a:pt x="324876" y="216874"/>
                  </a:lnTo>
                  <a:lnTo>
                    <a:pt x="326546" y="211829"/>
                  </a:lnTo>
                  <a:lnTo>
                    <a:pt x="328055" y="206734"/>
                  </a:lnTo>
                  <a:lnTo>
                    <a:pt x="329400" y="201593"/>
                  </a:lnTo>
                  <a:lnTo>
                    <a:pt x="330582" y="196412"/>
                  </a:lnTo>
                  <a:lnTo>
                    <a:pt x="331598" y="191197"/>
                  </a:lnTo>
                  <a:lnTo>
                    <a:pt x="332449" y="185951"/>
                  </a:lnTo>
                  <a:lnTo>
                    <a:pt x="333132" y="180682"/>
                  </a:lnTo>
                  <a:lnTo>
                    <a:pt x="333647" y="175393"/>
                  </a:lnTo>
                  <a:lnTo>
                    <a:pt x="333994" y="170090"/>
                  </a:lnTo>
                  <a:lnTo>
                    <a:pt x="334172" y="164780"/>
                  </a:lnTo>
                  <a:lnTo>
                    <a:pt x="334181" y="159466"/>
                  </a:lnTo>
                  <a:lnTo>
                    <a:pt x="334021" y="154154"/>
                  </a:lnTo>
                  <a:lnTo>
                    <a:pt x="333693" y="148851"/>
                  </a:lnTo>
                  <a:lnTo>
                    <a:pt x="333196" y="143560"/>
                  </a:lnTo>
                  <a:lnTo>
                    <a:pt x="332531" y="138288"/>
                  </a:lnTo>
                  <a:lnTo>
                    <a:pt x="331699" y="133040"/>
                  </a:lnTo>
                  <a:lnTo>
                    <a:pt x="330701" y="127821"/>
                  </a:lnTo>
                  <a:lnTo>
                    <a:pt x="329537" y="122636"/>
                  </a:lnTo>
                  <a:lnTo>
                    <a:pt x="328209" y="117491"/>
                  </a:lnTo>
                  <a:lnTo>
                    <a:pt x="326718" y="112390"/>
                  </a:lnTo>
                  <a:lnTo>
                    <a:pt x="325066" y="107340"/>
                  </a:lnTo>
                  <a:lnTo>
                    <a:pt x="323255" y="102344"/>
                  </a:lnTo>
                  <a:lnTo>
                    <a:pt x="321285" y="97409"/>
                  </a:lnTo>
                  <a:lnTo>
                    <a:pt x="319159" y="92539"/>
                  </a:lnTo>
                  <a:lnTo>
                    <a:pt x="316880" y="87739"/>
                  </a:lnTo>
                  <a:lnTo>
                    <a:pt x="314449" y="83013"/>
                  </a:lnTo>
                  <a:lnTo>
                    <a:pt x="311870" y="78368"/>
                  </a:lnTo>
                  <a:lnTo>
                    <a:pt x="309144" y="73806"/>
                  </a:lnTo>
                  <a:lnTo>
                    <a:pt x="306274" y="69334"/>
                  </a:lnTo>
                  <a:lnTo>
                    <a:pt x="303264" y="64955"/>
                  </a:lnTo>
                  <a:lnTo>
                    <a:pt x="300116" y="60674"/>
                  </a:lnTo>
                  <a:lnTo>
                    <a:pt x="296834" y="56495"/>
                  </a:lnTo>
                  <a:lnTo>
                    <a:pt x="293420" y="52423"/>
                  </a:lnTo>
                  <a:lnTo>
                    <a:pt x="289879" y="48461"/>
                  </a:lnTo>
                  <a:lnTo>
                    <a:pt x="286213" y="44614"/>
                  </a:lnTo>
                  <a:lnTo>
                    <a:pt x="282427" y="40885"/>
                  </a:lnTo>
                  <a:lnTo>
                    <a:pt x="278525" y="37278"/>
                  </a:lnTo>
                  <a:lnTo>
                    <a:pt x="274510" y="33798"/>
                  </a:lnTo>
                  <a:lnTo>
                    <a:pt x="270386" y="30446"/>
                  </a:lnTo>
                  <a:lnTo>
                    <a:pt x="266158" y="27228"/>
                  </a:lnTo>
                  <a:lnTo>
                    <a:pt x="261830" y="24145"/>
                  </a:lnTo>
                  <a:lnTo>
                    <a:pt x="257406" y="21201"/>
                  </a:lnTo>
                  <a:lnTo>
                    <a:pt x="252890" y="18400"/>
                  </a:lnTo>
                  <a:lnTo>
                    <a:pt x="248288" y="15744"/>
                  </a:lnTo>
                  <a:lnTo>
                    <a:pt x="243604" y="13235"/>
                  </a:lnTo>
                  <a:lnTo>
                    <a:pt x="238842" y="10876"/>
                  </a:lnTo>
                  <a:lnTo>
                    <a:pt x="234008" y="8670"/>
                  </a:lnTo>
                  <a:lnTo>
                    <a:pt x="229106" y="6618"/>
                  </a:lnTo>
                  <a:lnTo>
                    <a:pt x="224142" y="4724"/>
                  </a:lnTo>
                  <a:lnTo>
                    <a:pt x="219119" y="2988"/>
                  </a:lnTo>
                  <a:lnTo>
                    <a:pt x="214044" y="1413"/>
                  </a:lnTo>
                  <a:lnTo>
                    <a:pt x="208922" y="0"/>
                  </a:lnTo>
                  <a:lnTo>
                    <a:pt x="167030" y="1618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919011" y="2633064"/>
              <a:ext cx="41891" cy="167167"/>
            </a:xfrm>
            <a:custGeom>
              <a:avLst/>
              <a:pathLst>
                <a:path w="41891" h="167167">
                  <a:moveTo>
                    <a:pt x="41891" y="5334"/>
                  </a:moveTo>
                  <a:lnTo>
                    <a:pt x="36009" y="3924"/>
                  </a:lnTo>
                  <a:lnTo>
                    <a:pt x="30080" y="2728"/>
                  </a:lnTo>
                  <a:lnTo>
                    <a:pt x="24111" y="1748"/>
                  </a:lnTo>
                  <a:lnTo>
                    <a:pt x="18111" y="984"/>
                  </a:lnTo>
                  <a:lnTo>
                    <a:pt x="12087" y="437"/>
                  </a:lnTo>
                  <a:lnTo>
                    <a:pt x="604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2030" y="2126963"/>
              <a:ext cx="76442" cy="167167"/>
            </a:xfrm>
            <a:custGeom>
              <a:avLst/>
              <a:pathLst>
                <a:path w="76442" h="167167">
                  <a:moveTo>
                    <a:pt x="76442" y="0"/>
                  </a:moveTo>
                  <a:lnTo>
                    <a:pt x="70772" y="96"/>
                  </a:lnTo>
                  <a:lnTo>
                    <a:pt x="65108" y="384"/>
                  </a:lnTo>
                  <a:lnTo>
                    <a:pt x="59458" y="864"/>
                  </a:lnTo>
                  <a:lnTo>
                    <a:pt x="53827" y="1536"/>
                  </a:lnTo>
                  <a:lnTo>
                    <a:pt x="48223" y="2398"/>
                  </a:lnTo>
                  <a:lnTo>
                    <a:pt x="42650" y="3450"/>
                  </a:lnTo>
                  <a:lnTo>
                    <a:pt x="37117" y="4691"/>
                  </a:lnTo>
                  <a:lnTo>
                    <a:pt x="31629" y="6118"/>
                  </a:lnTo>
                  <a:lnTo>
                    <a:pt x="26192" y="7731"/>
                  </a:lnTo>
                  <a:lnTo>
                    <a:pt x="20814" y="9527"/>
                  </a:lnTo>
                  <a:lnTo>
                    <a:pt x="15499" y="11504"/>
                  </a:lnTo>
                  <a:lnTo>
                    <a:pt x="10254" y="13661"/>
                  </a:lnTo>
                  <a:lnTo>
                    <a:pt x="5086" y="15994"/>
                  </a:lnTo>
                  <a:lnTo>
                    <a:pt x="0" y="18501"/>
                  </a:lnTo>
                  <a:lnTo>
                    <a:pt x="7644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2030" y="2145465"/>
              <a:ext cx="76442" cy="148665"/>
            </a:xfrm>
            <a:custGeom>
              <a:avLst/>
              <a:pathLst>
                <a:path w="76442" h="148665">
                  <a:moveTo>
                    <a:pt x="0" y="0"/>
                  </a:moveTo>
                  <a:lnTo>
                    <a:pt x="76442" y="1486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561308" y="2145465"/>
              <a:ext cx="167163" cy="293681"/>
            </a:xfrm>
            <a:custGeom>
              <a:avLst/>
              <a:pathLst>
                <a:path w="167163" h="293681">
                  <a:moveTo>
                    <a:pt x="90721" y="0"/>
                  </a:moveTo>
                  <a:lnTo>
                    <a:pt x="85999" y="2524"/>
                  </a:lnTo>
                  <a:lnTo>
                    <a:pt x="81361" y="5198"/>
                  </a:lnTo>
                  <a:lnTo>
                    <a:pt x="76810" y="8019"/>
                  </a:lnTo>
                  <a:lnTo>
                    <a:pt x="72353" y="10985"/>
                  </a:lnTo>
                  <a:lnTo>
                    <a:pt x="67992" y="14092"/>
                  </a:lnTo>
                  <a:lnTo>
                    <a:pt x="63733" y="17337"/>
                  </a:lnTo>
                  <a:lnTo>
                    <a:pt x="59581" y="20716"/>
                  </a:lnTo>
                  <a:lnTo>
                    <a:pt x="55538" y="24227"/>
                  </a:lnTo>
                  <a:lnTo>
                    <a:pt x="51611" y="27866"/>
                  </a:lnTo>
                  <a:lnTo>
                    <a:pt x="47801" y="31628"/>
                  </a:lnTo>
                  <a:lnTo>
                    <a:pt x="44115" y="35511"/>
                  </a:lnTo>
                  <a:lnTo>
                    <a:pt x="40554" y="39509"/>
                  </a:lnTo>
                  <a:lnTo>
                    <a:pt x="37123" y="43620"/>
                  </a:lnTo>
                  <a:lnTo>
                    <a:pt x="33826" y="47838"/>
                  </a:lnTo>
                  <a:lnTo>
                    <a:pt x="30665" y="52160"/>
                  </a:lnTo>
                  <a:lnTo>
                    <a:pt x="27645" y="56581"/>
                  </a:lnTo>
                  <a:lnTo>
                    <a:pt x="24767" y="61096"/>
                  </a:lnTo>
                  <a:lnTo>
                    <a:pt x="22036" y="65701"/>
                  </a:lnTo>
                  <a:lnTo>
                    <a:pt x="19454" y="70391"/>
                  </a:lnTo>
                  <a:lnTo>
                    <a:pt x="17023" y="75161"/>
                  </a:lnTo>
                  <a:lnTo>
                    <a:pt x="14746" y="80007"/>
                  </a:lnTo>
                  <a:lnTo>
                    <a:pt x="12625" y="84923"/>
                  </a:lnTo>
                  <a:lnTo>
                    <a:pt x="10663" y="89905"/>
                  </a:lnTo>
                  <a:lnTo>
                    <a:pt x="8862" y="94947"/>
                  </a:lnTo>
                  <a:lnTo>
                    <a:pt x="7223" y="100044"/>
                  </a:lnTo>
                  <a:lnTo>
                    <a:pt x="5748" y="105191"/>
                  </a:lnTo>
                  <a:lnTo>
                    <a:pt x="4438" y="110382"/>
                  </a:lnTo>
                  <a:lnTo>
                    <a:pt x="3296" y="115613"/>
                  </a:lnTo>
                  <a:lnTo>
                    <a:pt x="2321" y="120878"/>
                  </a:lnTo>
                  <a:lnTo>
                    <a:pt x="1516" y="126171"/>
                  </a:lnTo>
                  <a:lnTo>
                    <a:pt x="881" y="131487"/>
                  </a:lnTo>
                  <a:lnTo>
                    <a:pt x="416" y="136821"/>
                  </a:lnTo>
                  <a:lnTo>
                    <a:pt x="122" y="142167"/>
                  </a:lnTo>
                  <a:lnTo>
                    <a:pt x="0" y="147520"/>
                  </a:lnTo>
                  <a:lnTo>
                    <a:pt x="49" y="152874"/>
                  </a:lnTo>
                  <a:lnTo>
                    <a:pt x="269" y="158223"/>
                  </a:lnTo>
                  <a:lnTo>
                    <a:pt x="661" y="163563"/>
                  </a:lnTo>
                  <a:lnTo>
                    <a:pt x="1223" y="168888"/>
                  </a:lnTo>
                  <a:lnTo>
                    <a:pt x="1956" y="174191"/>
                  </a:lnTo>
                  <a:lnTo>
                    <a:pt x="2858" y="179469"/>
                  </a:lnTo>
                  <a:lnTo>
                    <a:pt x="3929" y="184715"/>
                  </a:lnTo>
                  <a:lnTo>
                    <a:pt x="5167" y="189924"/>
                  </a:lnTo>
                  <a:lnTo>
                    <a:pt x="6571" y="195090"/>
                  </a:lnTo>
                  <a:lnTo>
                    <a:pt x="8140" y="200209"/>
                  </a:lnTo>
                  <a:lnTo>
                    <a:pt x="9873" y="205276"/>
                  </a:lnTo>
                  <a:lnTo>
                    <a:pt x="11766" y="210284"/>
                  </a:lnTo>
                  <a:lnTo>
                    <a:pt x="13819" y="215229"/>
                  </a:lnTo>
                  <a:lnTo>
                    <a:pt x="16030" y="220105"/>
                  </a:lnTo>
                  <a:lnTo>
                    <a:pt x="18395" y="224908"/>
                  </a:lnTo>
                  <a:lnTo>
                    <a:pt x="20913" y="229633"/>
                  </a:lnTo>
                  <a:lnTo>
                    <a:pt x="23581" y="234276"/>
                  </a:lnTo>
                  <a:lnTo>
                    <a:pt x="26396" y="238830"/>
                  </a:lnTo>
                  <a:lnTo>
                    <a:pt x="29356" y="243291"/>
                  </a:lnTo>
                  <a:lnTo>
                    <a:pt x="32457" y="247656"/>
                  </a:lnTo>
                  <a:lnTo>
                    <a:pt x="35696" y="251919"/>
                  </a:lnTo>
                  <a:lnTo>
                    <a:pt x="39070" y="256076"/>
                  </a:lnTo>
                  <a:lnTo>
                    <a:pt x="42575" y="260123"/>
                  </a:lnTo>
                  <a:lnTo>
                    <a:pt x="46209" y="264056"/>
                  </a:lnTo>
                  <a:lnTo>
                    <a:pt x="49966" y="267870"/>
                  </a:lnTo>
                  <a:lnTo>
                    <a:pt x="53844" y="271562"/>
                  </a:lnTo>
                  <a:lnTo>
                    <a:pt x="57837" y="275128"/>
                  </a:lnTo>
                  <a:lnTo>
                    <a:pt x="61943" y="278564"/>
                  </a:lnTo>
                  <a:lnTo>
                    <a:pt x="66157" y="281867"/>
                  </a:lnTo>
                  <a:lnTo>
                    <a:pt x="70475" y="285034"/>
                  </a:lnTo>
                  <a:lnTo>
                    <a:pt x="74891" y="288060"/>
                  </a:lnTo>
                  <a:lnTo>
                    <a:pt x="79403" y="290944"/>
                  </a:lnTo>
                  <a:lnTo>
                    <a:pt x="84004" y="293681"/>
                  </a:lnTo>
                  <a:lnTo>
                    <a:pt x="167163" y="1486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45313" y="2126963"/>
              <a:ext cx="250317" cy="334324"/>
            </a:xfrm>
            <a:custGeom>
              <a:avLst/>
              <a:pathLst>
                <a:path w="250317" h="334324">
                  <a:moveTo>
                    <a:pt x="0" y="312183"/>
                  </a:moveTo>
                  <a:lnTo>
                    <a:pt x="4659" y="314757"/>
                  </a:lnTo>
                  <a:lnTo>
                    <a:pt x="9398" y="317182"/>
                  </a:lnTo>
                  <a:lnTo>
                    <a:pt x="14212" y="319454"/>
                  </a:lnTo>
                  <a:lnTo>
                    <a:pt x="19096" y="321572"/>
                  </a:lnTo>
                  <a:lnTo>
                    <a:pt x="24045" y="323534"/>
                  </a:lnTo>
                  <a:lnTo>
                    <a:pt x="29053" y="325336"/>
                  </a:lnTo>
                  <a:lnTo>
                    <a:pt x="34117" y="326979"/>
                  </a:lnTo>
                  <a:lnTo>
                    <a:pt x="39230" y="328459"/>
                  </a:lnTo>
                  <a:lnTo>
                    <a:pt x="44388" y="329776"/>
                  </a:lnTo>
                  <a:lnTo>
                    <a:pt x="49585" y="330928"/>
                  </a:lnTo>
                  <a:lnTo>
                    <a:pt x="54817" y="331914"/>
                  </a:lnTo>
                  <a:lnTo>
                    <a:pt x="60077" y="332733"/>
                  </a:lnTo>
                  <a:lnTo>
                    <a:pt x="65360" y="333384"/>
                  </a:lnTo>
                  <a:lnTo>
                    <a:pt x="70662" y="333867"/>
                  </a:lnTo>
                  <a:lnTo>
                    <a:pt x="75976" y="334180"/>
                  </a:lnTo>
                  <a:lnTo>
                    <a:pt x="81297" y="334324"/>
                  </a:lnTo>
                  <a:lnTo>
                    <a:pt x="86620" y="334299"/>
                  </a:lnTo>
                  <a:lnTo>
                    <a:pt x="91940" y="334104"/>
                  </a:lnTo>
                  <a:lnTo>
                    <a:pt x="97251" y="333739"/>
                  </a:lnTo>
                  <a:lnTo>
                    <a:pt x="102548" y="333206"/>
                  </a:lnTo>
                  <a:lnTo>
                    <a:pt x="107824" y="332505"/>
                  </a:lnTo>
                  <a:lnTo>
                    <a:pt x="113076" y="331635"/>
                  </a:lnTo>
                  <a:lnTo>
                    <a:pt x="118298" y="330599"/>
                  </a:lnTo>
                  <a:lnTo>
                    <a:pt x="123484" y="329398"/>
                  </a:lnTo>
                  <a:lnTo>
                    <a:pt x="128629" y="328031"/>
                  </a:lnTo>
                  <a:lnTo>
                    <a:pt x="133728" y="326502"/>
                  </a:lnTo>
                  <a:lnTo>
                    <a:pt x="138775" y="324811"/>
                  </a:lnTo>
                  <a:lnTo>
                    <a:pt x="143767" y="322960"/>
                  </a:lnTo>
                  <a:lnTo>
                    <a:pt x="148696" y="320952"/>
                  </a:lnTo>
                  <a:lnTo>
                    <a:pt x="153560" y="318787"/>
                  </a:lnTo>
                  <a:lnTo>
                    <a:pt x="158352" y="316468"/>
                  </a:lnTo>
                  <a:lnTo>
                    <a:pt x="163067" y="313998"/>
                  </a:lnTo>
                  <a:lnTo>
                    <a:pt x="167702" y="311380"/>
                  </a:lnTo>
                  <a:lnTo>
                    <a:pt x="172251" y="308615"/>
                  </a:lnTo>
                  <a:lnTo>
                    <a:pt x="176710" y="305706"/>
                  </a:lnTo>
                  <a:lnTo>
                    <a:pt x="181073" y="302657"/>
                  </a:lnTo>
                  <a:lnTo>
                    <a:pt x="185338" y="299471"/>
                  </a:lnTo>
                  <a:lnTo>
                    <a:pt x="189499" y="296150"/>
                  </a:lnTo>
                  <a:lnTo>
                    <a:pt x="193551" y="292699"/>
                  </a:lnTo>
                  <a:lnTo>
                    <a:pt x="197492" y="289121"/>
                  </a:lnTo>
                  <a:lnTo>
                    <a:pt x="201318" y="285418"/>
                  </a:lnTo>
                  <a:lnTo>
                    <a:pt x="205023" y="281596"/>
                  </a:lnTo>
                  <a:lnTo>
                    <a:pt x="208604" y="277658"/>
                  </a:lnTo>
                  <a:lnTo>
                    <a:pt x="212059" y="273608"/>
                  </a:lnTo>
                  <a:lnTo>
                    <a:pt x="215383" y="269449"/>
                  </a:lnTo>
                  <a:lnTo>
                    <a:pt x="218572" y="265187"/>
                  </a:lnTo>
                  <a:lnTo>
                    <a:pt x="221625" y="260826"/>
                  </a:lnTo>
                  <a:lnTo>
                    <a:pt x="224537" y="256370"/>
                  </a:lnTo>
                  <a:lnTo>
                    <a:pt x="227305" y="251823"/>
                  </a:lnTo>
                  <a:lnTo>
                    <a:pt x="229928" y="247190"/>
                  </a:lnTo>
                  <a:lnTo>
                    <a:pt x="232401" y="242477"/>
                  </a:lnTo>
                  <a:lnTo>
                    <a:pt x="234723" y="237687"/>
                  </a:lnTo>
                  <a:lnTo>
                    <a:pt x="236892" y="232825"/>
                  </a:lnTo>
                  <a:lnTo>
                    <a:pt x="238905" y="227897"/>
                  </a:lnTo>
                  <a:lnTo>
                    <a:pt x="240759" y="222907"/>
                  </a:lnTo>
                  <a:lnTo>
                    <a:pt x="242454" y="217861"/>
                  </a:lnTo>
                  <a:lnTo>
                    <a:pt x="243987" y="212763"/>
                  </a:lnTo>
                  <a:lnTo>
                    <a:pt x="245358" y="207619"/>
                  </a:lnTo>
                  <a:lnTo>
                    <a:pt x="246563" y="202434"/>
                  </a:lnTo>
                  <a:lnTo>
                    <a:pt x="247604" y="197213"/>
                  </a:lnTo>
                  <a:lnTo>
                    <a:pt x="248477" y="191962"/>
                  </a:lnTo>
                  <a:lnTo>
                    <a:pt x="249182" y="186686"/>
                  </a:lnTo>
                  <a:lnTo>
                    <a:pt x="249720" y="181389"/>
                  </a:lnTo>
                  <a:lnTo>
                    <a:pt x="250088" y="176079"/>
                  </a:lnTo>
                  <a:lnTo>
                    <a:pt x="250287" y="170759"/>
                  </a:lnTo>
                  <a:lnTo>
                    <a:pt x="250317" y="165436"/>
                  </a:lnTo>
                  <a:lnTo>
                    <a:pt x="250177" y="160114"/>
                  </a:lnTo>
                  <a:lnTo>
                    <a:pt x="249868" y="154800"/>
                  </a:lnTo>
                  <a:lnTo>
                    <a:pt x="249390" y="149498"/>
                  </a:lnTo>
                  <a:lnTo>
                    <a:pt x="248743" y="144214"/>
                  </a:lnTo>
                  <a:lnTo>
                    <a:pt x="247928" y="138954"/>
                  </a:lnTo>
                  <a:lnTo>
                    <a:pt x="246946" y="133722"/>
                  </a:lnTo>
                  <a:lnTo>
                    <a:pt x="245798" y="128524"/>
                  </a:lnTo>
                  <a:lnTo>
                    <a:pt x="244485" y="123365"/>
                  </a:lnTo>
                  <a:lnTo>
                    <a:pt x="243009" y="118250"/>
                  </a:lnTo>
                  <a:lnTo>
                    <a:pt x="241370" y="113185"/>
                  </a:lnTo>
                  <a:lnTo>
                    <a:pt x="239571" y="108175"/>
                  </a:lnTo>
                  <a:lnTo>
                    <a:pt x="237613" y="103225"/>
                  </a:lnTo>
                  <a:lnTo>
                    <a:pt x="235499" y="98339"/>
                  </a:lnTo>
                  <a:lnTo>
                    <a:pt x="233231" y="93524"/>
                  </a:lnTo>
                  <a:lnTo>
                    <a:pt x="230810" y="88783"/>
                  </a:lnTo>
                  <a:lnTo>
                    <a:pt x="228239" y="84121"/>
                  </a:lnTo>
                  <a:lnTo>
                    <a:pt x="225521" y="79544"/>
                  </a:lnTo>
                  <a:lnTo>
                    <a:pt x="222659" y="75055"/>
                  </a:lnTo>
                  <a:lnTo>
                    <a:pt x="219655" y="70660"/>
                  </a:lnTo>
                  <a:lnTo>
                    <a:pt x="216513" y="66363"/>
                  </a:lnTo>
                  <a:lnTo>
                    <a:pt x="213236" y="62168"/>
                  </a:lnTo>
                  <a:lnTo>
                    <a:pt x="209827" y="58080"/>
                  </a:lnTo>
                  <a:lnTo>
                    <a:pt x="206289" y="54102"/>
                  </a:lnTo>
                  <a:lnTo>
                    <a:pt x="202627" y="50239"/>
                  </a:lnTo>
                  <a:lnTo>
                    <a:pt x="198843" y="46494"/>
                  </a:lnTo>
                  <a:lnTo>
                    <a:pt x="194942" y="42872"/>
                  </a:lnTo>
                  <a:lnTo>
                    <a:pt x="190928" y="39376"/>
                  </a:lnTo>
                  <a:lnTo>
                    <a:pt x="186805" y="36009"/>
                  </a:lnTo>
                  <a:lnTo>
                    <a:pt x="182576" y="32775"/>
                  </a:lnTo>
                  <a:lnTo>
                    <a:pt x="178246" y="29678"/>
                  </a:lnTo>
                  <a:lnTo>
                    <a:pt x="173821" y="26720"/>
                  </a:lnTo>
                  <a:lnTo>
                    <a:pt x="169303" y="23905"/>
                  </a:lnTo>
                  <a:lnTo>
                    <a:pt x="164697" y="21234"/>
                  </a:lnTo>
                  <a:lnTo>
                    <a:pt x="160010" y="18712"/>
                  </a:lnTo>
                  <a:lnTo>
                    <a:pt x="155244" y="16340"/>
                  </a:lnTo>
                  <a:lnTo>
                    <a:pt x="150405" y="14122"/>
                  </a:lnTo>
                  <a:lnTo>
                    <a:pt x="145498" y="12058"/>
                  </a:lnTo>
                  <a:lnTo>
                    <a:pt x="140527" y="10152"/>
                  </a:lnTo>
                  <a:lnTo>
                    <a:pt x="135499" y="8405"/>
                  </a:lnTo>
                  <a:lnTo>
                    <a:pt x="130417" y="6819"/>
                  </a:lnTo>
                  <a:lnTo>
                    <a:pt x="125288" y="5395"/>
                  </a:lnTo>
                  <a:lnTo>
                    <a:pt x="120116" y="4136"/>
                  </a:lnTo>
                  <a:lnTo>
                    <a:pt x="114906" y="3042"/>
                  </a:lnTo>
                  <a:lnTo>
                    <a:pt x="109664" y="2114"/>
                  </a:lnTo>
                  <a:lnTo>
                    <a:pt x="104395" y="1354"/>
                  </a:lnTo>
                  <a:lnTo>
                    <a:pt x="99105" y="762"/>
                  </a:lnTo>
                  <a:lnTo>
                    <a:pt x="93798" y="338"/>
                  </a:lnTo>
                  <a:lnTo>
                    <a:pt x="88481" y="84"/>
                  </a:lnTo>
                  <a:lnTo>
                    <a:pt x="83158" y="0"/>
                  </a:lnTo>
                  <a:lnTo>
                    <a:pt x="8315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84768" y="1681503"/>
              <a:ext cx="38466" cy="167167"/>
            </a:xfrm>
            <a:custGeom>
              <a:avLst/>
              <a:pathLst>
                <a:path w="38466" h="167167">
                  <a:moveTo>
                    <a:pt x="38466" y="0"/>
                  </a:moveTo>
                  <a:lnTo>
                    <a:pt x="31999" y="125"/>
                  </a:lnTo>
                  <a:lnTo>
                    <a:pt x="25541" y="500"/>
                  </a:lnTo>
                  <a:lnTo>
                    <a:pt x="19102" y="1125"/>
                  </a:lnTo>
                  <a:lnTo>
                    <a:pt x="12693" y="1998"/>
                  </a:lnTo>
                  <a:lnTo>
                    <a:pt x="6322" y="3119"/>
                  </a:lnTo>
                  <a:lnTo>
                    <a:pt x="0" y="4485"/>
                  </a:lnTo>
                  <a:lnTo>
                    <a:pt x="3846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4768" y="1685989"/>
              <a:ext cx="38466" cy="162681"/>
            </a:xfrm>
            <a:custGeom>
              <a:avLst/>
              <a:pathLst>
                <a:path w="38466" h="162681">
                  <a:moveTo>
                    <a:pt x="0" y="0"/>
                  </a:moveTo>
                  <a:lnTo>
                    <a:pt x="38466" y="16268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256070" y="1685989"/>
              <a:ext cx="334330" cy="329838"/>
            </a:xfrm>
            <a:custGeom>
              <a:avLst/>
              <a:pathLst>
                <a:path w="334330" h="329838">
                  <a:moveTo>
                    <a:pt x="128698" y="0"/>
                  </a:moveTo>
                  <a:lnTo>
                    <a:pt x="123554" y="1302"/>
                  </a:lnTo>
                  <a:lnTo>
                    <a:pt x="118454" y="2768"/>
                  </a:lnTo>
                  <a:lnTo>
                    <a:pt x="113403" y="4394"/>
                  </a:lnTo>
                  <a:lnTo>
                    <a:pt x="108407" y="6180"/>
                  </a:lnTo>
                  <a:lnTo>
                    <a:pt x="103470" y="8124"/>
                  </a:lnTo>
                  <a:lnTo>
                    <a:pt x="98596" y="10223"/>
                  </a:lnTo>
                  <a:lnTo>
                    <a:pt x="93792" y="12476"/>
                  </a:lnTo>
                  <a:lnTo>
                    <a:pt x="89062" y="14881"/>
                  </a:lnTo>
                  <a:lnTo>
                    <a:pt x="84411" y="17434"/>
                  </a:lnTo>
                  <a:lnTo>
                    <a:pt x="79842" y="20133"/>
                  </a:lnTo>
                  <a:lnTo>
                    <a:pt x="75362" y="22977"/>
                  </a:lnTo>
                  <a:lnTo>
                    <a:pt x="70975" y="25961"/>
                  </a:lnTo>
                  <a:lnTo>
                    <a:pt x="66684" y="29082"/>
                  </a:lnTo>
                  <a:lnTo>
                    <a:pt x="62494" y="32339"/>
                  </a:lnTo>
                  <a:lnTo>
                    <a:pt x="58410" y="35726"/>
                  </a:lnTo>
                  <a:lnTo>
                    <a:pt x="54436" y="39242"/>
                  </a:lnTo>
                  <a:lnTo>
                    <a:pt x="50575" y="42882"/>
                  </a:lnTo>
                  <a:lnTo>
                    <a:pt x="46832" y="46643"/>
                  </a:lnTo>
                  <a:lnTo>
                    <a:pt x="43209" y="50520"/>
                  </a:lnTo>
                  <a:lnTo>
                    <a:pt x="39712" y="54511"/>
                  </a:lnTo>
                  <a:lnTo>
                    <a:pt x="36343" y="58610"/>
                  </a:lnTo>
                  <a:lnTo>
                    <a:pt x="33106" y="62815"/>
                  </a:lnTo>
                  <a:lnTo>
                    <a:pt x="30004" y="67120"/>
                  </a:lnTo>
                  <a:lnTo>
                    <a:pt x="27040" y="71521"/>
                  </a:lnTo>
                  <a:lnTo>
                    <a:pt x="24218" y="76014"/>
                  </a:lnTo>
                  <a:lnTo>
                    <a:pt x="21539" y="80594"/>
                  </a:lnTo>
                  <a:lnTo>
                    <a:pt x="19007" y="85258"/>
                  </a:lnTo>
                  <a:lnTo>
                    <a:pt x="16625" y="89999"/>
                  </a:lnTo>
                  <a:lnTo>
                    <a:pt x="14394" y="94813"/>
                  </a:lnTo>
                  <a:lnTo>
                    <a:pt x="12317" y="99696"/>
                  </a:lnTo>
                  <a:lnTo>
                    <a:pt x="10396" y="104642"/>
                  </a:lnTo>
                  <a:lnTo>
                    <a:pt x="8633" y="109647"/>
                  </a:lnTo>
                  <a:lnTo>
                    <a:pt x="7029" y="114705"/>
                  </a:lnTo>
                  <a:lnTo>
                    <a:pt x="5587" y="119812"/>
                  </a:lnTo>
                  <a:lnTo>
                    <a:pt x="4308" y="124961"/>
                  </a:lnTo>
                  <a:lnTo>
                    <a:pt x="3193" y="130149"/>
                  </a:lnTo>
                  <a:lnTo>
                    <a:pt x="2243" y="135370"/>
                  </a:lnTo>
                  <a:lnTo>
                    <a:pt x="1459" y="140618"/>
                  </a:lnTo>
                  <a:lnTo>
                    <a:pt x="843" y="145888"/>
                  </a:lnTo>
                  <a:lnTo>
                    <a:pt x="394" y="151175"/>
                  </a:lnTo>
                  <a:lnTo>
                    <a:pt x="112" y="156474"/>
                  </a:lnTo>
                  <a:lnTo>
                    <a:pt x="0" y="161779"/>
                  </a:lnTo>
                  <a:lnTo>
                    <a:pt x="55" y="167084"/>
                  </a:lnTo>
                  <a:lnTo>
                    <a:pt x="279" y="172386"/>
                  </a:lnTo>
                  <a:lnTo>
                    <a:pt x="671" y="177678"/>
                  </a:lnTo>
                  <a:lnTo>
                    <a:pt x="1231" y="182954"/>
                  </a:lnTo>
                  <a:lnTo>
                    <a:pt x="1958" y="188210"/>
                  </a:lnTo>
                  <a:lnTo>
                    <a:pt x="2851" y="193441"/>
                  </a:lnTo>
                  <a:lnTo>
                    <a:pt x="3910" y="198640"/>
                  </a:lnTo>
                  <a:lnTo>
                    <a:pt x="5134" y="203803"/>
                  </a:lnTo>
                  <a:lnTo>
                    <a:pt x="6521" y="208925"/>
                  </a:lnTo>
                  <a:lnTo>
                    <a:pt x="8069" y="214000"/>
                  </a:lnTo>
                  <a:lnTo>
                    <a:pt x="9778" y="219024"/>
                  </a:lnTo>
                  <a:lnTo>
                    <a:pt x="11646" y="223990"/>
                  </a:lnTo>
                  <a:lnTo>
                    <a:pt x="13670" y="228895"/>
                  </a:lnTo>
                  <a:lnTo>
                    <a:pt x="15849" y="233734"/>
                  </a:lnTo>
                  <a:lnTo>
                    <a:pt x="18180" y="238500"/>
                  </a:lnTo>
                  <a:lnTo>
                    <a:pt x="20661" y="243190"/>
                  </a:lnTo>
                  <a:lnTo>
                    <a:pt x="23290" y="247800"/>
                  </a:lnTo>
                  <a:lnTo>
                    <a:pt x="26064" y="252323"/>
                  </a:lnTo>
                  <a:lnTo>
                    <a:pt x="28980" y="256756"/>
                  </a:lnTo>
                  <a:lnTo>
                    <a:pt x="32036" y="261094"/>
                  </a:lnTo>
                  <a:lnTo>
                    <a:pt x="35227" y="265333"/>
                  </a:lnTo>
                  <a:lnTo>
                    <a:pt x="38552" y="269469"/>
                  </a:lnTo>
                  <a:lnTo>
                    <a:pt x="42006" y="273497"/>
                  </a:lnTo>
                  <a:lnTo>
                    <a:pt x="45586" y="277414"/>
                  </a:lnTo>
                  <a:lnTo>
                    <a:pt x="49288" y="281214"/>
                  </a:lnTo>
                  <a:lnTo>
                    <a:pt x="53110" y="284896"/>
                  </a:lnTo>
                  <a:lnTo>
                    <a:pt x="57046" y="288454"/>
                  </a:lnTo>
                  <a:lnTo>
                    <a:pt x="61093" y="291886"/>
                  </a:lnTo>
                  <a:lnTo>
                    <a:pt x="65247" y="295187"/>
                  </a:lnTo>
                  <a:lnTo>
                    <a:pt x="69504" y="298355"/>
                  </a:lnTo>
                  <a:lnTo>
                    <a:pt x="73859" y="301386"/>
                  </a:lnTo>
                  <a:lnTo>
                    <a:pt x="78308" y="304277"/>
                  </a:lnTo>
                  <a:lnTo>
                    <a:pt x="82847" y="307026"/>
                  </a:lnTo>
                  <a:lnTo>
                    <a:pt x="87471" y="309630"/>
                  </a:lnTo>
                  <a:lnTo>
                    <a:pt x="92175" y="312085"/>
                  </a:lnTo>
                  <a:lnTo>
                    <a:pt x="96954" y="314390"/>
                  </a:lnTo>
                  <a:lnTo>
                    <a:pt x="101805" y="316541"/>
                  </a:lnTo>
                  <a:lnTo>
                    <a:pt x="106721" y="318538"/>
                  </a:lnTo>
                  <a:lnTo>
                    <a:pt x="111698" y="320378"/>
                  </a:lnTo>
                  <a:lnTo>
                    <a:pt x="116731" y="322059"/>
                  </a:lnTo>
                  <a:lnTo>
                    <a:pt x="121814" y="323579"/>
                  </a:lnTo>
                  <a:lnTo>
                    <a:pt x="126944" y="324938"/>
                  </a:lnTo>
                  <a:lnTo>
                    <a:pt x="132114" y="326132"/>
                  </a:lnTo>
                  <a:lnTo>
                    <a:pt x="137319" y="327163"/>
                  </a:lnTo>
                  <a:lnTo>
                    <a:pt x="142554" y="328027"/>
                  </a:lnTo>
                  <a:lnTo>
                    <a:pt x="147814" y="328725"/>
                  </a:lnTo>
                  <a:lnTo>
                    <a:pt x="153094" y="329255"/>
                  </a:lnTo>
                  <a:lnTo>
                    <a:pt x="158388" y="329618"/>
                  </a:lnTo>
                  <a:lnTo>
                    <a:pt x="163690" y="329812"/>
                  </a:lnTo>
                  <a:lnTo>
                    <a:pt x="168996" y="329838"/>
                  </a:lnTo>
                  <a:lnTo>
                    <a:pt x="174301" y="329696"/>
                  </a:lnTo>
                  <a:lnTo>
                    <a:pt x="179598" y="329385"/>
                  </a:lnTo>
                  <a:lnTo>
                    <a:pt x="184882" y="328907"/>
                  </a:lnTo>
                  <a:lnTo>
                    <a:pt x="190149" y="328261"/>
                  </a:lnTo>
                  <a:lnTo>
                    <a:pt x="195393" y="327448"/>
                  </a:lnTo>
                  <a:lnTo>
                    <a:pt x="200608" y="326469"/>
                  </a:lnTo>
                  <a:lnTo>
                    <a:pt x="205789" y="325325"/>
                  </a:lnTo>
                  <a:lnTo>
                    <a:pt x="210932" y="324017"/>
                  </a:lnTo>
                  <a:lnTo>
                    <a:pt x="216030" y="322547"/>
                  </a:lnTo>
                  <a:lnTo>
                    <a:pt x="221079" y="320916"/>
                  </a:lnTo>
                  <a:lnTo>
                    <a:pt x="226074" y="319125"/>
                  </a:lnTo>
                  <a:lnTo>
                    <a:pt x="231009" y="317176"/>
                  </a:lnTo>
                  <a:lnTo>
                    <a:pt x="235881" y="315072"/>
                  </a:lnTo>
                  <a:lnTo>
                    <a:pt x="240683" y="312814"/>
                  </a:lnTo>
                  <a:lnTo>
                    <a:pt x="245410" y="310406"/>
                  </a:lnTo>
                  <a:lnTo>
                    <a:pt x="250059" y="307848"/>
                  </a:lnTo>
                  <a:lnTo>
                    <a:pt x="254625" y="305144"/>
                  </a:lnTo>
                  <a:lnTo>
                    <a:pt x="259102" y="302296"/>
                  </a:lnTo>
                  <a:lnTo>
                    <a:pt x="263487" y="299308"/>
                  </a:lnTo>
                  <a:lnTo>
                    <a:pt x="267775" y="296182"/>
                  </a:lnTo>
                  <a:lnTo>
                    <a:pt x="271961" y="292922"/>
                  </a:lnTo>
                  <a:lnTo>
                    <a:pt x="276042" y="289530"/>
                  </a:lnTo>
                  <a:lnTo>
                    <a:pt x="280013" y="286011"/>
                  </a:lnTo>
                  <a:lnTo>
                    <a:pt x="283870" y="282367"/>
                  </a:lnTo>
                  <a:lnTo>
                    <a:pt x="287610" y="278603"/>
                  </a:lnTo>
                  <a:lnTo>
                    <a:pt x="291228" y="274722"/>
                  </a:lnTo>
                  <a:lnTo>
                    <a:pt x="294722" y="270728"/>
                  </a:lnTo>
                  <a:lnTo>
                    <a:pt x="298087" y="266625"/>
                  </a:lnTo>
                  <a:lnTo>
                    <a:pt x="301320" y="262417"/>
                  </a:lnTo>
                  <a:lnTo>
                    <a:pt x="304418" y="258109"/>
                  </a:lnTo>
                  <a:lnTo>
                    <a:pt x="307377" y="253705"/>
                  </a:lnTo>
                  <a:lnTo>
                    <a:pt x="310195" y="249209"/>
                  </a:lnTo>
                  <a:lnTo>
                    <a:pt x="312870" y="244626"/>
                  </a:lnTo>
                  <a:lnTo>
                    <a:pt x="315397" y="239961"/>
                  </a:lnTo>
                  <a:lnTo>
                    <a:pt x="317775" y="235217"/>
                  </a:lnTo>
                  <a:lnTo>
                    <a:pt x="320001" y="230400"/>
                  </a:lnTo>
                  <a:lnTo>
                    <a:pt x="322073" y="225516"/>
                  </a:lnTo>
                  <a:lnTo>
                    <a:pt x="323990" y="220568"/>
                  </a:lnTo>
                  <a:lnTo>
                    <a:pt x="325748" y="215561"/>
                  </a:lnTo>
                  <a:lnTo>
                    <a:pt x="327346" y="210501"/>
                  </a:lnTo>
                  <a:lnTo>
                    <a:pt x="328783" y="205393"/>
                  </a:lnTo>
                  <a:lnTo>
                    <a:pt x="330057" y="200243"/>
                  </a:lnTo>
                  <a:lnTo>
                    <a:pt x="331167" y="195054"/>
                  </a:lnTo>
                  <a:lnTo>
                    <a:pt x="332112" y="189832"/>
                  </a:lnTo>
                  <a:lnTo>
                    <a:pt x="332891" y="184584"/>
                  </a:lnTo>
                  <a:lnTo>
                    <a:pt x="333503" y="179313"/>
                  </a:lnTo>
                  <a:lnTo>
                    <a:pt x="333947" y="174025"/>
                  </a:lnTo>
                  <a:lnTo>
                    <a:pt x="334223" y="168726"/>
                  </a:lnTo>
                  <a:lnTo>
                    <a:pt x="334330" y="163421"/>
                  </a:lnTo>
                  <a:lnTo>
                    <a:pt x="334270" y="158115"/>
                  </a:lnTo>
                  <a:lnTo>
                    <a:pt x="334041" y="152814"/>
                  </a:lnTo>
                  <a:lnTo>
                    <a:pt x="333643" y="147523"/>
                  </a:lnTo>
                  <a:lnTo>
                    <a:pt x="333078" y="142247"/>
                  </a:lnTo>
                  <a:lnTo>
                    <a:pt x="332346" y="136991"/>
                  </a:lnTo>
                  <a:lnTo>
                    <a:pt x="331448" y="131762"/>
                  </a:lnTo>
                  <a:lnTo>
                    <a:pt x="330384" y="126563"/>
                  </a:lnTo>
                  <a:lnTo>
                    <a:pt x="329155" y="121401"/>
                  </a:lnTo>
                  <a:lnTo>
                    <a:pt x="327763" y="116281"/>
                  </a:lnTo>
                  <a:lnTo>
                    <a:pt x="326210" y="111207"/>
                  </a:lnTo>
                  <a:lnTo>
                    <a:pt x="324496" y="106186"/>
                  </a:lnTo>
                  <a:lnTo>
                    <a:pt x="322624" y="101221"/>
                  </a:lnTo>
                  <a:lnTo>
                    <a:pt x="320595" y="96318"/>
                  </a:lnTo>
                  <a:lnTo>
                    <a:pt x="318411" y="91482"/>
                  </a:lnTo>
                  <a:lnTo>
                    <a:pt x="316075" y="86717"/>
                  </a:lnTo>
                  <a:lnTo>
                    <a:pt x="313589" y="82029"/>
                  </a:lnTo>
                  <a:lnTo>
                    <a:pt x="310956" y="77423"/>
                  </a:lnTo>
                  <a:lnTo>
                    <a:pt x="308178" y="72902"/>
                  </a:lnTo>
                  <a:lnTo>
                    <a:pt x="305257" y="68472"/>
                  </a:lnTo>
                  <a:lnTo>
                    <a:pt x="302198" y="64137"/>
                  </a:lnTo>
                  <a:lnTo>
                    <a:pt x="299002" y="59901"/>
                  </a:lnTo>
                  <a:lnTo>
                    <a:pt x="295674" y="55768"/>
                  </a:lnTo>
                  <a:lnTo>
                    <a:pt x="292216" y="51743"/>
                  </a:lnTo>
                  <a:lnTo>
                    <a:pt x="288632" y="47831"/>
                  </a:lnTo>
                  <a:lnTo>
                    <a:pt x="284926" y="44033"/>
                  </a:lnTo>
                  <a:lnTo>
                    <a:pt x="281101" y="40356"/>
                  </a:lnTo>
                  <a:lnTo>
                    <a:pt x="277161" y="36801"/>
                  </a:lnTo>
                  <a:lnTo>
                    <a:pt x="273110" y="33373"/>
                  </a:lnTo>
                  <a:lnTo>
                    <a:pt x="268953" y="30076"/>
                  </a:lnTo>
                  <a:lnTo>
                    <a:pt x="264693" y="26912"/>
                  </a:lnTo>
                  <a:lnTo>
                    <a:pt x="260335" y="23885"/>
                  </a:lnTo>
                  <a:lnTo>
                    <a:pt x="255883" y="20998"/>
                  </a:lnTo>
                  <a:lnTo>
                    <a:pt x="251342" y="18254"/>
                  </a:lnTo>
                  <a:lnTo>
                    <a:pt x="167165" y="1626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423235" y="1681503"/>
              <a:ext cx="84177" cy="167167"/>
            </a:xfrm>
            <a:custGeom>
              <a:avLst/>
              <a:pathLst>
                <a:path w="84177" h="167167">
                  <a:moveTo>
                    <a:pt x="84177" y="22740"/>
                  </a:moveTo>
                  <a:lnTo>
                    <a:pt x="79045" y="19869"/>
                  </a:lnTo>
                  <a:lnTo>
                    <a:pt x="73815" y="17179"/>
                  </a:lnTo>
                  <a:lnTo>
                    <a:pt x="68494" y="14676"/>
                  </a:lnTo>
                  <a:lnTo>
                    <a:pt x="63088" y="12361"/>
                  </a:lnTo>
                  <a:lnTo>
                    <a:pt x="57604" y="10238"/>
                  </a:lnTo>
                  <a:lnTo>
                    <a:pt x="52048" y="8309"/>
                  </a:lnTo>
                  <a:lnTo>
                    <a:pt x="46429" y="6577"/>
                  </a:lnTo>
                  <a:lnTo>
                    <a:pt x="40752" y="5043"/>
                  </a:lnTo>
                  <a:lnTo>
                    <a:pt x="35024" y="3710"/>
                  </a:lnTo>
                  <a:lnTo>
                    <a:pt x="29253" y="2579"/>
                  </a:lnTo>
                  <a:lnTo>
                    <a:pt x="23446" y="1652"/>
                  </a:lnTo>
                  <a:lnTo>
                    <a:pt x="17610" y="930"/>
                  </a:lnTo>
                  <a:lnTo>
                    <a:pt x="11752" y="413"/>
                  </a:lnTo>
                  <a:lnTo>
                    <a:pt x="587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853879" y="1322571"/>
              <a:ext cx="334326" cy="334322"/>
            </a:xfrm>
            <a:custGeom>
              <a:avLst/>
              <a:pathLst>
                <a:path w="334326" h="334322">
                  <a:moveTo>
                    <a:pt x="167159" y="0"/>
                  </a:moveTo>
                  <a:lnTo>
                    <a:pt x="161876" y="83"/>
                  </a:lnTo>
                  <a:lnTo>
                    <a:pt x="156598" y="333"/>
                  </a:lnTo>
                  <a:lnTo>
                    <a:pt x="151331" y="751"/>
                  </a:lnTo>
                  <a:lnTo>
                    <a:pt x="146080" y="1334"/>
                  </a:lnTo>
                  <a:lnTo>
                    <a:pt x="140849" y="2083"/>
                  </a:lnTo>
                  <a:lnTo>
                    <a:pt x="135645" y="2997"/>
                  </a:lnTo>
                  <a:lnTo>
                    <a:pt x="130472" y="4075"/>
                  </a:lnTo>
                  <a:lnTo>
                    <a:pt x="125336" y="5316"/>
                  </a:lnTo>
                  <a:lnTo>
                    <a:pt x="120242" y="6718"/>
                  </a:lnTo>
                  <a:lnTo>
                    <a:pt x="115195" y="8281"/>
                  </a:lnTo>
                  <a:lnTo>
                    <a:pt x="110199" y="10003"/>
                  </a:lnTo>
                  <a:lnTo>
                    <a:pt x="105261" y="11881"/>
                  </a:lnTo>
                  <a:lnTo>
                    <a:pt x="100384" y="13915"/>
                  </a:lnTo>
                  <a:lnTo>
                    <a:pt x="95574" y="16102"/>
                  </a:lnTo>
                  <a:lnTo>
                    <a:pt x="90836" y="18440"/>
                  </a:lnTo>
                  <a:lnTo>
                    <a:pt x="86174" y="20926"/>
                  </a:lnTo>
                  <a:lnTo>
                    <a:pt x="81592" y="23559"/>
                  </a:lnTo>
                  <a:lnTo>
                    <a:pt x="77097" y="26335"/>
                  </a:lnTo>
                  <a:lnTo>
                    <a:pt x="72691" y="29251"/>
                  </a:lnTo>
                  <a:lnTo>
                    <a:pt x="68379" y="32306"/>
                  </a:lnTo>
                  <a:lnTo>
                    <a:pt x="64167" y="35495"/>
                  </a:lnTo>
                  <a:lnTo>
                    <a:pt x="60057" y="38816"/>
                  </a:lnTo>
                  <a:lnTo>
                    <a:pt x="56054" y="42265"/>
                  </a:lnTo>
                  <a:lnTo>
                    <a:pt x="52162" y="45838"/>
                  </a:lnTo>
                  <a:lnTo>
                    <a:pt x="48385" y="49533"/>
                  </a:lnTo>
                  <a:lnTo>
                    <a:pt x="44727" y="53346"/>
                  </a:lnTo>
                  <a:lnTo>
                    <a:pt x="41191" y="57272"/>
                  </a:lnTo>
                  <a:lnTo>
                    <a:pt x="37781" y="61308"/>
                  </a:lnTo>
                  <a:lnTo>
                    <a:pt x="34500" y="65450"/>
                  </a:lnTo>
                  <a:lnTo>
                    <a:pt x="31351" y="69693"/>
                  </a:lnTo>
                  <a:lnTo>
                    <a:pt x="28339" y="74034"/>
                  </a:lnTo>
                  <a:lnTo>
                    <a:pt x="25465" y="78467"/>
                  </a:lnTo>
                  <a:lnTo>
                    <a:pt x="22732" y="82990"/>
                  </a:lnTo>
                  <a:lnTo>
                    <a:pt x="20144" y="87596"/>
                  </a:lnTo>
                  <a:lnTo>
                    <a:pt x="17703" y="92282"/>
                  </a:lnTo>
                  <a:lnTo>
                    <a:pt x="15411" y="97043"/>
                  </a:lnTo>
                  <a:lnTo>
                    <a:pt x="13270" y="101874"/>
                  </a:lnTo>
                  <a:lnTo>
                    <a:pt x="11284" y="106770"/>
                  </a:lnTo>
                  <a:lnTo>
                    <a:pt x="9453" y="111726"/>
                  </a:lnTo>
                  <a:lnTo>
                    <a:pt x="7780" y="116738"/>
                  </a:lnTo>
                  <a:lnTo>
                    <a:pt x="6265" y="121800"/>
                  </a:lnTo>
                  <a:lnTo>
                    <a:pt x="4912" y="126908"/>
                  </a:lnTo>
                  <a:lnTo>
                    <a:pt x="3721" y="132055"/>
                  </a:lnTo>
                  <a:lnTo>
                    <a:pt x="2693" y="137238"/>
                  </a:lnTo>
                  <a:lnTo>
                    <a:pt x="1829" y="142451"/>
                  </a:lnTo>
                  <a:lnTo>
                    <a:pt x="1130" y="147688"/>
                  </a:lnTo>
                  <a:lnTo>
                    <a:pt x="598" y="152945"/>
                  </a:lnTo>
                  <a:lnTo>
                    <a:pt x="232" y="158216"/>
                  </a:lnTo>
                  <a:lnTo>
                    <a:pt x="32" y="163496"/>
                  </a:lnTo>
                  <a:lnTo>
                    <a:pt x="0" y="168780"/>
                  </a:lnTo>
                  <a:lnTo>
                    <a:pt x="134" y="174062"/>
                  </a:lnTo>
                  <a:lnTo>
                    <a:pt x="435" y="179337"/>
                  </a:lnTo>
                  <a:lnTo>
                    <a:pt x="903" y="184600"/>
                  </a:lnTo>
                  <a:lnTo>
                    <a:pt x="1537" y="189846"/>
                  </a:lnTo>
                  <a:lnTo>
                    <a:pt x="2337" y="195068"/>
                  </a:lnTo>
                  <a:lnTo>
                    <a:pt x="3301" y="200263"/>
                  </a:lnTo>
                  <a:lnTo>
                    <a:pt x="4429" y="205425"/>
                  </a:lnTo>
                  <a:lnTo>
                    <a:pt x="5719" y="210549"/>
                  </a:lnTo>
                  <a:lnTo>
                    <a:pt x="7171" y="215630"/>
                  </a:lnTo>
                  <a:lnTo>
                    <a:pt x="8782" y="220662"/>
                  </a:lnTo>
                  <a:lnTo>
                    <a:pt x="10552" y="225640"/>
                  </a:lnTo>
                  <a:lnTo>
                    <a:pt x="12478" y="230560"/>
                  </a:lnTo>
                  <a:lnTo>
                    <a:pt x="14559" y="235417"/>
                  </a:lnTo>
                  <a:lnTo>
                    <a:pt x="16792" y="240206"/>
                  </a:lnTo>
                  <a:lnTo>
                    <a:pt x="19175" y="244921"/>
                  </a:lnTo>
                  <a:lnTo>
                    <a:pt x="21707" y="249559"/>
                  </a:lnTo>
                  <a:lnTo>
                    <a:pt x="24383" y="254115"/>
                  </a:lnTo>
                  <a:lnTo>
                    <a:pt x="27202" y="258584"/>
                  </a:lnTo>
                  <a:lnTo>
                    <a:pt x="30161" y="262961"/>
                  </a:lnTo>
                  <a:lnTo>
                    <a:pt x="33257" y="267243"/>
                  </a:lnTo>
                  <a:lnTo>
                    <a:pt x="36487" y="271425"/>
                  </a:lnTo>
                  <a:lnTo>
                    <a:pt x="39847" y="275503"/>
                  </a:lnTo>
                  <a:lnTo>
                    <a:pt x="43335" y="279472"/>
                  </a:lnTo>
                  <a:lnTo>
                    <a:pt x="46946" y="283329"/>
                  </a:lnTo>
                  <a:lnTo>
                    <a:pt x="50677" y="287070"/>
                  </a:lnTo>
                  <a:lnTo>
                    <a:pt x="54524" y="290692"/>
                  </a:lnTo>
                  <a:lnTo>
                    <a:pt x="58485" y="294190"/>
                  </a:lnTo>
                  <a:lnTo>
                    <a:pt x="62553" y="297561"/>
                  </a:lnTo>
                  <a:lnTo>
                    <a:pt x="66726" y="300802"/>
                  </a:lnTo>
                  <a:lnTo>
                    <a:pt x="71000" y="303909"/>
                  </a:lnTo>
                  <a:lnTo>
                    <a:pt x="75369" y="306880"/>
                  </a:lnTo>
                  <a:lnTo>
                    <a:pt x="79831" y="309711"/>
                  </a:lnTo>
                  <a:lnTo>
                    <a:pt x="84379" y="312399"/>
                  </a:lnTo>
                  <a:lnTo>
                    <a:pt x="89010" y="314943"/>
                  </a:lnTo>
                  <a:lnTo>
                    <a:pt x="93720" y="317339"/>
                  </a:lnTo>
                  <a:lnTo>
                    <a:pt x="98502" y="319585"/>
                  </a:lnTo>
                  <a:lnTo>
                    <a:pt x="103354" y="321678"/>
                  </a:lnTo>
                  <a:lnTo>
                    <a:pt x="108269" y="323618"/>
                  </a:lnTo>
                  <a:lnTo>
                    <a:pt x="113243" y="325401"/>
                  </a:lnTo>
                  <a:lnTo>
                    <a:pt x="118270" y="327026"/>
                  </a:lnTo>
                  <a:lnTo>
                    <a:pt x="123347" y="328491"/>
                  </a:lnTo>
                  <a:lnTo>
                    <a:pt x="128467" y="329795"/>
                  </a:lnTo>
                  <a:lnTo>
                    <a:pt x="133626" y="330937"/>
                  </a:lnTo>
                  <a:lnTo>
                    <a:pt x="138818" y="331915"/>
                  </a:lnTo>
                  <a:lnTo>
                    <a:pt x="144039" y="332728"/>
                  </a:lnTo>
                  <a:lnTo>
                    <a:pt x="149283" y="333376"/>
                  </a:lnTo>
                  <a:lnTo>
                    <a:pt x="154545" y="333858"/>
                  </a:lnTo>
                  <a:lnTo>
                    <a:pt x="159819" y="334173"/>
                  </a:lnTo>
                  <a:lnTo>
                    <a:pt x="165101" y="334322"/>
                  </a:lnTo>
                  <a:lnTo>
                    <a:pt x="170385" y="334303"/>
                  </a:lnTo>
                  <a:lnTo>
                    <a:pt x="175665" y="334118"/>
                  </a:lnTo>
                  <a:lnTo>
                    <a:pt x="180937" y="333766"/>
                  </a:lnTo>
                  <a:lnTo>
                    <a:pt x="186195" y="333247"/>
                  </a:lnTo>
                  <a:lnTo>
                    <a:pt x="191435" y="332562"/>
                  </a:lnTo>
                  <a:lnTo>
                    <a:pt x="196650" y="331713"/>
                  </a:lnTo>
                  <a:lnTo>
                    <a:pt x="201835" y="330698"/>
                  </a:lnTo>
                  <a:lnTo>
                    <a:pt x="206986" y="329521"/>
                  </a:lnTo>
                  <a:lnTo>
                    <a:pt x="212097" y="328181"/>
                  </a:lnTo>
                  <a:lnTo>
                    <a:pt x="217163" y="326680"/>
                  </a:lnTo>
                  <a:lnTo>
                    <a:pt x="222179" y="325020"/>
                  </a:lnTo>
                  <a:lnTo>
                    <a:pt x="227141" y="323203"/>
                  </a:lnTo>
                  <a:lnTo>
                    <a:pt x="232042" y="321229"/>
                  </a:lnTo>
                  <a:lnTo>
                    <a:pt x="236878" y="319102"/>
                  </a:lnTo>
                  <a:lnTo>
                    <a:pt x="241645" y="316822"/>
                  </a:lnTo>
                  <a:lnTo>
                    <a:pt x="246338" y="314394"/>
                  </a:lnTo>
                  <a:lnTo>
                    <a:pt x="250951" y="311818"/>
                  </a:lnTo>
                  <a:lnTo>
                    <a:pt x="255481" y="309097"/>
                  </a:lnTo>
                  <a:lnTo>
                    <a:pt x="259922" y="306235"/>
                  </a:lnTo>
                  <a:lnTo>
                    <a:pt x="264271" y="303234"/>
                  </a:lnTo>
                  <a:lnTo>
                    <a:pt x="268523" y="300097"/>
                  </a:lnTo>
                  <a:lnTo>
                    <a:pt x="272673" y="296827"/>
                  </a:lnTo>
                  <a:lnTo>
                    <a:pt x="276718" y="293428"/>
                  </a:lnTo>
                  <a:lnTo>
                    <a:pt x="280654" y="289902"/>
                  </a:lnTo>
                  <a:lnTo>
                    <a:pt x="284476" y="286254"/>
                  </a:lnTo>
                  <a:lnTo>
                    <a:pt x="288181" y="282487"/>
                  </a:lnTo>
                  <a:lnTo>
                    <a:pt x="291765" y="278605"/>
                  </a:lnTo>
                  <a:lnTo>
                    <a:pt x="295224" y="274611"/>
                  </a:lnTo>
                  <a:lnTo>
                    <a:pt x="298556" y="270510"/>
                  </a:lnTo>
                  <a:lnTo>
                    <a:pt x="301757" y="266306"/>
                  </a:lnTo>
                  <a:lnTo>
                    <a:pt x="304822" y="262002"/>
                  </a:lnTo>
                  <a:lnTo>
                    <a:pt x="307751" y="257604"/>
                  </a:lnTo>
                  <a:lnTo>
                    <a:pt x="310539" y="253116"/>
                  </a:lnTo>
                  <a:lnTo>
                    <a:pt x="313183" y="248542"/>
                  </a:lnTo>
                  <a:lnTo>
                    <a:pt x="315682" y="243886"/>
                  </a:lnTo>
                  <a:lnTo>
                    <a:pt x="318033" y="239154"/>
                  </a:lnTo>
                  <a:lnTo>
                    <a:pt x="320232" y="234350"/>
                  </a:lnTo>
                  <a:lnTo>
                    <a:pt x="322279" y="229479"/>
                  </a:lnTo>
                  <a:lnTo>
                    <a:pt x="324171" y="224545"/>
                  </a:lnTo>
                  <a:lnTo>
                    <a:pt x="325906" y="219554"/>
                  </a:lnTo>
                  <a:lnTo>
                    <a:pt x="327482" y="214511"/>
                  </a:lnTo>
                  <a:lnTo>
                    <a:pt x="328898" y="209421"/>
                  </a:lnTo>
                  <a:lnTo>
                    <a:pt x="330153" y="204288"/>
                  </a:lnTo>
                  <a:lnTo>
                    <a:pt x="331245" y="199119"/>
                  </a:lnTo>
                  <a:lnTo>
                    <a:pt x="332172" y="193917"/>
                  </a:lnTo>
                  <a:lnTo>
                    <a:pt x="332935" y="188688"/>
                  </a:lnTo>
                  <a:lnTo>
                    <a:pt x="333533" y="183439"/>
                  </a:lnTo>
                  <a:lnTo>
                    <a:pt x="333964" y="178172"/>
                  </a:lnTo>
                  <a:lnTo>
                    <a:pt x="334228" y="172895"/>
                  </a:lnTo>
                  <a:lnTo>
                    <a:pt x="334326" y="167612"/>
                  </a:lnTo>
                  <a:lnTo>
                    <a:pt x="334257" y="162329"/>
                  </a:lnTo>
                  <a:lnTo>
                    <a:pt x="334020" y="157051"/>
                  </a:lnTo>
                  <a:lnTo>
                    <a:pt x="333617" y="151782"/>
                  </a:lnTo>
                  <a:lnTo>
                    <a:pt x="333048" y="146529"/>
                  </a:lnTo>
                  <a:lnTo>
                    <a:pt x="332313" y="141297"/>
                  </a:lnTo>
                  <a:lnTo>
                    <a:pt x="331413" y="136090"/>
                  </a:lnTo>
                  <a:lnTo>
                    <a:pt x="330348" y="130915"/>
                  </a:lnTo>
                  <a:lnTo>
                    <a:pt x="329121" y="125776"/>
                  </a:lnTo>
                  <a:lnTo>
                    <a:pt x="327732" y="120678"/>
                  </a:lnTo>
                  <a:lnTo>
                    <a:pt x="326183" y="115626"/>
                  </a:lnTo>
                  <a:lnTo>
                    <a:pt x="324474" y="110626"/>
                  </a:lnTo>
                  <a:lnTo>
                    <a:pt x="322609" y="105683"/>
                  </a:lnTo>
                  <a:lnTo>
                    <a:pt x="320588" y="100801"/>
                  </a:lnTo>
                  <a:lnTo>
                    <a:pt x="318414" y="95985"/>
                  </a:lnTo>
                  <a:lnTo>
                    <a:pt x="316089" y="91240"/>
                  </a:lnTo>
                  <a:lnTo>
                    <a:pt x="313615" y="86572"/>
                  </a:lnTo>
                  <a:lnTo>
                    <a:pt x="310995" y="81983"/>
                  </a:lnTo>
                  <a:lnTo>
                    <a:pt x="308231" y="77480"/>
                  </a:lnTo>
                  <a:lnTo>
                    <a:pt x="305326" y="73067"/>
                  </a:lnTo>
                  <a:lnTo>
                    <a:pt x="302283" y="68747"/>
                  </a:lnTo>
                  <a:lnTo>
                    <a:pt x="299105" y="64526"/>
                  </a:lnTo>
                  <a:lnTo>
                    <a:pt x="295795" y="60407"/>
                  </a:lnTo>
                  <a:lnTo>
                    <a:pt x="292357" y="56395"/>
                  </a:lnTo>
                  <a:lnTo>
                    <a:pt x="288794" y="52494"/>
                  </a:lnTo>
                  <a:lnTo>
                    <a:pt x="285109" y="48707"/>
                  </a:lnTo>
                  <a:lnTo>
                    <a:pt x="281306" y="45038"/>
                  </a:lnTo>
                  <a:lnTo>
                    <a:pt x="277390" y="41492"/>
                  </a:lnTo>
                  <a:lnTo>
                    <a:pt x="273363" y="38071"/>
                  </a:lnTo>
                  <a:lnTo>
                    <a:pt x="269230" y="34779"/>
                  </a:lnTo>
                  <a:lnTo>
                    <a:pt x="264995" y="31619"/>
                  </a:lnTo>
                  <a:lnTo>
                    <a:pt x="260662" y="28595"/>
                  </a:lnTo>
                  <a:lnTo>
                    <a:pt x="256236" y="25709"/>
                  </a:lnTo>
                  <a:lnTo>
                    <a:pt x="251721" y="22965"/>
                  </a:lnTo>
                  <a:lnTo>
                    <a:pt x="247121" y="20364"/>
                  </a:lnTo>
                  <a:lnTo>
                    <a:pt x="242442" y="17911"/>
                  </a:lnTo>
                  <a:lnTo>
                    <a:pt x="237687" y="15606"/>
                  </a:lnTo>
                  <a:lnTo>
                    <a:pt x="232862" y="13453"/>
                  </a:lnTo>
                  <a:lnTo>
                    <a:pt x="227972" y="11453"/>
                  </a:lnTo>
                  <a:lnTo>
                    <a:pt x="223020" y="9609"/>
                  </a:lnTo>
                  <a:lnTo>
                    <a:pt x="218013" y="7922"/>
                  </a:lnTo>
                  <a:lnTo>
                    <a:pt x="212955" y="6395"/>
                  </a:lnTo>
                  <a:lnTo>
                    <a:pt x="207851" y="5028"/>
                  </a:lnTo>
                  <a:lnTo>
                    <a:pt x="202706" y="3823"/>
                  </a:lnTo>
                  <a:lnTo>
                    <a:pt x="197526" y="2781"/>
                  </a:lnTo>
                  <a:lnTo>
                    <a:pt x="192316" y="1903"/>
                  </a:lnTo>
                  <a:lnTo>
                    <a:pt x="187080" y="1191"/>
                  </a:lnTo>
                  <a:lnTo>
                    <a:pt x="181825" y="644"/>
                  </a:lnTo>
                  <a:lnTo>
                    <a:pt x="176555" y="264"/>
                  </a:lnTo>
                  <a:lnTo>
                    <a:pt x="171275" y="50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622"/>
              <a:ext cx="4116" cy="167116"/>
            </a:xfrm>
            <a:custGeom>
              <a:avLst/>
              <a:pathLst>
                <a:path w="4116" h="167116">
                  <a:moveTo>
                    <a:pt x="4116" y="0"/>
                  </a:moveTo>
                  <a:lnTo>
                    <a:pt x="0" y="1671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4116" cy="167167"/>
            </a:xfrm>
            <a:custGeom>
              <a:avLst/>
              <a:pathLst>
                <a:path w="4116" h="167167">
                  <a:moveTo>
                    <a:pt x="4116" y="5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378098" y="1071028"/>
              <a:ext cx="334326" cy="334320"/>
            </a:xfrm>
            <a:custGeom>
              <a:avLst/>
              <a:pathLst>
                <a:path w="334326" h="334320">
                  <a:moveTo>
                    <a:pt x="167160" y="0"/>
                  </a:moveTo>
                  <a:lnTo>
                    <a:pt x="161878" y="83"/>
                  </a:lnTo>
                  <a:lnTo>
                    <a:pt x="156601" y="333"/>
                  </a:lnTo>
                  <a:lnTo>
                    <a:pt x="151334" y="750"/>
                  </a:lnTo>
                  <a:lnTo>
                    <a:pt x="146084" y="1333"/>
                  </a:lnTo>
                  <a:lnTo>
                    <a:pt x="140855" y="2082"/>
                  </a:lnTo>
                  <a:lnTo>
                    <a:pt x="135651" y="2996"/>
                  </a:lnTo>
                  <a:lnTo>
                    <a:pt x="130480" y="4073"/>
                  </a:lnTo>
                  <a:lnTo>
                    <a:pt x="125345" y="5314"/>
                  </a:lnTo>
                  <a:lnTo>
                    <a:pt x="120251" y="6716"/>
                  </a:lnTo>
                  <a:lnTo>
                    <a:pt x="115205" y="8278"/>
                  </a:lnTo>
                  <a:lnTo>
                    <a:pt x="110210" y="9999"/>
                  </a:lnTo>
                  <a:lnTo>
                    <a:pt x="105273" y="11877"/>
                  </a:lnTo>
                  <a:lnTo>
                    <a:pt x="100397" y="13910"/>
                  </a:lnTo>
                  <a:lnTo>
                    <a:pt x="95588" y="16096"/>
                  </a:lnTo>
                  <a:lnTo>
                    <a:pt x="90850" y="18433"/>
                  </a:lnTo>
                  <a:lnTo>
                    <a:pt x="86188" y="20919"/>
                  </a:lnTo>
                  <a:lnTo>
                    <a:pt x="81608" y="23550"/>
                  </a:lnTo>
                  <a:lnTo>
                    <a:pt x="77112" y="26325"/>
                  </a:lnTo>
                  <a:lnTo>
                    <a:pt x="72707" y="29241"/>
                  </a:lnTo>
                  <a:lnTo>
                    <a:pt x="68396" y="32294"/>
                  </a:lnTo>
                  <a:lnTo>
                    <a:pt x="64184" y="35482"/>
                  </a:lnTo>
                  <a:lnTo>
                    <a:pt x="60074" y="38802"/>
                  </a:lnTo>
                  <a:lnTo>
                    <a:pt x="56072" y="42249"/>
                  </a:lnTo>
                  <a:lnTo>
                    <a:pt x="52180" y="45822"/>
                  </a:lnTo>
                  <a:lnTo>
                    <a:pt x="48403" y="49516"/>
                  </a:lnTo>
                  <a:lnTo>
                    <a:pt x="44745" y="53327"/>
                  </a:lnTo>
                  <a:lnTo>
                    <a:pt x="41209" y="57252"/>
                  </a:lnTo>
                  <a:lnTo>
                    <a:pt x="37799" y="61286"/>
                  </a:lnTo>
                  <a:lnTo>
                    <a:pt x="34518" y="65427"/>
                  </a:lnTo>
                  <a:lnTo>
                    <a:pt x="31369" y="69669"/>
                  </a:lnTo>
                  <a:lnTo>
                    <a:pt x="28356" y="74008"/>
                  </a:lnTo>
                  <a:lnTo>
                    <a:pt x="25482" y="78440"/>
                  </a:lnTo>
                  <a:lnTo>
                    <a:pt x="22749" y="82961"/>
                  </a:lnTo>
                  <a:lnTo>
                    <a:pt x="20161" y="87566"/>
                  </a:lnTo>
                  <a:lnTo>
                    <a:pt x="17719" y="92251"/>
                  </a:lnTo>
                  <a:lnTo>
                    <a:pt x="15426" y="97010"/>
                  </a:lnTo>
                  <a:lnTo>
                    <a:pt x="13285" y="101840"/>
                  </a:lnTo>
                  <a:lnTo>
                    <a:pt x="11298" y="106734"/>
                  </a:lnTo>
                  <a:lnTo>
                    <a:pt x="9466" y="111689"/>
                  </a:lnTo>
                  <a:lnTo>
                    <a:pt x="7792" y="116700"/>
                  </a:lnTo>
                  <a:lnTo>
                    <a:pt x="6277" y="121761"/>
                  </a:lnTo>
                  <a:lnTo>
                    <a:pt x="4923" y="126867"/>
                  </a:lnTo>
                  <a:lnTo>
                    <a:pt x="3730" y="132013"/>
                  </a:lnTo>
                  <a:lnTo>
                    <a:pt x="2701" y="137195"/>
                  </a:lnTo>
                  <a:lnTo>
                    <a:pt x="1836" y="142406"/>
                  </a:lnTo>
                  <a:lnTo>
                    <a:pt x="1136" y="147642"/>
                  </a:lnTo>
                  <a:lnTo>
                    <a:pt x="602" y="152898"/>
                  </a:lnTo>
                  <a:lnTo>
                    <a:pt x="235" y="158168"/>
                  </a:lnTo>
                  <a:lnTo>
                    <a:pt x="34" y="163447"/>
                  </a:lnTo>
                  <a:lnTo>
                    <a:pt x="0" y="168730"/>
                  </a:lnTo>
                  <a:lnTo>
                    <a:pt x="132" y="174011"/>
                  </a:lnTo>
                  <a:lnTo>
                    <a:pt x="432" y="179285"/>
                  </a:lnTo>
                  <a:lnTo>
                    <a:pt x="898" y="184547"/>
                  </a:lnTo>
                  <a:lnTo>
                    <a:pt x="1530" y="189792"/>
                  </a:lnTo>
                  <a:lnTo>
                    <a:pt x="2328" y="195014"/>
                  </a:lnTo>
                  <a:lnTo>
                    <a:pt x="3290" y="200209"/>
                  </a:lnTo>
                  <a:lnTo>
                    <a:pt x="4416" y="205370"/>
                  </a:lnTo>
                  <a:lnTo>
                    <a:pt x="5704" y="210493"/>
                  </a:lnTo>
                  <a:lnTo>
                    <a:pt x="7154" y="215573"/>
                  </a:lnTo>
                  <a:lnTo>
                    <a:pt x="8763" y="220605"/>
                  </a:lnTo>
                  <a:lnTo>
                    <a:pt x="10531" y="225583"/>
                  </a:lnTo>
                  <a:lnTo>
                    <a:pt x="12455" y="230503"/>
                  </a:lnTo>
                  <a:lnTo>
                    <a:pt x="14534" y="235360"/>
                  </a:lnTo>
                  <a:lnTo>
                    <a:pt x="16765" y="240148"/>
                  </a:lnTo>
                  <a:lnTo>
                    <a:pt x="19146" y="244864"/>
                  </a:lnTo>
                  <a:lnTo>
                    <a:pt x="21675" y="249502"/>
                  </a:lnTo>
                  <a:lnTo>
                    <a:pt x="24349" y="254058"/>
                  </a:lnTo>
                  <a:lnTo>
                    <a:pt x="27166" y="258527"/>
                  </a:lnTo>
                  <a:lnTo>
                    <a:pt x="30122" y="262905"/>
                  </a:lnTo>
                  <a:lnTo>
                    <a:pt x="33216" y="267187"/>
                  </a:lnTo>
                  <a:lnTo>
                    <a:pt x="36443" y="271369"/>
                  </a:lnTo>
                  <a:lnTo>
                    <a:pt x="39801" y="275448"/>
                  </a:lnTo>
                  <a:lnTo>
                    <a:pt x="43286" y="279418"/>
                  </a:lnTo>
                  <a:lnTo>
                    <a:pt x="46895" y="283276"/>
                  </a:lnTo>
                  <a:lnTo>
                    <a:pt x="50624" y="287018"/>
                  </a:lnTo>
                  <a:lnTo>
                    <a:pt x="54469" y="290640"/>
                  </a:lnTo>
                  <a:lnTo>
                    <a:pt x="58426" y="294140"/>
                  </a:lnTo>
                  <a:lnTo>
                    <a:pt x="62493" y="297512"/>
                  </a:lnTo>
                  <a:lnTo>
                    <a:pt x="66664" y="300754"/>
                  </a:lnTo>
                  <a:lnTo>
                    <a:pt x="70935" y="303863"/>
                  </a:lnTo>
                  <a:lnTo>
                    <a:pt x="75302" y="306835"/>
                  </a:lnTo>
                  <a:lnTo>
                    <a:pt x="79761" y="309668"/>
                  </a:lnTo>
                  <a:lnTo>
                    <a:pt x="84308" y="312358"/>
                  </a:lnTo>
                  <a:lnTo>
                    <a:pt x="88937" y="314904"/>
                  </a:lnTo>
                  <a:lnTo>
                    <a:pt x="93644" y="317301"/>
                  </a:lnTo>
                  <a:lnTo>
                    <a:pt x="98424" y="319549"/>
                  </a:lnTo>
                  <a:lnTo>
                    <a:pt x="103274" y="321645"/>
                  </a:lnTo>
                  <a:lnTo>
                    <a:pt x="108187" y="323587"/>
                  </a:lnTo>
                  <a:lnTo>
                    <a:pt x="113159" y="325372"/>
                  </a:lnTo>
                  <a:lnTo>
                    <a:pt x="118185" y="326999"/>
                  </a:lnTo>
                  <a:lnTo>
                    <a:pt x="123259" y="328467"/>
                  </a:lnTo>
                  <a:lnTo>
                    <a:pt x="128378" y="329774"/>
                  </a:lnTo>
                  <a:lnTo>
                    <a:pt x="133535" y="330918"/>
                  </a:lnTo>
                  <a:lnTo>
                    <a:pt x="138726" y="331899"/>
                  </a:lnTo>
                  <a:lnTo>
                    <a:pt x="143946" y="332715"/>
                  </a:lnTo>
                  <a:lnTo>
                    <a:pt x="149188" y="333366"/>
                  </a:lnTo>
                  <a:lnTo>
                    <a:pt x="154449" y="333850"/>
                  </a:lnTo>
                  <a:lnTo>
                    <a:pt x="159722" y="334169"/>
                  </a:lnTo>
                  <a:lnTo>
                    <a:pt x="165002" y="334320"/>
                  </a:lnTo>
                  <a:lnTo>
                    <a:pt x="170285" y="334305"/>
                  </a:lnTo>
                  <a:lnTo>
                    <a:pt x="175565" y="334123"/>
                  </a:lnTo>
                  <a:lnTo>
                    <a:pt x="180836" y="333774"/>
                  </a:lnTo>
                  <a:lnTo>
                    <a:pt x="186093" y="333259"/>
                  </a:lnTo>
                  <a:lnTo>
                    <a:pt x="191332" y="332577"/>
                  </a:lnTo>
                  <a:lnTo>
                    <a:pt x="196547" y="331731"/>
                  </a:lnTo>
                  <a:lnTo>
                    <a:pt x="201732" y="330720"/>
                  </a:lnTo>
                  <a:lnTo>
                    <a:pt x="206882" y="329546"/>
                  </a:lnTo>
                  <a:lnTo>
                    <a:pt x="211993" y="328210"/>
                  </a:lnTo>
                  <a:lnTo>
                    <a:pt x="217059" y="326713"/>
                  </a:lnTo>
                  <a:lnTo>
                    <a:pt x="222076" y="325057"/>
                  </a:lnTo>
                  <a:lnTo>
                    <a:pt x="227037" y="323243"/>
                  </a:lnTo>
                  <a:lnTo>
                    <a:pt x="231939" y="321273"/>
                  </a:lnTo>
                  <a:lnTo>
                    <a:pt x="236776" y="319149"/>
                  </a:lnTo>
                  <a:lnTo>
                    <a:pt x="241544" y="316873"/>
                  </a:lnTo>
                  <a:lnTo>
                    <a:pt x="246237" y="314448"/>
                  </a:lnTo>
                  <a:lnTo>
                    <a:pt x="250851" y="311876"/>
                  </a:lnTo>
                  <a:lnTo>
                    <a:pt x="255382" y="309159"/>
                  </a:lnTo>
                  <a:lnTo>
                    <a:pt x="259824" y="306301"/>
                  </a:lnTo>
                  <a:lnTo>
                    <a:pt x="264174" y="303303"/>
                  </a:lnTo>
                  <a:lnTo>
                    <a:pt x="268428" y="300170"/>
                  </a:lnTo>
                  <a:lnTo>
                    <a:pt x="272580" y="296904"/>
                  </a:lnTo>
                  <a:lnTo>
                    <a:pt x="276626" y="293508"/>
                  </a:lnTo>
                  <a:lnTo>
                    <a:pt x="280564" y="289986"/>
                  </a:lnTo>
                  <a:lnTo>
                    <a:pt x="284388" y="286341"/>
                  </a:lnTo>
                  <a:lnTo>
                    <a:pt x="288095" y="282578"/>
                  </a:lnTo>
                  <a:lnTo>
                    <a:pt x="291681" y="278699"/>
                  </a:lnTo>
                  <a:lnTo>
                    <a:pt x="295143" y="274708"/>
                  </a:lnTo>
                  <a:lnTo>
                    <a:pt x="298477" y="270611"/>
                  </a:lnTo>
                  <a:lnTo>
                    <a:pt x="301680" y="266410"/>
                  </a:lnTo>
                  <a:lnTo>
                    <a:pt x="304749" y="262110"/>
                  </a:lnTo>
                  <a:lnTo>
                    <a:pt x="307680" y="257715"/>
                  </a:lnTo>
                  <a:lnTo>
                    <a:pt x="310471" y="253229"/>
                  </a:lnTo>
                  <a:lnTo>
                    <a:pt x="313119" y="248658"/>
                  </a:lnTo>
                  <a:lnTo>
                    <a:pt x="315621" y="244005"/>
                  </a:lnTo>
                  <a:lnTo>
                    <a:pt x="317975" y="239276"/>
                  </a:lnTo>
                  <a:lnTo>
                    <a:pt x="320178" y="234475"/>
                  </a:lnTo>
                  <a:lnTo>
                    <a:pt x="322228" y="229606"/>
                  </a:lnTo>
                  <a:lnTo>
                    <a:pt x="324124" y="224675"/>
                  </a:lnTo>
                  <a:lnTo>
                    <a:pt x="325863" y="219687"/>
                  </a:lnTo>
                  <a:lnTo>
                    <a:pt x="327443" y="214646"/>
                  </a:lnTo>
                  <a:lnTo>
                    <a:pt x="328863" y="209557"/>
                  </a:lnTo>
                  <a:lnTo>
                    <a:pt x="330122" y="204427"/>
                  </a:lnTo>
                  <a:lnTo>
                    <a:pt x="331218" y="199259"/>
                  </a:lnTo>
                  <a:lnTo>
                    <a:pt x="332150" y="194059"/>
                  </a:lnTo>
                  <a:lnTo>
                    <a:pt x="332917" y="188832"/>
                  </a:lnTo>
                  <a:lnTo>
                    <a:pt x="333519" y="183584"/>
                  </a:lnTo>
                  <a:lnTo>
                    <a:pt x="333955" y="178319"/>
                  </a:lnTo>
                  <a:lnTo>
                    <a:pt x="334224" y="173043"/>
                  </a:lnTo>
                  <a:lnTo>
                    <a:pt x="334326" y="167762"/>
                  </a:lnTo>
                  <a:lnTo>
                    <a:pt x="334261" y="162479"/>
                  </a:lnTo>
                  <a:lnTo>
                    <a:pt x="334030" y="157202"/>
                  </a:lnTo>
                  <a:lnTo>
                    <a:pt x="333632" y="151934"/>
                  </a:lnTo>
                  <a:lnTo>
                    <a:pt x="333067" y="146681"/>
                  </a:lnTo>
                  <a:lnTo>
                    <a:pt x="332337" y="141449"/>
                  </a:lnTo>
                  <a:lnTo>
                    <a:pt x="331442" y="136243"/>
                  </a:lnTo>
                  <a:lnTo>
                    <a:pt x="330383" y="131067"/>
                  </a:lnTo>
                  <a:lnTo>
                    <a:pt x="329161" y="125928"/>
                  </a:lnTo>
                  <a:lnTo>
                    <a:pt x="327777" y="120830"/>
                  </a:lnTo>
                  <a:lnTo>
                    <a:pt x="326232" y="115778"/>
                  </a:lnTo>
                  <a:lnTo>
                    <a:pt x="324529" y="110777"/>
                  </a:lnTo>
                  <a:lnTo>
                    <a:pt x="322669" y="105833"/>
                  </a:lnTo>
                  <a:lnTo>
                    <a:pt x="320653" y="100950"/>
                  </a:lnTo>
                  <a:lnTo>
                    <a:pt x="318484" y="96133"/>
                  </a:lnTo>
                  <a:lnTo>
                    <a:pt x="316164" y="91387"/>
                  </a:lnTo>
                  <a:lnTo>
                    <a:pt x="313695" y="86716"/>
                  </a:lnTo>
                  <a:lnTo>
                    <a:pt x="311080" y="82126"/>
                  </a:lnTo>
                  <a:lnTo>
                    <a:pt x="308321" y="77621"/>
                  </a:lnTo>
                  <a:lnTo>
                    <a:pt x="305421" y="73206"/>
                  </a:lnTo>
                  <a:lnTo>
                    <a:pt x="302383" y="68884"/>
                  </a:lnTo>
                  <a:lnTo>
                    <a:pt x="299210" y="64660"/>
                  </a:lnTo>
                  <a:lnTo>
                    <a:pt x="295905" y="60539"/>
                  </a:lnTo>
                  <a:lnTo>
                    <a:pt x="292472" y="56524"/>
                  </a:lnTo>
                  <a:lnTo>
                    <a:pt x="288913" y="52620"/>
                  </a:lnTo>
                  <a:lnTo>
                    <a:pt x="285233" y="48830"/>
                  </a:lnTo>
                  <a:lnTo>
                    <a:pt x="281435" y="45158"/>
                  </a:lnTo>
                  <a:lnTo>
                    <a:pt x="277522" y="41608"/>
                  </a:lnTo>
                  <a:lnTo>
                    <a:pt x="273500" y="38184"/>
                  </a:lnTo>
                  <a:lnTo>
                    <a:pt x="269371" y="3488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05917"/>
              <a:ext cx="102211" cy="132279"/>
            </a:xfrm>
            <a:custGeom>
              <a:avLst/>
              <a:pathLst>
                <a:path w="102211" h="132279">
                  <a:moveTo>
                    <a:pt x="102211" y="0"/>
                  </a:moveTo>
                  <a:lnTo>
                    <a:pt x="0" y="1322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04139"/>
              <a:ext cx="102211" cy="134056"/>
            </a:xfrm>
            <a:custGeom>
              <a:avLst/>
              <a:pathLst>
                <a:path w="102211" h="134056">
                  <a:moveTo>
                    <a:pt x="102211" y="1777"/>
                  </a:moveTo>
                  <a:lnTo>
                    <a:pt x="99869" y="0"/>
                  </a:lnTo>
                  <a:lnTo>
                    <a:pt x="0" y="1340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071028"/>
              <a:ext cx="99869" cy="167167"/>
            </a:xfrm>
            <a:custGeom>
              <a:avLst/>
              <a:pathLst>
                <a:path w="99869" h="167167">
                  <a:moveTo>
                    <a:pt x="99869" y="33111"/>
                  </a:moveTo>
                  <a:lnTo>
                    <a:pt x="95295" y="29822"/>
                  </a:lnTo>
                  <a:lnTo>
                    <a:pt x="90614" y="26689"/>
                  </a:lnTo>
                  <a:lnTo>
                    <a:pt x="85829" y="23716"/>
                  </a:lnTo>
                  <a:lnTo>
                    <a:pt x="80947" y="20905"/>
                  </a:lnTo>
                  <a:lnTo>
                    <a:pt x="75973" y="18261"/>
                  </a:lnTo>
                  <a:lnTo>
                    <a:pt x="70913" y="15786"/>
                  </a:lnTo>
                  <a:lnTo>
                    <a:pt x="65772" y="13483"/>
                  </a:lnTo>
                  <a:lnTo>
                    <a:pt x="60557" y="11354"/>
                  </a:lnTo>
                  <a:lnTo>
                    <a:pt x="55273" y="9402"/>
                  </a:lnTo>
                  <a:lnTo>
                    <a:pt x="49926" y="7629"/>
                  </a:lnTo>
                  <a:lnTo>
                    <a:pt x="44522" y="6038"/>
                  </a:lnTo>
                  <a:lnTo>
                    <a:pt x="39068" y="4629"/>
                  </a:lnTo>
                  <a:lnTo>
                    <a:pt x="33570" y="3405"/>
                  </a:lnTo>
                  <a:lnTo>
                    <a:pt x="28033" y="2367"/>
                  </a:lnTo>
                  <a:lnTo>
                    <a:pt x="22465" y="1516"/>
                  </a:lnTo>
                  <a:lnTo>
                    <a:pt x="16871" y="853"/>
                  </a:lnTo>
                  <a:lnTo>
                    <a:pt x="11258" y="379"/>
                  </a:lnTo>
                  <a:lnTo>
                    <a:pt x="563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20867" y="941493"/>
              <a:ext cx="102676" cy="167167"/>
            </a:xfrm>
            <a:custGeom>
              <a:avLst/>
              <a:pathLst>
                <a:path w="102676" h="167167">
                  <a:moveTo>
                    <a:pt x="102676" y="0"/>
                  </a:moveTo>
                  <a:lnTo>
                    <a:pt x="97149" y="91"/>
                  </a:lnTo>
                  <a:lnTo>
                    <a:pt x="91628" y="365"/>
                  </a:lnTo>
                  <a:lnTo>
                    <a:pt x="86119" y="821"/>
                  </a:lnTo>
                  <a:lnTo>
                    <a:pt x="80628" y="1460"/>
                  </a:lnTo>
                  <a:lnTo>
                    <a:pt x="75161" y="2279"/>
                  </a:lnTo>
                  <a:lnTo>
                    <a:pt x="69724" y="3279"/>
                  </a:lnTo>
                  <a:lnTo>
                    <a:pt x="64324" y="4458"/>
                  </a:lnTo>
                  <a:lnTo>
                    <a:pt x="58965" y="5815"/>
                  </a:lnTo>
                  <a:lnTo>
                    <a:pt x="53654" y="7349"/>
                  </a:lnTo>
                  <a:lnTo>
                    <a:pt x="48397" y="9057"/>
                  </a:lnTo>
                  <a:lnTo>
                    <a:pt x="43199" y="10938"/>
                  </a:lnTo>
                  <a:lnTo>
                    <a:pt x="38066" y="12990"/>
                  </a:lnTo>
                  <a:lnTo>
                    <a:pt x="33004" y="15211"/>
                  </a:lnTo>
                  <a:lnTo>
                    <a:pt x="28017" y="17597"/>
                  </a:lnTo>
                  <a:lnTo>
                    <a:pt x="23113" y="20148"/>
                  </a:lnTo>
                  <a:lnTo>
                    <a:pt x="18296" y="22859"/>
                  </a:lnTo>
                  <a:lnTo>
                    <a:pt x="13570" y="25727"/>
                  </a:lnTo>
                  <a:lnTo>
                    <a:pt x="8943" y="28751"/>
                  </a:lnTo>
                  <a:lnTo>
                    <a:pt x="4417" y="31926"/>
                  </a:lnTo>
                  <a:lnTo>
                    <a:pt x="0" y="35248"/>
                  </a:lnTo>
                  <a:lnTo>
                    <a:pt x="10267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0867" y="976742"/>
              <a:ext cx="102676" cy="131918"/>
            </a:xfrm>
            <a:custGeom>
              <a:avLst/>
              <a:pathLst>
                <a:path w="102676" h="131918">
                  <a:moveTo>
                    <a:pt x="0" y="0"/>
                  </a:moveTo>
                  <a:lnTo>
                    <a:pt x="102676" y="13191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56383" y="976742"/>
              <a:ext cx="334328" cy="299076"/>
            </a:xfrm>
            <a:custGeom>
              <a:avLst/>
              <a:pathLst>
                <a:path w="334328" h="299076">
                  <a:moveTo>
                    <a:pt x="64484" y="0"/>
                  </a:moveTo>
                  <a:lnTo>
                    <a:pt x="60359" y="3316"/>
                  </a:lnTo>
                  <a:lnTo>
                    <a:pt x="56342" y="6761"/>
                  </a:lnTo>
                  <a:lnTo>
                    <a:pt x="52435" y="10332"/>
                  </a:lnTo>
                  <a:lnTo>
                    <a:pt x="48644" y="14025"/>
                  </a:lnTo>
                  <a:lnTo>
                    <a:pt x="44971" y="17836"/>
                  </a:lnTo>
                  <a:lnTo>
                    <a:pt x="41421" y="21761"/>
                  </a:lnTo>
                  <a:lnTo>
                    <a:pt x="37997" y="25797"/>
                  </a:lnTo>
                  <a:lnTo>
                    <a:pt x="34702" y="29939"/>
                  </a:lnTo>
                  <a:lnTo>
                    <a:pt x="31540" y="34184"/>
                  </a:lnTo>
                  <a:lnTo>
                    <a:pt x="28514" y="38526"/>
                  </a:lnTo>
                  <a:lnTo>
                    <a:pt x="25627" y="42962"/>
                  </a:lnTo>
                  <a:lnTo>
                    <a:pt x="22882" y="47487"/>
                  </a:lnTo>
                  <a:lnTo>
                    <a:pt x="20281" y="52097"/>
                  </a:lnTo>
                  <a:lnTo>
                    <a:pt x="17828" y="56786"/>
                  </a:lnTo>
                  <a:lnTo>
                    <a:pt x="15524" y="61552"/>
                  </a:lnTo>
                  <a:lnTo>
                    <a:pt x="13373" y="66387"/>
                  </a:lnTo>
                  <a:lnTo>
                    <a:pt x="11375" y="71288"/>
                  </a:lnTo>
                  <a:lnTo>
                    <a:pt x="9534" y="76250"/>
                  </a:lnTo>
                  <a:lnTo>
                    <a:pt x="7851" y="81268"/>
                  </a:lnTo>
                  <a:lnTo>
                    <a:pt x="6327" y="86337"/>
                  </a:lnTo>
                  <a:lnTo>
                    <a:pt x="4965" y="91451"/>
                  </a:lnTo>
                  <a:lnTo>
                    <a:pt x="3765" y="96606"/>
                  </a:lnTo>
                  <a:lnTo>
                    <a:pt x="2729" y="101796"/>
                  </a:lnTo>
                  <a:lnTo>
                    <a:pt x="1858" y="107017"/>
                  </a:lnTo>
                  <a:lnTo>
                    <a:pt x="1153" y="112262"/>
                  </a:lnTo>
                  <a:lnTo>
                    <a:pt x="614" y="117528"/>
                  </a:lnTo>
                  <a:lnTo>
                    <a:pt x="242" y="122807"/>
                  </a:lnTo>
                  <a:lnTo>
                    <a:pt x="37" y="128096"/>
                  </a:lnTo>
                  <a:lnTo>
                    <a:pt x="0" y="133388"/>
                  </a:lnTo>
                  <a:lnTo>
                    <a:pt x="130" y="138679"/>
                  </a:lnTo>
                  <a:lnTo>
                    <a:pt x="428" y="143964"/>
                  </a:lnTo>
                  <a:lnTo>
                    <a:pt x="892" y="149236"/>
                  </a:lnTo>
                  <a:lnTo>
                    <a:pt x="1524" y="154491"/>
                  </a:lnTo>
                  <a:lnTo>
                    <a:pt x="2322" y="159723"/>
                  </a:lnTo>
                  <a:lnTo>
                    <a:pt x="3284" y="164927"/>
                  </a:lnTo>
                  <a:lnTo>
                    <a:pt x="4412" y="170099"/>
                  </a:lnTo>
                  <a:lnTo>
                    <a:pt x="5702" y="175232"/>
                  </a:lnTo>
                  <a:lnTo>
                    <a:pt x="7154" y="180321"/>
                  </a:lnTo>
                  <a:lnTo>
                    <a:pt x="8766" y="185362"/>
                  </a:lnTo>
                  <a:lnTo>
                    <a:pt x="10538" y="190350"/>
                  </a:lnTo>
                  <a:lnTo>
                    <a:pt x="12466" y="195279"/>
                  </a:lnTo>
                  <a:lnTo>
                    <a:pt x="14549" y="200144"/>
                  </a:lnTo>
                  <a:lnTo>
                    <a:pt x="16786" y="204941"/>
                  </a:lnTo>
                  <a:lnTo>
                    <a:pt x="19173" y="209665"/>
                  </a:lnTo>
                  <a:lnTo>
                    <a:pt x="21708" y="214311"/>
                  </a:lnTo>
                  <a:lnTo>
                    <a:pt x="24389" y="218874"/>
                  </a:lnTo>
                  <a:lnTo>
                    <a:pt x="27213" y="223350"/>
                  </a:lnTo>
                  <a:lnTo>
                    <a:pt x="30178" y="227734"/>
                  </a:lnTo>
                  <a:lnTo>
                    <a:pt x="33280" y="232023"/>
                  </a:lnTo>
                  <a:lnTo>
                    <a:pt x="36516" y="236211"/>
                  </a:lnTo>
                  <a:lnTo>
                    <a:pt x="39883" y="240294"/>
                  </a:lnTo>
                  <a:lnTo>
                    <a:pt x="43378" y="244269"/>
                  </a:lnTo>
                  <a:lnTo>
                    <a:pt x="46997" y="248132"/>
                  </a:lnTo>
                  <a:lnTo>
                    <a:pt x="50736" y="251877"/>
                  </a:lnTo>
                  <a:lnTo>
                    <a:pt x="54592" y="255503"/>
                  </a:lnTo>
                  <a:lnTo>
                    <a:pt x="58560" y="259005"/>
                  </a:lnTo>
                  <a:lnTo>
                    <a:pt x="62638" y="262379"/>
                  </a:lnTo>
                  <a:lnTo>
                    <a:pt x="66820" y="265622"/>
                  </a:lnTo>
                  <a:lnTo>
                    <a:pt x="71103" y="268732"/>
                  </a:lnTo>
                  <a:lnTo>
                    <a:pt x="75483" y="271704"/>
                  </a:lnTo>
                  <a:lnTo>
                    <a:pt x="79954" y="274536"/>
                  </a:lnTo>
                  <a:lnTo>
                    <a:pt x="84512" y="277225"/>
                  </a:lnTo>
                  <a:lnTo>
                    <a:pt x="89154" y="279769"/>
                  </a:lnTo>
                  <a:lnTo>
                    <a:pt x="93873" y="282164"/>
                  </a:lnTo>
                  <a:lnTo>
                    <a:pt x="98666" y="284409"/>
                  </a:lnTo>
                  <a:lnTo>
                    <a:pt x="103528" y="286501"/>
                  </a:lnTo>
                  <a:lnTo>
                    <a:pt x="108454" y="288438"/>
                  </a:lnTo>
                  <a:lnTo>
                    <a:pt x="113438" y="290218"/>
                  </a:lnTo>
                  <a:lnTo>
                    <a:pt x="118476" y="291839"/>
                  </a:lnTo>
                  <a:lnTo>
                    <a:pt x="123563" y="293300"/>
                  </a:lnTo>
                  <a:lnTo>
                    <a:pt x="128694" y="294600"/>
                  </a:lnTo>
                  <a:lnTo>
                    <a:pt x="133863" y="295736"/>
                  </a:lnTo>
                  <a:lnTo>
                    <a:pt x="139066" y="296708"/>
                  </a:lnTo>
                  <a:lnTo>
                    <a:pt x="144297" y="297515"/>
                  </a:lnTo>
                  <a:lnTo>
                    <a:pt x="149550" y="298155"/>
                  </a:lnTo>
                  <a:lnTo>
                    <a:pt x="154822" y="298630"/>
                  </a:lnTo>
                  <a:lnTo>
                    <a:pt x="160105" y="298937"/>
                  </a:lnTo>
                  <a:lnTo>
                    <a:pt x="165396" y="299076"/>
                  </a:lnTo>
                  <a:lnTo>
                    <a:pt x="170689" y="299048"/>
                  </a:lnTo>
                  <a:lnTo>
                    <a:pt x="175978" y="298853"/>
                  </a:lnTo>
                  <a:lnTo>
                    <a:pt x="181258" y="298490"/>
                  </a:lnTo>
                  <a:lnTo>
                    <a:pt x="186524" y="297960"/>
                  </a:lnTo>
                  <a:lnTo>
                    <a:pt x="191771" y="297264"/>
                  </a:lnTo>
                  <a:lnTo>
                    <a:pt x="196993" y="296402"/>
                  </a:lnTo>
                  <a:lnTo>
                    <a:pt x="202185" y="295375"/>
                  </a:lnTo>
                  <a:lnTo>
                    <a:pt x="207342" y="294185"/>
                  </a:lnTo>
                  <a:lnTo>
                    <a:pt x="212459" y="292831"/>
                  </a:lnTo>
                  <a:lnTo>
                    <a:pt x="217530" y="291317"/>
                  </a:lnTo>
                  <a:lnTo>
                    <a:pt x="222551" y="289642"/>
                  </a:lnTo>
                  <a:lnTo>
                    <a:pt x="227516" y="287810"/>
                  </a:lnTo>
                  <a:lnTo>
                    <a:pt x="232421" y="285821"/>
                  </a:lnTo>
                  <a:lnTo>
                    <a:pt x="237260" y="283678"/>
                  </a:lnTo>
                  <a:lnTo>
                    <a:pt x="242029" y="281383"/>
                  </a:lnTo>
                  <a:lnTo>
                    <a:pt x="246723" y="278937"/>
                  </a:lnTo>
                  <a:lnTo>
                    <a:pt x="251338" y="276345"/>
                  </a:lnTo>
                  <a:lnTo>
                    <a:pt x="255868" y="273608"/>
                  </a:lnTo>
                  <a:lnTo>
                    <a:pt x="260309" y="270729"/>
                  </a:lnTo>
                  <a:lnTo>
                    <a:pt x="264656" y="267710"/>
                  </a:lnTo>
                  <a:lnTo>
                    <a:pt x="268906" y="264556"/>
                  </a:lnTo>
                  <a:lnTo>
                    <a:pt x="273054" y="261268"/>
                  </a:lnTo>
                  <a:lnTo>
                    <a:pt x="277096" y="257851"/>
                  </a:lnTo>
                  <a:lnTo>
                    <a:pt x="281027" y="254308"/>
                  </a:lnTo>
                  <a:lnTo>
                    <a:pt x="284845" y="250642"/>
                  </a:lnTo>
                  <a:lnTo>
                    <a:pt x="288544" y="246857"/>
                  </a:lnTo>
                  <a:lnTo>
                    <a:pt x="292122" y="242957"/>
                  </a:lnTo>
                  <a:lnTo>
                    <a:pt x="295574" y="238945"/>
                  </a:lnTo>
                  <a:lnTo>
                    <a:pt x="298898" y="234826"/>
                  </a:lnTo>
                  <a:lnTo>
                    <a:pt x="302090" y="230604"/>
                  </a:lnTo>
                  <a:lnTo>
                    <a:pt x="305146" y="226283"/>
                  </a:lnTo>
                  <a:lnTo>
                    <a:pt x="308065" y="221868"/>
                  </a:lnTo>
                  <a:lnTo>
                    <a:pt x="310842" y="217362"/>
                  </a:lnTo>
                  <a:lnTo>
                    <a:pt x="313474" y="212771"/>
                  </a:lnTo>
                  <a:lnTo>
                    <a:pt x="315961" y="208099"/>
                  </a:lnTo>
                  <a:lnTo>
                    <a:pt x="318298" y="203350"/>
                  </a:lnTo>
                  <a:lnTo>
                    <a:pt x="320483" y="198530"/>
                  </a:lnTo>
                  <a:lnTo>
                    <a:pt x="322515" y="193642"/>
                  </a:lnTo>
                  <a:lnTo>
                    <a:pt x="324391" y="188693"/>
                  </a:lnTo>
                  <a:lnTo>
                    <a:pt x="326110" y="183688"/>
                  </a:lnTo>
                  <a:lnTo>
                    <a:pt x="327669" y="178630"/>
                  </a:lnTo>
                  <a:lnTo>
                    <a:pt x="329067" y="173525"/>
                  </a:lnTo>
                  <a:lnTo>
                    <a:pt x="330303" y="168379"/>
                  </a:lnTo>
                  <a:lnTo>
                    <a:pt x="331376" y="163196"/>
                  </a:lnTo>
                  <a:lnTo>
                    <a:pt x="332284" y="157982"/>
                  </a:lnTo>
                  <a:lnTo>
                    <a:pt x="333026" y="152741"/>
                  </a:lnTo>
                  <a:lnTo>
                    <a:pt x="333602" y="147480"/>
                  </a:lnTo>
                  <a:lnTo>
                    <a:pt x="334011" y="142203"/>
                  </a:lnTo>
                  <a:lnTo>
                    <a:pt x="334253" y="136916"/>
                  </a:lnTo>
                  <a:lnTo>
                    <a:pt x="334328" y="131624"/>
                  </a:lnTo>
                  <a:lnTo>
                    <a:pt x="334235" y="126332"/>
                  </a:lnTo>
                  <a:lnTo>
                    <a:pt x="333974" y="121046"/>
                  </a:lnTo>
                  <a:lnTo>
                    <a:pt x="333546" y="115771"/>
                  </a:lnTo>
                  <a:lnTo>
                    <a:pt x="332952" y="110511"/>
                  </a:lnTo>
                  <a:lnTo>
                    <a:pt x="332191" y="105274"/>
                  </a:lnTo>
                  <a:lnTo>
                    <a:pt x="331265" y="100063"/>
                  </a:lnTo>
                  <a:lnTo>
                    <a:pt x="330174" y="94884"/>
                  </a:lnTo>
                  <a:lnTo>
                    <a:pt x="328920" y="89742"/>
                  </a:lnTo>
                  <a:lnTo>
                    <a:pt x="327504" y="84642"/>
                  </a:lnTo>
                  <a:lnTo>
                    <a:pt x="325927" y="79590"/>
                  </a:lnTo>
                  <a:lnTo>
                    <a:pt x="324191" y="74590"/>
                  </a:lnTo>
                  <a:lnTo>
                    <a:pt x="322297" y="69648"/>
                  </a:lnTo>
                  <a:lnTo>
                    <a:pt x="320248" y="64768"/>
                  </a:lnTo>
                  <a:lnTo>
                    <a:pt x="318045" y="59955"/>
                  </a:lnTo>
                  <a:lnTo>
                    <a:pt x="315692" y="55215"/>
                  </a:lnTo>
                  <a:lnTo>
                    <a:pt x="313189" y="50551"/>
                  </a:lnTo>
                  <a:lnTo>
                    <a:pt x="310540" y="45969"/>
                  </a:lnTo>
                  <a:lnTo>
                    <a:pt x="307747" y="41473"/>
                  </a:lnTo>
                  <a:lnTo>
                    <a:pt x="304814" y="37068"/>
                  </a:lnTo>
                  <a:lnTo>
                    <a:pt x="301742" y="32758"/>
                  </a:lnTo>
                  <a:lnTo>
                    <a:pt x="298535" y="28547"/>
                  </a:lnTo>
                  <a:lnTo>
                    <a:pt x="295197" y="24440"/>
                  </a:lnTo>
                  <a:lnTo>
                    <a:pt x="291731" y="20441"/>
                  </a:lnTo>
                  <a:lnTo>
                    <a:pt x="288139" y="16553"/>
                  </a:lnTo>
                  <a:lnTo>
                    <a:pt x="284426" y="12781"/>
                  </a:lnTo>
                  <a:lnTo>
                    <a:pt x="280596" y="9128"/>
                  </a:lnTo>
                  <a:lnTo>
                    <a:pt x="276652" y="5599"/>
                  </a:lnTo>
                  <a:lnTo>
                    <a:pt x="167160" y="1319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5023544" y="941493"/>
              <a:ext cx="109491" cy="167167"/>
            </a:xfrm>
            <a:custGeom>
              <a:avLst/>
              <a:pathLst>
                <a:path w="109491" h="167167">
                  <a:moveTo>
                    <a:pt x="109491" y="40848"/>
                  </a:moveTo>
                  <a:lnTo>
                    <a:pt x="105133" y="37198"/>
                  </a:lnTo>
                  <a:lnTo>
                    <a:pt x="100653" y="33698"/>
                  </a:lnTo>
                  <a:lnTo>
                    <a:pt x="96057" y="30353"/>
                  </a:lnTo>
                  <a:lnTo>
                    <a:pt x="91349" y="27166"/>
                  </a:lnTo>
                  <a:lnTo>
                    <a:pt x="86536" y="24141"/>
                  </a:lnTo>
                  <a:lnTo>
                    <a:pt x="81623" y="21282"/>
                  </a:lnTo>
                  <a:lnTo>
                    <a:pt x="76616" y="18591"/>
                  </a:lnTo>
                  <a:lnTo>
                    <a:pt x="71520" y="16072"/>
                  </a:lnTo>
                  <a:lnTo>
                    <a:pt x="66341" y="13727"/>
                  </a:lnTo>
                  <a:lnTo>
                    <a:pt x="61086" y="11560"/>
                  </a:lnTo>
                  <a:lnTo>
                    <a:pt x="55760" y="9573"/>
                  </a:lnTo>
                  <a:lnTo>
                    <a:pt x="50369" y="7768"/>
                  </a:lnTo>
                  <a:lnTo>
                    <a:pt x="44920" y="6148"/>
                  </a:lnTo>
                  <a:lnTo>
                    <a:pt x="39419" y="4714"/>
                  </a:lnTo>
                  <a:lnTo>
                    <a:pt x="33873" y="3467"/>
                  </a:lnTo>
                  <a:lnTo>
                    <a:pt x="28287" y="2410"/>
                  </a:lnTo>
                  <a:lnTo>
                    <a:pt x="22669" y="1544"/>
                  </a:lnTo>
                  <a:lnTo>
                    <a:pt x="17025" y="869"/>
                  </a:lnTo>
                  <a:lnTo>
                    <a:pt x="11361" y="386"/>
                  </a:lnTo>
                  <a:lnTo>
                    <a:pt x="568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19067" y="941493"/>
              <a:ext cx="167148" cy="175103"/>
            </a:xfrm>
            <a:custGeom>
              <a:avLst/>
              <a:pathLst>
                <a:path w="167148" h="175103">
                  <a:moveTo>
                    <a:pt x="167148" y="0"/>
                  </a:moveTo>
                  <a:lnTo>
                    <a:pt x="161738" y="87"/>
                  </a:lnTo>
                  <a:lnTo>
                    <a:pt x="156334" y="350"/>
                  </a:lnTo>
                  <a:lnTo>
                    <a:pt x="150942" y="787"/>
                  </a:lnTo>
                  <a:lnTo>
                    <a:pt x="145566" y="1398"/>
                  </a:lnTo>
                  <a:lnTo>
                    <a:pt x="140213" y="2184"/>
                  </a:lnTo>
                  <a:lnTo>
                    <a:pt x="134888" y="3142"/>
                  </a:lnTo>
                  <a:lnTo>
                    <a:pt x="129597" y="4272"/>
                  </a:lnTo>
                  <a:lnTo>
                    <a:pt x="124346" y="5572"/>
                  </a:lnTo>
                  <a:lnTo>
                    <a:pt x="119139" y="7042"/>
                  </a:lnTo>
                  <a:lnTo>
                    <a:pt x="113982" y="8679"/>
                  </a:lnTo>
                  <a:lnTo>
                    <a:pt x="108882" y="10483"/>
                  </a:lnTo>
                  <a:lnTo>
                    <a:pt x="103842" y="12450"/>
                  </a:lnTo>
                  <a:lnTo>
                    <a:pt x="98868" y="14580"/>
                  </a:lnTo>
                  <a:lnTo>
                    <a:pt x="93966" y="16869"/>
                  </a:lnTo>
                  <a:lnTo>
                    <a:pt x="89141" y="19316"/>
                  </a:lnTo>
                  <a:lnTo>
                    <a:pt x="84397" y="21918"/>
                  </a:lnTo>
                  <a:lnTo>
                    <a:pt x="79740" y="24672"/>
                  </a:lnTo>
                  <a:lnTo>
                    <a:pt x="75175" y="27575"/>
                  </a:lnTo>
                  <a:lnTo>
                    <a:pt x="70706" y="30624"/>
                  </a:lnTo>
                  <a:lnTo>
                    <a:pt x="66338" y="33817"/>
                  </a:lnTo>
                  <a:lnTo>
                    <a:pt x="62075" y="37149"/>
                  </a:lnTo>
                  <a:lnTo>
                    <a:pt x="57923" y="40617"/>
                  </a:lnTo>
                  <a:lnTo>
                    <a:pt x="53885" y="44218"/>
                  </a:lnTo>
                  <a:lnTo>
                    <a:pt x="49966" y="47947"/>
                  </a:lnTo>
                  <a:lnTo>
                    <a:pt x="46169" y="51802"/>
                  </a:lnTo>
                  <a:lnTo>
                    <a:pt x="42499" y="55777"/>
                  </a:lnTo>
                  <a:lnTo>
                    <a:pt x="38960" y="59869"/>
                  </a:lnTo>
                  <a:lnTo>
                    <a:pt x="35555" y="64073"/>
                  </a:lnTo>
                  <a:lnTo>
                    <a:pt x="32288" y="68386"/>
                  </a:lnTo>
                  <a:lnTo>
                    <a:pt x="29162" y="72802"/>
                  </a:lnTo>
                  <a:lnTo>
                    <a:pt x="26180" y="77316"/>
                  </a:lnTo>
                  <a:lnTo>
                    <a:pt x="23347" y="81925"/>
                  </a:lnTo>
                  <a:lnTo>
                    <a:pt x="20664" y="86623"/>
                  </a:lnTo>
                  <a:lnTo>
                    <a:pt x="18134" y="91406"/>
                  </a:lnTo>
                  <a:lnTo>
                    <a:pt x="15760" y="96267"/>
                  </a:lnTo>
                  <a:lnTo>
                    <a:pt x="13545" y="101203"/>
                  </a:lnTo>
                  <a:lnTo>
                    <a:pt x="11491" y="106209"/>
                  </a:lnTo>
                  <a:lnTo>
                    <a:pt x="9600" y="111278"/>
                  </a:lnTo>
                  <a:lnTo>
                    <a:pt x="7874" y="116405"/>
                  </a:lnTo>
                  <a:lnTo>
                    <a:pt x="6315" y="121586"/>
                  </a:lnTo>
                  <a:lnTo>
                    <a:pt x="4924" y="126814"/>
                  </a:lnTo>
                  <a:lnTo>
                    <a:pt x="3703" y="132085"/>
                  </a:lnTo>
                  <a:lnTo>
                    <a:pt x="2653" y="137392"/>
                  </a:lnTo>
                  <a:lnTo>
                    <a:pt x="1776" y="142731"/>
                  </a:lnTo>
                  <a:lnTo>
                    <a:pt x="1072" y="148095"/>
                  </a:lnTo>
                  <a:lnTo>
                    <a:pt x="542" y="153480"/>
                  </a:lnTo>
                  <a:lnTo>
                    <a:pt x="186" y="158878"/>
                  </a:lnTo>
                  <a:lnTo>
                    <a:pt x="5" y="164285"/>
                  </a:lnTo>
                  <a:lnTo>
                    <a:pt x="0" y="169696"/>
                  </a:lnTo>
                  <a:lnTo>
                    <a:pt x="169" y="175103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19236" y="1108660"/>
              <a:ext cx="166978" cy="7936"/>
            </a:xfrm>
            <a:custGeom>
              <a:avLst/>
              <a:pathLst>
                <a:path w="166978" h="7936">
                  <a:moveTo>
                    <a:pt x="0" y="7936"/>
                  </a:moveTo>
                  <a:lnTo>
                    <a:pt x="16697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19236" y="1108660"/>
              <a:ext cx="166978" cy="158857"/>
            </a:xfrm>
            <a:custGeom>
              <a:avLst/>
              <a:pathLst>
                <a:path w="166978" h="158857">
                  <a:moveTo>
                    <a:pt x="0" y="7936"/>
                  </a:moveTo>
                  <a:lnTo>
                    <a:pt x="347" y="13376"/>
                  </a:lnTo>
                  <a:lnTo>
                    <a:pt x="872" y="18803"/>
                  </a:lnTo>
                  <a:lnTo>
                    <a:pt x="1573" y="24209"/>
                  </a:lnTo>
                  <a:lnTo>
                    <a:pt x="2451" y="29589"/>
                  </a:lnTo>
                  <a:lnTo>
                    <a:pt x="3503" y="34938"/>
                  </a:lnTo>
                  <a:lnTo>
                    <a:pt x="4729" y="40250"/>
                  </a:lnTo>
                  <a:lnTo>
                    <a:pt x="6128" y="45519"/>
                  </a:lnTo>
                  <a:lnTo>
                    <a:pt x="7698" y="50740"/>
                  </a:lnTo>
                  <a:lnTo>
                    <a:pt x="9437" y="55907"/>
                  </a:lnTo>
                  <a:lnTo>
                    <a:pt x="11344" y="61014"/>
                  </a:lnTo>
                  <a:lnTo>
                    <a:pt x="13416" y="66057"/>
                  </a:lnTo>
                  <a:lnTo>
                    <a:pt x="15652" y="71029"/>
                  </a:lnTo>
                  <a:lnTo>
                    <a:pt x="18048" y="75925"/>
                  </a:lnTo>
                  <a:lnTo>
                    <a:pt x="20603" y="80741"/>
                  </a:lnTo>
                  <a:lnTo>
                    <a:pt x="23314" y="85471"/>
                  </a:lnTo>
                  <a:lnTo>
                    <a:pt x="26177" y="90110"/>
                  </a:lnTo>
                  <a:lnTo>
                    <a:pt x="29190" y="94653"/>
                  </a:lnTo>
                  <a:lnTo>
                    <a:pt x="32350" y="99096"/>
                  </a:lnTo>
                  <a:lnTo>
                    <a:pt x="35653" y="103433"/>
                  </a:lnTo>
                  <a:lnTo>
                    <a:pt x="39095" y="107660"/>
                  </a:lnTo>
                  <a:lnTo>
                    <a:pt x="42674" y="111773"/>
                  </a:lnTo>
                  <a:lnTo>
                    <a:pt x="46384" y="115767"/>
                  </a:lnTo>
                  <a:lnTo>
                    <a:pt x="50223" y="119637"/>
                  </a:lnTo>
                  <a:lnTo>
                    <a:pt x="54187" y="123381"/>
                  </a:lnTo>
                  <a:lnTo>
                    <a:pt x="58270" y="126993"/>
                  </a:lnTo>
                  <a:lnTo>
                    <a:pt x="62468" y="130470"/>
                  </a:lnTo>
                  <a:lnTo>
                    <a:pt x="66778" y="133809"/>
                  </a:lnTo>
                  <a:lnTo>
                    <a:pt x="71195" y="137005"/>
                  </a:lnTo>
                  <a:lnTo>
                    <a:pt x="75713" y="140055"/>
                  </a:lnTo>
                  <a:lnTo>
                    <a:pt x="80328" y="142956"/>
                  </a:lnTo>
                  <a:lnTo>
                    <a:pt x="85036" y="145706"/>
                  </a:lnTo>
                  <a:lnTo>
                    <a:pt x="89830" y="148300"/>
                  </a:lnTo>
                  <a:lnTo>
                    <a:pt x="94707" y="150737"/>
                  </a:lnTo>
                  <a:lnTo>
                    <a:pt x="99661" y="153013"/>
                  </a:lnTo>
                  <a:lnTo>
                    <a:pt x="104686" y="155127"/>
                  </a:lnTo>
                  <a:lnTo>
                    <a:pt x="109777" y="157076"/>
                  </a:lnTo>
                  <a:lnTo>
                    <a:pt x="114930" y="158857"/>
                  </a:lnTo>
                  <a:lnTo>
                    <a:pt x="166978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434166" y="941493"/>
              <a:ext cx="219196" cy="334334"/>
            </a:xfrm>
            <a:custGeom>
              <a:avLst/>
              <a:pathLst>
                <a:path w="219196" h="334334">
                  <a:moveTo>
                    <a:pt x="0" y="326025"/>
                  </a:moveTo>
                  <a:lnTo>
                    <a:pt x="5065" y="327596"/>
                  </a:lnTo>
                  <a:lnTo>
                    <a:pt x="10178" y="329006"/>
                  </a:lnTo>
                  <a:lnTo>
                    <a:pt x="15332" y="330252"/>
                  </a:lnTo>
                  <a:lnTo>
                    <a:pt x="20524" y="331335"/>
                  </a:lnTo>
                  <a:lnTo>
                    <a:pt x="25748" y="332252"/>
                  </a:lnTo>
                  <a:lnTo>
                    <a:pt x="30998" y="333004"/>
                  </a:lnTo>
                  <a:lnTo>
                    <a:pt x="36269" y="333588"/>
                  </a:lnTo>
                  <a:lnTo>
                    <a:pt x="41556" y="334005"/>
                  </a:lnTo>
                  <a:lnTo>
                    <a:pt x="46854" y="334254"/>
                  </a:lnTo>
                  <a:lnTo>
                    <a:pt x="52156" y="334334"/>
                  </a:lnTo>
                  <a:lnTo>
                    <a:pt x="57459" y="334247"/>
                  </a:lnTo>
                  <a:lnTo>
                    <a:pt x="62756" y="333991"/>
                  </a:lnTo>
                  <a:lnTo>
                    <a:pt x="68043" y="333567"/>
                  </a:lnTo>
                  <a:lnTo>
                    <a:pt x="73313" y="332976"/>
                  </a:lnTo>
                  <a:lnTo>
                    <a:pt x="78562" y="332218"/>
                  </a:lnTo>
                  <a:lnTo>
                    <a:pt x="83785" y="331294"/>
                  </a:lnTo>
                  <a:lnTo>
                    <a:pt x="88975" y="330205"/>
                  </a:lnTo>
                  <a:lnTo>
                    <a:pt x="94128" y="328952"/>
                  </a:lnTo>
                  <a:lnTo>
                    <a:pt x="99239" y="327535"/>
                  </a:lnTo>
                  <a:lnTo>
                    <a:pt x="104302" y="325958"/>
                  </a:lnTo>
                  <a:lnTo>
                    <a:pt x="109313" y="324220"/>
                  </a:lnTo>
                  <a:lnTo>
                    <a:pt x="114266" y="322325"/>
                  </a:lnTo>
                  <a:lnTo>
                    <a:pt x="119157" y="320273"/>
                  </a:lnTo>
                  <a:lnTo>
                    <a:pt x="123980" y="318067"/>
                  </a:lnTo>
                  <a:lnTo>
                    <a:pt x="128730" y="315709"/>
                  </a:lnTo>
                  <a:lnTo>
                    <a:pt x="133404" y="313202"/>
                  </a:lnTo>
                  <a:lnTo>
                    <a:pt x="137995" y="310548"/>
                  </a:lnTo>
                  <a:lnTo>
                    <a:pt x="142500" y="307749"/>
                  </a:lnTo>
                  <a:lnTo>
                    <a:pt x="146914" y="304809"/>
                  </a:lnTo>
                  <a:lnTo>
                    <a:pt x="151233" y="301731"/>
                  </a:lnTo>
                  <a:lnTo>
                    <a:pt x="155451" y="298517"/>
                  </a:lnTo>
                  <a:lnTo>
                    <a:pt x="159566" y="295171"/>
                  </a:lnTo>
                  <a:lnTo>
                    <a:pt x="163572" y="291696"/>
                  </a:lnTo>
                  <a:lnTo>
                    <a:pt x="167466" y="288095"/>
                  </a:lnTo>
                  <a:lnTo>
                    <a:pt x="171244" y="284373"/>
                  </a:lnTo>
                  <a:lnTo>
                    <a:pt x="174902" y="280533"/>
                  </a:lnTo>
                  <a:lnTo>
                    <a:pt x="178437" y="276579"/>
                  </a:lnTo>
                  <a:lnTo>
                    <a:pt x="181844" y="272515"/>
                  </a:lnTo>
                  <a:lnTo>
                    <a:pt x="185120" y="268344"/>
                  </a:lnTo>
                  <a:lnTo>
                    <a:pt x="188263" y="264072"/>
                  </a:lnTo>
                  <a:lnTo>
                    <a:pt x="191268" y="259703"/>
                  </a:lnTo>
                  <a:lnTo>
                    <a:pt x="194133" y="255240"/>
                  </a:lnTo>
                  <a:lnTo>
                    <a:pt x="196856" y="250688"/>
                  </a:lnTo>
                  <a:lnTo>
                    <a:pt x="199432" y="246053"/>
                  </a:lnTo>
                  <a:lnTo>
                    <a:pt x="201860" y="241338"/>
                  </a:lnTo>
                  <a:lnTo>
                    <a:pt x="204138" y="236548"/>
                  </a:lnTo>
                  <a:lnTo>
                    <a:pt x="206262" y="231689"/>
                  </a:lnTo>
                  <a:lnTo>
                    <a:pt x="208231" y="226765"/>
                  </a:lnTo>
                  <a:lnTo>
                    <a:pt x="210043" y="221780"/>
                  </a:lnTo>
                  <a:lnTo>
                    <a:pt x="211696" y="216741"/>
                  </a:lnTo>
                  <a:lnTo>
                    <a:pt x="213188" y="211652"/>
                  </a:lnTo>
                  <a:lnTo>
                    <a:pt x="214518" y="206518"/>
                  </a:lnTo>
                  <a:lnTo>
                    <a:pt x="215685" y="201344"/>
                  </a:lnTo>
                  <a:lnTo>
                    <a:pt x="216687" y="196136"/>
                  </a:lnTo>
                  <a:lnTo>
                    <a:pt x="217523" y="190899"/>
                  </a:lnTo>
                  <a:lnTo>
                    <a:pt x="218192" y="185638"/>
                  </a:lnTo>
                  <a:lnTo>
                    <a:pt x="218695" y="180358"/>
                  </a:lnTo>
                  <a:lnTo>
                    <a:pt x="219029" y="175066"/>
                  </a:lnTo>
                  <a:lnTo>
                    <a:pt x="219196" y="169765"/>
                  </a:lnTo>
                  <a:lnTo>
                    <a:pt x="219194" y="164461"/>
                  </a:lnTo>
                  <a:lnTo>
                    <a:pt x="219024" y="159161"/>
                  </a:lnTo>
                  <a:lnTo>
                    <a:pt x="218686" y="153868"/>
                  </a:lnTo>
                  <a:lnTo>
                    <a:pt x="218180" y="148589"/>
                  </a:lnTo>
                  <a:lnTo>
                    <a:pt x="217507" y="143328"/>
                  </a:lnTo>
                  <a:lnTo>
                    <a:pt x="216668" y="138091"/>
                  </a:lnTo>
                  <a:lnTo>
                    <a:pt x="215663" y="132884"/>
                  </a:lnTo>
                  <a:lnTo>
                    <a:pt x="214493" y="127711"/>
                  </a:lnTo>
                  <a:lnTo>
                    <a:pt x="213160" y="122578"/>
                  </a:lnTo>
                  <a:lnTo>
                    <a:pt x="211664" y="117490"/>
                  </a:lnTo>
                  <a:lnTo>
                    <a:pt x="210008" y="112452"/>
                  </a:lnTo>
                  <a:lnTo>
                    <a:pt x="208193" y="107468"/>
                  </a:lnTo>
                  <a:lnTo>
                    <a:pt x="206220" y="102545"/>
                  </a:lnTo>
                  <a:lnTo>
                    <a:pt x="204093" y="97687"/>
                  </a:lnTo>
                  <a:lnTo>
                    <a:pt x="201812" y="92899"/>
                  </a:lnTo>
                  <a:lnTo>
                    <a:pt x="199381" y="88186"/>
                  </a:lnTo>
                  <a:lnTo>
                    <a:pt x="196802" y="83552"/>
                  </a:lnTo>
                  <a:lnTo>
                    <a:pt x="194076" y="79002"/>
                  </a:lnTo>
                  <a:lnTo>
                    <a:pt x="191208" y="74541"/>
                  </a:lnTo>
                  <a:lnTo>
                    <a:pt x="188200" y="70174"/>
                  </a:lnTo>
                  <a:lnTo>
                    <a:pt x="185055" y="65904"/>
                  </a:lnTo>
                  <a:lnTo>
                    <a:pt x="181776" y="61735"/>
                  </a:lnTo>
                  <a:lnTo>
                    <a:pt x="178366" y="57673"/>
                  </a:lnTo>
                  <a:lnTo>
                    <a:pt x="174829" y="53721"/>
                  </a:lnTo>
                  <a:lnTo>
                    <a:pt x="171169" y="49884"/>
                  </a:lnTo>
                  <a:lnTo>
                    <a:pt x="167388" y="46164"/>
                  </a:lnTo>
                  <a:lnTo>
                    <a:pt x="163492" y="42566"/>
                  </a:lnTo>
                  <a:lnTo>
                    <a:pt x="159483" y="39094"/>
                  </a:lnTo>
                  <a:lnTo>
                    <a:pt x="155367" y="35750"/>
                  </a:lnTo>
                  <a:lnTo>
                    <a:pt x="151146" y="32539"/>
                  </a:lnTo>
                  <a:lnTo>
                    <a:pt x="146825" y="29463"/>
                  </a:lnTo>
                  <a:lnTo>
                    <a:pt x="142409" y="26526"/>
                  </a:lnTo>
                  <a:lnTo>
                    <a:pt x="137903" y="23731"/>
                  </a:lnTo>
                  <a:lnTo>
                    <a:pt x="133309" y="21079"/>
                  </a:lnTo>
                  <a:lnTo>
                    <a:pt x="128634" y="18575"/>
                  </a:lnTo>
                  <a:lnTo>
                    <a:pt x="123882" y="16220"/>
                  </a:lnTo>
                  <a:lnTo>
                    <a:pt x="119058" y="14018"/>
                  </a:lnTo>
                  <a:lnTo>
                    <a:pt x="114166" y="11969"/>
                  </a:lnTo>
                  <a:lnTo>
                    <a:pt x="109212" y="10077"/>
                  </a:lnTo>
                  <a:lnTo>
                    <a:pt x="104200" y="8343"/>
                  </a:lnTo>
                  <a:lnTo>
                    <a:pt x="99136" y="6768"/>
                  </a:lnTo>
                  <a:lnTo>
                    <a:pt x="94024" y="5355"/>
                  </a:lnTo>
                  <a:lnTo>
                    <a:pt x="88870" y="4105"/>
                  </a:lnTo>
                  <a:lnTo>
                    <a:pt x="83679" y="3019"/>
                  </a:lnTo>
                  <a:lnTo>
                    <a:pt x="78456" y="2098"/>
                  </a:lnTo>
                  <a:lnTo>
                    <a:pt x="73206" y="1344"/>
                  </a:lnTo>
                  <a:lnTo>
                    <a:pt x="67935" y="756"/>
                  </a:lnTo>
                  <a:lnTo>
                    <a:pt x="62649" y="336"/>
                  </a:lnTo>
                  <a:lnTo>
                    <a:pt x="57351" y="84"/>
                  </a:lnTo>
                  <a:lnTo>
                    <a:pt x="52048" y="0"/>
                  </a:lnTo>
                  <a:lnTo>
                    <a:pt x="520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797335" y="1071028"/>
              <a:ext cx="176570" cy="334329"/>
            </a:xfrm>
            <a:custGeom>
              <a:avLst/>
              <a:pathLst>
                <a:path w="176570" h="334329">
                  <a:moveTo>
                    <a:pt x="167166" y="0"/>
                  </a:moveTo>
                  <a:lnTo>
                    <a:pt x="161821" y="85"/>
                  </a:lnTo>
                  <a:lnTo>
                    <a:pt x="156481" y="341"/>
                  </a:lnTo>
                  <a:lnTo>
                    <a:pt x="151153" y="768"/>
                  </a:lnTo>
                  <a:lnTo>
                    <a:pt x="145841" y="1365"/>
                  </a:lnTo>
                  <a:lnTo>
                    <a:pt x="140550" y="2132"/>
                  </a:lnTo>
                  <a:lnTo>
                    <a:pt x="135287" y="3067"/>
                  </a:lnTo>
                  <a:lnTo>
                    <a:pt x="130057" y="4170"/>
                  </a:lnTo>
                  <a:lnTo>
                    <a:pt x="124864" y="5440"/>
                  </a:lnTo>
                  <a:lnTo>
                    <a:pt x="119715" y="6875"/>
                  </a:lnTo>
                  <a:lnTo>
                    <a:pt x="114614" y="8475"/>
                  </a:lnTo>
                  <a:lnTo>
                    <a:pt x="109567" y="10236"/>
                  </a:lnTo>
                  <a:lnTo>
                    <a:pt x="104579" y="12158"/>
                  </a:lnTo>
                  <a:lnTo>
                    <a:pt x="99655" y="14238"/>
                  </a:lnTo>
                  <a:lnTo>
                    <a:pt x="94800" y="16475"/>
                  </a:lnTo>
                  <a:lnTo>
                    <a:pt x="90018" y="18866"/>
                  </a:lnTo>
                  <a:lnTo>
                    <a:pt x="85316" y="21408"/>
                  </a:lnTo>
                  <a:lnTo>
                    <a:pt x="80698" y="24100"/>
                  </a:lnTo>
                  <a:lnTo>
                    <a:pt x="76167" y="26938"/>
                  </a:lnTo>
                  <a:lnTo>
                    <a:pt x="71730" y="29919"/>
                  </a:lnTo>
                  <a:lnTo>
                    <a:pt x="67391" y="33040"/>
                  </a:lnTo>
                  <a:lnTo>
                    <a:pt x="63153" y="36299"/>
                  </a:lnTo>
                  <a:lnTo>
                    <a:pt x="59022" y="39692"/>
                  </a:lnTo>
                  <a:lnTo>
                    <a:pt x="55002" y="43214"/>
                  </a:lnTo>
                  <a:lnTo>
                    <a:pt x="51096" y="46864"/>
                  </a:lnTo>
                  <a:lnTo>
                    <a:pt x="47309" y="50637"/>
                  </a:lnTo>
                  <a:lnTo>
                    <a:pt x="43644" y="54529"/>
                  </a:lnTo>
                  <a:lnTo>
                    <a:pt x="40106" y="58536"/>
                  </a:lnTo>
                  <a:lnTo>
                    <a:pt x="36698" y="62654"/>
                  </a:lnTo>
                  <a:lnTo>
                    <a:pt x="33423" y="66879"/>
                  </a:lnTo>
                  <a:lnTo>
                    <a:pt x="30285" y="71206"/>
                  </a:lnTo>
                  <a:lnTo>
                    <a:pt x="27286" y="75632"/>
                  </a:lnTo>
                  <a:lnTo>
                    <a:pt x="24431" y="80151"/>
                  </a:lnTo>
                  <a:lnTo>
                    <a:pt x="21722" y="84759"/>
                  </a:lnTo>
                  <a:lnTo>
                    <a:pt x="19161" y="89452"/>
                  </a:lnTo>
                  <a:lnTo>
                    <a:pt x="16752" y="94223"/>
                  </a:lnTo>
                  <a:lnTo>
                    <a:pt x="14497" y="99070"/>
                  </a:lnTo>
                  <a:lnTo>
                    <a:pt x="12398" y="103986"/>
                  </a:lnTo>
                  <a:lnTo>
                    <a:pt x="10457" y="108967"/>
                  </a:lnTo>
                  <a:lnTo>
                    <a:pt x="8676" y="114007"/>
                  </a:lnTo>
                  <a:lnTo>
                    <a:pt x="7057" y="119102"/>
                  </a:lnTo>
                  <a:lnTo>
                    <a:pt x="5602" y="124246"/>
                  </a:lnTo>
                  <a:lnTo>
                    <a:pt x="4313" y="129433"/>
                  </a:lnTo>
                  <a:lnTo>
                    <a:pt x="3189" y="134659"/>
                  </a:lnTo>
                  <a:lnTo>
                    <a:pt x="2234" y="139919"/>
                  </a:lnTo>
                  <a:lnTo>
                    <a:pt x="1447" y="145206"/>
                  </a:lnTo>
                  <a:lnTo>
                    <a:pt x="830" y="150516"/>
                  </a:lnTo>
                  <a:lnTo>
                    <a:pt x="382" y="155843"/>
                  </a:lnTo>
                  <a:lnTo>
                    <a:pt x="105" y="161181"/>
                  </a:lnTo>
                  <a:lnTo>
                    <a:pt x="0" y="166526"/>
                  </a:lnTo>
                  <a:lnTo>
                    <a:pt x="64" y="171871"/>
                  </a:lnTo>
                  <a:lnTo>
                    <a:pt x="300" y="177211"/>
                  </a:lnTo>
                  <a:lnTo>
                    <a:pt x="707" y="182542"/>
                  </a:lnTo>
                  <a:lnTo>
                    <a:pt x="1283" y="187856"/>
                  </a:lnTo>
                  <a:lnTo>
                    <a:pt x="2030" y="193149"/>
                  </a:lnTo>
                  <a:lnTo>
                    <a:pt x="2945" y="198416"/>
                  </a:lnTo>
                  <a:lnTo>
                    <a:pt x="4028" y="203651"/>
                  </a:lnTo>
                  <a:lnTo>
                    <a:pt x="5278" y="208848"/>
                  </a:lnTo>
                  <a:lnTo>
                    <a:pt x="6693" y="214003"/>
                  </a:lnTo>
                  <a:lnTo>
                    <a:pt x="8273" y="219110"/>
                  </a:lnTo>
                  <a:lnTo>
                    <a:pt x="10015" y="224163"/>
                  </a:lnTo>
                  <a:lnTo>
                    <a:pt x="11918" y="229159"/>
                  </a:lnTo>
                  <a:lnTo>
                    <a:pt x="13979" y="234091"/>
                  </a:lnTo>
                  <a:lnTo>
                    <a:pt x="16197" y="238955"/>
                  </a:lnTo>
                  <a:lnTo>
                    <a:pt x="18570" y="243745"/>
                  </a:lnTo>
                  <a:lnTo>
                    <a:pt x="21094" y="248457"/>
                  </a:lnTo>
                  <a:lnTo>
                    <a:pt x="23768" y="253086"/>
                  </a:lnTo>
                  <a:lnTo>
                    <a:pt x="26588" y="257627"/>
                  </a:lnTo>
                  <a:lnTo>
                    <a:pt x="29553" y="262075"/>
                  </a:lnTo>
                  <a:lnTo>
                    <a:pt x="32658" y="266427"/>
                  </a:lnTo>
                  <a:lnTo>
                    <a:pt x="35900" y="270677"/>
                  </a:lnTo>
                  <a:lnTo>
                    <a:pt x="39277" y="274821"/>
                  </a:lnTo>
                  <a:lnTo>
                    <a:pt x="42784" y="278855"/>
                  </a:lnTo>
                  <a:lnTo>
                    <a:pt x="46419" y="282774"/>
                  </a:lnTo>
                  <a:lnTo>
                    <a:pt x="50177" y="286576"/>
                  </a:lnTo>
                  <a:lnTo>
                    <a:pt x="54054" y="290256"/>
                  </a:lnTo>
                  <a:lnTo>
                    <a:pt x="58048" y="293809"/>
                  </a:lnTo>
                  <a:lnTo>
                    <a:pt x="62153" y="297233"/>
                  </a:lnTo>
                  <a:lnTo>
                    <a:pt x="66365" y="300524"/>
                  </a:lnTo>
                  <a:lnTo>
                    <a:pt x="70681" y="303679"/>
                  </a:lnTo>
                  <a:lnTo>
                    <a:pt x="75095" y="306694"/>
                  </a:lnTo>
                  <a:lnTo>
                    <a:pt x="79603" y="309567"/>
                  </a:lnTo>
                  <a:lnTo>
                    <a:pt x="84201" y="312294"/>
                  </a:lnTo>
                  <a:lnTo>
                    <a:pt x="88883" y="314872"/>
                  </a:lnTo>
                  <a:lnTo>
                    <a:pt x="93646" y="317300"/>
                  </a:lnTo>
                  <a:lnTo>
                    <a:pt x="98484" y="319573"/>
                  </a:lnTo>
                  <a:lnTo>
                    <a:pt x="103392" y="321692"/>
                  </a:lnTo>
                  <a:lnTo>
                    <a:pt x="108365" y="323652"/>
                  </a:lnTo>
                  <a:lnTo>
                    <a:pt x="113399" y="325452"/>
                  </a:lnTo>
                  <a:lnTo>
                    <a:pt x="118487" y="327090"/>
                  </a:lnTo>
                  <a:lnTo>
                    <a:pt x="123625" y="328564"/>
                  </a:lnTo>
                  <a:lnTo>
                    <a:pt x="128808" y="329874"/>
                  </a:lnTo>
                  <a:lnTo>
                    <a:pt x="134030" y="331017"/>
                  </a:lnTo>
                  <a:lnTo>
                    <a:pt x="139285" y="331993"/>
                  </a:lnTo>
                  <a:lnTo>
                    <a:pt x="144570" y="332800"/>
                  </a:lnTo>
                  <a:lnTo>
                    <a:pt x="149877" y="333438"/>
                  </a:lnTo>
                  <a:lnTo>
                    <a:pt x="155202" y="333906"/>
                  </a:lnTo>
                  <a:lnTo>
                    <a:pt x="160540" y="334203"/>
                  </a:lnTo>
                  <a:lnTo>
                    <a:pt x="165884" y="334329"/>
                  </a:lnTo>
                  <a:lnTo>
                    <a:pt x="171229" y="334285"/>
                  </a:lnTo>
                  <a:lnTo>
                    <a:pt x="176570" y="33407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9404" cy="166902"/>
            </a:xfrm>
            <a:custGeom>
              <a:avLst/>
              <a:pathLst>
                <a:path w="9404" h="166902">
                  <a:moveTo>
                    <a:pt x="9404" y="16690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072681"/>
              <a:ext cx="167158" cy="332417"/>
            </a:xfrm>
            <a:custGeom>
              <a:avLst/>
              <a:pathLst>
                <a:path w="167158" h="332417">
                  <a:moveTo>
                    <a:pt x="9404" y="332417"/>
                  </a:moveTo>
                  <a:lnTo>
                    <a:pt x="14740" y="332031"/>
                  </a:lnTo>
                  <a:lnTo>
                    <a:pt x="20061" y="331474"/>
                  </a:lnTo>
                  <a:lnTo>
                    <a:pt x="25362" y="330747"/>
                  </a:lnTo>
                  <a:lnTo>
                    <a:pt x="30637" y="329851"/>
                  </a:lnTo>
                  <a:lnTo>
                    <a:pt x="35880" y="328786"/>
                  </a:lnTo>
                  <a:lnTo>
                    <a:pt x="41086" y="327554"/>
                  </a:lnTo>
                  <a:lnTo>
                    <a:pt x="46251" y="326156"/>
                  </a:lnTo>
                  <a:lnTo>
                    <a:pt x="51368" y="324594"/>
                  </a:lnTo>
                  <a:lnTo>
                    <a:pt x="56432" y="322869"/>
                  </a:lnTo>
                  <a:lnTo>
                    <a:pt x="61439" y="320982"/>
                  </a:lnTo>
                  <a:lnTo>
                    <a:pt x="66382" y="318936"/>
                  </a:lnTo>
                  <a:lnTo>
                    <a:pt x="71258" y="316734"/>
                  </a:lnTo>
                  <a:lnTo>
                    <a:pt x="76060" y="314376"/>
                  </a:lnTo>
                  <a:lnTo>
                    <a:pt x="80785" y="311866"/>
                  </a:lnTo>
                  <a:lnTo>
                    <a:pt x="85427" y="309205"/>
                  </a:lnTo>
                  <a:lnTo>
                    <a:pt x="89982" y="306398"/>
                  </a:lnTo>
                  <a:lnTo>
                    <a:pt x="94444" y="303446"/>
                  </a:lnTo>
                  <a:lnTo>
                    <a:pt x="98810" y="300353"/>
                  </a:lnTo>
                  <a:lnTo>
                    <a:pt x="103074" y="297122"/>
                  </a:lnTo>
                  <a:lnTo>
                    <a:pt x="107233" y="293756"/>
                  </a:lnTo>
                  <a:lnTo>
                    <a:pt x="111282" y="290259"/>
                  </a:lnTo>
                  <a:lnTo>
                    <a:pt x="115217" y="286634"/>
                  </a:lnTo>
                  <a:lnTo>
                    <a:pt x="119033" y="282885"/>
                  </a:lnTo>
                  <a:lnTo>
                    <a:pt x="122728" y="279016"/>
                  </a:lnTo>
                  <a:lnTo>
                    <a:pt x="126298" y="275030"/>
                  </a:lnTo>
                  <a:lnTo>
                    <a:pt x="129738" y="270933"/>
                  </a:lnTo>
                  <a:lnTo>
                    <a:pt x="133045" y="266727"/>
                  </a:lnTo>
                  <a:lnTo>
                    <a:pt x="136215" y="262417"/>
                  </a:lnTo>
                  <a:lnTo>
                    <a:pt x="139247" y="258009"/>
                  </a:lnTo>
                  <a:lnTo>
                    <a:pt x="142135" y="253505"/>
                  </a:lnTo>
                  <a:lnTo>
                    <a:pt x="144878" y="248912"/>
                  </a:lnTo>
                  <a:lnTo>
                    <a:pt x="147473" y="244233"/>
                  </a:lnTo>
                  <a:lnTo>
                    <a:pt x="149916" y="239473"/>
                  </a:lnTo>
                  <a:lnTo>
                    <a:pt x="152206" y="234638"/>
                  </a:lnTo>
                  <a:lnTo>
                    <a:pt x="154340" y="229732"/>
                  </a:lnTo>
                  <a:lnTo>
                    <a:pt x="156316" y="224760"/>
                  </a:lnTo>
                  <a:lnTo>
                    <a:pt x="158132" y="219727"/>
                  </a:lnTo>
                  <a:lnTo>
                    <a:pt x="159786" y="214639"/>
                  </a:lnTo>
                  <a:lnTo>
                    <a:pt x="161276" y="209501"/>
                  </a:lnTo>
                  <a:lnTo>
                    <a:pt x="162601" y="204317"/>
                  </a:lnTo>
                  <a:lnTo>
                    <a:pt x="163760" y="199094"/>
                  </a:lnTo>
                  <a:lnTo>
                    <a:pt x="164750" y="193836"/>
                  </a:lnTo>
                  <a:lnTo>
                    <a:pt x="165572" y="188549"/>
                  </a:lnTo>
                  <a:lnTo>
                    <a:pt x="166225" y="183239"/>
                  </a:lnTo>
                  <a:lnTo>
                    <a:pt x="166707" y="177911"/>
                  </a:lnTo>
                  <a:lnTo>
                    <a:pt x="167018" y="172570"/>
                  </a:lnTo>
                  <a:lnTo>
                    <a:pt x="167158" y="167221"/>
                  </a:lnTo>
                  <a:lnTo>
                    <a:pt x="167127" y="161871"/>
                  </a:lnTo>
                  <a:lnTo>
                    <a:pt x="166925" y="156525"/>
                  </a:lnTo>
                  <a:lnTo>
                    <a:pt x="166552" y="151188"/>
                  </a:lnTo>
                  <a:lnTo>
                    <a:pt x="166008" y="145865"/>
                  </a:lnTo>
                  <a:lnTo>
                    <a:pt x="165294" y="140563"/>
                  </a:lnTo>
                  <a:lnTo>
                    <a:pt x="164411" y="135286"/>
                  </a:lnTo>
                  <a:lnTo>
                    <a:pt x="163360" y="130040"/>
                  </a:lnTo>
                  <a:lnTo>
                    <a:pt x="162141" y="124831"/>
                  </a:lnTo>
                  <a:lnTo>
                    <a:pt x="160756" y="119663"/>
                  </a:lnTo>
                  <a:lnTo>
                    <a:pt x="159206" y="114542"/>
                  </a:lnTo>
                  <a:lnTo>
                    <a:pt x="157493" y="109473"/>
                  </a:lnTo>
                  <a:lnTo>
                    <a:pt x="155619" y="104462"/>
                  </a:lnTo>
                  <a:lnTo>
                    <a:pt x="153586" y="99513"/>
                  </a:lnTo>
                  <a:lnTo>
                    <a:pt x="151395" y="94632"/>
                  </a:lnTo>
                  <a:lnTo>
                    <a:pt x="149049" y="89824"/>
                  </a:lnTo>
                  <a:lnTo>
                    <a:pt x="146551" y="85093"/>
                  </a:lnTo>
                  <a:lnTo>
                    <a:pt x="143902" y="80444"/>
                  </a:lnTo>
                  <a:lnTo>
                    <a:pt x="141106" y="75883"/>
                  </a:lnTo>
                  <a:lnTo>
                    <a:pt x="138166" y="71413"/>
                  </a:lnTo>
                  <a:lnTo>
                    <a:pt x="135084" y="67040"/>
                  </a:lnTo>
                  <a:lnTo>
                    <a:pt x="131863" y="62768"/>
                  </a:lnTo>
                  <a:lnTo>
                    <a:pt x="128508" y="58600"/>
                  </a:lnTo>
                  <a:lnTo>
                    <a:pt x="125020" y="54543"/>
                  </a:lnTo>
                  <a:lnTo>
                    <a:pt x="121405" y="50599"/>
                  </a:lnTo>
                  <a:lnTo>
                    <a:pt x="117666" y="46773"/>
                  </a:lnTo>
                  <a:lnTo>
                    <a:pt x="113806" y="43068"/>
                  </a:lnTo>
                  <a:lnTo>
                    <a:pt x="109829" y="39489"/>
                  </a:lnTo>
                  <a:lnTo>
                    <a:pt x="105740" y="36039"/>
                  </a:lnTo>
                  <a:lnTo>
                    <a:pt x="101542" y="32721"/>
                  </a:lnTo>
                  <a:lnTo>
                    <a:pt x="97241" y="29540"/>
                  </a:lnTo>
                  <a:lnTo>
                    <a:pt x="92840" y="26498"/>
                  </a:lnTo>
                  <a:lnTo>
                    <a:pt x="88343" y="23598"/>
                  </a:lnTo>
                  <a:lnTo>
                    <a:pt x="83757" y="20844"/>
                  </a:lnTo>
                  <a:lnTo>
                    <a:pt x="79084" y="18237"/>
                  </a:lnTo>
                  <a:lnTo>
                    <a:pt x="74331" y="15782"/>
                  </a:lnTo>
                  <a:lnTo>
                    <a:pt x="69501" y="13480"/>
                  </a:lnTo>
                  <a:lnTo>
                    <a:pt x="64600" y="11334"/>
                  </a:lnTo>
                  <a:lnTo>
                    <a:pt x="59633" y="9345"/>
                  </a:lnTo>
                  <a:lnTo>
                    <a:pt x="54605" y="7517"/>
                  </a:lnTo>
                  <a:lnTo>
                    <a:pt x="49521" y="5851"/>
                  </a:lnTo>
                  <a:lnTo>
                    <a:pt x="44386" y="4348"/>
                  </a:lnTo>
                  <a:lnTo>
                    <a:pt x="39206" y="3010"/>
                  </a:lnTo>
                  <a:lnTo>
                    <a:pt x="33986" y="1838"/>
                  </a:lnTo>
                  <a:lnTo>
                    <a:pt x="28730" y="835"/>
                  </a:lnTo>
                  <a:lnTo>
                    <a:pt x="23446" y="0"/>
                  </a:lnTo>
                  <a:lnTo>
                    <a:pt x="0" y="1655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071028"/>
              <a:ext cx="23446" cy="167167"/>
            </a:xfrm>
            <a:custGeom>
              <a:avLst/>
              <a:pathLst>
                <a:path w="23446" h="167167">
                  <a:moveTo>
                    <a:pt x="23446" y="1652"/>
                  </a:moveTo>
                  <a:lnTo>
                    <a:pt x="15659" y="735"/>
                  </a:lnTo>
                  <a:lnTo>
                    <a:pt x="7838" y="18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63759" y="1322571"/>
              <a:ext cx="124961" cy="167167"/>
            </a:xfrm>
            <a:custGeom>
              <a:avLst/>
              <a:pathLst>
                <a:path w="124961" h="167167">
                  <a:moveTo>
                    <a:pt x="124961" y="0"/>
                  </a:moveTo>
                  <a:lnTo>
                    <a:pt x="119316" y="95"/>
                  </a:lnTo>
                  <a:lnTo>
                    <a:pt x="113678" y="381"/>
                  </a:lnTo>
                  <a:lnTo>
                    <a:pt x="108053" y="857"/>
                  </a:lnTo>
                  <a:lnTo>
                    <a:pt x="102447" y="1523"/>
                  </a:lnTo>
                  <a:lnTo>
                    <a:pt x="96866" y="2377"/>
                  </a:lnTo>
                  <a:lnTo>
                    <a:pt x="91318" y="3420"/>
                  </a:lnTo>
                  <a:lnTo>
                    <a:pt x="85808" y="4649"/>
                  </a:lnTo>
                  <a:lnTo>
                    <a:pt x="80343" y="6064"/>
                  </a:lnTo>
                  <a:lnTo>
                    <a:pt x="74928" y="7663"/>
                  </a:lnTo>
                  <a:lnTo>
                    <a:pt x="69571" y="9443"/>
                  </a:lnTo>
                  <a:lnTo>
                    <a:pt x="64276" y="11403"/>
                  </a:lnTo>
                  <a:lnTo>
                    <a:pt x="59051" y="13541"/>
                  </a:lnTo>
                  <a:lnTo>
                    <a:pt x="53902" y="15854"/>
                  </a:lnTo>
                  <a:lnTo>
                    <a:pt x="48833" y="18340"/>
                  </a:lnTo>
                  <a:lnTo>
                    <a:pt x="43851" y="20995"/>
                  </a:lnTo>
                  <a:lnTo>
                    <a:pt x="38961" y="23818"/>
                  </a:lnTo>
                  <a:lnTo>
                    <a:pt x="34170" y="26803"/>
                  </a:lnTo>
                  <a:lnTo>
                    <a:pt x="29482" y="29949"/>
                  </a:lnTo>
                  <a:lnTo>
                    <a:pt x="24903" y="33251"/>
                  </a:lnTo>
                  <a:lnTo>
                    <a:pt x="20438" y="36706"/>
                  </a:lnTo>
                  <a:lnTo>
                    <a:pt x="16093" y="40310"/>
                  </a:lnTo>
                  <a:lnTo>
                    <a:pt x="11871" y="44058"/>
                  </a:lnTo>
                  <a:lnTo>
                    <a:pt x="7779" y="47947"/>
                  </a:lnTo>
                  <a:lnTo>
                    <a:pt x="3820" y="51972"/>
                  </a:lnTo>
                  <a:lnTo>
                    <a:pt x="0" y="56128"/>
                  </a:lnTo>
                  <a:lnTo>
                    <a:pt x="1249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3759" y="1378700"/>
              <a:ext cx="124961" cy="111038"/>
            </a:xfrm>
            <a:custGeom>
              <a:avLst/>
              <a:pathLst>
                <a:path w="124961" h="111038">
                  <a:moveTo>
                    <a:pt x="0" y="0"/>
                  </a:moveTo>
                  <a:lnTo>
                    <a:pt x="124961" y="1110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21554" y="1356388"/>
              <a:ext cx="334333" cy="300504"/>
            </a:xfrm>
            <a:custGeom>
              <a:avLst/>
              <a:pathLst>
                <a:path w="334333" h="300504">
                  <a:moveTo>
                    <a:pt x="42204" y="22311"/>
                  </a:moveTo>
                  <a:lnTo>
                    <a:pt x="38745" y="26332"/>
                  </a:lnTo>
                  <a:lnTo>
                    <a:pt x="35414" y="30460"/>
                  </a:lnTo>
                  <a:lnTo>
                    <a:pt x="32216" y="34692"/>
                  </a:lnTo>
                  <a:lnTo>
                    <a:pt x="29154" y="39023"/>
                  </a:lnTo>
                  <a:lnTo>
                    <a:pt x="26230" y="43449"/>
                  </a:lnTo>
                  <a:lnTo>
                    <a:pt x="23449" y="47966"/>
                  </a:lnTo>
                  <a:lnTo>
                    <a:pt x="20813" y="52569"/>
                  </a:lnTo>
                  <a:lnTo>
                    <a:pt x="18323" y="57253"/>
                  </a:lnTo>
                  <a:lnTo>
                    <a:pt x="15984" y="62013"/>
                  </a:lnTo>
                  <a:lnTo>
                    <a:pt x="13797" y="66846"/>
                  </a:lnTo>
                  <a:lnTo>
                    <a:pt x="11764" y="71745"/>
                  </a:lnTo>
                  <a:lnTo>
                    <a:pt x="9888" y="76706"/>
                  </a:lnTo>
                  <a:lnTo>
                    <a:pt x="8170" y="81725"/>
                  </a:lnTo>
                  <a:lnTo>
                    <a:pt x="6612" y="86795"/>
                  </a:lnTo>
                  <a:lnTo>
                    <a:pt x="5216" y="91913"/>
                  </a:lnTo>
                  <a:lnTo>
                    <a:pt x="3983" y="97072"/>
                  </a:lnTo>
                  <a:lnTo>
                    <a:pt x="2914" y="102267"/>
                  </a:lnTo>
                  <a:lnTo>
                    <a:pt x="2010" y="107494"/>
                  </a:lnTo>
                  <a:lnTo>
                    <a:pt x="1273" y="112747"/>
                  </a:lnTo>
                  <a:lnTo>
                    <a:pt x="703" y="118020"/>
                  </a:lnTo>
                  <a:lnTo>
                    <a:pt x="300" y="123310"/>
                  </a:lnTo>
                  <a:lnTo>
                    <a:pt x="66" y="128609"/>
                  </a:lnTo>
                  <a:lnTo>
                    <a:pt x="0" y="133913"/>
                  </a:lnTo>
                  <a:lnTo>
                    <a:pt x="102" y="139216"/>
                  </a:lnTo>
                  <a:lnTo>
                    <a:pt x="372" y="144513"/>
                  </a:lnTo>
                  <a:lnTo>
                    <a:pt x="810" y="149800"/>
                  </a:lnTo>
                  <a:lnTo>
                    <a:pt x="1416" y="155069"/>
                  </a:lnTo>
                  <a:lnTo>
                    <a:pt x="2188" y="160317"/>
                  </a:lnTo>
                  <a:lnTo>
                    <a:pt x="3127" y="165538"/>
                  </a:lnTo>
                  <a:lnTo>
                    <a:pt x="4230" y="170726"/>
                  </a:lnTo>
                  <a:lnTo>
                    <a:pt x="5498" y="175877"/>
                  </a:lnTo>
                  <a:lnTo>
                    <a:pt x="6929" y="180984"/>
                  </a:lnTo>
                  <a:lnTo>
                    <a:pt x="8521" y="186044"/>
                  </a:lnTo>
                  <a:lnTo>
                    <a:pt x="10273" y="191051"/>
                  </a:lnTo>
                  <a:lnTo>
                    <a:pt x="12182" y="196000"/>
                  </a:lnTo>
                  <a:lnTo>
                    <a:pt x="14248" y="200885"/>
                  </a:lnTo>
                  <a:lnTo>
                    <a:pt x="16468" y="205703"/>
                  </a:lnTo>
                  <a:lnTo>
                    <a:pt x="18839" y="210448"/>
                  </a:lnTo>
                  <a:lnTo>
                    <a:pt x="21360" y="215115"/>
                  </a:lnTo>
                  <a:lnTo>
                    <a:pt x="24027" y="219700"/>
                  </a:lnTo>
                  <a:lnTo>
                    <a:pt x="26839" y="224197"/>
                  </a:lnTo>
                  <a:lnTo>
                    <a:pt x="29792" y="228604"/>
                  </a:lnTo>
                  <a:lnTo>
                    <a:pt x="32883" y="232914"/>
                  </a:lnTo>
                  <a:lnTo>
                    <a:pt x="36110" y="237124"/>
                  </a:lnTo>
                  <a:lnTo>
                    <a:pt x="39468" y="241230"/>
                  </a:lnTo>
                  <a:lnTo>
                    <a:pt x="42955" y="245227"/>
                  </a:lnTo>
                  <a:lnTo>
                    <a:pt x="46567" y="249112"/>
                  </a:lnTo>
                  <a:lnTo>
                    <a:pt x="50300" y="252880"/>
                  </a:lnTo>
                  <a:lnTo>
                    <a:pt x="54152" y="256527"/>
                  </a:lnTo>
                  <a:lnTo>
                    <a:pt x="58117" y="260051"/>
                  </a:lnTo>
                  <a:lnTo>
                    <a:pt x="62191" y="263447"/>
                  </a:lnTo>
                  <a:lnTo>
                    <a:pt x="66372" y="266712"/>
                  </a:lnTo>
                  <a:lnTo>
                    <a:pt x="70654" y="269843"/>
                  </a:lnTo>
                  <a:lnTo>
                    <a:pt x="75033" y="272836"/>
                  </a:lnTo>
                  <a:lnTo>
                    <a:pt x="79504" y="275689"/>
                  </a:lnTo>
                  <a:lnTo>
                    <a:pt x="84064" y="278398"/>
                  </a:lnTo>
                  <a:lnTo>
                    <a:pt x="88708" y="280962"/>
                  </a:lnTo>
                  <a:lnTo>
                    <a:pt x="93431" y="283377"/>
                  </a:lnTo>
                  <a:lnTo>
                    <a:pt x="98228" y="285641"/>
                  </a:lnTo>
                  <a:lnTo>
                    <a:pt x="103094" y="287751"/>
                  </a:lnTo>
                  <a:lnTo>
                    <a:pt x="108025" y="289706"/>
                  </a:lnTo>
                  <a:lnTo>
                    <a:pt x="113016" y="291504"/>
                  </a:lnTo>
                  <a:lnTo>
                    <a:pt x="118061" y="293142"/>
                  </a:lnTo>
                  <a:lnTo>
                    <a:pt x="123155" y="294620"/>
                  </a:lnTo>
                  <a:lnTo>
                    <a:pt x="128294" y="295935"/>
                  </a:lnTo>
                  <a:lnTo>
                    <a:pt x="133472" y="297086"/>
                  </a:lnTo>
                  <a:lnTo>
                    <a:pt x="138684" y="298073"/>
                  </a:lnTo>
                  <a:lnTo>
                    <a:pt x="143924" y="298894"/>
                  </a:lnTo>
                  <a:lnTo>
                    <a:pt x="149188" y="299548"/>
                  </a:lnTo>
                  <a:lnTo>
                    <a:pt x="154470" y="300034"/>
                  </a:lnTo>
                  <a:lnTo>
                    <a:pt x="159765" y="300353"/>
                  </a:lnTo>
                  <a:lnTo>
                    <a:pt x="165067" y="300504"/>
                  </a:lnTo>
                  <a:lnTo>
                    <a:pt x="170371" y="300487"/>
                  </a:lnTo>
                  <a:lnTo>
                    <a:pt x="175672" y="300301"/>
                  </a:lnTo>
                  <a:lnTo>
                    <a:pt x="180965" y="299947"/>
                  </a:lnTo>
                  <a:lnTo>
                    <a:pt x="186243" y="299425"/>
                  </a:lnTo>
                  <a:lnTo>
                    <a:pt x="191503" y="298736"/>
                  </a:lnTo>
                  <a:lnTo>
                    <a:pt x="196738" y="297881"/>
                  </a:lnTo>
                  <a:lnTo>
                    <a:pt x="201943" y="296860"/>
                  </a:lnTo>
                  <a:lnTo>
                    <a:pt x="207113" y="295674"/>
                  </a:lnTo>
                  <a:lnTo>
                    <a:pt x="212243" y="294325"/>
                  </a:lnTo>
                  <a:lnTo>
                    <a:pt x="217327" y="292814"/>
                  </a:lnTo>
                  <a:lnTo>
                    <a:pt x="222361" y="291142"/>
                  </a:lnTo>
                  <a:lnTo>
                    <a:pt x="227340" y="289312"/>
                  </a:lnTo>
                  <a:lnTo>
                    <a:pt x="232258" y="287324"/>
                  </a:lnTo>
                  <a:lnTo>
                    <a:pt x="237110" y="285181"/>
                  </a:lnTo>
                  <a:lnTo>
                    <a:pt x="241892" y="282886"/>
                  </a:lnTo>
                  <a:lnTo>
                    <a:pt x="246599" y="280440"/>
                  </a:lnTo>
                  <a:lnTo>
                    <a:pt x="251225" y="277845"/>
                  </a:lnTo>
                  <a:lnTo>
                    <a:pt x="255767" y="275106"/>
                  </a:lnTo>
                  <a:lnTo>
                    <a:pt x="260220" y="272223"/>
                  </a:lnTo>
                  <a:lnTo>
                    <a:pt x="264579" y="269201"/>
                  </a:lnTo>
                  <a:lnTo>
                    <a:pt x="268841" y="266042"/>
                  </a:lnTo>
                  <a:lnTo>
                    <a:pt x="272999" y="262750"/>
                  </a:lnTo>
                  <a:lnTo>
                    <a:pt x="277051" y="259327"/>
                  </a:lnTo>
                  <a:lnTo>
                    <a:pt x="280993" y="255777"/>
                  </a:lnTo>
                  <a:lnTo>
                    <a:pt x="284820" y="252104"/>
                  </a:lnTo>
                  <a:lnTo>
                    <a:pt x="288528" y="248311"/>
                  </a:lnTo>
                  <a:lnTo>
                    <a:pt x="292115" y="244403"/>
                  </a:lnTo>
                  <a:lnTo>
                    <a:pt x="295575" y="240383"/>
                  </a:lnTo>
                  <a:lnTo>
                    <a:pt x="298906" y="236255"/>
                  </a:lnTo>
                  <a:lnTo>
                    <a:pt x="302105" y="232024"/>
                  </a:lnTo>
                  <a:lnTo>
                    <a:pt x="305167" y="227693"/>
                  </a:lnTo>
                  <a:lnTo>
                    <a:pt x="308091" y="223267"/>
                  </a:lnTo>
                  <a:lnTo>
                    <a:pt x="310873" y="218751"/>
                  </a:lnTo>
                  <a:lnTo>
                    <a:pt x="313510" y="214148"/>
                  </a:lnTo>
                  <a:lnTo>
                    <a:pt x="316000" y="209464"/>
                  </a:lnTo>
                  <a:lnTo>
                    <a:pt x="318340" y="204704"/>
                  </a:lnTo>
                  <a:lnTo>
                    <a:pt x="320528" y="199872"/>
                  </a:lnTo>
                  <a:lnTo>
                    <a:pt x="322561" y="194973"/>
                  </a:lnTo>
                  <a:lnTo>
                    <a:pt x="324438" y="190012"/>
                  </a:lnTo>
                  <a:lnTo>
                    <a:pt x="326156" y="184993"/>
                  </a:lnTo>
                  <a:lnTo>
                    <a:pt x="327715" y="179923"/>
                  </a:lnTo>
                  <a:lnTo>
                    <a:pt x="329111" y="174806"/>
                  </a:lnTo>
                  <a:lnTo>
                    <a:pt x="330345" y="169647"/>
                  </a:lnTo>
                  <a:lnTo>
                    <a:pt x="331415" y="164452"/>
                  </a:lnTo>
                  <a:lnTo>
                    <a:pt x="332319" y="159225"/>
                  </a:lnTo>
                  <a:lnTo>
                    <a:pt x="333057" y="153972"/>
                  </a:lnTo>
                  <a:lnTo>
                    <a:pt x="333627" y="148699"/>
                  </a:lnTo>
                  <a:lnTo>
                    <a:pt x="334030" y="143410"/>
                  </a:lnTo>
                  <a:lnTo>
                    <a:pt x="334266" y="138110"/>
                  </a:lnTo>
                  <a:lnTo>
                    <a:pt x="334333" y="132807"/>
                  </a:lnTo>
                  <a:lnTo>
                    <a:pt x="334231" y="127503"/>
                  </a:lnTo>
                  <a:lnTo>
                    <a:pt x="333962" y="122206"/>
                  </a:lnTo>
                  <a:lnTo>
                    <a:pt x="333524" y="116919"/>
                  </a:lnTo>
                  <a:lnTo>
                    <a:pt x="332919" y="111650"/>
                  </a:lnTo>
                  <a:lnTo>
                    <a:pt x="332147" y="106402"/>
                  </a:lnTo>
                  <a:lnTo>
                    <a:pt x="331209" y="101181"/>
                  </a:lnTo>
                  <a:lnTo>
                    <a:pt x="330106" y="95993"/>
                  </a:lnTo>
                  <a:lnTo>
                    <a:pt x="328839" y="90842"/>
                  </a:lnTo>
                  <a:lnTo>
                    <a:pt x="327409" y="85734"/>
                  </a:lnTo>
                  <a:lnTo>
                    <a:pt x="325817" y="80674"/>
                  </a:lnTo>
                  <a:lnTo>
                    <a:pt x="324066" y="75667"/>
                  </a:lnTo>
                  <a:lnTo>
                    <a:pt x="322157" y="70718"/>
                  </a:lnTo>
                  <a:lnTo>
                    <a:pt x="320092" y="65832"/>
                  </a:lnTo>
                  <a:lnTo>
                    <a:pt x="317873" y="61014"/>
                  </a:lnTo>
                  <a:lnTo>
                    <a:pt x="315502" y="56269"/>
                  </a:lnTo>
                  <a:lnTo>
                    <a:pt x="312982" y="51602"/>
                  </a:lnTo>
                  <a:lnTo>
                    <a:pt x="310315" y="47017"/>
                  </a:lnTo>
                  <a:lnTo>
                    <a:pt x="307504" y="42519"/>
                  </a:lnTo>
                  <a:lnTo>
                    <a:pt x="304551" y="38112"/>
                  </a:lnTo>
                  <a:lnTo>
                    <a:pt x="301460" y="33801"/>
                  </a:lnTo>
                  <a:lnTo>
                    <a:pt x="298234" y="29591"/>
                  </a:lnTo>
                  <a:lnTo>
                    <a:pt x="294877" y="25484"/>
                  </a:lnTo>
                  <a:lnTo>
                    <a:pt x="291390" y="21487"/>
                  </a:lnTo>
                  <a:lnTo>
                    <a:pt x="287778" y="17602"/>
                  </a:lnTo>
                  <a:lnTo>
                    <a:pt x="284045" y="13834"/>
                  </a:lnTo>
                  <a:lnTo>
                    <a:pt x="280195" y="10186"/>
                  </a:lnTo>
                  <a:lnTo>
                    <a:pt x="276230" y="6661"/>
                  </a:lnTo>
                  <a:lnTo>
                    <a:pt x="272156" y="3265"/>
                  </a:lnTo>
                  <a:lnTo>
                    <a:pt x="267976" y="0"/>
                  </a:lnTo>
                  <a:lnTo>
                    <a:pt x="167166" y="1333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488720" y="1322571"/>
              <a:ext cx="100809" cy="167167"/>
            </a:xfrm>
            <a:custGeom>
              <a:avLst/>
              <a:pathLst>
                <a:path w="100809" h="167167">
                  <a:moveTo>
                    <a:pt x="100809" y="33817"/>
                  </a:moveTo>
                  <a:lnTo>
                    <a:pt x="96209" y="30460"/>
                  </a:lnTo>
                  <a:lnTo>
                    <a:pt x="91496" y="27262"/>
                  </a:lnTo>
                  <a:lnTo>
                    <a:pt x="86678" y="24227"/>
                  </a:lnTo>
                  <a:lnTo>
                    <a:pt x="81758" y="21357"/>
                  </a:lnTo>
                  <a:lnTo>
                    <a:pt x="76744" y="18657"/>
                  </a:lnTo>
                  <a:lnTo>
                    <a:pt x="71641" y="16129"/>
                  </a:lnTo>
                  <a:lnTo>
                    <a:pt x="66455" y="13776"/>
                  </a:lnTo>
                  <a:lnTo>
                    <a:pt x="61191" y="11602"/>
                  </a:lnTo>
                  <a:lnTo>
                    <a:pt x="55857" y="9608"/>
                  </a:lnTo>
                  <a:lnTo>
                    <a:pt x="50458" y="7796"/>
                  </a:lnTo>
                  <a:lnTo>
                    <a:pt x="45000" y="6170"/>
                  </a:lnTo>
                  <a:lnTo>
                    <a:pt x="39490" y="4731"/>
                  </a:lnTo>
                  <a:lnTo>
                    <a:pt x="33934" y="3480"/>
                  </a:lnTo>
                  <a:lnTo>
                    <a:pt x="28338" y="2419"/>
                  </a:lnTo>
                  <a:lnTo>
                    <a:pt x="22710" y="1549"/>
                  </a:lnTo>
                  <a:lnTo>
                    <a:pt x="17056" y="872"/>
                  </a:lnTo>
                  <a:lnTo>
                    <a:pt x="11381" y="387"/>
                  </a:lnTo>
                  <a:lnTo>
                    <a:pt x="5694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07998" y="1681503"/>
              <a:ext cx="78526" cy="167167"/>
            </a:xfrm>
            <a:custGeom>
              <a:avLst/>
              <a:pathLst>
                <a:path w="78526" h="167167">
                  <a:moveTo>
                    <a:pt x="78526" y="0"/>
                  </a:moveTo>
                  <a:lnTo>
                    <a:pt x="72688" y="101"/>
                  </a:lnTo>
                  <a:lnTo>
                    <a:pt x="66858" y="407"/>
                  </a:lnTo>
                  <a:lnTo>
                    <a:pt x="61041" y="916"/>
                  </a:lnTo>
                  <a:lnTo>
                    <a:pt x="55246" y="1628"/>
                  </a:lnTo>
                  <a:lnTo>
                    <a:pt x="49479" y="2542"/>
                  </a:lnTo>
                  <a:lnTo>
                    <a:pt x="43748" y="3657"/>
                  </a:lnTo>
                  <a:lnTo>
                    <a:pt x="38059" y="4971"/>
                  </a:lnTo>
                  <a:lnTo>
                    <a:pt x="32420" y="6484"/>
                  </a:lnTo>
                  <a:lnTo>
                    <a:pt x="26836" y="8192"/>
                  </a:lnTo>
                  <a:lnTo>
                    <a:pt x="21316" y="10094"/>
                  </a:lnTo>
                  <a:lnTo>
                    <a:pt x="15866" y="12187"/>
                  </a:lnTo>
                  <a:lnTo>
                    <a:pt x="10492" y="14470"/>
                  </a:lnTo>
                  <a:lnTo>
                    <a:pt x="5201" y="16939"/>
                  </a:lnTo>
                  <a:lnTo>
                    <a:pt x="0" y="19591"/>
                  </a:lnTo>
                  <a:lnTo>
                    <a:pt x="7852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7998" y="1701095"/>
              <a:ext cx="78526" cy="147575"/>
            </a:xfrm>
            <a:custGeom>
              <a:avLst/>
              <a:pathLst>
                <a:path w="78526" h="147575">
                  <a:moveTo>
                    <a:pt x="0" y="0"/>
                  </a:moveTo>
                  <a:lnTo>
                    <a:pt x="78526" y="1475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19359" y="1681503"/>
              <a:ext cx="334319" cy="334330"/>
            </a:xfrm>
            <a:custGeom>
              <a:avLst/>
              <a:pathLst>
                <a:path w="334319" h="334330">
                  <a:moveTo>
                    <a:pt x="88638" y="19591"/>
                  </a:moveTo>
                  <a:lnTo>
                    <a:pt x="84006" y="22151"/>
                  </a:lnTo>
                  <a:lnTo>
                    <a:pt x="79457" y="24857"/>
                  </a:lnTo>
                  <a:lnTo>
                    <a:pt x="74995" y="27704"/>
                  </a:lnTo>
                  <a:lnTo>
                    <a:pt x="70627" y="30692"/>
                  </a:lnTo>
                  <a:lnTo>
                    <a:pt x="66355" y="33817"/>
                  </a:lnTo>
                  <a:lnTo>
                    <a:pt x="62184" y="37075"/>
                  </a:lnTo>
                  <a:lnTo>
                    <a:pt x="58118" y="40463"/>
                  </a:lnTo>
                  <a:lnTo>
                    <a:pt x="54162" y="43979"/>
                  </a:lnTo>
                  <a:lnTo>
                    <a:pt x="50319" y="47618"/>
                  </a:lnTo>
                  <a:lnTo>
                    <a:pt x="46593" y="51377"/>
                  </a:lnTo>
                  <a:lnTo>
                    <a:pt x="42987" y="55252"/>
                  </a:lnTo>
                  <a:lnTo>
                    <a:pt x="39507" y="59239"/>
                  </a:lnTo>
                  <a:lnTo>
                    <a:pt x="36154" y="63334"/>
                  </a:lnTo>
                  <a:lnTo>
                    <a:pt x="32933" y="67534"/>
                  </a:lnTo>
                  <a:lnTo>
                    <a:pt x="29846" y="71833"/>
                  </a:lnTo>
                  <a:lnTo>
                    <a:pt x="26897" y="76228"/>
                  </a:lnTo>
                  <a:lnTo>
                    <a:pt x="24088" y="80714"/>
                  </a:lnTo>
                  <a:lnTo>
                    <a:pt x="21423" y="85287"/>
                  </a:lnTo>
                  <a:lnTo>
                    <a:pt x="18904" y="89941"/>
                  </a:lnTo>
                  <a:lnTo>
                    <a:pt x="16534" y="94674"/>
                  </a:lnTo>
                  <a:lnTo>
                    <a:pt x="14314" y="99478"/>
                  </a:lnTo>
                  <a:lnTo>
                    <a:pt x="12248" y="104351"/>
                  </a:lnTo>
                  <a:lnTo>
                    <a:pt x="10337" y="109287"/>
                  </a:lnTo>
                  <a:lnTo>
                    <a:pt x="8583" y="114280"/>
                  </a:lnTo>
                  <a:lnTo>
                    <a:pt x="6989" y="119327"/>
                  </a:lnTo>
                  <a:lnTo>
                    <a:pt x="5555" y="124422"/>
                  </a:lnTo>
                  <a:lnTo>
                    <a:pt x="4282" y="129559"/>
                  </a:lnTo>
                  <a:lnTo>
                    <a:pt x="3173" y="134734"/>
                  </a:lnTo>
                  <a:lnTo>
                    <a:pt x="2229" y="139942"/>
                  </a:lnTo>
                  <a:lnTo>
                    <a:pt x="1450" y="145177"/>
                  </a:lnTo>
                  <a:lnTo>
                    <a:pt x="837" y="150434"/>
                  </a:lnTo>
                  <a:lnTo>
                    <a:pt x="390" y="155708"/>
                  </a:lnTo>
                  <a:lnTo>
                    <a:pt x="111" y="160993"/>
                  </a:lnTo>
                  <a:lnTo>
                    <a:pt x="0" y="166285"/>
                  </a:lnTo>
                  <a:lnTo>
                    <a:pt x="55" y="171577"/>
                  </a:lnTo>
                  <a:lnTo>
                    <a:pt x="279" y="176865"/>
                  </a:lnTo>
                  <a:lnTo>
                    <a:pt x="669" y="182143"/>
                  </a:lnTo>
                  <a:lnTo>
                    <a:pt x="1227" y="187407"/>
                  </a:lnTo>
                  <a:lnTo>
                    <a:pt x="1951" y="192649"/>
                  </a:lnTo>
                  <a:lnTo>
                    <a:pt x="2840" y="197867"/>
                  </a:lnTo>
                  <a:lnTo>
                    <a:pt x="3895" y="203053"/>
                  </a:lnTo>
                  <a:lnTo>
                    <a:pt x="5112" y="208204"/>
                  </a:lnTo>
                  <a:lnTo>
                    <a:pt x="6493" y="213314"/>
                  </a:lnTo>
                  <a:lnTo>
                    <a:pt x="8034" y="218377"/>
                  </a:lnTo>
                  <a:lnTo>
                    <a:pt x="9735" y="223389"/>
                  </a:lnTo>
                  <a:lnTo>
                    <a:pt x="11594" y="228344"/>
                  </a:lnTo>
                  <a:lnTo>
                    <a:pt x="13608" y="233239"/>
                  </a:lnTo>
                  <a:lnTo>
                    <a:pt x="15777" y="238067"/>
                  </a:lnTo>
                  <a:lnTo>
                    <a:pt x="18097" y="242823"/>
                  </a:lnTo>
                  <a:lnTo>
                    <a:pt x="20567" y="247505"/>
                  </a:lnTo>
                  <a:lnTo>
                    <a:pt x="23184" y="252105"/>
                  </a:lnTo>
                  <a:lnTo>
                    <a:pt x="25945" y="256621"/>
                  </a:lnTo>
                  <a:lnTo>
                    <a:pt x="28847" y="261046"/>
                  </a:lnTo>
                  <a:lnTo>
                    <a:pt x="31889" y="265378"/>
                  </a:lnTo>
                  <a:lnTo>
                    <a:pt x="35066" y="269611"/>
                  </a:lnTo>
                  <a:lnTo>
                    <a:pt x="38375" y="273742"/>
                  </a:lnTo>
                  <a:lnTo>
                    <a:pt x="41813" y="277765"/>
                  </a:lnTo>
                  <a:lnTo>
                    <a:pt x="45377" y="281678"/>
                  </a:lnTo>
                  <a:lnTo>
                    <a:pt x="49063" y="285476"/>
                  </a:lnTo>
                  <a:lnTo>
                    <a:pt x="52868" y="289156"/>
                  </a:lnTo>
                  <a:lnTo>
                    <a:pt x="56787" y="292713"/>
                  </a:lnTo>
                  <a:lnTo>
                    <a:pt x="60817" y="296144"/>
                  </a:lnTo>
                  <a:lnTo>
                    <a:pt x="64953" y="299446"/>
                  </a:lnTo>
                  <a:lnTo>
                    <a:pt x="69192" y="302615"/>
                  </a:lnTo>
                  <a:lnTo>
                    <a:pt x="73529" y="305649"/>
                  </a:lnTo>
                  <a:lnTo>
                    <a:pt x="77960" y="308544"/>
                  </a:lnTo>
                  <a:lnTo>
                    <a:pt x="82480" y="311297"/>
                  </a:lnTo>
                  <a:lnTo>
                    <a:pt x="87085" y="313906"/>
                  </a:lnTo>
                  <a:lnTo>
                    <a:pt x="91770" y="316367"/>
                  </a:lnTo>
                  <a:lnTo>
                    <a:pt x="96531" y="318679"/>
                  </a:lnTo>
                  <a:lnTo>
                    <a:pt x="101363" y="320839"/>
                  </a:lnTo>
                  <a:lnTo>
                    <a:pt x="106261" y="322845"/>
                  </a:lnTo>
                  <a:lnTo>
                    <a:pt x="111220" y="324695"/>
                  </a:lnTo>
                  <a:lnTo>
                    <a:pt x="116235" y="326387"/>
                  </a:lnTo>
                  <a:lnTo>
                    <a:pt x="121301" y="327920"/>
                  </a:lnTo>
                  <a:lnTo>
                    <a:pt x="126413" y="329291"/>
                  </a:lnTo>
                  <a:lnTo>
                    <a:pt x="131565" y="330500"/>
                  </a:lnTo>
                  <a:lnTo>
                    <a:pt x="136754" y="331545"/>
                  </a:lnTo>
                  <a:lnTo>
                    <a:pt x="141973" y="332425"/>
                  </a:lnTo>
                  <a:lnTo>
                    <a:pt x="147217" y="333140"/>
                  </a:lnTo>
                  <a:lnTo>
                    <a:pt x="152481" y="333688"/>
                  </a:lnTo>
                  <a:lnTo>
                    <a:pt x="157760" y="334070"/>
                  </a:lnTo>
                  <a:lnTo>
                    <a:pt x="163048" y="334284"/>
                  </a:lnTo>
                  <a:lnTo>
                    <a:pt x="168341" y="334330"/>
                  </a:lnTo>
                  <a:lnTo>
                    <a:pt x="173632" y="334209"/>
                  </a:lnTo>
                  <a:lnTo>
                    <a:pt x="178917" y="333921"/>
                  </a:lnTo>
                  <a:lnTo>
                    <a:pt x="184190" y="333465"/>
                  </a:lnTo>
                  <a:lnTo>
                    <a:pt x="189446" y="332843"/>
                  </a:lnTo>
                  <a:lnTo>
                    <a:pt x="194679" y="332054"/>
                  </a:lnTo>
                  <a:lnTo>
                    <a:pt x="199886" y="331101"/>
                  </a:lnTo>
                  <a:lnTo>
                    <a:pt x="205059" y="329983"/>
                  </a:lnTo>
                  <a:lnTo>
                    <a:pt x="210194" y="328702"/>
                  </a:lnTo>
                  <a:lnTo>
                    <a:pt x="215286" y="327258"/>
                  </a:lnTo>
                  <a:lnTo>
                    <a:pt x="220330" y="325655"/>
                  </a:lnTo>
                  <a:lnTo>
                    <a:pt x="225321" y="323892"/>
                  </a:lnTo>
                  <a:lnTo>
                    <a:pt x="230253" y="321973"/>
                  </a:lnTo>
                  <a:lnTo>
                    <a:pt x="235122" y="319898"/>
                  </a:lnTo>
                  <a:lnTo>
                    <a:pt x="239923" y="317670"/>
                  </a:lnTo>
                  <a:lnTo>
                    <a:pt x="244651" y="315291"/>
                  </a:lnTo>
                  <a:lnTo>
                    <a:pt x="249301" y="312764"/>
                  </a:lnTo>
                  <a:lnTo>
                    <a:pt x="253869" y="310091"/>
                  </a:lnTo>
                  <a:lnTo>
                    <a:pt x="258350" y="307275"/>
                  </a:lnTo>
                  <a:lnTo>
                    <a:pt x="262740" y="304318"/>
                  </a:lnTo>
                  <a:lnTo>
                    <a:pt x="267034" y="301223"/>
                  </a:lnTo>
                  <a:lnTo>
                    <a:pt x="271228" y="297995"/>
                  </a:lnTo>
                  <a:lnTo>
                    <a:pt x="275317" y="294635"/>
                  </a:lnTo>
                  <a:lnTo>
                    <a:pt x="279298" y="291147"/>
                  </a:lnTo>
                  <a:lnTo>
                    <a:pt x="283167" y="287535"/>
                  </a:lnTo>
                  <a:lnTo>
                    <a:pt x="286919" y="283803"/>
                  </a:lnTo>
                  <a:lnTo>
                    <a:pt x="290551" y="279953"/>
                  </a:lnTo>
                  <a:lnTo>
                    <a:pt x="294060" y="275990"/>
                  </a:lnTo>
                  <a:lnTo>
                    <a:pt x="297441" y="271919"/>
                  </a:lnTo>
                  <a:lnTo>
                    <a:pt x="300692" y="267742"/>
                  </a:lnTo>
                  <a:lnTo>
                    <a:pt x="303809" y="263465"/>
                  </a:lnTo>
                  <a:lnTo>
                    <a:pt x="306789" y="259091"/>
                  </a:lnTo>
                  <a:lnTo>
                    <a:pt x="309629" y="254624"/>
                  </a:lnTo>
                  <a:lnTo>
                    <a:pt x="312326" y="250071"/>
                  </a:lnTo>
                  <a:lnTo>
                    <a:pt x="314878" y="245434"/>
                  </a:lnTo>
                  <a:lnTo>
                    <a:pt x="317282" y="240718"/>
                  </a:lnTo>
                  <a:lnTo>
                    <a:pt x="319535" y="235929"/>
                  </a:lnTo>
                  <a:lnTo>
                    <a:pt x="321635" y="231071"/>
                  </a:lnTo>
                  <a:lnTo>
                    <a:pt x="323581" y="226149"/>
                  </a:lnTo>
                  <a:lnTo>
                    <a:pt x="325370" y="221168"/>
                  </a:lnTo>
                  <a:lnTo>
                    <a:pt x="327000" y="216133"/>
                  </a:lnTo>
                  <a:lnTo>
                    <a:pt x="328470" y="211048"/>
                  </a:lnTo>
                  <a:lnTo>
                    <a:pt x="329778" y="205920"/>
                  </a:lnTo>
                  <a:lnTo>
                    <a:pt x="330923" y="200752"/>
                  </a:lnTo>
                  <a:lnTo>
                    <a:pt x="331905" y="195552"/>
                  </a:lnTo>
                  <a:lnTo>
                    <a:pt x="332721" y="190322"/>
                  </a:lnTo>
                  <a:lnTo>
                    <a:pt x="333371" y="185070"/>
                  </a:lnTo>
                  <a:lnTo>
                    <a:pt x="333854" y="179799"/>
                  </a:lnTo>
                  <a:lnTo>
                    <a:pt x="334170" y="174516"/>
                  </a:lnTo>
                  <a:lnTo>
                    <a:pt x="334319" y="169225"/>
                  </a:lnTo>
                  <a:lnTo>
                    <a:pt x="334301" y="163933"/>
                  </a:lnTo>
                  <a:lnTo>
                    <a:pt x="334115" y="158643"/>
                  </a:lnTo>
                  <a:lnTo>
                    <a:pt x="333761" y="153362"/>
                  </a:lnTo>
                  <a:lnTo>
                    <a:pt x="333241" y="148095"/>
                  </a:lnTo>
                  <a:lnTo>
                    <a:pt x="332554" y="142847"/>
                  </a:lnTo>
                  <a:lnTo>
                    <a:pt x="331701" y="137624"/>
                  </a:lnTo>
                  <a:lnTo>
                    <a:pt x="330683" y="132430"/>
                  </a:lnTo>
                  <a:lnTo>
                    <a:pt x="329502" y="127271"/>
                  </a:lnTo>
                  <a:lnTo>
                    <a:pt x="328157" y="122152"/>
                  </a:lnTo>
                  <a:lnTo>
                    <a:pt x="326651" y="117078"/>
                  </a:lnTo>
                  <a:lnTo>
                    <a:pt x="324986" y="112054"/>
                  </a:lnTo>
                  <a:lnTo>
                    <a:pt x="323162" y="107086"/>
                  </a:lnTo>
                  <a:lnTo>
                    <a:pt x="321182" y="102177"/>
                  </a:lnTo>
                  <a:lnTo>
                    <a:pt x="319047" y="97334"/>
                  </a:lnTo>
                  <a:lnTo>
                    <a:pt x="316760" y="92561"/>
                  </a:lnTo>
                  <a:lnTo>
                    <a:pt x="314324" y="87863"/>
                  </a:lnTo>
                  <a:lnTo>
                    <a:pt x="311739" y="83244"/>
                  </a:lnTo>
                  <a:lnTo>
                    <a:pt x="309010" y="78709"/>
                  </a:lnTo>
                  <a:lnTo>
                    <a:pt x="306139" y="74263"/>
                  </a:lnTo>
                  <a:lnTo>
                    <a:pt x="303128" y="69910"/>
                  </a:lnTo>
                  <a:lnTo>
                    <a:pt x="299981" y="65655"/>
                  </a:lnTo>
                  <a:lnTo>
                    <a:pt x="296701" y="61501"/>
                  </a:lnTo>
                  <a:lnTo>
                    <a:pt x="293291" y="57453"/>
                  </a:lnTo>
                  <a:lnTo>
                    <a:pt x="289755" y="53516"/>
                  </a:lnTo>
                  <a:lnTo>
                    <a:pt x="286095" y="49692"/>
                  </a:lnTo>
                  <a:lnTo>
                    <a:pt x="282317" y="45986"/>
                  </a:lnTo>
                  <a:lnTo>
                    <a:pt x="278423" y="42401"/>
                  </a:lnTo>
                  <a:lnTo>
                    <a:pt x="274417" y="38941"/>
                  </a:lnTo>
                  <a:lnTo>
                    <a:pt x="270304" y="35610"/>
                  </a:lnTo>
                  <a:lnTo>
                    <a:pt x="266088" y="32411"/>
                  </a:lnTo>
                  <a:lnTo>
                    <a:pt x="261773" y="29347"/>
                  </a:lnTo>
                  <a:lnTo>
                    <a:pt x="257362" y="26421"/>
                  </a:lnTo>
                  <a:lnTo>
                    <a:pt x="252861" y="23636"/>
                  </a:lnTo>
                  <a:lnTo>
                    <a:pt x="248275" y="20995"/>
                  </a:lnTo>
                  <a:lnTo>
                    <a:pt x="243607" y="18501"/>
                  </a:lnTo>
                  <a:lnTo>
                    <a:pt x="238862" y="16156"/>
                  </a:lnTo>
                  <a:lnTo>
                    <a:pt x="234046" y="13962"/>
                  </a:lnTo>
                  <a:lnTo>
                    <a:pt x="229162" y="11921"/>
                  </a:lnTo>
                  <a:lnTo>
                    <a:pt x="224216" y="10036"/>
                  </a:lnTo>
                  <a:lnTo>
                    <a:pt x="219214" y="8309"/>
                  </a:lnTo>
                  <a:lnTo>
                    <a:pt x="214159" y="6741"/>
                  </a:lnTo>
                  <a:lnTo>
                    <a:pt x="209056" y="5334"/>
                  </a:lnTo>
                  <a:lnTo>
                    <a:pt x="203912" y="4089"/>
                  </a:lnTo>
                  <a:lnTo>
                    <a:pt x="198731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0009" y="2126963"/>
              <a:ext cx="101278" cy="167167"/>
            </a:xfrm>
            <a:custGeom>
              <a:avLst/>
              <a:pathLst>
                <a:path w="101278" h="167167">
                  <a:moveTo>
                    <a:pt x="101278" y="0"/>
                  </a:moveTo>
                  <a:lnTo>
                    <a:pt x="95553" y="98"/>
                  </a:lnTo>
                  <a:lnTo>
                    <a:pt x="89834" y="392"/>
                  </a:lnTo>
                  <a:lnTo>
                    <a:pt x="84129" y="881"/>
                  </a:lnTo>
                  <a:lnTo>
                    <a:pt x="78445" y="1566"/>
                  </a:lnTo>
                  <a:lnTo>
                    <a:pt x="72787" y="2445"/>
                  </a:lnTo>
                  <a:lnTo>
                    <a:pt x="67162" y="3518"/>
                  </a:lnTo>
                  <a:lnTo>
                    <a:pt x="61577" y="4782"/>
                  </a:lnTo>
                  <a:lnTo>
                    <a:pt x="56039" y="6237"/>
                  </a:lnTo>
                  <a:lnTo>
                    <a:pt x="50554" y="7881"/>
                  </a:lnTo>
                  <a:lnTo>
                    <a:pt x="45129" y="9711"/>
                  </a:lnTo>
                  <a:lnTo>
                    <a:pt x="39769" y="11727"/>
                  </a:lnTo>
                  <a:lnTo>
                    <a:pt x="34482" y="13924"/>
                  </a:lnTo>
                  <a:lnTo>
                    <a:pt x="29273" y="16302"/>
                  </a:lnTo>
                  <a:lnTo>
                    <a:pt x="24148" y="18856"/>
                  </a:lnTo>
                  <a:lnTo>
                    <a:pt x="19114" y="21585"/>
                  </a:lnTo>
                  <a:lnTo>
                    <a:pt x="14177" y="24484"/>
                  </a:lnTo>
                  <a:lnTo>
                    <a:pt x="9341" y="27551"/>
                  </a:lnTo>
                  <a:lnTo>
                    <a:pt x="4614" y="30782"/>
                  </a:lnTo>
                  <a:lnTo>
                    <a:pt x="0" y="34172"/>
                  </a:lnTo>
                  <a:lnTo>
                    <a:pt x="10127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0009" y="2161136"/>
              <a:ext cx="101278" cy="132994"/>
            </a:xfrm>
            <a:custGeom>
              <a:avLst/>
              <a:pathLst>
                <a:path w="101278" h="132994">
                  <a:moveTo>
                    <a:pt x="0" y="0"/>
                  </a:moveTo>
                  <a:lnTo>
                    <a:pt x="101278" y="1329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14121" y="2127336"/>
              <a:ext cx="334317" cy="333957"/>
            </a:xfrm>
            <a:custGeom>
              <a:avLst/>
              <a:pathLst>
                <a:path w="334317" h="333957">
                  <a:moveTo>
                    <a:pt x="65888" y="33799"/>
                  </a:moveTo>
                  <a:lnTo>
                    <a:pt x="61734" y="37067"/>
                  </a:lnTo>
                  <a:lnTo>
                    <a:pt x="57685" y="40466"/>
                  </a:lnTo>
                  <a:lnTo>
                    <a:pt x="53745" y="43990"/>
                  </a:lnTo>
                  <a:lnTo>
                    <a:pt x="49919" y="47638"/>
                  </a:lnTo>
                  <a:lnTo>
                    <a:pt x="46211" y="51404"/>
                  </a:lnTo>
                  <a:lnTo>
                    <a:pt x="42623" y="55286"/>
                  </a:lnTo>
                  <a:lnTo>
                    <a:pt x="39160" y="59280"/>
                  </a:lnTo>
                  <a:lnTo>
                    <a:pt x="35824" y="63381"/>
                  </a:lnTo>
                  <a:lnTo>
                    <a:pt x="32620" y="67585"/>
                  </a:lnTo>
                  <a:lnTo>
                    <a:pt x="29551" y="71888"/>
                  </a:lnTo>
                  <a:lnTo>
                    <a:pt x="26619" y="76287"/>
                  </a:lnTo>
                  <a:lnTo>
                    <a:pt x="23828" y="80776"/>
                  </a:lnTo>
                  <a:lnTo>
                    <a:pt x="21180" y="85351"/>
                  </a:lnTo>
                  <a:lnTo>
                    <a:pt x="18678" y="90007"/>
                  </a:lnTo>
                  <a:lnTo>
                    <a:pt x="16324" y="94740"/>
                  </a:lnTo>
                  <a:lnTo>
                    <a:pt x="14122" y="99545"/>
                  </a:lnTo>
                  <a:lnTo>
                    <a:pt x="12072" y="104418"/>
                  </a:lnTo>
                  <a:lnTo>
                    <a:pt x="10177" y="109353"/>
                  </a:lnTo>
                  <a:lnTo>
                    <a:pt x="8440" y="114345"/>
                  </a:lnTo>
                  <a:lnTo>
                    <a:pt x="6861" y="119389"/>
                  </a:lnTo>
                  <a:lnTo>
                    <a:pt x="5442" y="124481"/>
                  </a:lnTo>
                  <a:lnTo>
                    <a:pt x="4185" y="129616"/>
                  </a:lnTo>
                  <a:lnTo>
                    <a:pt x="3091" y="134787"/>
                  </a:lnTo>
                  <a:lnTo>
                    <a:pt x="2161" y="139991"/>
                  </a:lnTo>
                  <a:lnTo>
                    <a:pt x="1397" y="145221"/>
                  </a:lnTo>
                  <a:lnTo>
                    <a:pt x="797" y="150473"/>
                  </a:lnTo>
                  <a:lnTo>
                    <a:pt x="365" y="155741"/>
                  </a:lnTo>
                  <a:lnTo>
                    <a:pt x="98" y="161021"/>
                  </a:lnTo>
                  <a:lnTo>
                    <a:pt x="0" y="166306"/>
                  </a:lnTo>
                  <a:lnTo>
                    <a:pt x="68" y="171591"/>
                  </a:lnTo>
                  <a:lnTo>
                    <a:pt x="303" y="176872"/>
                  </a:lnTo>
                  <a:lnTo>
                    <a:pt x="705" y="182143"/>
                  </a:lnTo>
                  <a:lnTo>
                    <a:pt x="1273" y="187398"/>
                  </a:lnTo>
                  <a:lnTo>
                    <a:pt x="2008" y="192633"/>
                  </a:lnTo>
                  <a:lnTo>
                    <a:pt x="2907" y="197842"/>
                  </a:lnTo>
                  <a:lnTo>
                    <a:pt x="3971" y="203020"/>
                  </a:lnTo>
                  <a:lnTo>
                    <a:pt x="5198" y="208161"/>
                  </a:lnTo>
                  <a:lnTo>
                    <a:pt x="6587" y="213261"/>
                  </a:lnTo>
                  <a:lnTo>
                    <a:pt x="8136" y="218315"/>
                  </a:lnTo>
                  <a:lnTo>
                    <a:pt x="9845" y="223317"/>
                  </a:lnTo>
                  <a:lnTo>
                    <a:pt x="11711" y="228263"/>
                  </a:lnTo>
                  <a:lnTo>
                    <a:pt x="13732" y="233148"/>
                  </a:lnTo>
                  <a:lnTo>
                    <a:pt x="15906" y="237965"/>
                  </a:lnTo>
                  <a:lnTo>
                    <a:pt x="18232" y="242712"/>
                  </a:lnTo>
                  <a:lnTo>
                    <a:pt x="20707" y="247383"/>
                  </a:lnTo>
                  <a:lnTo>
                    <a:pt x="23328" y="251973"/>
                  </a:lnTo>
                  <a:lnTo>
                    <a:pt x="26093" y="256479"/>
                  </a:lnTo>
                  <a:lnTo>
                    <a:pt x="28999" y="260894"/>
                  </a:lnTo>
                  <a:lnTo>
                    <a:pt x="32044" y="265215"/>
                  </a:lnTo>
                  <a:lnTo>
                    <a:pt x="35223" y="269438"/>
                  </a:lnTo>
                  <a:lnTo>
                    <a:pt x="38534" y="273559"/>
                  </a:lnTo>
                  <a:lnTo>
                    <a:pt x="41974" y="277572"/>
                  </a:lnTo>
                  <a:lnTo>
                    <a:pt x="45539" y="281475"/>
                  </a:lnTo>
                  <a:lnTo>
                    <a:pt x="49226" y="285263"/>
                  </a:lnTo>
                  <a:lnTo>
                    <a:pt x="53031" y="288933"/>
                  </a:lnTo>
                  <a:lnTo>
                    <a:pt x="56949" y="292480"/>
                  </a:lnTo>
                  <a:lnTo>
                    <a:pt x="60978" y="295902"/>
                  </a:lnTo>
                  <a:lnTo>
                    <a:pt x="65113" y="299195"/>
                  </a:lnTo>
                  <a:lnTo>
                    <a:pt x="69350" y="302356"/>
                  </a:lnTo>
                  <a:lnTo>
                    <a:pt x="73685" y="305380"/>
                  </a:lnTo>
                  <a:lnTo>
                    <a:pt x="78114" y="308267"/>
                  </a:lnTo>
                  <a:lnTo>
                    <a:pt x="82631" y="311012"/>
                  </a:lnTo>
                  <a:lnTo>
                    <a:pt x="87233" y="313612"/>
                  </a:lnTo>
                  <a:lnTo>
                    <a:pt x="91915" y="316066"/>
                  </a:lnTo>
                  <a:lnTo>
                    <a:pt x="96672" y="318371"/>
                  </a:lnTo>
                  <a:lnTo>
                    <a:pt x="101500" y="320524"/>
                  </a:lnTo>
                  <a:lnTo>
                    <a:pt x="106393" y="322523"/>
                  </a:lnTo>
                  <a:lnTo>
                    <a:pt x="111347" y="324367"/>
                  </a:lnTo>
                  <a:lnTo>
                    <a:pt x="116357" y="326053"/>
                  </a:lnTo>
                  <a:lnTo>
                    <a:pt x="121418" y="327579"/>
                  </a:lnTo>
                  <a:lnTo>
                    <a:pt x="126524" y="328945"/>
                  </a:lnTo>
                  <a:lnTo>
                    <a:pt x="131671" y="330149"/>
                  </a:lnTo>
                  <a:lnTo>
                    <a:pt x="136854" y="331190"/>
                  </a:lnTo>
                  <a:lnTo>
                    <a:pt x="142067" y="332066"/>
                  </a:lnTo>
                  <a:lnTo>
                    <a:pt x="147305" y="332777"/>
                  </a:lnTo>
                  <a:lnTo>
                    <a:pt x="152563" y="333322"/>
                  </a:lnTo>
                  <a:lnTo>
                    <a:pt x="157835" y="333700"/>
                  </a:lnTo>
                  <a:lnTo>
                    <a:pt x="163117" y="333912"/>
                  </a:lnTo>
                  <a:lnTo>
                    <a:pt x="168403" y="333957"/>
                  </a:lnTo>
                  <a:lnTo>
                    <a:pt x="173687" y="333834"/>
                  </a:lnTo>
                  <a:lnTo>
                    <a:pt x="178965" y="333544"/>
                  </a:lnTo>
                  <a:lnTo>
                    <a:pt x="184231" y="333088"/>
                  </a:lnTo>
                  <a:lnTo>
                    <a:pt x="189481" y="332465"/>
                  </a:lnTo>
                  <a:lnTo>
                    <a:pt x="194707" y="331677"/>
                  </a:lnTo>
                  <a:lnTo>
                    <a:pt x="199907" y="330724"/>
                  </a:lnTo>
                  <a:lnTo>
                    <a:pt x="205073" y="329606"/>
                  </a:lnTo>
                  <a:lnTo>
                    <a:pt x="210202" y="328327"/>
                  </a:lnTo>
                  <a:lnTo>
                    <a:pt x="215288" y="326885"/>
                  </a:lnTo>
                  <a:lnTo>
                    <a:pt x="220325" y="325284"/>
                  </a:lnTo>
                  <a:lnTo>
                    <a:pt x="225310" y="323524"/>
                  </a:lnTo>
                  <a:lnTo>
                    <a:pt x="230236" y="321607"/>
                  </a:lnTo>
                  <a:lnTo>
                    <a:pt x="235099" y="319536"/>
                  </a:lnTo>
                  <a:lnTo>
                    <a:pt x="239894" y="317311"/>
                  </a:lnTo>
                  <a:lnTo>
                    <a:pt x="244617" y="314937"/>
                  </a:lnTo>
                  <a:lnTo>
                    <a:pt x="249262" y="312414"/>
                  </a:lnTo>
                  <a:lnTo>
                    <a:pt x="253825" y="309745"/>
                  </a:lnTo>
                  <a:lnTo>
                    <a:pt x="258301" y="306934"/>
                  </a:lnTo>
                  <a:lnTo>
                    <a:pt x="262687" y="303983"/>
                  </a:lnTo>
                  <a:lnTo>
                    <a:pt x="266976" y="300894"/>
                  </a:lnTo>
                  <a:lnTo>
                    <a:pt x="271166" y="297671"/>
                  </a:lnTo>
                  <a:lnTo>
                    <a:pt x="275252" y="294318"/>
                  </a:lnTo>
                  <a:lnTo>
                    <a:pt x="279230" y="290836"/>
                  </a:lnTo>
                  <a:lnTo>
                    <a:pt x="283096" y="287231"/>
                  </a:lnTo>
                  <a:lnTo>
                    <a:pt x="286846" y="283506"/>
                  </a:lnTo>
                  <a:lnTo>
                    <a:pt x="290476" y="279664"/>
                  </a:lnTo>
                  <a:lnTo>
                    <a:pt x="293983" y="275708"/>
                  </a:lnTo>
                  <a:lnTo>
                    <a:pt x="297363" y="271644"/>
                  </a:lnTo>
                  <a:lnTo>
                    <a:pt x="300613" y="267476"/>
                  </a:lnTo>
                  <a:lnTo>
                    <a:pt x="303730" y="263206"/>
                  </a:lnTo>
                  <a:lnTo>
                    <a:pt x="306710" y="258840"/>
                  </a:lnTo>
                  <a:lnTo>
                    <a:pt x="309550" y="254382"/>
                  </a:lnTo>
                  <a:lnTo>
                    <a:pt x="312248" y="249837"/>
                  </a:lnTo>
                  <a:lnTo>
                    <a:pt x="314801" y="245208"/>
                  </a:lnTo>
                  <a:lnTo>
                    <a:pt x="317207" y="240501"/>
                  </a:lnTo>
                  <a:lnTo>
                    <a:pt x="319462" y="235720"/>
                  </a:lnTo>
                  <a:lnTo>
                    <a:pt x="321565" y="230871"/>
                  </a:lnTo>
                  <a:lnTo>
                    <a:pt x="323514" y="225957"/>
                  </a:lnTo>
                  <a:lnTo>
                    <a:pt x="325306" y="220984"/>
                  </a:lnTo>
                  <a:lnTo>
                    <a:pt x="326941" y="215957"/>
                  </a:lnTo>
                  <a:lnTo>
                    <a:pt x="328415" y="210881"/>
                  </a:lnTo>
                  <a:lnTo>
                    <a:pt x="329729" y="205761"/>
                  </a:lnTo>
                  <a:lnTo>
                    <a:pt x="330879" y="200602"/>
                  </a:lnTo>
                  <a:lnTo>
                    <a:pt x="331866" y="195409"/>
                  </a:lnTo>
                  <a:lnTo>
                    <a:pt x="332689" y="190187"/>
                  </a:lnTo>
                  <a:lnTo>
                    <a:pt x="333346" y="184942"/>
                  </a:lnTo>
                  <a:lnTo>
                    <a:pt x="333836" y="179679"/>
                  </a:lnTo>
                  <a:lnTo>
                    <a:pt x="334160" y="174403"/>
                  </a:lnTo>
                  <a:lnTo>
                    <a:pt x="334317" y="169119"/>
                  </a:lnTo>
                  <a:lnTo>
                    <a:pt x="334307" y="163833"/>
                  </a:lnTo>
                  <a:lnTo>
                    <a:pt x="334130" y="158550"/>
                  </a:lnTo>
                  <a:lnTo>
                    <a:pt x="333786" y="153275"/>
                  </a:lnTo>
                  <a:lnTo>
                    <a:pt x="333275" y="148014"/>
                  </a:lnTo>
                  <a:lnTo>
                    <a:pt x="332599" y="142772"/>
                  </a:lnTo>
                  <a:lnTo>
                    <a:pt x="331756" y="137553"/>
                  </a:lnTo>
                  <a:lnTo>
                    <a:pt x="330750" y="132364"/>
                  </a:lnTo>
                  <a:lnTo>
                    <a:pt x="329579" y="127209"/>
                  </a:lnTo>
                  <a:lnTo>
                    <a:pt x="328247" y="122094"/>
                  </a:lnTo>
                  <a:lnTo>
                    <a:pt x="326753" y="117024"/>
                  </a:lnTo>
                  <a:lnTo>
                    <a:pt x="325099" y="112003"/>
                  </a:lnTo>
                  <a:lnTo>
                    <a:pt x="323288" y="107037"/>
                  </a:lnTo>
                  <a:lnTo>
                    <a:pt x="321321" y="102131"/>
                  </a:lnTo>
                  <a:lnTo>
                    <a:pt x="319199" y="97289"/>
                  </a:lnTo>
                  <a:lnTo>
                    <a:pt x="316926" y="92517"/>
                  </a:lnTo>
                  <a:lnTo>
                    <a:pt x="314503" y="87819"/>
                  </a:lnTo>
                  <a:lnTo>
                    <a:pt x="311932" y="83200"/>
                  </a:lnTo>
                  <a:lnTo>
                    <a:pt x="309217" y="78665"/>
                  </a:lnTo>
                  <a:lnTo>
                    <a:pt x="306359" y="74218"/>
                  </a:lnTo>
                  <a:lnTo>
                    <a:pt x="303363" y="69863"/>
                  </a:lnTo>
                  <a:lnTo>
                    <a:pt x="300230" y="65606"/>
                  </a:lnTo>
                  <a:lnTo>
                    <a:pt x="296964" y="61449"/>
                  </a:lnTo>
                  <a:lnTo>
                    <a:pt x="293569" y="57398"/>
                  </a:lnTo>
                  <a:lnTo>
                    <a:pt x="290047" y="53456"/>
                  </a:lnTo>
                  <a:lnTo>
                    <a:pt x="286402" y="49628"/>
                  </a:lnTo>
                  <a:lnTo>
                    <a:pt x="282638" y="45917"/>
                  </a:lnTo>
                  <a:lnTo>
                    <a:pt x="278758" y="42326"/>
                  </a:lnTo>
                  <a:lnTo>
                    <a:pt x="274767" y="38860"/>
                  </a:lnTo>
                  <a:lnTo>
                    <a:pt x="270669" y="35522"/>
                  </a:lnTo>
                  <a:lnTo>
                    <a:pt x="266466" y="32315"/>
                  </a:lnTo>
                  <a:lnTo>
                    <a:pt x="262165" y="29243"/>
                  </a:lnTo>
                  <a:lnTo>
                    <a:pt x="257769" y="26308"/>
                  </a:lnTo>
                  <a:lnTo>
                    <a:pt x="253282" y="23514"/>
                  </a:lnTo>
                  <a:lnTo>
                    <a:pt x="248708" y="20863"/>
                  </a:lnTo>
                  <a:lnTo>
                    <a:pt x="244054" y="18358"/>
                  </a:lnTo>
                  <a:lnTo>
                    <a:pt x="239322" y="16001"/>
                  </a:lnTo>
                  <a:lnTo>
                    <a:pt x="234519" y="13795"/>
                  </a:lnTo>
                  <a:lnTo>
                    <a:pt x="229648" y="11742"/>
                  </a:lnTo>
                  <a:lnTo>
                    <a:pt x="224714" y="9844"/>
                  </a:lnTo>
                  <a:lnTo>
                    <a:pt x="219723" y="8103"/>
                  </a:lnTo>
                  <a:lnTo>
                    <a:pt x="214679" y="6521"/>
                  </a:lnTo>
                  <a:lnTo>
                    <a:pt x="209588" y="5098"/>
                  </a:lnTo>
                  <a:lnTo>
                    <a:pt x="204455" y="3838"/>
                  </a:lnTo>
                  <a:lnTo>
                    <a:pt x="199284" y="2741"/>
                  </a:lnTo>
                  <a:lnTo>
                    <a:pt x="194081" y="1807"/>
                  </a:lnTo>
                  <a:lnTo>
                    <a:pt x="188851" y="1039"/>
                  </a:lnTo>
                  <a:lnTo>
                    <a:pt x="183600" y="436"/>
                  </a:lnTo>
                  <a:lnTo>
                    <a:pt x="178332" y="0"/>
                  </a:lnTo>
                  <a:lnTo>
                    <a:pt x="167166" y="1667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81287" y="2126963"/>
              <a:ext cx="11165" cy="167167"/>
            </a:xfrm>
            <a:custGeom>
              <a:avLst/>
              <a:pathLst>
                <a:path w="11165" h="167167">
                  <a:moveTo>
                    <a:pt x="11165" y="37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423591" y="2633064"/>
              <a:ext cx="334324" cy="334327"/>
            </a:xfrm>
            <a:custGeom>
              <a:avLst/>
              <a:pathLst>
                <a:path w="334324" h="334327">
                  <a:moveTo>
                    <a:pt x="167156" y="0"/>
                  </a:moveTo>
                  <a:lnTo>
                    <a:pt x="161868" y="83"/>
                  </a:lnTo>
                  <a:lnTo>
                    <a:pt x="156585" y="334"/>
                  </a:lnTo>
                  <a:lnTo>
                    <a:pt x="151313" y="752"/>
                  </a:lnTo>
                  <a:lnTo>
                    <a:pt x="146056" y="1337"/>
                  </a:lnTo>
                  <a:lnTo>
                    <a:pt x="140821" y="2087"/>
                  </a:lnTo>
                  <a:lnTo>
                    <a:pt x="135612" y="3003"/>
                  </a:lnTo>
                  <a:lnTo>
                    <a:pt x="130434" y="4083"/>
                  </a:lnTo>
                  <a:lnTo>
                    <a:pt x="125294" y="5326"/>
                  </a:lnTo>
                  <a:lnTo>
                    <a:pt x="120195" y="6731"/>
                  </a:lnTo>
                  <a:lnTo>
                    <a:pt x="115143" y="8297"/>
                  </a:lnTo>
                  <a:lnTo>
                    <a:pt x="110143" y="10022"/>
                  </a:lnTo>
                  <a:lnTo>
                    <a:pt x="105200" y="11905"/>
                  </a:lnTo>
                  <a:lnTo>
                    <a:pt x="100320" y="13942"/>
                  </a:lnTo>
                  <a:lnTo>
                    <a:pt x="95506" y="16133"/>
                  </a:lnTo>
                  <a:lnTo>
                    <a:pt x="90764" y="18475"/>
                  </a:lnTo>
                  <a:lnTo>
                    <a:pt x="86098" y="20967"/>
                  </a:lnTo>
                  <a:lnTo>
                    <a:pt x="81514" y="23604"/>
                  </a:lnTo>
                  <a:lnTo>
                    <a:pt x="77015" y="26385"/>
                  </a:lnTo>
                  <a:lnTo>
                    <a:pt x="72607" y="29307"/>
                  </a:lnTo>
                  <a:lnTo>
                    <a:pt x="68293" y="32367"/>
                  </a:lnTo>
                  <a:lnTo>
                    <a:pt x="64078" y="35562"/>
                  </a:lnTo>
                  <a:lnTo>
                    <a:pt x="59966" y="38889"/>
                  </a:lnTo>
                  <a:lnTo>
                    <a:pt x="55962" y="42344"/>
                  </a:lnTo>
                  <a:lnTo>
                    <a:pt x="52069" y="45924"/>
                  </a:lnTo>
                  <a:lnTo>
                    <a:pt x="48291" y="49625"/>
                  </a:lnTo>
                  <a:lnTo>
                    <a:pt x="44632" y="53445"/>
                  </a:lnTo>
                  <a:lnTo>
                    <a:pt x="41096" y="57378"/>
                  </a:lnTo>
                  <a:lnTo>
                    <a:pt x="37686" y="61420"/>
                  </a:lnTo>
                  <a:lnTo>
                    <a:pt x="34406" y="65569"/>
                  </a:lnTo>
                  <a:lnTo>
                    <a:pt x="31258" y="69819"/>
                  </a:lnTo>
                  <a:lnTo>
                    <a:pt x="28246" y="74167"/>
                  </a:lnTo>
                  <a:lnTo>
                    <a:pt x="25374" y="78608"/>
                  </a:lnTo>
                  <a:lnTo>
                    <a:pt x="22643" y="83138"/>
                  </a:lnTo>
                  <a:lnTo>
                    <a:pt x="20057" y="87751"/>
                  </a:lnTo>
                  <a:lnTo>
                    <a:pt x="17619" y="92445"/>
                  </a:lnTo>
                  <a:lnTo>
                    <a:pt x="15330" y="97213"/>
                  </a:lnTo>
                  <a:lnTo>
                    <a:pt x="13193" y="102051"/>
                  </a:lnTo>
                  <a:lnTo>
                    <a:pt x="11210" y="106954"/>
                  </a:lnTo>
                  <a:lnTo>
                    <a:pt x="9383" y="111917"/>
                  </a:lnTo>
                  <a:lnTo>
                    <a:pt x="7714" y="116936"/>
                  </a:lnTo>
                  <a:lnTo>
                    <a:pt x="6205" y="122005"/>
                  </a:lnTo>
                  <a:lnTo>
                    <a:pt x="4857" y="127119"/>
                  </a:lnTo>
                  <a:lnTo>
                    <a:pt x="3671" y="132274"/>
                  </a:lnTo>
                  <a:lnTo>
                    <a:pt x="2649" y="137463"/>
                  </a:lnTo>
                  <a:lnTo>
                    <a:pt x="1792" y="142682"/>
                  </a:lnTo>
                  <a:lnTo>
                    <a:pt x="1100" y="147925"/>
                  </a:lnTo>
                  <a:lnTo>
                    <a:pt x="575" y="153188"/>
                  </a:lnTo>
                  <a:lnTo>
                    <a:pt x="216" y="158465"/>
                  </a:lnTo>
                  <a:lnTo>
                    <a:pt x="24" y="163750"/>
                  </a:lnTo>
                  <a:lnTo>
                    <a:pt x="0" y="169039"/>
                  </a:lnTo>
                  <a:lnTo>
                    <a:pt x="142" y="174326"/>
                  </a:lnTo>
                  <a:lnTo>
                    <a:pt x="452" y="179606"/>
                  </a:lnTo>
                  <a:lnTo>
                    <a:pt x="929" y="184873"/>
                  </a:lnTo>
                  <a:lnTo>
                    <a:pt x="1573" y="190123"/>
                  </a:lnTo>
                  <a:lnTo>
                    <a:pt x="2382" y="195350"/>
                  </a:lnTo>
                  <a:lnTo>
                    <a:pt x="3356" y="200548"/>
                  </a:lnTo>
                  <a:lnTo>
                    <a:pt x="4494" y="205713"/>
                  </a:lnTo>
                  <a:lnTo>
                    <a:pt x="5795" y="210840"/>
                  </a:lnTo>
                  <a:lnTo>
                    <a:pt x="7257" y="215923"/>
                  </a:lnTo>
                  <a:lnTo>
                    <a:pt x="8879" y="220957"/>
                  </a:lnTo>
                  <a:lnTo>
                    <a:pt x="10660" y="225937"/>
                  </a:lnTo>
                  <a:lnTo>
                    <a:pt x="12598" y="230858"/>
                  </a:lnTo>
                  <a:lnTo>
                    <a:pt x="14690" y="235715"/>
                  </a:lnTo>
                  <a:lnTo>
                    <a:pt x="16935" y="240504"/>
                  </a:lnTo>
                  <a:lnTo>
                    <a:pt x="19330" y="245220"/>
                  </a:lnTo>
                  <a:lnTo>
                    <a:pt x="21873" y="249857"/>
                  </a:lnTo>
                  <a:lnTo>
                    <a:pt x="24562" y="254412"/>
                  </a:lnTo>
                  <a:lnTo>
                    <a:pt x="27393" y="258879"/>
                  </a:lnTo>
                  <a:lnTo>
                    <a:pt x="30364" y="263255"/>
                  </a:lnTo>
                  <a:lnTo>
                    <a:pt x="33472" y="267534"/>
                  </a:lnTo>
                  <a:lnTo>
                    <a:pt x="36714" y="271713"/>
                  </a:lnTo>
                  <a:lnTo>
                    <a:pt x="40087" y="275787"/>
                  </a:lnTo>
                  <a:lnTo>
                    <a:pt x="43587" y="279752"/>
                  </a:lnTo>
                  <a:lnTo>
                    <a:pt x="47210" y="283605"/>
                  </a:lnTo>
                  <a:lnTo>
                    <a:pt x="50954" y="287341"/>
                  </a:lnTo>
                  <a:lnTo>
                    <a:pt x="54813" y="290957"/>
                  </a:lnTo>
                  <a:lnTo>
                    <a:pt x="58786" y="294449"/>
                  </a:lnTo>
                  <a:lnTo>
                    <a:pt x="62866" y="297814"/>
                  </a:lnTo>
                  <a:lnTo>
                    <a:pt x="67052" y="301047"/>
                  </a:lnTo>
                  <a:lnTo>
                    <a:pt x="71337" y="304147"/>
                  </a:lnTo>
                  <a:lnTo>
                    <a:pt x="75718" y="307110"/>
                  </a:lnTo>
                  <a:lnTo>
                    <a:pt x="80191" y="309932"/>
                  </a:lnTo>
                  <a:lnTo>
                    <a:pt x="84751" y="312612"/>
                  </a:lnTo>
                  <a:lnTo>
                    <a:pt x="89393" y="315146"/>
                  </a:lnTo>
                  <a:lnTo>
                    <a:pt x="94114" y="317532"/>
                  </a:lnTo>
                  <a:lnTo>
                    <a:pt x="98907" y="319768"/>
                  </a:lnTo>
                  <a:lnTo>
                    <a:pt x="103768" y="321850"/>
                  </a:lnTo>
                  <a:lnTo>
                    <a:pt x="108694" y="323778"/>
                  </a:lnTo>
                  <a:lnTo>
                    <a:pt x="113677" y="325549"/>
                  </a:lnTo>
                  <a:lnTo>
                    <a:pt x="118714" y="327162"/>
                  </a:lnTo>
                  <a:lnTo>
                    <a:pt x="123800" y="328614"/>
                  </a:lnTo>
                  <a:lnTo>
                    <a:pt x="128929" y="329905"/>
                  </a:lnTo>
                  <a:lnTo>
                    <a:pt x="134096" y="331033"/>
                  </a:lnTo>
                  <a:lnTo>
                    <a:pt x="139297" y="331996"/>
                  </a:lnTo>
                  <a:lnTo>
                    <a:pt x="144525" y="332795"/>
                  </a:lnTo>
                  <a:lnTo>
                    <a:pt x="149776" y="333428"/>
                  </a:lnTo>
                  <a:lnTo>
                    <a:pt x="155044" y="333895"/>
                  </a:lnTo>
                  <a:lnTo>
                    <a:pt x="160325" y="334195"/>
                  </a:lnTo>
                  <a:lnTo>
                    <a:pt x="165612" y="334327"/>
                  </a:lnTo>
                  <a:lnTo>
                    <a:pt x="170901" y="334292"/>
                  </a:lnTo>
                  <a:lnTo>
                    <a:pt x="176186" y="334090"/>
                  </a:lnTo>
                  <a:lnTo>
                    <a:pt x="181462" y="333721"/>
                  </a:lnTo>
                  <a:lnTo>
                    <a:pt x="186723" y="333185"/>
                  </a:lnTo>
                  <a:lnTo>
                    <a:pt x="191966" y="332483"/>
                  </a:lnTo>
                  <a:lnTo>
                    <a:pt x="197183" y="331616"/>
                  </a:lnTo>
                  <a:lnTo>
                    <a:pt x="202370" y="330583"/>
                  </a:lnTo>
                  <a:lnTo>
                    <a:pt x="207522" y="329388"/>
                  </a:lnTo>
                  <a:lnTo>
                    <a:pt x="212634" y="328030"/>
                  </a:lnTo>
                  <a:lnTo>
                    <a:pt x="217700" y="326510"/>
                  </a:lnTo>
                  <a:lnTo>
                    <a:pt x="222715" y="324832"/>
                  </a:lnTo>
                  <a:lnTo>
                    <a:pt x="227675" y="322995"/>
                  </a:lnTo>
                  <a:lnTo>
                    <a:pt x="232574" y="321003"/>
                  </a:lnTo>
                  <a:lnTo>
                    <a:pt x="237408" y="318856"/>
                  </a:lnTo>
                  <a:lnTo>
                    <a:pt x="242172" y="316558"/>
                  </a:lnTo>
                  <a:lnTo>
                    <a:pt x="246860" y="314110"/>
                  </a:lnTo>
                  <a:lnTo>
                    <a:pt x="251469" y="311515"/>
                  </a:lnTo>
                  <a:lnTo>
                    <a:pt x="255993" y="308776"/>
                  </a:lnTo>
                  <a:lnTo>
                    <a:pt x="260428" y="305895"/>
                  </a:lnTo>
                  <a:lnTo>
                    <a:pt x="264770" y="302874"/>
                  </a:lnTo>
                  <a:lnTo>
                    <a:pt x="269014" y="299719"/>
                  </a:lnTo>
                  <a:lnTo>
                    <a:pt x="273157" y="296430"/>
                  </a:lnTo>
                  <a:lnTo>
                    <a:pt x="277193" y="293012"/>
                  </a:lnTo>
                  <a:lnTo>
                    <a:pt x="281119" y="289468"/>
                  </a:lnTo>
                  <a:lnTo>
                    <a:pt x="284931" y="285802"/>
                  </a:lnTo>
                  <a:lnTo>
                    <a:pt x="288625" y="282017"/>
                  </a:lnTo>
                  <a:lnTo>
                    <a:pt x="292197" y="278117"/>
                  </a:lnTo>
                  <a:lnTo>
                    <a:pt x="295644" y="274105"/>
                  </a:lnTo>
                  <a:lnTo>
                    <a:pt x="298963" y="269987"/>
                  </a:lnTo>
                  <a:lnTo>
                    <a:pt x="302150" y="265766"/>
                  </a:lnTo>
                  <a:lnTo>
                    <a:pt x="305201" y="261446"/>
                  </a:lnTo>
                  <a:lnTo>
                    <a:pt x="308115" y="257032"/>
                  </a:lnTo>
                  <a:lnTo>
                    <a:pt x="310887" y="252528"/>
                  </a:lnTo>
                  <a:lnTo>
                    <a:pt x="313515" y="247938"/>
                  </a:lnTo>
                  <a:lnTo>
                    <a:pt x="315997" y="243268"/>
                  </a:lnTo>
                  <a:lnTo>
                    <a:pt x="318330" y="238521"/>
                  </a:lnTo>
                  <a:lnTo>
                    <a:pt x="320512" y="233703"/>
                  </a:lnTo>
                  <a:lnTo>
                    <a:pt x="322540" y="228819"/>
                  </a:lnTo>
                  <a:lnTo>
                    <a:pt x="324412" y="223872"/>
                  </a:lnTo>
                  <a:lnTo>
                    <a:pt x="326128" y="218869"/>
                  </a:lnTo>
                  <a:lnTo>
                    <a:pt x="327684" y="213814"/>
                  </a:lnTo>
                  <a:lnTo>
                    <a:pt x="329079" y="208713"/>
                  </a:lnTo>
                  <a:lnTo>
                    <a:pt x="330312" y="203570"/>
                  </a:lnTo>
                  <a:lnTo>
                    <a:pt x="331382" y="198390"/>
                  </a:lnTo>
                  <a:lnTo>
                    <a:pt x="332288" y="193179"/>
                  </a:lnTo>
                  <a:lnTo>
                    <a:pt x="333028" y="187942"/>
                  </a:lnTo>
                  <a:lnTo>
                    <a:pt x="333602" y="182685"/>
                  </a:lnTo>
                  <a:lnTo>
                    <a:pt x="334010" y="177411"/>
                  </a:lnTo>
                  <a:lnTo>
                    <a:pt x="334250" y="172128"/>
                  </a:lnTo>
                  <a:lnTo>
                    <a:pt x="334324" y="166839"/>
                  </a:lnTo>
                  <a:lnTo>
                    <a:pt x="334230" y="161551"/>
                  </a:lnTo>
                  <a:lnTo>
                    <a:pt x="333968" y="156269"/>
                  </a:lnTo>
                  <a:lnTo>
                    <a:pt x="333540" y="150997"/>
                  </a:lnTo>
                  <a:lnTo>
                    <a:pt x="332945" y="145742"/>
                  </a:lnTo>
                  <a:lnTo>
                    <a:pt x="332184" y="140508"/>
                  </a:lnTo>
                  <a:lnTo>
                    <a:pt x="331259" y="135301"/>
                  </a:lnTo>
                  <a:lnTo>
                    <a:pt x="330168" y="130125"/>
                  </a:lnTo>
                  <a:lnTo>
                    <a:pt x="328915" y="124987"/>
                  </a:lnTo>
                  <a:lnTo>
                    <a:pt x="327500" y="11989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52955"/>
              <a:ext cx="160343" cy="47276"/>
            </a:xfrm>
            <a:custGeom>
              <a:avLst/>
              <a:pathLst>
                <a:path w="160343" h="47276">
                  <a:moveTo>
                    <a:pt x="160343" y="0"/>
                  </a:moveTo>
                  <a:lnTo>
                    <a:pt x="0" y="472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39003"/>
              <a:ext cx="160343" cy="161227"/>
            </a:xfrm>
            <a:custGeom>
              <a:avLst/>
              <a:pathLst>
                <a:path w="160343" h="161227">
                  <a:moveTo>
                    <a:pt x="160343" y="113951"/>
                  </a:moveTo>
                  <a:lnTo>
                    <a:pt x="158706" y="108719"/>
                  </a:lnTo>
                  <a:lnTo>
                    <a:pt x="156899" y="103543"/>
                  </a:lnTo>
                  <a:lnTo>
                    <a:pt x="154923" y="98429"/>
                  </a:lnTo>
                  <a:lnTo>
                    <a:pt x="152781" y="93383"/>
                  </a:lnTo>
                  <a:lnTo>
                    <a:pt x="150474" y="88409"/>
                  </a:lnTo>
                  <a:lnTo>
                    <a:pt x="148005" y="83514"/>
                  </a:lnTo>
                  <a:lnTo>
                    <a:pt x="145377" y="78703"/>
                  </a:lnTo>
                  <a:lnTo>
                    <a:pt x="142593" y="73980"/>
                  </a:lnTo>
                  <a:lnTo>
                    <a:pt x="139655" y="69351"/>
                  </a:lnTo>
                  <a:lnTo>
                    <a:pt x="136567" y="64821"/>
                  </a:lnTo>
                  <a:lnTo>
                    <a:pt x="133333" y="60395"/>
                  </a:lnTo>
                  <a:lnTo>
                    <a:pt x="129955" y="56077"/>
                  </a:lnTo>
                  <a:lnTo>
                    <a:pt x="126437" y="51872"/>
                  </a:lnTo>
                  <a:lnTo>
                    <a:pt x="122783" y="47785"/>
                  </a:lnTo>
                  <a:lnTo>
                    <a:pt x="118997" y="43820"/>
                  </a:lnTo>
                  <a:lnTo>
                    <a:pt x="115083" y="39981"/>
                  </a:lnTo>
                  <a:lnTo>
                    <a:pt x="111045" y="36272"/>
                  </a:lnTo>
                  <a:lnTo>
                    <a:pt x="106888" y="32698"/>
                  </a:lnTo>
                  <a:lnTo>
                    <a:pt x="102616" y="29262"/>
                  </a:lnTo>
                  <a:lnTo>
                    <a:pt x="98233" y="25968"/>
                  </a:lnTo>
                  <a:lnTo>
                    <a:pt x="93745" y="22820"/>
                  </a:lnTo>
                  <a:lnTo>
                    <a:pt x="89156" y="19820"/>
                  </a:lnTo>
                  <a:lnTo>
                    <a:pt x="84472" y="16973"/>
                  </a:lnTo>
                  <a:lnTo>
                    <a:pt x="79696" y="14280"/>
                  </a:lnTo>
                  <a:lnTo>
                    <a:pt x="74834" y="11746"/>
                  </a:lnTo>
                  <a:lnTo>
                    <a:pt x="69893" y="9372"/>
                  </a:lnTo>
                  <a:lnTo>
                    <a:pt x="64875" y="7162"/>
                  </a:lnTo>
                  <a:lnTo>
                    <a:pt x="59789" y="5118"/>
                  </a:lnTo>
                  <a:lnTo>
                    <a:pt x="54637" y="3241"/>
                  </a:lnTo>
                  <a:lnTo>
                    <a:pt x="49427" y="1534"/>
                  </a:lnTo>
                  <a:lnTo>
                    <a:pt x="44164" y="0"/>
                  </a:lnTo>
                  <a:lnTo>
                    <a:pt x="0" y="1612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633064"/>
              <a:ext cx="44164" cy="167167"/>
            </a:xfrm>
            <a:custGeom>
              <a:avLst/>
              <a:pathLst>
                <a:path w="44164" h="167167">
                  <a:moveTo>
                    <a:pt x="44164" y="5939"/>
                  </a:moveTo>
                  <a:lnTo>
                    <a:pt x="37975" y="4370"/>
                  </a:lnTo>
                  <a:lnTo>
                    <a:pt x="31731" y="3039"/>
                  </a:lnTo>
                  <a:lnTo>
                    <a:pt x="25441" y="1947"/>
                  </a:lnTo>
                  <a:lnTo>
                    <a:pt x="19113" y="1096"/>
                  </a:lnTo>
                  <a:lnTo>
                    <a:pt x="12757" y="487"/>
                  </a:lnTo>
                  <a:lnTo>
                    <a:pt x="6383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358828" y="3170392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4" y="1340"/>
                  </a:lnTo>
                  <a:lnTo>
                    <a:pt x="140782" y="2092"/>
                  </a:lnTo>
                  <a:lnTo>
                    <a:pt x="135567" y="3011"/>
                  </a:lnTo>
                  <a:lnTo>
                    <a:pt x="130383" y="4093"/>
                  </a:lnTo>
                  <a:lnTo>
                    <a:pt x="125236" y="5340"/>
                  </a:lnTo>
                  <a:lnTo>
                    <a:pt x="120131" y="6749"/>
                  </a:lnTo>
                  <a:lnTo>
                    <a:pt x="115073" y="8319"/>
                  </a:lnTo>
                  <a:lnTo>
                    <a:pt x="110067" y="10048"/>
                  </a:lnTo>
                  <a:lnTo>
                    <a:pt x="105119" y="11935"/>
                  </a:lnTo>
                  <a:lnTo>
                    <a:pt x="100233" y="13978"/>
                  </a:lnTo>
                  <a:lnTo>
                    <a:pt x="95414" y="16175"/>
                  </a:lnTo>
                  <a:lnTo>
                    <a:pt x="90667" y="18523"/>
                  </a:lnTo>
                  <a:lnTo>
                    <a:pt x="85997" y="21020"/>
                  </a:lnTo>
                  <a:lnTo>
                    <a:pt x="81409" y="23664"/>
                  </a:lnTo>
                  <a:lnTo>
                    <a:pt x="76906" y="26452"/>
                  </a:lnTo>
                  <a:lnTo>
                    <a:pt x="72494" y="29382"/>
                  </a:lnTo>
                  <a:lnTo>
                    <a:pt x="68177" y="32449"/>
                  </a:lnTo>
                  <a:lnTo>
                    <a:pt x="63959" y="35652"/>
                  </a:lnTo>
                  <a:lnTo>
                    <a:pt x="59845" y="38987"/>
                  </a:lnTo>
                  <a:lnTo>
                    <a:pt x="55839" y="42450"/>
                  </a:lnTo>
                  <a:lnTo>
                    <a:pt x="51944" y="46039"/>
                  </a:lnTo>
                  <a:lnTo>
                    <a:pt x="48165" y="49749"/>
                  </a:lnTo>
                  <a:lnTo>
                    <a:pt x="44505" y="53577"/>
                  </a:lnTo>
                  <a:lnTo>
                    <a:pt x="40969" y="57519"/>
                  </a:lnTo>
                  <a:lnTo>
                    <a:pt x="37559" y="61571"/>
                  </a:lnTo>
                  <a:lnTo>
                    <a:pt x="34279" y="65729"/>
                  </a:lnTo>
                  <a:lnTo>
                    <a:pt x="31133" y="69989"/>
                  </a:lnTo>
                  <a:lnTo>
                    <a:pt x="28123" y="74346"/>
                  </a:lnTo>
                  <a:lnTo>
                    <a:pt x="25252" y="78796"/>
                  </a:lnTo>
                  <a:lnTo>
                    <a:pt x="22524" y="83336"/>
                  </a:lnTo>
                  <a:lnTo>
                    <a:pt x="19941" y="87959"/>
                  </a:lnTo>
                  <a:lnTo>
                    <a:pt x="17506" y="92662"/>
                  </a:lnTo>
                  <a:lnTo>
                    <a:pt x="15221" y="97439"/>
                  </a:lnTo>
                  <a:lnTo>
                    <a:pt x="13089" y="102287"/>
                  </a:lnTo>
                  <a:lnTo>
                    <a:pt x="11111" y="107200"/>
                  </a:lnTo>
                  <a:lnTo>
                    <a:pt x="9290" y="112173"/>
                  </a:lnTo>
                  <a:lnTo>
                    <a:pt x="7627" y="117201"/>
                  </a:lnTo>
                  <a:lnTo>
                    <a:pt x="6124" y="122279"/>
                  </a:lnTo>
                  <a:lnTo>
                    <a:pt x="4783" y="127402"/>
                  </a:lnTo>
                  <a:lnTo>
                    <a:pt x="3605" y="132565"/>
                  </a:lnTo>
                  <a:lnTo>
                    <a:pt x="2591" y="137763"/>
                  </a:lnTo>
                  <a:lnTo>
                    <a:pt x="1742" y="142991"/>
                  </a:lnTo>
                  <a:lnTo>
                    <a:pt x="1059" y="148242"/>
                  </a:lnTo>
                  <a:lnTo>
                    <a:pt x="543" y="153513"/>
                  </a:lnTo>
                  <a:lnTo>
                    <a:pt x="194" y="158797"/>
                  </a:lnTo>
                  <a:lnTo>
                    <a:pt x="13" y="164090"/>
                  </a:lnTo>
                  <a:lnTo>
                    <a:pt x="0" y="169386"/>
                  </a:lnTo>
                  <a:lnTo>
                    <a:pt x="154" y="174680"/>
                  </a:lnTo>
                  <a:lnTo>
                    <a:pt x="475" y="179966"/>
                  </a:lnTo>
                  <a:lnTo>
                    <a:pt x="964" y="185239"/>
                  </a:lnTo>
                  <a:lnTo>
                    <a:pt x="1620" y="190494"/>
                  </a:lnTo>
                  <a:lnTo>
                    <a:pt x="2442" y="195726"/>
                  </a:lnTo>
                  <a:lnTo>
                    <a:pt x="3430" y="200929"/>
                  </a:lnTo>
                  <a:lnTo>
                    <a:pt x="4581" y="206098"/>
                  </a:lnTo>
                  <a:lnTo>
                    <a:pt x="5896" y="211228"/>
                  </a:lnTo>
                  <a:lnTo>
                    <a:pt x="7373" y="216314"/>
                  </a:lnTo>
                  <a:lnTo>
                    <a:pt x="9010" y="221350"/>
                  </a:lnTo>
                  <a:lnTo>
                    <a:pt x="10805" y="226333"/>
                  </a:lnTo>
                  <a:lnTo>
                    <a:pt x="12758" y="231255"/>
                  </a:lnTo>
                  <a:lnTo>
                    <a:pt x="14865" y="236114"/>
                  </a:lnTo>
                  <a:lnTo>
                    <a:pt x="17126" y="240903"/>
                  </a:lnTo>
                  <a:lnTo>
                    <a:pt x="19537" y="245618"/>
                  </a:lnTo>
                  <a:lnTo>
                    <a:pt x="22096" y="250255"/>
                  </a:lnTo>
                  <a:lnTo>
                    <a:pt x="24800" y="254808"/>
                  </a:lnTo>
                  <a:lnTo>
                    <a:pt x="27648" y="259273"/>
                  </a:lnTo>
                  <a:lnTo>
                    <a:pt x="30636" y="263646"/>
                  </a:lnTo>
                  <a:lnTo>
                    <a:pt x="33760" y="267922"/>
                  </a:lnTo>
                  <a:lnTo>
                    <a:pt x="37019" y="272096"/>
                  </a:lnTo>
                  <a:lnTo>
                    <a:pt x="40408" y="276166"/>
                  </a:lnTo>
                  <a:lnTo>
                    <a:pt x="43924" y="280126"/>
                  </a:lnTo>
                  <a:lnTo>
                    <a:pt x="47564" y="283973"/>
                  </a:lnTo>
                  <a:lnTo>
                    <a:pt x="51324" y="287702"/>
                  </a:lnTo>
                  <a:lnTo>
                    <a:pt x="55200" y="291311"/>
                  </a:lnTo>
                  <a:lnTo>
                    <a:pt x="59189" y="294795"/>
                  </a:lnTo>
                  <a:lnTo>
                    <a:pt x="63286" y="298150"/>
                  </a:lnTo>
                  <a:lnTo>
                    <a:pt x="67487" y="301375"/>
                  </a:lnTo>
                  <a:lnTo>
                    <a:pt x="71788" y="304464"/>
                  </a:lnTo>
                  <a:lnTo>
                    <a:pt x="76185" y="307416"/>
                  </a:lnTo>
                  <a:lnTo>
                    <a:pt x="80673" y="310227"/>
                  </a:lnTo>
                  <a:lnTo>
                    <a:pt x="85248" y="312895"/>
                  </a:lnTo>
                  <a:lnTo>
                    <a:pt x="89905" y="315416"/>
                  </a:lnTo>
                  <a:lnTo>
                    <a:pt x="94640" y="317789"/>
                  </a:lnTo>
                  <a:lnTo>
                    <a:pt x="99448" y="320010"/>
                  </a:lnTo>
                  <a:lnTo>
                    <a:pt x="104323" y="322078"/>
                  </a:lnTo>
                  <a:lnTo>
                    <a:pt x="109261" y="323990"/>
                  </a:lnTo>
                  <a:lnTo>
                    <a:pt x="114258" y="325746"/>
                  </a:lnTo>
                  <a:lnTo>
                    <a:pt x="119308" y="327341"/>
                  </a:lnTo>
                  <a:lnTo>
                    <a:pt x="124405" y="328777"/>
                  </a:lnTo>
                  <a:lnTo>
                    <a:pt x="129546" y="330050"/>
                  </a:lnTo>
                  <a:lnTo>
                    <a:pt x="134724" y="331159"/>
                  </a:lnTo>
                  <a:lnTo>
                    <a:pt x="139935" y="332104"/>
                  </a:lnTo>
                  <a:lnTo>
                    <a:pt x="145174" y="332883"/>
                  </a:lnTo>
                  <a:lnTo>
                    <a:pt x="150434" y="333496"/>
                  </a:lnTo>
                  <a:lnTo>
                    <a:pt x="155711" y="333942"/>
                  </a:lnTo>
                  <a:lnTo>
                    <a:pt x="160999" y="334221"/>
                  </a:lnTo>
                  <a:lnTo>
                    <a:pt x="166294" y="334332"/>
                  </a:lnTo>
                  <a:lnTo>
                    <a:pt x="171590" y="334275"/>
                  </a:lnTo>
                  <a:lnTo>
                    <a:pt x="176881" y="334051"/>
                  </a:lnTo>
                  <a:lnTo>
                    <a:pt x="182162" y="333659"/>
                  </a:lnTo>
                  <a:lnTo>
                    <a:pt x="187429" y="333100"/>
                  </a:lnTo>
                  <a:lnTo>
                    <a:pt x="192674" y="332375"/>
                  </a:lnTo>
                  <a:lnTo>
                    <a:pt x="197895" y="331483"/>
                  </a:lnTo>
                  <a:lnTo>
                    <a:pt x="203084" y="330427"/>
                  </a:lnTo>
                  <a:lnTo>
                    <a:pt x="208238" y="329207"/>
                  </a:lnTo>
                  <a:lnTo>
                    <a:pt x="213350" y="327824"/>
                  </a:lnTo>
                  <a:lnTo>
                    <a:pt x="218416" y="326280"/>
                  </a:lnTo>
                  <a:lnTo>
                    <a:pt x="223430" y="324576"/>
                  </a:lnTo>
                  <a:lnTo>
                    <a:pt x="228388" y="322715"/>
                  </a:lnTo>
                  <a:lnTo>
                    <a:pt x="233284" y="320697"/>
                  </a:lnTo>
                  <a:lnTo>
                    <a:pt x="238114" y="318525"/>
                  </a:lnTo>
                  <a:lnTo>
                    <a:pt x="242873" y="316201"/>
                  </a:lnTo>
                  <a:lnTo>
                    <a:pt x="247556" y="313728"/>
                  </a:lnTo>
                  <a:lnTo>
                    <a:pt x="252158" y="311108"/>
                  </a:lnTo>
                  <a:lnTo>
                    <a:pt x="256675" y="308343"/>
                  </a:lnTo>
                  <a:lnTo>
                    <a:pt x="261102" y="305436"/>
                  </a:lnTo>
                  <a:lnTo>
                    <a:pt x="265435" y="302391"/>
                  </a:lnTo>
                  <a:lnTo>
                    <a:pt x="269669" y="299210"/>
                  </a:lnTo>
                  <a:lnTo>
                    <a:pt x="273800" y="295896"/>
                  </a:lnTo>
                  <a:lnTo>
                    <a:pt x="277824" y="292453"/>
                  </a:lnTo>
                  <a:lnTo>
                    <a:pt x="281737" y="288885"/>
                  </a:lnTo>
                  <a:lnTo>
                    <a:pt x="285535" y="285194"/>
                  </a:lnTo>
                  <a:lnTo>
                    <a:pt x="289214" y="281385"/>
                  </a:lnTo>
                  <a:lnTo>
                    <a:pt x="292771" y="277461"/>
                  </a:lnTo>
                  <a:lnTo>
                    <a:pt x="296202" y="273427"/>
                  </a:lnTo>
                  <a:lnTo>
                    <a:pt x="299503" y="269286"/>
                  </a:lnTo>
                  <a:lnTo>
                    <a:pt x="302671" y="265042"/>
                  </a:lnTo>
                  <a:lnTo>
                    <a:pt x="305704" y="260700"/>
                  </a:lnTo>
                  <a:lnTo>
                    <a:pt x="308597" y="256265"/>
                  </a:lnTo>
                  <a:lnTo>
                    <a:pt x="311348" y="251739"/>
                  </a:lnTo>
                  <a:lnTo>
                    <a:pt x="313955" y="247129"/>
                  </a:lnTo>
                  <a:lnTo>
                    <a:pt x="316414" y="242439"/>
                  </a:lnTo>
                  <a:lnTo>
                    <a:pt x="318723" y="237673"/>
                  </a:lnTo>
                  <a:lnTo>
                    <a:pt x="320881" y="232837"/>
                  </a:lnTo>
                  <a:lnTo>
                    <a:pt x="322884" y="227934"/>
                  </a:lnTo>
                  <a:lnTo>
                    <a:pt x="324730" y="222971"/>
                  </a:lnTo>
                  <a:lnTo>
                    <a:pt x="326419" y="217951"/>
                  </a:lnTo>
                  <a:lnTo>
                    <a:pt x="327948" y="212881"/>
                  </a:lnTo>
                  <a:lnTo>
                    <a:pt x="329315" y="207765"/>
                  </a:lnTo>
                  <a:lnTo>
                    <a:pt x="330520" y="202608"/>
                  </a:lnTo>
                  <a:lnTo>
                    <a:pt x="331560" y="197415"/>
                  </a:lnTo>
                  <a:lnTo>
                    <a:pt x="332436" y="192192"/>
                  </a:lnTo>
                  <a:lnTo>
                    <a:pt x="333146" y="186944"/>
                  </a:lnTo>
                  <a:lnTo>
                    <a:pt x="333689" y="181676"/>
                  </a:lnTo>
                  <a:lnTo>
                    <a:pt x="334065" y="176393"/>
                  </a:lnTo>
                  <a:lnTo>
                    <a:pt x="334273" y="171102"/>
                  </a:lnTo>
                  <a:lnTo>
                    <a:pt x="334314" y="165806"/>
                  </a:lnTo>
                  <a:lnTo>
                    <a:pt x="334187" y="160512"/>
                  </a:lnTo>
                  <a:lnTo>
                    <a:pt x="333892" y="155224"/>
                  </a:lnTo>
                  <a:lnTo>
                    <a:pt x="333431" y="149948"/>
                  </a:lnTo>
                  <a:lnTo>
                    <a:pt x="332802" y="144690"/>
                  </a:lnTo>
                  <a:lnTo>
                    <a:pt x="332007" y="139454"/>
                  </a:lnTo>
                  <a:lnTo>
                    <a:pt x="331046" y="134246"/>
                  </a:lnTo>
                  <a:lnTo>
                    <a:pt x="329921" y="129071"/>
                  </a:lnTo>
                  <a:lnTo>
                    <a:pt x="328633" y="123934"/>
                  </a:lnTo>
                  <a:lnTo>
                    <a:pt x="327182" y="118841"/>
                  </a:lnTo>
                  <a:lnTo>
                    <a:pt x="325571" y="113796"/>
                  </a:lnTo>
                  <a:lnTo>
                    <a:pt x="323801" y="108805"/>
                  </a:lnTo>
                  <a:lnTo>
                    <a:pt x="321874" y="103872"/>
                  </a:lnTo>
                  <a:lnTo>
                    <a:pt x="319791" y="99003"/>
                  </a:lnTo>
                  <a:lnTo>
                    <a:pt x="317555" y="94202"/>
                  </a:lnTo>
                  <a:lnTo>
                    <a:pt x="315168" y="89474"/>
                  </a:lnTo>
                  <a:lnTo>
                    <a:pt x="312633" y="84825"/>
                  </a:lnTo>
                  <a:lnTo>
                    <a:pt x="309952" y="80258"/>
                  </a:lnTo>
                  <a:lnTo>
                    <a:pt x="307127" y="75778"/>
                  </a:lnTo>
                  <a:lnTo>
                    <a:pt x="304162" y="71390"/>
                  </a:lnTo>
                  <a:lnTo>
                    <a:pt x="301060" y="67098"/>
                  </a:lnTo>
                  <a:lnTo>
                    <a:pt x="297823" y="62907"/>
                  </a:lnTo>
                  <a:lnTo>
                    <a:pt x="294455" y="58820"/>
                  </a:lnTo>
                  <a:lnTo>
                    <a:pt x="290959" y="54842"/>
                  </a:lnTo>
                  <a:lnTo>
                    <a:pt x="287338" y="50977"/>
                  </a:lnTo>
                  <a:lnTo>
                    <a:pt x="283598" y="47228"/>
                  </a:lnTo>
                  <a:lnTo>
                    <a:pt x="279740" y="43599"/>
                  </a:lnTo>
                  <a:lnTo>
                    <a:pt x="275769" y="40095"/>
                  </a:lnTo>
                  <a:lnTo>
                    <a:pt x="271690" y="36718"/>
                  </a:lnTo>
                  <a:lnTo>
                    <a:pt x="267505" y="33472"/>
                  </a:lnTo>
                  <a:lnTo>
                    <a:pt x="263220" y="30361"/>
                  </a:lnTo>
                  <a:lnTo>
                    <a:pt x="258838" y="27386"/>
                  </a:lnTo>
                  <a:lnTo>
                    <a:pt x="254365" y="24552"/>
                  </a:lnTo>
                  <a:lnTo>
                    <a:pt x="249803" y="21861"/>
                  </a:lnTo>
                  <a:lnTo>
                    <a:pt x="245159" y="19316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9709"/>
              <a:ext cx="78006" cy="147850"/>
            </a:xfrm>
            <a:custGeom>
              <a:avLst/>
              <a:pathLst>
                <a:path w="78006" h="147850">
                  <a:moveTo>
                    <a:pt x="78006" y="0"/>
                  </a:moveTo>
                  <a:lnTo>
                    <a:pt x="0" y="1478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2314"/>
              <a:ext cx="78006" cy="155245"/>
            </a:xfrm>
            <a:custGeom>
              <a:avLst/>
              <a:pathLst>
                <a:path w="78006" h="155245">
                  <a:moveTo>
                    <a:pt x="78006" y="7394"/>
                  </a:moveTo>
                  <a:lnTo>
                    <a:pt x="70099" y="3486"/>
                  </a:lnTo>
                  <a:lnTo>
                    <a:pt x="61997" y="0"/>
                  </a:lnTo>
                  <a:lnTo>
                    <a:pt x="0" y="1552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70392"/>
              <a:ext cx="61997" cy="167167"/>
            </a:xfrm>
            <a:custGeom>
              <a:avLst/>
              <a:pathLst>
                <a:path w="61997" h="167167">
                  <a:moveTo>
                    <a:pt x="61997" y="11921"/>
                  </a:moveTo>
                  <a:lnTo>
                    <a:pt x="56599" y="9873"/>
                  </a:lnTo>
                  <a:lnTo>
                    <a:pt x="51133" y="8012"/>
                  </a:lnTo>
                  <a:lnTo>
                    <a:pt x="45606" y="6341"/>
                  </a:lnTo>
                  <a:lnTo>
                    <a:pt x="40025" y="4862"/>
                  </a:lnTo>
                  <a:lnTo>
                    <a:pt x="34396" y="3577"/>
                  </a:lnTo>
                  <a:lnTo>
                    <a:pt x="28726" y="2486"/>
                  </a:lnTo>
                  <a:lnTo>
                    <a:pt x="23022" y="1592"/>
                  </a:lnTo>
                  <a:lnTo>
                    <a:pt x="17291" y="896"/>
                  </a:lnTo>
                  <a:lnTo>
                    <a:pt x="11538" y="398"/>
                  </a:lnTo>
                  <a:lnTo>
                    <a:pt x="5772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423590" y="3707720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1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0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5" y="18460"/>
                  </a:lnTo>
                  <a:lnTo>
                    <a:pt x="86131" y="20949"/>
                  </a:lnTo>
                  <a:lnTo>
                    <a:pt x="81548" y="23585"/>
                  </a:lnTo>
                  <a:lnTo>
                    <a:pt x="77050" y="26364"/>
                  </a:lnTo>
                  <a:lnTo>
                    <a:pt x="72643" y="29283"/>
                  </a:lnTo>
                  <a:lnTo>
                    <a:pt x="68330" y="32341"/>
                  </a:lnTo>
                  <a:lnTo>
                    <a:pt x="64116" y="35533"/>
                  </a:lnTo>
                  <a:lnTo>
                    <a:pt x="60005" y="38858"/>
                  </a:lnTo>
                  <a:lnTo>
                    <a:pt x="56001" y="42310"/>
                  </a:lnTo>
                  <a:lnTo>
                    <a:pt x="52109" y="45887"/>
                  </a:lnTo>
                  <a:lnTo>
                    <a:pt x="48331" y="49586"/>
                  </a:lnTo>
                  <a:lnTo>
                    <a:pt x="44673" y="53402"/>
                  </a:lnTo>
                  <a:lnTo>
                    <a:pt x="41137" y="57332"/>
                  </a:lnTo>
                  <a:lnTo>
                    <a:pt x="37726" y="61372"/>
                  </a:lnTo>
                  <a:lnTo>
                    <a:pt x="34446" y="65518"/>
                  </a:lnTo>
                  <a:lnTo>
                    <a:pt x="31298" y="69765"/>
                  </a:lnTo>
                  <a:lnTo>
                    <a:pt x="28286" y="74110"/>
                  </a:lnTo>
                  <a:lnTo>
                    <a:pt x="25413" y="78548"/>
                  </a:lnTo>
                  <a:lnTo>
                    <a:pt x="22681" y="83074"/>
                  </a:lnTo>
                  <a:lnTo>
                    <a:pt x="20094" y="87685"/>
                  </a:lnTo>
                  <a:lnTo>
                    <a:pt x="17655" y="92375"/>
                  </a:lnTo>
                  <a:lnTo>
                    <a:pt x="15364" y="97140"/>
                  </a:lnTo>
                  <a:lnTo>
                    <a:pt x="13226" y="101975"/>
                  </a:lnTo>
                  <a:lnTo>
                    <a:pt x="11242" y="106875"/>
                  </a:lnTo>
                  <a:lnTo>
                    <a:pt x="9413" y="111836"/>
                  </a:lnTo>
                  <a:lnTo>
                    <a:pt x="7742" y="116851"/>
                  </a:lnTo>
                  <a:lnTo>
                    <a:pt x="6231" y="121917"/>
                  </a:lnTo>
                  <a:lnTo>
                    <a:pt x="4881" y="127029"/>
                  </a:lnTo>
                  <a:lnTo>
                    <a:pt x="3692" y="132180"/>
                  </a:lnTo>
                  <a:lnTo>
                    <a:pt x="2668" y="137367"/>
                  </a:lnTo>
                  <a:lnTo>
                    <a:pt x="1808" y="142583"/>
                  </a:lnTo>
                  <a:lnTo>
                    <a:pt x="1113" y="147824"/>
                  </a:lnTo>
                  <a:lnTo>
                    <a:pt x="584" y="153084"/>
                  </a:lnTo>
                  <a:lnTo>
                    <a:pt x="222" y="158358"/>
                  </a:lnTo>
                  <a:lnTo>
                    <a:pt x="27" y="163642"/>
                  </a:lnTo>
                  <a:lnTo>
                    <a:pt x="0" y="168928"/>
                  </a:lnTo>
                  <a:lnTo>
                    <a:pt x="139" y="174213"/>
                  </a:lnTo>
                  <a:lnTo>
                    <a:pt x="445" y="179491"/>
                  </a:lnTo>
                  <a:lnTo>
                    <a:pt x="918" y="184756"/>
                  </a:lnTo>
                  <a:lnTo>
                    <a:pt x="1558" y="190004"/>
                  </a:lnTo>
                  <a:lnTo>
                    <a:pt x="2362" y="195229"/>
                  </a:lnTo>
                  <a:lnTo>
                    <a:pt x="3332" y="200427"/>
                  </a:lnTo>
                  <a:lnTo>
                    <a:pt x="4466" y="205590"/>
                  </a:lnTo>
                  <a:lnTo>
                    <a:pt x="5762" y="210716"/>
                  </a:lnTo>
                  <a:lnTo>
                    <a:pt x="7220" y="215797"/>
                  </a:lnTo>
                  <a:lnTo>
                    <a:pt x="8838" y="220830"/>
                  </a:lnTo>
                  <a:lnTo>
                    <a:pt x="10614" y="225810"/>
                  </a:lnTo>
                  <a:lnTo>
                    <a:pt x="12547" y="230731"/>
                  </a:lnTo>
                  <a:lnTo>
                    <a:pt x="14634" y="235588"/>
                  </a:lnTo>
                  <a:lnTo>
                    <a:pt x="16874" y="240377"/>
                  </a:lnTo>
                  <a:lnTo>
                    <a:pt x="19264" y="245092"/>
                  </a:lnTo>
                  <a:lnTo>
                    <a:pt x="21802" y="249730"/>
                  </a:lnTo>
                  <a:lnTo>
                    <a:pt x="24485" y="254285"/>
                  </a:lnTo>
                  <a:lnTo>
                    <a:pt x="27311" y="258753"/>
                  </a:lnTo>
                  <a:lnTo>
                    <a:pt x="30278" y="263129"/>
                  </a:lnTo>
                  <a:lnTo>
                    <a:pt x="33380" y="267410"/>
                  </a:lnTo>
                  <a:lnTo>
                    <a:pt x="36617" y="271590"/>
                  </a:lnTo>
                  <a:lnTo>
                    <a:pt x="39984" y="275665"/>
                  </a:lnTo>
                  <a:lnTo>
                    <a:pt x="43479" y="279633"/>
                  </a:lnTo>
                  <a:lnTo>
                    <a:pt x="47097" y="283487"/>
                  </a:lnTo>
                  <a:lnTo>
                    <a:pt x="50835" y="287226"/>
                  </a:lnTo>
                  <a:lnTo>
                    <a:pt x="54690" y="290844"/>
                  </a:lnTo>
                  <a:lnTo>
                    <a:pt x="58657" y="294338"/>
                  </a:lnTo>
                  <a:lnTo>
                    <a:pt x="62733" y="297706"/>
                  </a:lnTo>
                  <a:lnTo>
                    <a:pt x="66913" y="300942"/>
                  </a:lnTo>
                  <a:lnTo>
                    <a:pt x="71193" y="304045"/>
                  </a:lnTo>
                  <a:lnTo>
                    <a:pt x="75569" y="307011"/>
                  </a:lnTo>
                  <a:lnTo>
                    <a:pt x="80037" y="309838"/>
                  </a:lnTo>
                  <a:lnTo>
                    <a:pt x="84592" y="312521"/>
                  </a:lnTo>
                  <a:lnTo>
                    <a:pt x="89230" y="315059"/>
                  </a:lnTo>
                  <a:lnTo>
                    <a:pt x="93945" y="317450"/>
                  </a:lnTo>
                  <a:lnTo>
                    <a:pt x="98734" y="319690"/>
                  </a:lnTo>
                  <a:lnTo>
                    <a:pt x="103591" y="321777"/>
                  </a:lnTo>
                  <a:lnTo>
                    <a:pt x="108512" y="323710"/>
                  </a:lnTo>
                  <a:lnTo>
                    <a:pt x="113491" y="325486"/>
                  </a:lnTo>
                  <a:lnTo>
                    <a:pt x="118524" y="327104"/>
                  </a:lnTo>
                  <a:lnTo>
                    <a:pt x="123606" y="328562"/>
                  </a:lnTo>
                  <a:lnTo>
                    <a:pt x="128731" y="329858"/>
                  </a:lnTo>
                  <a:lnTo>
                    <a:pt x="133895" y="330992"/>
                  </a:lnTo>
                  <a:lnTo>
                    <a:pt x="139092" y="331962"/>
                  </a:lnTo>
                  <a:lnTo>
                    <a:pt x="144317" y="332767"/>
                  </a:lnTo>
                  <a:lnTo>
                    <a:pt x="149565" y="333406"/>
                  </a:lnTo>
                  <a:lnTo>
                    <a:pt x="154831" y="333879"/>
                  </a:lnTo>
                  <a:lnTo>
                    <a:pt x="160109" y="334186"/>
                  </a:lnTo>
                  <a:lnTo>
                    <a:pt x="165393" y="334325"/>
                  </a:lnTo>
                  <a:lnTo>
                    <a:pt x="170680" y="334297"/>
                  </a:lnTo>
                  <a:lnTo>
                    <a:pt x="175963" y="334102"/>
                  </a:lnTo>
                  <a:lnTo>
                    <a:pt x="181238" y="333740"/>
                  </a:lnTo>
                  <a:lnTo>
                    <a:pt x="186498" y="333212"/>
                  </a:lnTo>
                  <a:lnTo>
                    <a:pt x="191739" y="332517"/>
                  </a:lnTo>
                  <a:lnTo>
                    <a:pt x="196955" y="331657"/>
                  </a:lnTo>
                  <a:lnTo>
                    <a:pt x="202141" y="330633"/>
                  </a:lnTo>
                  <a:lnTo>
                    <a:pt x="207293" y="329445"/>
                  </a:lnTo>
                  <a:lnTo>
                    <a:pt x="212404" y="328095"/>
                  </a:lnTo>
                  <a:lnTo>
                    <a:pt x="217470" y="326583"/>
                  </a:lnTo>
                  <a:lnTo>
                    <a:pt x="222486" y="324913"/>
                  </a:lnTo>
                  <a:lnTo>
                    <a:pt x="227447" y="323084"/>
                  </a:lnTo>
                  <a:lnTo>
                    <a:pt x="232347" y="321100"/>
                  </a:lnTo>
                  <a:lnTo>
                    <a:pt x="237182" y="318961"/>
                  </a:lnTo>
                  <a:lnTo>
                    <a:pt x="241947" y="316671"/>
                  </a:lnTo>
                  <a:lnTo>
                    <a:pt x="246637" y="314232"/>
                  </a:lnTo>
                  <a:lnTo>
                    <a:pt x="251248" y="311645"/>
                  </a:lnTo>
                  <a:lnTo>
                    <a:pt x="255774" y="308913"/>
                  </a:lnTo>
                  <a:lnTo>
                    <a:pt x="260212" y="306040"/>
                  </a:lnTo>
                  <a:lnTo>
                    <a:pt x="264557" y="303028"/>
                  </a:lnTo>
                  <a:lnTo>
                    <a:pt x="268804" y="299881"/>
                  </a:lnTo>
                  <a:lnTo>
                    <a:pt x="272950" y="296600"/>
                  </a:lnTo>
                  <a:lnTo>
                    <a:pt x="276990" y="293190"/>
                  </a:lnTo>
                  <a:lnTo>
                    <a:pt x="280920" y="289654"/>
                  </a:lnTo>
                  <a:lnTo>
                    <a:pt x="284736" y="285995"/>
                  </a:lnTo>
                  <a:lnTo>
                    <a:pt x="288435" y="282218"/>
                  </a:lnTo>
                  <a:lnTo>
                    <a:pt x="292013" y="278325"/>
                  </a:lnTo>
                  <a:lnTo>
                    <a:pt x="295465" y="274322"/>
                  </a:lnTo>
                  <a:lnTo>
                    <a:pt x="298789" y="270211"/>
                  </a:lnTo>
                  <a:lnTo>
                    <a:pt x="301982" y="265997"/>
                  </a:lnTo>
                  <a:lnTo>
                    <a:pt x="305040" y="261684"/>
                  </a:lnTo>
                  <a:lnTo>
                    <a:pt x="307959" y="257277"/>
                  </a:lnTo>
                  <a:lnTo>
                    <a:pt x="310738" y="252780"/>
                  </a:lnTo>
                  <a:lnTo>
                    <a:pt x="313374" y="248197"/>
                  </a:lnTo>
                  <a:lnTo>
                    <a:pt x="315863" y="243532"/>
                  </a:lnTo>
                  <a:lnTo>
                    <a:pt x="318203" y="238792"/>
                  </a:lnTo>
                  <a:lnTo>
                    <a:pt x="320393" y="233980"/>
                  </a:lnTo>
                  <a:lnTo>
                    <a:pt x="322429" y="229101"/>
                  </a:lnTo>
                  <a:lnTo>
                    <a:pt x="324310" y="224160"/>
                  </a:lnTo>
                  <a:lnTo>
                    <a:pt x="326033" y="219162"/>
                  </a:lnTo>
                  <a:lnTo>
                    <a:pt x="327598" y="214112"/>
                  </a:lnTo>
                  <a:lnTo>
                    <a:pt x="329002" y="209016"/>
                  </a:lnTo>
                  <a:lnTo>
                    <a:pt x="330245" y="203877"/>
                  </a:lnTo>
                  <a:lnTo>
                    <a:pt x="331324" y="198702"/>
                  </a:lnTo>
                  <a:lnTo>
                    <a:pt x="332239" y="193495"/>
                  </a:lnTo>
                  <a:lnTo>
                    <a:pt x="332989" y="188261"/>
                  </a:lnTo>
                  <a:lnTo>
                    <a:pt x="333573" y="183007"/>
                  </a:lnTo>
                  <a:lnTo>
                    <a:pt x="333991" y="177737"/>
                  </a:lnTo>
                  <a:lnTo>
                    <a:pt x="334241" y="172456"/>
                  </a:lnTo>
                  <a:lnTo>
                    <a:pt x="334325" y="167170"/>
                  </a:lnTo>
                  <a:lnTo>
                    <a:pt x="334242" y="161884"/>
                  </a:lnTo>
                  <a:lnTo>
                    <a:pt x="333991" y="156603"/>
                  </a:lnTo>
                  <a:lnTo>
                    <a:pt x="333574" y="151333"/>
                  </a:lnTo>
                  <a:lnTo>
                    <a:pt x="332990" y="146078"/>
                  </a:lnTo>
                  <a:lnTo>
                    <a:pt x="332240" y="140845"/>
                  </a:lnTo>
                  <a:lnTo>
                    <a:pt x="331325" y="135638"/>
                  </a:lnTo>
                  <a:lnTo>
                    <a:pt x="330246" y="130463"/>
                  </a:lnTo>
                  <a:lnTo>
                    <a:pt x="329004" y="125324"/>
                  </a:lnTo>
                  <a:lnTo>
                    <a:pt x="327600" y="120227"/>
                  </a:lnTo>
                  <a:lnTo>
                    <a:pt x="326035" y="115177"/>
                  </a:lnTo>
                  <a:lnTo>
                    <a:pt x="324312" y="110179"/>
                  </a:lnTo>
                  <a:lnTo>
                    <a:pt x="322431" y="105238"/>
                  </a:lnTo>
                  <a:lnTo>
                    <a:pt x="320395" y="100359"/>
                  </a:lnTo>
                  <a:lnTo>
                    <a:pt x="318206" y="95547"/>
                  </a:lnTo>
                  <a:lnTo>
                    <a:pt x="315866" y="90807"/>
                  </a:lnTo>
                  <a:lnTo>
                    <a:pt x="313377" y="86143"/>
                  </a:lnTo>
                  <a:lnTo>
                    <a:pt x="310741" y="81559"/>
                  </a:lnTo>
                  <a:lnTo>
                    <a:pt x="307963" y="77062"/>
                  </a:lnTo>
                  <a:lnTo>
                    <a:pt x="305043" y="72655"/>
                  </a:lnTo>
                  <a:lnTo>
                    <a:pt x="301985" y="68342"/>
                  </a:lnTo>
                  <a:lnTo>
                    <a:pt x="298793" y="64128"/>
                  </a:lnTo>
                  <a:lnTo>
                    <a:pt x="295469" y="60017"/>
                  </a:lnTo>
                  <a:lnTo>
                    <a:pt x="292017" y="56013"/>
                  </a:lnTo>
                  <a:lnTo>
                    <a:pt x="288439" y="52120"/>
                  </a:lnTo>
                  <a:lnTo>
                    <a:pt x="284741" y="48343"/>
                  </a:lnTo>
                  <a:lnTo>
                    <a:pt x="280924" y="44684"/>
                  </a:lnTo>
                  <a:lnTo>
                    <a:pt x="276994" y="41148"/>
                  </a:lnTo>
                  <a:lnTo>
                    <a:pt x="272955" y="37738"/>
                  </a:lnTo>
                  <a:lnTo>
                    <a:pt x="268809" y="34457"/>
                  </a:lnTo>
                  <a:lnTo>
                    <a:pt x="264562" y="31309"/>
                  </a:lnTo>
                  <a:lnTo>
                    <a:pt x="260217" y="28297"/>
                  </a:lnTo>
                  <a:lnTo>
                    <a:pt x="255779" y="25424"/>
                  </a:lnTo>
                  <a:lnTo>
                    <a:pt x="251253" y="22692"/>
                  </a:lnTo>
                  <a:lnTo>
                    <a:pt x="246642" y="20105"/>
                  </a:lnTo>
                  <a:lnTo>
                    <a:pt x="241952" y="17665"/>
                  </a:lnTo>
                  <a:lnTo>
                    <a:pt x="237187" y="15375"/>
                  </a:lnTo>
                  <a:lnTo>
                    <a:pt x="232352" y="13236"/>
                  </a:lnTo>
                  <a:lnTo>
                    <a:pt x="227452" y="11252"/>
                  </a:lnTo>
                  <a:lnTo>
                    <a:pt x="222492" y="9423"/>
                  </a:lnTo>
                  <a:lnTo>
                    <a:pt x="217476" y="7752"/>
                  </a:lnTo>
                  <a:lnTo>
                    <a:pt x="212410" y="6241"/>
                  </a:lnTo>
                  <a:lnTo>
                    <a:pt x="207299" y="4890"/>
                  </a:lnTo>
                  <a:lnTo>
                    <a:pt x="202147" y="3702"/>
                  </a:lnTo>
                  <a:lnTo>
                    <a:pt x="196961" y="2678"/>
                  </a:lnTo>
                  <a:lnTo>
                    <a:pt x="191745" y="1817"/>
                  </a:lnTo>
                  <a:lnTo>
                    <a:pt x="186504" y="1123"/>
                  </a:lnTo>
                  <a:lnTo>
                    <a:pt x="181243" y="594"/>
                  </a:lnTo>
                  <a:lnTo>
                    <a:pt x="175969" y="232"/>
                  </a:lnTo>
                  <a:lnTo>
                    <a:pt x="170686" y="3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614129" y="4213821"/>
              <a:ext cx="334325" cy="334325"/>
            </a:xfrm>
            <a:custGeom>
              <a:avLst/>
              <a:pathLst>
                <a:path w="334325" h="334325">
                  <a:moveTo>
                    <a:pt x="167158" y="0"/>
                  </a:moveTo>
                  <a:lnTo>
                    <a:pt x="161872" y="83"/>
                  </a:lnTo>
                  <a:lnTo>
                    <a:pt x="156591" y="334"/>
                  </a:lnTo>
                  <a:lnTo>
                    <a:pt x="151321" y="751"/>
                  </a:lnTo>
                  <a:lnTo>
                    <a:pt x="146066" y="1335"/>
                  </a:lnTo>
                  <a:lnTo>
                    <a:pt x="140833" y="2085"/>
                  </a:lnTo>
                  <a:lnTo>
                    <a:pt x="135626" y="3000"/>
                  </a:lnTo>
                  <a:lnTo>
                    <a:pt x="130451" y="4079"/>
                  </a:lnTo>
                  <a:lnTo>
                    <a:pt x="125312" y="5322"/>
                  </a:lnTo>
                  <a:lnTo>
                    <a:pt x="120215" y="6726"/>
                  </a:lnTo>
                  <a:lnTo>
                    <a:pt x="115165" y="8290"/>
                  </a:lnTo>
                  <a:lnTo>
                    <a:pt x="110167" y="10014"/>
                  </a:lnTo>
                  <a:lnTo>
                    <a:pt x="105226" y="11895"/>
                  </a:lnTo>
                  <a:lnTo>
                    <a:pt x="100347" y="13931"/>
                  </a:lnTo>
                  <a:lnTo>
                    <a:pt x="95535" y="16120"/>
                  </a:lnTo>
                  <a:lnTo>
                    <a:pt x="90795" y="18460"/>
                  </a:lnTo>
                  <a:lnTo>
                    <a:pt x="86131" y="20949"/>
                  </a:lnTo>
                  <a:lnTo>
                    <a:pt x="81548" y="23585"/>
                  </a:lnTo>
                  <a:lnTo>
                    <a:pt x="77050" y="26364"/>
                  </a:lnTo>
                  <a:lnTo>
                    <a:pt x="72643" y="29283"/>
                  </a:lnTo>
                  <a:lnTo>
                    <a:pt x="68330" y="32341"/>
                  </a:lnTo>
                  <a:lnTo>
                    <a:pt x="64116" y="35533"/>
                  </a:lnTo>
                  <a:lnTo>
                    <a:pt x="60005" y="38858"/>
                  </a:lnTo>
                  <a:lnTo>
                    <a:pt x="56001" y="42310"/>
                  </a:lnTo>
                  <a:lnTo>
                    <a:pt x="52109" y="45887"/>
                  </a:lnTo>
                  <a:lnTo>
                    <a:pt x="48331" y="49586"/>
                  </a:lnTo>
                  <a:lnTo>
                    <a:pt x="44673" y="53402"/>
                  </a:lnTo>
                  <a:lnTo>
                    <a:pt x="41137" y="57332"/>
                  </a:lnTo>
                  <a:lnTo>
                    <a:pt x="37726" y="61372"/>
                  </a:lnTo>
                  <a:lnTo>
                    <a:pt x="34446" y="65518"/>
                  </a:lnTo>
                  <a:lnTo>
                    <a:pt x="31298" y="69765"/>
                  </a:lnTo>
                  <a:lnTo>
                    <a:pt x="28286" y="74110"/>
                  </a:lnTo>
                  <a:lnTo>
                    <a:pt x="25413" y="78548"/>
                  </a:lnTo>
                  <a:lnTo>
                    <a:pt x="22681" y="83074"/>
                  </a:lnTo>
                  <a:lnTo>
                    <a:pt x="20094" y="87685"/>
                  </a:lnTo>
                  <a:lnTo>
                    <a:pt x="17655" y="92375"/>
                  </a:lnTo>
                  <a:lnTo>
                    <a:pt x="15364" y="97140"/>
                  </a:lnTo>
                  <a:lnTo>
                    <a:pt x="13226" y="101975"/>
                  </a:lnTo>
                  <a:lnTo>
                    <a:pt x="11242" y="106875"/>
                  </a:lnTo>
                  <a:lnTo>
                    <a:pt x="9413" y="111836"/>
                  </a:lnTo>
                  <a:lnTo>
                    <a:pt x="7742" y="116851"/>
                  </a:lnTo>
                  <a:lnTo>
                    <a:pt x="6231" y="121917"/>
                  </a:lnTo>
                  <a:lnTo>
                    <a:pt x="4881" y="127029"/>
                  </a:lnTo>
                  <a:lnTo>
                    <a:pt x="3692" y="132180"/>
                  </a:lnTo>
                  <a:lnTo>
                    <a:pt x="2668" y="137367"/>
                  </a:lnTo>
                  <a:lnTo>
                    <a:pt x="1808" y="142583"/>
                  </a:lnTo>
                  <a:lnTo>
                    <a:pt x="1113" y="147824"/>
                  </a:lnTo>
                  <a:lnTo>
                    <a:pt x="584" y="153084"/>
                  </a:lnTo>
                  <a:lnTo>
                    <a:pt x="222" y="158358"/>
                  </a:lnTo>
                  <a:lnTo>
                    <a:pt x="27" y="163642"/>
                  </a:lnTo>
                  <a:lnTo>
                    <a:pt x="0" y="168928"/>
                  </a:lnTo>
                  <a:lnTo>
                    <a:pt x="139" y="174213"/>
                  </a:lnTo>
                  <a:lnTo>
                    <a:pt x="445" y="179491"/>
                  </a:lnTo>
                  <a:lnTo>
                    <a:pt x="918" y="184756"/>
                  </a:lnTo>
                  <a:lnTo>
                    <a:pt x="1558" y="190004"/>
                  </a:lnTo>
                  <a:lnTo>
                    <a:pt x="2362" y="195229"/>
                  </a:lnTo>
                  <a:lnTo>
                    <a:pt x="3332" y="200427"/>
                  </a:lnTo>
                  <a:lnTo>
                    <a:pt x="4466" y="205590"/>
                  </a:lnTo>
                  <a:lnTo>
                    <a:pt x="5762" y="210716"/>
                  </a:lnTo>
                  <a:lnTo>
                    <a:pt x="7220" y="215797"/>
                  </a:lnTo>
                  <a:lnTo>
                    <a:pt x="8838" y="220830"/>
                  </a:lnTo>
                  <a:lnTo>
                    <a:pt x="10614" y="225810"/>
                  </a:lnTo>
                  <a:lnTo>
                    <a:pt x="12547" y="230731"/>
                  </a:lnTo>
                  <a:lnTo>
                    <a:pt x="14634" y="235588"/>
                  </a:lnTo>
                  <a:lnTo>
                    <a:pt x="16874" y="240377"/>
                  </a:lnTo>
                  <a:lnTo>
                    <a:pt x="19264" y="245092"/>
                  </a:lnTo>
                  <a:lnTo>
                    <a:pt x="21802" y="249730"/>
                  </a:lnTo>
                  <a:lnTo>
                    <a:pt x="24485" y="254285"/>
                  </a:lnTo>
                  <a:lnTo>
                    <a:pt x="27311" y="258753"/>
                  </a:lnTo>
                  <a:lnTo>
                    <a:pt x="30278" y="263129"/>
                  </a:lnTo>
                  <a:lnTo>
                    <a:pt x="33380" y="267410"/>
                  </a:lnTo>
                  <a:lnTo>
                    <a:pt x="36617" y="271590"/>
                  </a:lnTo>
                  <a:lnTo>
                    <a:pt x="39984" y="275665"/>
                  </a:lnTo>
                  <a:lnTo>
                    <a:pt x="43479" y="279633"/>
                  </a:lnTo>
                  <a:lnTo>
                    <a:pt x="47097" y="283487"/>
                  </a:lnTo>
                  <a:lnTo>
                    <a:pt x="50835" y="287226"/>
                  </a:lnTo>
                  <a:lnTo>
                    <a:pt x="54690" y="290844"/>
                  </a:lnTo>
                  <a:lnTo>
                    <a:pt x="58657" y="294338"/>
                  </a:lnTo>
                  <a:lnTo>
                    <a:pt x="62733" y="297706"/>
                  </a:lnTo>
                  <a:lnTo>
                    <a:pt x="66913" y="300942"/>
                  </a:lnTo>
                  <a:lnTo>
                    <a:pt x="71193" y="304045"/>
                  </a:lnTo>
                  <a:lnTo>
                    <a:pt x="75569" y="307011"/>
                  </a:lnTo>
                  <a:lnTo>
                    <a:pt x="80037" y="309838"/>
                  </a:lnTo>
                  <a:lnTo>
                    <a:pt x="84592" y="312521"/>
                  </a:lnTo>
                  <a:lnTo>
                    <a:pt x="89230" y="315059"/>
                  </a:lnTo>
                  <a:lnTo>
                    <a:pt x="93945" y="317450"/>
                  </a:lnTo>
                  <a:lnTo>
                    <a:pt x="98734" y="319690"/>
                  </a:lnTo>
                  <a:lnTo>
                    <a:pt x="103591" y="321777"/>
                  </a:lnTo>
                  <a:lnTo>
                    <a:pt x="108512" y="323710"/>
                  </a:lnTo>
                  <a:lnTo>
                    <a:pt x="113491" y="325486"/>
                  </a:lnTo>
                  <a:lnTo>
                    <a:pt x="118524" y="327104"/>
                  </a:lnTo>
                  <a:lnTo>
                    <a:pt x="123606" y="328562"/>
                  </a:lnTo>
                  <a:lnTo>
                    <a:pt x="128731" y="329858"/>
                  </a:lnTo>
                  <a:lnTo>
                    <a:pt x="133895" y="330992"/>
                  </a:lnTo>
                  <a:lnTo>
                    <a:pt x="139092" y="331962"/>
                  </a:lnTo>
                  <a:lnTo>
                    <a:pt x="144317" y="332767"/>
                  </a:lnTo>
                  <a:lnTo>
                    <a:pt x="149565" y="333406"/>
                  </a:lnTo>
                  <a:lnTo>
                    <a:pt x="154831" y="333879"/>
                  </a:lnTo>
                  <a:lnTo>
                    <a:pt x="160109" y="334186"/>
                  </a:lnTo>
                  <a:lnTo>
                    <a:pt x="165393" y="334325"/>
                  </a:lnTo>
                  <a:lnTo>
                    <a:pt x="170680" y="334297"/>
                  </a:lnTo>
                  <a:lnTo>
                    <a:pt x="175963" y="334102"/>
                  </a:lnTo>
                  <a:lnTo>
                    <a:pt x="181238" y="333740"/>
                  </a:lnTo>
                  <a:lnTo>
                    <a:pt x="186498" y="333212"/>
                  </a:lnTo>
                  <a:lnTo>
                    <a:pt x="191739" y="332517"/>
                  </a:lnTo>
                  <a:lnTo>
                    <a:pt x="196955" y="331657"/>
                  </a:lnTo>
                  <a:lnTo>
                    <a:pt x="202141" y="330633"/>
                  </a:lnTo>
                  <a:lnTo>
                    <a:pt x="207293" y="329445"/>
                  </a:lnTo>
                  <a:lnTo>
                    <a:pt x="212404" y="328095"/>
                  </a:lnTo>
                  <a:lnTo>
                    <a:pt x="217470" y="326583"/>
                  </a:lnTo>
                  <a:lnTo>
                    <a:pt x="222486" y="324913"/>
                  </a:lnTo>
                  <a:lnTo>
                    <a:pt x="227447" y="323084"/>
                  </a:lnTo>
                  <a:lnTo>
                    <a:pt x="232347" y="321100"/>
                  </a:lnTo>
                  <a:lnTo>
                    <a:pt x="237182" y="318961"/>
                  </a:lnTo>
                  <a:lnTo>
                    <a:pt x="241947" y="316671"/>
                  </a:lnTo>
                  <a:lnTo>
                    <a:pt x="246637" y="314232"/>
                  </a:lnTo>
                  <a:lnTo>
                    <a:pt x="251248" y="311645"/>
                  </a:lnTo>
                  <a:lnTo>
                    <a:pt x="255774" y="308913"/>
                  </a:lnTo>
                  <a:lnTo>
                    <a:pt x="260212" y="306040"/>
                  </a:lnTo>
                  <a:lnTo>
                    <a:pt x="264557" y="303028"/>
                  </a:lnTo>
                  <a:lnTo>
                    <a:pt x="268804" y="299881"/>
                  </a:lnTo>
                  <a:lnTo>
                    <a:pt x="272950" y="296600"/>
                  </a:lnTo>
                  <a:lnTo>
                    <a:pt x="276990" y="293190"/>
                  </a:lnTo>
                  <a:lnTo>
                    <a:pt x="280920" y="289654"/>
                  </a:lnTo>
                  <a:lnTo>
                    <a:pt x="284736" y="285995"/>
                  </a:lnTo>
                  <a:lnTo>
                    <a:pt x="288435" y="282218"/>
                  </a:lnTo>
                  <a:lnTo>
                    <a:pt x="292013" y="278325"/>
                  </a:lnTo>
                  <a:lnTo>
                    <a:pt x="295465" y="274322"/>
                  </a:lnTo>
                  <a:lnTo>
                    <a:pt x="298789" y="270211"/>
                  </a:lnTo>
                  <a:lnTo>
                    <a:pt x="301982" y="265997"/>
                  </a:lnTo>
                  <a:lnTo>
                    <a:pt x="305040" y="261684"/>
                  </a:lnTo>
                  <a:lnTo>
                    <a:pt x="307959" y="257277"/>
                  </a:lnTo>
                  <a:lnTo>
                    <a:pt x="310738" y="252780"/>
                  </a:lnTo>
                  <a:lnTo>
                    <a:pt x="313374" y="248197"/>
                  </a:lnTo>
                  <a:lnTo>
                    <a:pt x="315863" y="243532"/>
                  </a:lnTo>
                  <a:lnTo>
                    <a:pt x="318203" y="238792"/>
                  </a:lnTo>
                  <a:lnTo>
                    <a:pt x="320393" y="233980"/>
                  </a:lnTo>
                  <a:lnTo>
                    <a:pt x="322429" y="229101"/>
                  </a:lnTo>
                  <a:lnTo>
                    <a:pt x="324310" y="224160"/>
                  </a:lnTo>
                  <a:lnTo>
                    <a:pt x="326033" y="219162"/>
                  </a:lnTo>
                  <a:lnTo>
                    <a:pt x="327598" y="214112"/>
                  </a:lnTo>
                  <a:lnTo>
                    <a:pt x="329002" y="209016"/>
                  </a:lnTo>
                  <a:lnTo>
                    <a:pt x="330245" y="203877"/>
                  </a:lnTo>
                  <a:lnTo>
                    <a:pt x="331324" y="198702"/>
                  </a:lnTo>
                  <a:lnTo>
                    <a:pt x="332239" y="193495"/>
                  </a:lnTo>
                  <a:lnTo>
                    <a:pt x="332989" y="188261"/>
                  </a:lnTo>
                  <a:lnTo>
                    <a:pt x="333573" y="183007"/>
                  </a:lnTo>
                  <a:lnTo>
                    <a:pt x="333991" y="177737"/>
                  </a:lnTo>
                  <a:lnTo>
                    <a:pt x="334241" y="172456"/>
                  </a:lnTo>
                  <a:lnTo>
                    <a:pt x="334325" y="167170"/>
                  </a:lnTo>
                  <a:lnTo>
                    <a:pt x="334242" y="161884"/>
                  </a:lnTo>
                  <a:lnTo>
                    <a:pt x="333991" y="156603"/>
                  </a:lnTo>
                  <a:lnTo>
                    <a:pt x="333574" y="151333"/>
                  </a:lnTo>
                  <a:lnTo>
                    <a:pt x="332990" y="146078"/>
                  </a:lnTo>
                  <a:lnTo>
                    <a:pt x="332240" y="140845"/>
                  </a:lnTo>
                  <a:lnTo>
                    <a:pt x="331325" y="135638"/>
                  </a:lnTo>
                  <a:lnTo>
                    <a:pt x="330246" y="130463"/>
                  </a:lnTo>
                  <a:lnTo>
                    <a:pt x="329004" y="125324"/>
                  </a:lnTo>
                  <a:lnTo>
                    <a:pt x="327600" y="120227"/>
                  </a:lnTo>
                  <a:lnTo>
                    <a:pt x="326035" y="115177"/>
                  </a:lnTo>
                  <a:lnTo>
                    <a:pt x="324312" y="110179"/>
                  </a:lnTo>
                  <a:lnTo>
                    <a:pt x="322431" y="105238"/>
                  </a:lnTo>
                  <a:lnTo>
                    <a:pt x="320395" y="100359"/>
                  </a:lnTo>
                  <a:lnTo>
                    <a:pt x="318206" y="95547"/>
                  </a:lnTo>
                  <a:lnTo>
                    <a:pt x="315866" y="90807"/>
                  </a:lnTo>
                  <a:lnTo>
                    <a:pt x="313377" y="86143"/>
                  </a:lnTo>
                  <a:lnTo>
                    <a:pt x="310741" y="81559"/>
                  </a:lnTo>
                  <a:lnTo>
                    <a:pt x="307963" y="77062"/>
                  </a:lnTo>
                  <a:lnTo>
                    <a:pt x="305043" y="72655"/>
                  </a:lnTo>
                  <a:lnTo>
                    <a:pt x="301985" y="68342"/>
                  </a:lnTo>
                  <a:lnTo>
                    <a:pt x="298793" y="64128"/>
                  </a:lnTo>
                  <a:lnTo>
                    <a:pt x="295469" y="60017"/>
                  </a:lnTo>
                  <a:lnTo>
                    <a:pt x="292017" y="56013"/>
                  </a:lnTo>
                  <a:lnTo>
                    <a:pt x="288439" y="52120"/>
                  </a:lnTo>
                  <a:lnTo>
                    <a:pt x="284741" y="48343"/>
                  </a:lnTo>
                  <a:lnTo>
                    <a:pt x="280924" y="44684"/>
                  </a:lnTo>
                  <a:lnTo>
                    <a:pt x="276994" y="41148"/>
                  </a:lnTo>
                  <a:lnTo>
                    <a:pt x="272955" y="37738"/>
                  </a:lnTo>
                  <a:lnTo>
                    <a:pt x="268809" y="34457"/>
                  </a:lnTo>
                  <a:lnTo>
                    <a:pt x="264562" y="31309"/>
                  </a:lnTo>
                  <a:lnTo>
                    <a:pt x="260217" y="28297"/>
                  </a:lnTo>
                  <a:lnTo>
                    <a:pt x="255779" y="25424"/>
                  </a:lnTo>
                  <a:lnTo>
                    <a:pt x="251253" y="22692"/>
                  </a:lnTo>
                  <a:lnTo>
                    <a:pt x="246642" y="20105"/>
                  </a:lnTo>
                  <a:lnTo>
                    <a:pt x="241952" y="17665"/>
                  </a:lnTo>
                  <a:lnTo>
                    <a:pt x="237187" y="15375"/>
                  </a:lnTo>
                  <a:lnTo>
                    <a:pt x="232352" y="13236"/>
                  </a:lnTo>
                  <a:lnTo>
                    <a:pt x="227452" y="11252"/>
                  </a:lnTo>
                  <a:lnTo>
                    <a:pt x="222492" y="9423"/>
                  </a:lnTo>
                  <a:lnTo>
                    <a:pt x="217476" y="7752"/>
                  </a:lnTo>
                  <a:lnTo>
                    <a:pt x="212410" y="6241"/>
                  </a:lnTo>
                  <a:lnTo>
                    <a:pt x="207299" y="4890"/>
                  </a:lnTo>
                  <a:lnTo>
                    <a:pt x="202147" y="3702"/>
                  </a:lnTo>
                  <a:lnTo>
                    <a:pt x="196961" y="2678"/>
                  </a:lnTo>
                  <a:lnTo>
                    <a:pt x="191745" y="1817"/>
                  </a:lnTo>
                  <a:lnTo>
                    <a:pt x="186504" y="1123"/>
                  </a:lnTo>
                  <a:lnTo>
                    <a:pt x="181243" y="594"/>
                  </a:lnTo>
                  <a:lnTo>
                    <a:pt x="175969" y="232"/>
                  </a:lnTo>
                  <a:lnTo>
                    <a:pt x="170686" y="37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58"/>
              <a:ext cx="3528" cy="167130"/>
            </a:xfrm>
            <a:custGeom>
              <a:avLst/>
              <a:pathLst>
                <a:path w="3528" h="167130">
                  <a:moveTo>
                    <a:pt x="3528" y="0"/>
                  </a:moveTo>
                  <a:lnTo>
                    <a:pt x="0" y="16713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362" y="4659281"/>
              <a:ext cx="167162" cy="179213"/>
            </a:xfrm>
            <a:custGeom>
              <a:avLst/>
              <a:pathLst>
                <a:path w="167162" h="179213">
                  <a:moveTo>
                    <a:pt x="167162" y="0"/>
                  </a:moveTo>
                  <a:lnTo>
                    <a:pt x="161778" y="86"/>
                  </a:lnTo>
                  <a:lnTo>
                    <a:pt x="156399" y="346"/>
                  </a:lnTo>
                  <a:lnTo>
                    <a:pt x="151032" y="780"/>
                  </a:lnTo>
                  <a:lnTo>
                    <a:pt x="145681" y="1385"/>
                  </a:lnTo>
                  <a:lnTo>
                    <a:pt x="140353" y="2163"/>
                  </a:lnTo>
                  <a:lnTo>
                    <a:pt x="135052" y="3112"/>
                  </a:lnTo>
                  <a:lnTo>
                    <a:pt x="129785" y="4232"/>
                  </a:lnTo>
                  <a:lnTo>
                    <a:pt x="124556" y="5520"/>
                  </a:lnTo>
                  <a:lnTo>
                    <a:pt x="119372" y="6976"/>
                  </a:lnTo>
                  <a:lnTo>
                    <a:pt x="114237" y="8599"/>
                  </a:lnTo>
                  <a:lnTo>
                    <a:pt x="109157" y="10385"/>
                  </a:lnTo>
                  <a:lnTo>
                    <a:pt x="104138" y="12335"/>
                  </a:lnTo>
                  <a:lnTo>
                    <a:pt x="99184" y="14445"/>
                  </a:lnTo>
                  <a:lnTo>
                    <a:pt x="94300" y="16714"/>
                  </a:lnTo>
                  <a:lnTo>
                    <a:pt x="89492" y="19139"/>
                  </a:lnTo>
                  <a:lnTo>
                    <a:pt x="84764" y="21717"/>
                  </a:lnTo>
                  <a:lnTo>
                    <a:pt x="80122" y="24447"/>
                  </a:lnTo>
                  <a:lnTo>
                    <a:pt x="75571" y="27324"/>
                  </a:lnTo>
                  <a:lnTo>
                    <a:pt x="71114" y="30347"/>
                  </a:lnTo>
                  <a:lnTo>
                    <a:pt x="66757" y="33511"/>
                  </a:lnTo>
                  <a:lnTo>
                    <a:pt x="62505" y="36814"/>
                  </a:lnTo>
                  <a:lnTo>
                    <a:pt x="58360" y="40253"/>
                  </a:lnTo>
                  <a:lnTo>
                    <a:pt x="54329" y="43823"/>
                  </a:lnTo>
                  <a:lnTo>
                    <a:pt x="50415" y="47521"/>
                  </a:lnTo>
                  <a:lnTo>
                    <a:pt x="46622" y="51344"/>
                  </a:lnTo>
                  <a:lnTo>
                    <a:pt x="42954" y="55286"/>
                  </a:lnTo>
                  <a:lnTo>
                    <a:pt x="39415" y="59345"/>
                  </a:lnTo>
                  <a:lnTo>
                    <a:pt x="36008" y="63515"/>
                  </a:lnTo>
                  <a:lnTo>
                    <a:pt x="32738" y="67793"/>
                  </a:lnTo>
                  <a:lnTo>
                    <a:pt x="29607" y="72174"/>
                  </a:lnTo>
                  <a:lnTo>
                    <a:pt x="26619" y="76654"/>
                  </a:lnTo>
                  <a:lnTo>
                    <a:pt x="23776" y="81228"/>
                  </a:lnTo>
                  <a:lnTo>
                    <a:pt x="21083" y="85891"/>
                  </a:lnTo>
                  <a:lnTo>
                    <a:pt x="18541" y="90638"/>
                  </a:lnTo>
                  <a:lnTo>
                    <a:pt x="16153" y="95464"/>
                  </a:lnTo>
                  <a:lnTo>
                    <a:pt x="13922" y="100365"/>
                  </a:lnTo>
                  <a:lnTo>
                    <a:pt x="11850" y="105335"/>
                  </a:lnTo>
                  <a:lnTo>
                    <a:pt x="9939" y="110370"/>
                  </a:lnTo>
                  <a:lnTo>
                    <a:pt x="8191" y="115463"/>
                  </a:lnTo>
                  <a:lnTo>
                    <a:pt x="6608" y="120610"/>
                  </a:lnTo>
                  <a:lnTo>
                    <a:pt x="5192" y="125806"/>
                  </a:lnTo>
                  <a:lnTo>
                    <a:pt x="3944" y="131044"/>
                  </a:lnTo>
                  <a:lnTo>
                    <a:pt x="2865" y="136320"/>
                  </a:lnTo>
                  <a:lnTo>
                    <a:pt x="1957" y="141627"/>
                  </a:lnTo>
                  <a:lnTo>
                    <a:pt x="1220" y="146962"/>
                  </a:lnTo>
                  <a:lnTo>
                    <a:pt x="655" y="152317"/>
                  </a:lnTo>
                  <a:lnTo>
                    <a:pt x="264" y="157687"/>
                  </a:lnTo>
                  <a:lnTo>
                    <a:pt x="45" y="163068"/>
                  </a:lnTo>
                  <a:lnTo>
                    <a:pt x="0" y="168453"/>
                  </a:lnTo>
                  <a:lnTo>
                    <a:pt x="128" y="173836"/>
                  </a:lnTo>
                  <a:lnTo>
                    <a:pt x="429" y="17921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792" y="4826449"/>
              <a:ext cx="166732" cy="12045"/>
            </a:xfrm>
            <a:custGeom>
              <a:avLst/>
              <a:pathLst>
                <a:path w="166732" h="12045">
                  <a:moveTo>
                    <a:pt x="0" y="12045"/>
                  </a:moveTo>
                  <a:lnTo>
                    <a:pt x="1667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792" y="4826449"/>
              <a:ext cx="166732" cy="32432"/>
            </a:xfrm>
            <a:custGeom>
              <a:avLst/>
              <a:pathLst>
                <a:path w="166732" h="32432">
                  <a:moveTo>
                    <a:pt x="0" y="12045"/>
                  </a:moveTo>
                  <a:lnTo>
                    <a:pt x="1057" y="22281"/>
                  </a:lnTo>
                  <a:lnTo>
                    <a:pt x="2741" y="32432"/>
                  </a:lnTo>
                  <a:lnTo>
                    <a:pt x="16673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2533" y="4659281"/>
              <a:ext cx="331146" cy="334329"/>
            </a:xfrm>
            <a:custGeom>
              <a:avLst/>
              <a:pathLst>
                <a:path w="331146" h="334329">
                  <a:moveTo>
                    <a:pt x="0" y="199599"/>
                  </a:moveTo>
                  <a:lnTo>
                    <a:pt x="1114" y="204799"/>
                  </a:lnTo>
                  <a:lnTo>
                    <a:pt x="2393" y="209960"/>
                  </a:lnTo>
                  <a:lnTo>
                    <a:pt x="3836" y="215078"/>
                  </a:lnTo>
                  <a:lnTo>
                    <a:pt x="5441" y="220148"/>
                  </a:lnTo>
                  <a:lnTo>
                    <a:pt x="7206" y="225164"/>
                  </a:lnTo>
                  <a:lnTo>
                    <a:pt x="9130" y="230121"/>
                  </a:lnTo>
                  <a:lnTo>
                    <a:pt x="11211" y="235014"/>
                  </a:lnTo>
                  <a:lnTo>
                    <a:pt x="13446" y="239839"/>
                  </a:lnTo>
                  <a:lnTo>
                    <a:pt x="15834" y="244591"/>
                  </a:lnTo>
                  <a:lnTo>
                    <a:pt x="18371" y="249264"/>
                  </a:lnTo>
                  <a:lnTo>
                    <a:pt x="21056" y="253854"/>
                  </a:lnTo>
                  <a:lnTo>
                    <a:pt x="23885" y="258356"/>
                  </a:lnTo>
                  <a:lnTo>
                    <a:pt x="26856" y="262766"/>
                  </a:lnTo>
                  <a:lnTo>
                    <a:pt x="29966" y="267079"/>
                  </a:lnTo>
                  <a:lnTo>
                    <a:pt x="33212" y="271291"/>
                  </a:lnTo>
                  <a:lnTo>
                    <a:pt x="36590" y="275398"/>
                  </a:lnTo>
                  <a:lnTo>
                    <a:pt x="40097" y="279395"/>
                  </a:lnTo>
                  <a:lnTo>
                    <a:pt x="43729" y="283279"/>
                  </a:lnTo>
                  <a:lnTo>
                    <a:pt x="47483" y="287045"/>
                  </a:lnTo>
                  <a:lnTo>
                    <a:pt x="51354" y="290690"/>
                  </a:lnTo>
                  <a:lnTo>
                    <a:pt x="55340" y="294210"/>
                  </a:lnTo>
                  <a:lnTo>
                    <a:pt x="59436" y="297602"/>
                  </a:lnTo>
                  <a:lnTo>
                    <a:pt x="63637" y="300861"/>
                  </a:lnTo>
                  <a:lnTo>
                    <a:pt x="67940" y="303985"/>
                  </a:lnTo>
                  <a:lnTo>
                    <a:pt x="72340" y="306971"/>
                  </a:lnTo>
                  <a:lnTo>
                    <a:pt x="76833" y="309815"/>
                  </a:lnTo>
                  <a:lnTo>
                    <a:pt x="81414" y="312515"/>
                  </a:lnTo>
                  <a:lnTo>
                    <a:pt x="86079" y="315068"/>
                  </a:lnTo>
                  <a:lnTo>
                    <a:pt x="90823" y="317471"/>
                  </a:lnTo>
                  <a:lnTo>
                    <a:pt x="95640" y="319722"/>
                  </a:lnTo>
                  <a:lnTo>
                    <a:pt x="100527" y="321819"/>
                  </a:lnTo>
                  <a:lnTo>
                    <a:pt x="105478" y="323759"/>
                  </a:lnTo>
                  <a:lnTo>
                    <a:pt x="110488" y="325541"/>
                  </a:lnTo>
                  <a:lnTo>
                    <a:pt x="115552" y="327163"/>
                  </a:lnTo>
                  <a:lnTo>
                    <a:pt x="120665" y="328622"/>
                  </a:lnTo>
                  <a:lnTo>
                    <a:pt x="125822" y="329919"/>
                  </a:lnTo>
                  <a:lnTo>
                    <a:pt x="131018" y="331050"/>
                  </a:lnTo>
                  <a:lnTo>
                    <a:pt x="136247" y="332016"/>
                  </a:lnTo>
                  <a:lnTo>
                    <a:pt x="141504" y="332815"/>
                  </a:lnTo>
                  <a:lnTo>
                    <a:pt x="146784" y="333446"/>
                  </a:lnTo>
                  <a:lnTo>
                    <a:pt x="152081" y="333910"/>
                  </a:lnTo>
                  <a:lnTo>
                    <a:pt x="157391" y="334204"/>
                  </a:lnTo>
                  <a:lnTo>
                    <a:pt x="162707" y="334329"/>
                  </a:lnTo>
                  <a:lnTo>
                    <a:pt x="168024" y="334286"/>
                  </a:lnTo>
                  <a:lnTo>
                    <a:pt x="173337" y="334073"/>
                  </a:lnTo>
                  <a:lnTo>
                    <a:pt x="178641" y="333691"/>
                  </a:lnTo>
                  <a:lnTo>
                    <a:pt x="183930" y="333141"/>
                  </a:lnTo>
                  <a:lnTo>
                    <a:pt x="189199" y="332423"/>
                  </a:lnTo>
                  <a:lnTo>
                    <a:pt x="194442" y="331537"/>
                  </a:lnTo>
                  <a:lnTo>
                    <a:pt x="199655" y="330486"/>
                  </a:lnTo>
                  <a:lnTo>
                    <a:pt x="204831" y="329269"/>
                  </a:lnTo>
                  <a:lnTo>
                    <a:pt x="209966" y="327888"/>
                  </a:lnTo>
                  <a:lnTo>
                    <a:pt x="215055" y="326344"/>
                  </a:lnTo>
                  <a:lnTo>
                    <a:pt x="220092" y="324640"/>
                  </a:lnTo>
                  <a:lnTo>
                    <a:pt x="225072" y="322776"/>
                  </a:lnTo>
                  <a:lnTo>
                    <a:pt x="229990" y="320754"/>
                  </a:lnTo>
                  <a:lnTo>
                    <a:pt x="234841" y="318577"/>
                  </a:lnTo>
                  <a:lnTo>
                    <a:pt x="239621" y="316247"/>
                  </a:lnTo>
                  <a:lnTo>
                    <a:pt x="244325" y="313766"/>
                  </a:lnTo>
                  <a:lnTo>
                    <a:pt x="248947" y="311137"/>
                  </a:lnTo>
                  <a:lnTo>
                    <a:pt x="253483" y="308362"/>
                  </a:lnTo>
                  <a:lnTo>
                    <a:pt x="257928" y="305445"/>
                  </a:lnTo>
                  <a:lnTo>
                    <a:pt x="262279" y="302387"/>
                  </a:lnTo>
                  <a:lnTo>
                    <a:pt x="266530" y="299192"/>
                  </a:lnTo>
                  <a:lnTo>
                    <a:pt x="270677" y="295864"/>
                  </a:lnTo>
                  <a:lnTo>
                    <a:pt x="274716" y="292406"/>
                  </a:lnTo>
                  <a:lnTo>
                    <a:pt x="278643" y="288821"/>
                  </a:lnTo>
                  <a:lnTo>
                    <a:pt x="282455" y="285113"/>
                  </a:lnTo>
                  <a:lnTo>
                    <a:pt x="286146" y="281285"/>
                  </a:lnTo>
                  <a:lnTo>
                    <a:pt x="289714" y="277342"/>
                  </a:lnTo>
                  <a:lnTo>
                    <a:pt x="293154" y="273288"/>
                  </a:lnTo>
                  <a:lnTo>
                    <a:pt x="296464" y="269126"/>
                  </a:lnTo>
                  <a:lnTo>
                    <a:pt x="299640" y="264861"/>
                  </a:lnTo>
                  <a:lnTo>
                    <a:pt x="302679" y="260497"/>
                  </a:lnTo>
                  <a:lnTo>
                    <a:pt x="305577" y="256039"/>
                  </a:lnTo>
                  <a:lnTo>
                    <a:pt x="308332" y="251491"/>
                  </a:lnTo>
                  <a:lnTo>
                    <a:pt x="310941" y="246857"/>
                  </a:lnTo>
                  <a:lnTo>
                    <a:pt x="313401" y="242143"/>
                  </a:lnTo>
                  <a:lnTo>
                    <a:pt x="315710" y="237353"/>
                  </a:lnTo>
                  <a:lnTo>
                    <a:pt x="317866" y="232492"/>
                  </a:lnTo>
                  <a:lnTo>
                    <a:pt x="319866" y="227565"/>
                  </a:lnTo>
                  <a:lnTo>
                    <a:pt x="321708" y="222577"/>
                  </a:lnTo>
                  <a:lnTo>
                    <a:pt x="323390" y="217532"/>
                  </a:lnTo>
                  <a:lnTo>
                    <a:pt x="324912" y="212437"/>
                  </a:lnTo>
                  <a:lnTo>
                    <a:pt x="326270" y="207296"/>
                  </a:lnTo>
                  <a:lnTo>
                    <a:pt x="327464" y="202114"/>
                  </a:lnTo>
                  <a:lnTo>
                    <a:pt x="328493" y="196897"/>
                  </a:lnTo>
                  <a:lnTo>
                    <a:pt x="329355" y="191650"/>
                  </a:lnTo>
                  <a:lnTo>
                    <a:pt x="330050" y="186378"/>
                  </a:lnTo>
                  <a:lnTo>
                    <a:pt x="330577" y="181087"/>
                  </a:lnTo>
                  <a:lnTo>
                    <a:pt x="330936" y="175782"/>
                  </a:lnTo>
                  <a:lnTo>
                    <a:pt x="331125" y="170468"/>
                  </a:lnTo>
                  <a:lnTo>
                    <a:pt x="331146" y="165150"/>
                  </a:lnTo>
                  <a:lnTo>
                    <a:pt x="330997" y="159835"/>
                  </a:lnTo>
                  <a:lnTo>
                    <a:pt x="330679" y="154527"/>
                  </a:lnTo>
                  <a:lnTo>
                    <a:pt x="330193" y="149231"/>
                  </a:lnTo>
                  <a:lnTo>
                    <a:pt x="329539" y="143954"/>
                  </a:lnTo>
                  <a:lnTo>
                    <a:pt x="328717" y="138701"/>
                  </a:lnTo>
                  <a:lnTo>
                    <a:pt x="327728" y="133476"/>
                  </a:lnTo>
                  <a:lnTo>
                    <a:pt x="326573" y="128285"/>
                  </a:lnTo>
                  <a:lnTo>
                    <a:pt x="325255" y="123134"/>
                  </a:lnTo>
                  <a:lnTo>
                    <a:pt x="323772" y="118027"/>
                  </a:lnTo>
                  <a:lnTo>
                    <a:pt x="322129" y="112970"/>
                  </a:lnTo>
                  <a:lnTo>
                    <a:pt x="320325" y="107968"/>
                  </a:lnTo>
                  <a:lnTo>
                    <a:pt x="318363" y="103025"/>
                  </a:lnTo>
                  <a:lnTo>
                    <a:pt x="316245" y="98148"/>
                  </a:lnTo>
                  <a:lnTo>
                    <a:pt x="313973" y="93340"/>
                  </a:lnTo>
                  <a:lnTo>
                    <a:pt x="311549" y="88608"/>
                  </a:lnTo>
                  <a:lnTo>
                    <a:pt x="308975" y="83954"/>
                  </a:lnTo>
                  <a:lnTo>
                    <a:pt x="306255" y="79385"/>
                  </a:lnTo>
                  <a:lnTo>
                    <a:pt x="303391" y="74905"/>
                  </a:lnTo>
                  <a:lnTo>
                    <a:pt x="300387" y="70517"/>
                  </a:lnTo>
                  <a:lnTo>
                    <a:pt x="297244" y="66228"/>
                  </a:lnTo>
                  <a:lnTo>
                    <a:pt x="293966" y="62041"/>
                  </a:lnTo>
                  <a:lnTo>
                    <a:pt x="290556" y="57960"/>
                  </a:lnTo>
                  <a:lnTo>
                    <a:pt x="287019" y="53990"/>
                  </a:lnTo>
                  <a:lnTo>
                    <a:pt x="283357" y="50134"/>
                  </a:lnTo>
                  <a:lnTo>
                    <a:pt x="279574" y="46397"/>
                  </a:lnTo>
                  <a:lnTo>
                    <a:pt x="275675" y="42782"/>
                  </a:lnTo>
                  <a:lnTo>
                    <a:pt x="271662" y="39293"/>
                  </a:lnTo>
                  <a:lnTo>
                    <a:pt x="267541" y="35933"/>
                  </a:lnTo>
                  <a:lnTo>
                    <a:pt x="263314" y="32706"/>
                  </a:lnTo>
                  <a:lnTo>
                    <a:pt x="258987" y="29615"/>
                  </a:lnTo>
                  <a:lnTo>
                    <a:pt x="254564" y="26663"/>
                  </a:lnTo>
                  <a:lnTo>
                    <a:pt x="250050" y="23853"/>
                  </a:lnTo>
                  <a:lnTo>
                    <a:pt x="245448" y="21189"/>
                  </a:lnTo>
                  <a:lnTo>
                    <a:pt x="240764" y="18672"/>
                  </a:lnTo>
                  <a:lnTo>
                    <a:pt x="236002" y="16305"/>
                  </a:lnTo>
                  <a:lnTo>
                    <a:pt x="231168" y="14091"/>
                  </a:lnTo>
                  <a:lnTo>
                    <a:pt x="226265" y="12032"/>
                  </a:lnTo>
                  <a:lnTo>
                    <a:pt x="221299" y="10130"/>
                  </a:lnTo>
                  <a:lnTo>
                    <a:pt x="216276" y="8386"/>
                  </a:lnTo>
                  <a:lnTo>
                    <a:pt x="211199" y="6804"/>
                  </a:lnTo>
                  <a:lnTo>
                    <a:pt x="206075" y="5384"/>
                  </a:lnTo>
                  <a:lnTo>
                    <a:pt x="200908" y="4127"/>
                  </a:lnTo>
                  <a:lnTo>
                    <a:pt x="195704" y="3035"/>
                  </a:lnTo>
                  <a:lnTo>
                    <a:pt x="190467" y="2110"/>
                  </a:lnTo>
                  <a:lnTo>
                    <a:pt x="185204" y="1351"/>
                  </a:lnTo>
                  <a:lnTo>
                    <a:pt x="179920" y="760"/>
                  </a:lnTo>
                  <a:lnTo>
                    <a:pt x="174619" y="338"/>
                  </a:lnTo>
                  <a:lnTo>
                    <a:pt x="169307" y="84"/>
                  </a:lnTo>
                  <a:lnTo>
                    <a:pt x="163991" y="0"/>
                  </a:lnTo>
                  <a:lnTo>
                    <a:pt x="16399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79903" y="5018213"/>
              <a:ext cx="8817" cy="167167"/>
            </a:xfrm>
            <a:custGeom>
              <a:avLst/>
              <a:pathLst>
                <a:path w="8817" h="167167">
                  <a:moveTo>
                    <a:pt x="8817" y="0"/>
                  </a:moveTo>
                  <a:lnTo>
                    <a:pt x="0" y="232"/>
                  </a:lnTo>
                  <a:lnTo>
                    <a:pt x="881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79903" y="5018446"/>
              <a:ext cx="8817" cy="166934"/>
            </a:xfrm>
            <a:custGeom>
              <a:avLst/>
              <a:pathLst>
                <a:path w="8817" h="166934">
                  <a:moveTo>
                    <a:pt x="0" y="0"/>
                  </a:moveTo>
                  <a:lnTo>
                    <a:pt x="8817" y="1669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321553" y="5018297"/>
              <a:ext cx="334325" cy="334241"/>
            </a:xfrm>
            <a:custGeom>
              <a:avLst/>
              <a:pathLst>
                <a:path w="334325" h="334241">
                  <a:moveTo>
                    <a:pt x="158350" y="148"/>
                  </a:moveTo>
                  <a:lnTo>
                    <a:pt x="153075" y="511"/>
                  </a:lnTo>
                  <a:lnTo>
                    <a:pt x="147815" y="1040"/>
                  </a:lnTo>
                  <a:lnTo>
                    <a:pt x="142574" y="1735"/>
                  </a:lnTo>
                  <a:lnTo>
                    <a:pt x="137358" y="2595"/>
                  </a:lnTo>
                  <a:lnTo>
                    <a:pt x="132172" y="3620"/>
                  </a:lnTo>
                  <a:lnTo>
                    <a:pt x="127020" y="4808"/>
                  </a:lnTo>
                  <a:lnTo>
                    <a:pt x="121909" y="6159"/>
                  </a:lnTo>
                  <a:lnTo>
                    <a:pt x="116843" y="7670"/>
                  </a:lnTo>
                  <a:lnTo>
                    <a:pt x="111828" y="9341"/>
                  </a:lnTo>
                  <a:lnTo>
                    <a:pt x="106867" y="11170"/>
                  </a:lnTo>
                  <a:lnTo>
                    <a:pt x="101967" y="13155"/>
                  </a:lnTo>
                  <a:lnTo>
                    <a:pt x="97133" y="15293"/>
                  </a:lnTo>
                  <a:lnTo>
                    <a:pt x="92368" y="17584"/>
                  </a:lnTo>
                  <a:lnTo>
                    <a:pt x="87678" y="20024"/>
                  </a:lnTo>
                  <a:lnTo>
                    <a:pt x="83068" y="22611"/>
                  </a:lnTo>
                  <a:lnTo>
                    <a:pt x="78541" y="25342"/>
                  </a:lnTo>
                  <a:lnTo>
                    <a:pt x="74104" y="28216"/>
                  </a:lnTo>
                  <a:lnTo>
                    <a:pt x="69759" y="31228"/>
                  </a:lnTo>
                  <a:lnTo>
                    <a:pt x="65512" y="34376"/>
                  </a:lnTo>
                  <a:lnTo>
                    <a:pt x="61366" y="37657"/>
                  </a:lnTo>
                  <a:lnTo>
                    <a:pt x="57327" y="41067"/>
                  </a:lnTo>
                  <a:lnTo>
                    <a:pt x="53397" y="44603"/>
                  </a:lnTo>
                  <a:lnTo>
                    <a:pt x="49581" y="48262"/>
                  </a:lnTo>
                  <a:lnTo>
                    <a:pt x="45882" y="52040"/>
                  </a:lnTo>
                  <a:lnTo>
                    <a:pt x="42305" y="55932"/>
                  </a:lnTo>
                  <a:lnTo>
                    <a:pt x="38853" y="59936"/>
                  </a:lnTo>
                  <a:lnTo>
                    <a:pt x="35529" y="64047"/>
                  </a:lnTo>
                  <a:lnTo>
                    <a:pt x="32337" y="68261"/>
                  </a:lnTo>
                  <a:lnTo>
                    <a:pt x="29279" y="72574"/>
                  </a:lnTo>
                  <a:lnTo>
                    <a:pt x="26360" y="76982"/>
                  </a:lnTo>
                  <a:lnTo>
                    <a:pt x="23581" y="81479"/>
                  </a:lnTo>
                  <a:lnTo>
                    <a:pt x="20946" y="86062"/>
                  </a:lnTo>
                  <a:lnTo>
                    <a:pt x="18457" y="90726"/>
                  </a:lnTo>
                  <a:lnTo>
                    <a:pt x="16117" y="95467"/>
                  </a:lnTo>
                  <a:lnTo>
                    <a:pt x="13928" y="100279"/>
                  </a:lnTo>
                  <a:lnTo>
                    <a:pt x="11892" y="105158"/>
                  </a:lnTo>
                  <a:lnTo>
                    <a:pt x="10012" y="110099"/>
                  </a:lnTo>
                  <a:lnTo>
                    <a:pt x="8288" y="115097"/>
                  </a:lnTo>
                  <a:lnTo>
                    <a:pt x="6724" y="120147"/>
                  </a:lnTo>
                  <a:lnTo>
                    <a:pt x="5320" y="125244"/>
                  </a:lnTo>
                  <a:lnTo>
                    <a:pt x="4078" y="130382"/>
                  </a:lnTo>
                  <a:lnTo>
                    <a:pt x="2999" y="135558"/>
                  </a:lnTo>
                  <a:lnTo>
                    <a:pt x="2084" y="140765"/>
                  </a:lnTo>
                  <a:lnTo>
                    <a:pt x="1335" y="145998"/>
                  </a:lnTo>
                  <a:lnTo>
                    <a:pt x="751" y="151252"/>
                  </a:lnTo>
                  <a:lnTo>
                    <a:pt x="333" y="156522"/>
                  </a:lnTo>
                  <a:lnTo>
                    <a:pt x="83" y="161803"/>
                  </a:lnTo>
                  <a:lnTo>
                    <a:pt x="0" y="167089"/>
                  </a:lnTo>
                  <a:lnTo>
                    <a:pt x="83" y="172375"/>
                  </a:lnTo>
                  <a:lnTo>
                    <a:pt x="334" y="177656"/>
                  </a:lnTo>
                  <a:lnTo>
                    <a:pt x="752" y="182926"/>
                  </a:lnTo>
                  <a:lnTo>
                    <a:pt x="1336" y="188180"/>
                  </a:lnTo>
                  <a:lnTo>
                    <a:pt x="2086" y="193413"/>
                  </a:lnTo>
                  <a:lnTo>
                    <a:pt x="3001" y="198620"/>
                  </a:lnTo>
                  <a:lnTo>
                    <a:pt x="4081" y="203796"/>
                  </a:lnTo>
                  <a:lnTo>
                    <a:pt x="5323" y="208934"/>
                  </a:lnTo>
                  <a:lnTo>
                    <a:pt x="6727" y="214031"/>
                  </a:lnTo>
                  <a:lnTo>
                    <a:pt x="8292" y="219081"/>
                  </a:lnTo>
                  <a:lnTo>
                    <a:pt x="10016" y="224079"/>
                  </a:lnTo>
                  <a:lnTo>
                    <a:pt x="11897" y="229019"/>
                  </a:lnTo>
                  <a:lnTo>
                    <a:pt x="13933" y="233898"/>
                  </a:lnTo>
                  <a:lnTo>
                    <a:pt x="16122" y="238710"/>
                  </a:lnTo>
                  <a:lnTo>
                    <a:pt x="18463" y="243451"/>
                  </a:lnTo>
                  <a:lnTo>
                    <a:pt x="20952" y="248115"/>
                  </a:lnTo>
                  <a:lnTo>
                    <a:pt x="23587" y="252697"/>
                  </a:lnTo>
                  <a:lnTo>
                    <a:pt x="26366" y="257195"/>
                  </a:lnTo>
                  <a:lnTo>
                    <a:pt x="29286" y="261602"/>
                  </a:lnTo>
                  <a:lnTo>
                    <a:pt x="32344" y="265915"/>
                  </a:lnTo>
                  <a:lnTo>
                    <a:pt x="35536" y="270129"/>
                  </a:lnTo>
                  <a:lnTo>
                    <a:pt x="38861" y="274239"/>
                  </a:lnTo>
                  <a:lnTo>
                    <a:pt x="42313" y="278243"/>
                  </a:lnTo>
                  <a:lnTo>
                    <a:pt x="45891" y="282135"/>
                  </a:lnTo>
                  <a:lnTo>
                    <a:pt x="49589" y="285913"/>
                  </a:lnTo>
                  <a:lnTo>
                    <a:pt x="53406" y="289571"/>
                  </a:lnTo>
                  <a:lnTo>
                    <a:pt x="57336" y="293107"/>
                  </a:lnTo>
                  <a:lnTo>
                    <a:pt x="61376" y="296517"/>
                  </a:lnTo>
                  <a:lnTo>
                    <a:pt x="65521" y="299798"/>
                  </a:lnTo>
                  <a:lnTo>
                    <a:pt x="69769" y="302945"/>
                  </a:lnTo>
                  <a:lnTo>
                    <a:pt x="74114" y="305957"/>
                  </a:lnTo>
                  <a:lnTo>
                    <a:pt x="78551" y="308830"/>
                  </a:lnTo>
                  <a:lnTo>
                    <a:pt x="83078" y="311561"/>
                  </a:lnTo>
                  <a:lnTo>
                    <a:pt x="87688" y="314148"/>
                  </a:lnTo>
                  <a:lnTo>
                    <a:pt x="92379" y="316588"/>
                  </a:lnTo>
                  <a:lnTo>
                    <a:pt x="97143" y="318878"/>
                  </a:lnTo>
                  <a:lnTo>
                    <a:pt x="101978" y="321016"/>
                  </a:lnTo>
                  <a:lnTo>
                    <a:pt x="106879" y="323001"/>
                  </a:lnTo>
                  <a:lnTo>
                    <a:pt x="111839" y="324829"/>
                  </a:lnTo>
                  <a:lnTo>
                    <a:pt x="116855" y="326500"/>
                  </a:lnTo>
                  <a:lnTo>
                    <a:pt x="121921" y="328011"/>
                  </a:lnTo>
                  <a:lnTo>
                    <a:pt x="127032" y="329361"/>
                  </a:lnTo>
                  <a:lnTo>
                    <a:pt x="132184" y="330549"/>
                  </a:lnTo>
                  <a:lnTo>
                    <a:pt x="137370" y="331574"/>
                  </a:lnTo>
                  <a:lnTo>
                    <a:pt x="142586" y="332434"/>
                  </a:lnTo>
                  <a:lnTo>
                    <a:pt x="147827" y="333128"/>
                  </a:lnTo>
                  <a:lnTo>
                    <a:pt x="153087" y="333657"/>
                  </a:lnTo>
                  <a:lnTo>
                    <a:pt x="158362" y="334019"/>
                  </a:lnTo>
                  <a:lnTo>
                    <a:pt x="163645" y="334213"/>
                  </a:lnTo>
                  <a:lnTo>
                    <a:pt x="168931" y="334241"/>
                  </a:lnTo>
                  <a:lnTo>
                    <a:pt x="174216" y="334102"/>
                  </a:lnTo>
                  <a:lnTo>
                    <a:pt x="179494" y="333795"/>
                  </a:lnTo>
                  <a:lnTo>
                    <a:pt x="184759" y="333322"/>
                  </a:lnTo>
                  <a:lnTo>
                    <a:pt x="190007" y="332683"/>
                  </a:lnTo>
                  <a:lnTo>
                    <a:pt x="195232" y="331878"/>
                  </a:lnTo>
                  <a:lnTo>
                    <a:pt x="200429" y="330908"/>
                  </a:lnTo>
                  <a:lnTo>
                    <a:pt x="205593" y="329774"/>
                  </a:lnTo>
                  <a:lnTo>
                    <a:pt x="210718" y="328478"/>
                  </a:lnTo>
                  <a:lnTo>
                    <a:pt x="215800" y="327020"/>
                  </a:lnTo>
                  <a:lnTo>
                    <a:pt x="220833" y="325402"/>
                  </a:lnTo>
                  <a:lnTo>
                    <a:pt x="225812" y="323626"/>
                  </a:lnTo>
                  <a:lnTo>
                    <a:pt x="230733" y="321693"/>
                  </a:lnTo>
                  <a:lnTo>
                    <a:pt x="235590" y="319606"/>
                  </a:lnTo>
                  <a:lnTo>
                    <a:pt x="240379" y="317366"/>
                  </a:lnTo>
                  <a:lnTo>
                    <a:pt x="245094" y="314976"/>
                  </a:lnTo>
                  <a:lnTo>
                    <a:pt x="249732" y="312438"/>
                  </a:lnTo>
                  <a:lnTo>
                    <a:pt x="254287" y="309754"/>
                  </a:lnTo>
                  <a:lnTo>
                    <a:pt x="258755" y="306928"/>
                  </a:lnTo>
                  <a:lnTo>
                    <a:pt x="263131" y="303962"/>
                  </a:lnTo>
                  <a:lnTo>
                    <a:pt x="267411" y="300859"/>
                  </a:lnTo>
                  <a:lnTo>
                    <a:pt x="271591" y="297623"/>
                  </a:lnTo>
                  <a:lnTo>
                    <a:pt x="275667" y="294255"/>
                  </a:lnTo>
                  <a:lnTo>
                    <a:pt x="279634" y="290761"/>
                  </a:lnTo>
                  <a:lnTo>
                    <a:pt x="283488" y="287143"/>
                  </a:lnTo>
                  <a:lnTo>
                    <a:pt x="287227" y="283404"/>
                  </a:lnTo>
                  <a:lnTo>
                    <a:pt x="290845" y="279550"/>
                  </a:lnTo>
                  <a:lnTo>
                    <a:pt x="294339" y="275583"/>
                  </a:lnTo>
                  <a:lnTo>
                    <a:pt x="297706" y="271507"/>
                  </a:lnTo>
                  <a:lnTo>
                    <a:pt x="300943" y="267327"/>
                  </a:lnTo>
                  <a:lnTo>
                    <a:pt x="304046" y="263047"/>
                  </a:lnTo>
                  <a:lnTo>
                    <a:pt x="307012" y="258671"/>
                  </a:lnTo>
                  <a:lnTo>
                    <a:pt x="309838" y="254203"/>
                  </a:lnTo>
                  <a:lnTo>
                    <a:pt x="312522" y="249648"/>
                  </a:lnTo>
                  <a:lnTo>
                    <a:pt x="315060" y="245010"/>
                  </a:lnTo>
                  <a:lnTo>
                    <a:pt x="317450" y="240295"/>
                  </a:lnTo>
                  <a:lnTo>
                    <a:pt x="319690" y="235506"/>
                  </a:lnTo>
                  <a:lnTo>
                    <a:pt x="321777" y="230649"/>
                  </a:lnTo>
                  <a:lnTo>
                    <a:pt x="323710" y="225728"/>
                  </a:lnTo>
                  <a:lnTo>
                    <a:pt x="325486" y="220749"/>
                  </a:lnTo>
                  <a:lnTo>
                    <a:pt x="327104" y="215716"/>
                  </a:lnTo>
                  <a:lnTo>
                    <a:pt x="328562" y="210634"/>
                  </a:lnTo>
                  <a:lnTo>
                    <a:pt x="329858" y="205509"/>
                  </a:lnTo>
                  <a:lnTo>
                    <a:pt x="330992" y="200345"/>
                  </a:lnTo>
                  <a:lnTo>
                    <a:pt x="331962" y="195148"/>
                  </a:lnTo>
                  <a:lnTo>
                    <a:pt x="332767" y="189923"/>
                  </a:lnTo>
                  <a:lnTo>
                    <a:pt x="333406" y="184675"/>
                  </a:lnTo>
                  <a:lnTo>
                    <a:pt x="333879" y="179410"/>
                  </a:lnTo>
                  <a:lnTo>
                    <a:pt x="334186" y="174132"/>
                  </a:lnTo>
                  <a:lnTo>
                    <a:pt x="334325" y="168847"/>
                  </a:lnTo>
                  <a:lnTo>
                    <a:pt x="334297" y="163561"/>
                  </a:lnTo>
                  <a:lnTo>
                    <a:pt x="334102" y="158278"/>
                  </a:lnTo>
                  <a:lnTo>
                    <a:pt x="333740" y="153003"/>
                  </a:lnTo>
                  <a:lnTo>
                    <a:pt x="333212" y="147743"/>
                  </a:lnTo>
                  <a:lnTo>
                    <a:pt x="332517" y="142502"/>
                  </a:lnTo>
                  <a:lnTo>
                    <a:pt x="331657" y="137286"/>
                  </a:lnTo>
                  <a:lnTo>
                    <a:pt x="330633" y="132100"/>
                  </a:lnTo>
                  <a:lnTo>
                    <a:pt x="329445" y="126948"/>
                  </a:lnTo>
                  <a:lnTo>
                    <a:pt x="328095" y="121837"/>
                  </a:lnTo>
                  <a:lnTo>
                    <a:pt x="326583" y="116771"/>
                  </a:lnTo>
                  <a:lnTo>
                    <a:pt x="324913" y="111755"/>
                  </a:lnTo>
                  <a:lnTo>
                    <a:pt x="323084" y="106795"/>
                  </a:lnTo>
                  <a:lnTo>
                    <a:pt x="321100" y="101895"/>
                  </a:lnTo>
                  <a:lnTo>
                    <a:pt x="318962" y="97060"/>
                  </a:lnTo>
                  <a:lnTo>
                    <a:pt x="316672" y="92295"/>
                  </a:lnTo>
                  <a:lnTo>
                    <a:pt x="314232" y="87605"/>
                  </a:lnTo>
                  <a:lnTo>
                    <a:pt x="311645" y="82994"/>
                  </a:lnTo>
                  <a:lnTo>
                    <a:pt x="308914" y="78468"/>
                  </a:lnTo>
                  <a:lnTo>
                    <a:pt x="306041" y="74030"/>
                  </a:lnTo>
                  <a:lnTo>
                    <a:pt x="303029" y="69685"/>
                  </a:lnTo>
                  <a:lnTo>
                    <a:pt x="299881" y="65438"/>
                  </a:lnTo>
                  <a:lnTo>
                    <a:pt x="296601" y="61292"/>
                  </a:lnTo>
                  <a:lnTo>
                    <a:pt x="293191" y="57252"/>
                  </a:lnTo>
                  <a:lnTo>
                    <a:pt x="289655" y="53322"/>
                  </a:lnTo>
                  <a:lnTo>
                    <a:pt x="285996" y="49505"/>
                  </a:lnTo>
                  <a:lnTo>
                    <a:pt x="282219" y="45807"/>
                  </a:lnTo>
                  <a:lnTo>
                    <a:pt x="278327" y="42229"/>
                  </a:lnTo>
                  <a:lnTo>
                    <a:pt x="274323" y="38777"/>
                  </a:lnTo>
                  <a:lnTo>
                    <a:pt x="270212" y="35453"/>
                  </a:lnTo>
                  <a:lnTo>
                    <a:pt x="265998" y="32260"/>
                  </a:lnTo>
                  <a:lnTo>
                    <a:pt x="261686" y="29202"/>
                  </a:lnTo>
                  <a:lnTo>
                    <a:pt x="257279" y="26282"/>
                  </a:lnTo>
                  <a:lnTo>
                    <a:pt x="252781" y="23503"/>
                  </a:lnTo>
                  <a:lnTo>
                    <a:pt x="248198" y="20868"/>
                  </a:lnTo>
                  <a:lnTo>
                    <a:pt x="243534" y="18379"/>
                  </a:lnTo>
                  <a:lnTo>
                    <a:pt x="238794" y="16038"/>
                  </a:lnTo>
                  <a:lnTo>
                    <a:pt x="233982" y="13849"/>
                  </a:lnTo>
                  <a:lnTo>
                    <a:pt x="229103" y="11813"/>
                  </a:lnTo>
                  <a:lnTo>
                    <a:pt x="224162" y="9932"/>
                  </a:lnTo>
                  <a:lnTo>
                    <a:pt x="219165" y="8208"/>
                  </a:lnTo>
                  <a:lnTo>
                    <a:pt x="214115" y="6644"/>
                  </a:lnTo>
                  <a:lnTo>
                    <a:pt x="209018" y="5239"/>
                  </a:lnTo>
                  <a:lnTo>
                    <a:pt x="203879" y="3997"/>
                  </a:lnTo>
                  <a:lnTo>
                    <a:pt x="198704" y="2918"/>
                  </a:lnTo>
                  <a:lnTo>
                    <a:pt x="193497" y="2002"/>
                  </a:lnTo>
                  <a:lnTo>
                    <a:pt x="188264" y="1252"/>
                  </a:lnTo>
                  <a:lnTo>
                    <a:pt x="183010" y="668"/>
                  </a:lnTo>
                  <a:lnTo>
                    <a:pt x="177740" y="250"/>
                  </a:lnTo>
                  <a:lnTo>
                    <a:pt x="172459" y="0"/>
                  </a:lnTo>
                  <a:lnTo>
                    <a:pt x="167167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797350" y="5269756"/>
              <a:ext cx="167151" cy="212182"/>
            </a:xfrm>
            <a:custGeom>
              <a:avLst/>
              <a:pathLst>
                <a:path w="167151" h="212182">
                  <a:moveTo>
                    <a:pt x="167151" y="0"/>
                  </a:moveTo>
                  <a:lnTo>
                    <a:pt x="161745" y="87"/>
                  </a:lnTo>
                  <a:lnTo>
                    <a:pt x="156346" y="349"/>
                  </a:lnTo>
                  <a:lnTo>
                    <a:pt x="150957" y="786"/>
                  </a:lnTo>
                  <a:lnTo>
                    <a:pt x="145586" y="1396"/>
                  </a:lnTo>
                  <a:lnTo>
                    <a:pt x="140237" y="2180"/>
                  </a:lnTo>
                  <a:lnTo>
                    <a:pt x="134916" y="3137"/>
                  </a:lnTo>
                  <a:lnTo>
                    <a:pt x="129629" y="4265"/>
                  </a:lnTo>
                  <a:lnTo>
                    <a:pt x="124381" y="5564"/>
                  </a:lnTo>
                  <a:lnTo>
                    <a:pt x="119177" y="7031"/>
                  </a:lnTo>
                  <a:lnTo>
                    <a:pt x="114025" y="8666"/>
                  </a:lnTo>
                  <a:lnTo>
                    <a:pt x="108927" y="10467"/>
                  </a:lnTo>
                  <a:lnTo>
                    <a:pt x="103891" y="12431"/>
                  </a:lnTo>
                  <a:lnTo>
                    <a:pt x="98920" y="14558"/>
                  </a:lnTo>
                  <a:lnTo>
                    <a:pt x="94021" y="16844"/>
                  </a:lnTo>
                  <a:lnTo>
                    <a:pt x="89199" y="19287"/>
                  </a:lnTo>
                  <a:lnTo>
                    <a:pt x="84458" y="21885"/>
                  </a:lnTo>
                  <a:lnTo>
                    <a:pt x="79803" y="24635"/>
                  </a:lnTo>
                  <a:lnTo>
                    <a:pt x="75240" y="27534"/>
                  </a:lnTo>
                  <a:lnTo>
                    <a:pt x="70773" y="30579"/>
                  </a:lnTo>
                  <a:lnTo>
                    <a:pt x="66407" y="33767"/>
                  </a:lnTo>
                  <a:lnTo>
                    <a:pt x="62146" y="37094"/>
                  </a:lnTo>
                  <a:lnTo>
                    <a:pt x="57995" y="40558"/>
                  </a:lnTo>
                  <a:lnTo>
                    <a:pt x="53958" y="44153"/>
                  </a:lnTo>
                  <a:lnTo>
                    <a:pt x="50039" y="47878"/>
                  </a:lnTo>
                  <a:lnTo>
                    <a:pt x="46243" y="51727"/>
                  </a:lnTo>
                  <a:lnTo>
                    <a:pt x="42574" y="55697"/>
                  </a:lnTo>
                  <a:lnTo>
                    <a:pt x="39034" y="59784"/>
                  </a:lnTo>
                  <a:lnTo>
                    <a:pt x="35629" y="63982"/>
                  </a:lnTo>
                  <a:lnTo>
                    <a:pt x="32361" y="68289"/>
                  </a:lnTo>
                  <a:lnTo>
                    <a:pt x="29235" y="72699"/>
                  </a:lnTo>
                  <a:lnTo>
                    <a:pt x="26252" y="77208"/>
                  </a:lnTo>
                  <a:lnTo>
                    <a:pt x="23417" y="81811"/>
                  </a:lnTo>
                  <a:lnTo>
                    <a:pt x="20732" y="86504"/>
                  </a:lnTo>
                  <a:lnTo>
                    <a:pt x="18200" y="91280"/>
                  </a:lnTo>
                  <a:lnTo>
                    <a:pt x="15824" y="96137"/>
                  </a:lnTo>
                  <a:lnTo>
                    <a:pt x="13607" y="101067"/>
                  </a:lnTo>
                  <a:lnTo>
                    <a:pt x="11550" y="106066"/>
                  </a:lnTo>
                  <a:lnTo>
                    <a:pt x="9655" y="111130"/>
                  </a:lnTo>
                  <a:lnTo>
                    <a:pt x="7926" y="116252"/>
                  </a:lnTo>
                  <a:lnTo>
                    <a:pt x="6363" y="121427"/>
                  </a:lnTo>
                  <a:lnTo>
                    <a:pt x="4968" y="126650"/>
                  </a:lnTo>
                  <a:lnTo>
                    <a:pt x="3742" y="131916"/>
                  </a:lnTo>
                  <a:lnTo>
                    <a:pt x="2688" y="137218"/>
                  </a:lnTo>
                  <a:lnTo>
                    <a:pt x="1806" y="142551"/>
                  </a:lnTo>
                  <a:lnTo>
                    <a:pt x="1096" y="147911"/>
                  </a:lnTo>
                  <a:lnTo>
                    <a:pt x="560" y="153290"/>
                  </a:lnTo>
                  <a:lnTo>
                    <a:pt x="199" y="158684"/>
                  </a:lnTo>
                  <a:lnTo>
                    <a:pt x="12" y="164087"/>
                  </a:lnTo>
                  <a:lnTo>
                    <a:pt x="0" y="169493"/>
                  </a:lnTo>
                  <a:lnTo>
                    <a:pt x="162" y="174897"/>
                  </a:lnTo>
                  <a:lnTo>
                    <a:pt x="499" y="180293"/>
                  </a:lnTo>
                  <a:lnTo>
                    <a:pt x="1011" y="185675"/>
                  </a:lnTo>
                  <a:lnTo>
                    <a:pt x="1696" y="191037"/>
                  </a:lnTo>
                  <a:lnTo>
                    <a:pt x="2555" y="196375"/>
                  </a:lnTo>
                  <a:lnTo>
                    <a:pt x="3585" y="201682"/>
                  </a:lnTo>
                  <a:lnTo>
                    <a:pt x="4787" y="206953"/>
                  </a:lnTo>
                  <a:lnTo>
                    <a:pt x="6158" y="212182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803508" y="5269756"/>
              <a:ext cx="328141" cy="334334"/>
            </a:xfrm>
            <a:custGeom>
              <a:avLst/>
              <a:pathLst>
                <a:path w="328141" h="334334">
                  <a:moveTo>
                    <a:pt x="0" y="212182"/>
                  </a:moveTo>
                  <a:lnTo>
                    <a:pt x="1508" y="217264"/>
                  </a:lnTo>
                  <a:lnTo>
                    <a:pt x="3176" y="222296"/>
                  </a:lnTo>
                  <a:lnTo>
                    <a:pt x="5004" y="227272"/>
                  </a:lnTo>
                  <a:lnTo>
                    <a:pt x="6988" y="232187"/>
                  </a:lnTo>
                  <a:lnTo>
                    <a:pt x="9127" y="237038"/>
                  </a:lnTo>
                  <a:lnTo>
                    <a:pt x="11419" y="241818"/>
                  </a:lnTo>
                  <a:lnTo>
                    <a:pt x="13861" y="246523"/>
                  </a:lnTo>
                  <a:lnTo>
                    <a:pt x="16451" y="251148"/>
                  </a:lnTo>
                  <a:lnTo>
                    <a:pt x="19186" y="255689"/>
                  </a:lnTo>
                  <a:lnTo>
                    <a:pt x="22065" y="260141"/>
                  </a:lnTo>
                  <a:lnTo>
                    <a:pt x="25082" y="264499"/>
                  </a:lnTo>
                  <a:lnTo>
                    <a:pt x="28237" y="268759"/>
                  </a:lnTo>
                  <a:lnTo>
                    <a:pt x="31525" y="272917"/>
                  </a:lnTo>
                  <a:lnTo>
                    <a:pt x="34943" y="276969"/>
                  </a:lnTo>
                  <a:lnTo>
                    <a:pt x="38488" y="280911"/>
                  </a:lnTo>
                  <a:lnTo>
                    <a:pt x="42156" y="284738"/>
                  </a:lnTo>
                  <a:lnTo>
                    <a:pt x="45943" y="288447"/>
                  </a:lnTo>
                  <a:lnTo>
                    <a:pt x="49847" y="292034"/>
                  </a:lnTo>
                  <a:lnTo>
                    <a:pt x="53862" y="295495"/>
                  </a:lnTo>
                  <a:lnTo>
                    <a:pt x="57985" y="298827"/>
                  </a:lnTo>
                  <a:lnTo>
                    <a:pt x="62211" y="302027"/>
                  </a:lnTo>
                  <a:lnTo>
                    <a:pt x="66537" y="305091"/>
                  </a:lnTo>
                  <a:lnTo>
                    <a:pt x="70957" y="308017"/>
                  </a:lnTo>
                  <a:lnTo>
                    <a:pt x="75468" y="310801"/>
                  </a:lnTo>
                  <a:lnTo>
                    <a:pt x="80066" y="313440"/>
                  </a:lnTo>
                  <a:lnTo>
                    <a:pt x="84744" y="315933"/>
                  </a:lnTo>
                  <a:lnTo>
                    <a:pt x="89500" y="318275"/>
                  </a:lnTo>
                  <a:lnTo>
                    <a:pt x="94327" y="320466"/>
                  </a:lnTo>
                  <a:lnTo>
                    <a:pt x="99221" y="322503"/>
                  </a:lnTo>
                  <a:lnTo>
                    <a:pt x="104177" y="324383"/>
                  </a:lnTo>
                  <a:lnTo>
                    <a:pt x="109191" y="326106"/>
                  </a:lnTo>
                  <a:lnTo>
                    <a:pt x="114256" y="327668"/>
                  </a:lnTo>
                  <a:lnTo>
                    <a:pt x="119369" y="329070"/>
                  </a:lnTo>
                  <a:lnTo>
                    <a:pt x="124523" y="330308"/>
                  </a:lnTo>
                  <a:lnTo>
                    <a:pt x="129714" y="331382"/>
                  </a:lnTo>
                  <a:lnTo>
                    <a:pt x="134937" y="332291"/>
                  </a:lnTo>
                  <a:lnTo>
                    <a:pt x="140185" y="333034"/>
                  </a:lnTo>
                  <a:lnTo>
                    <a:pt x="145455" y="333611"/>
                  </a:lnTo>
                  <a:lnTo>
                    <a:pt x="150740" y="334020"/>
                  </a:lnTo>
                  <a:lnTo>
                    <a:pt x="156036" y="334261"/>
                  </a:lnTo>
                  <a:lnTo>
                    <a:pt x="161336" y="334334"/>
                  </a:lnTo>
                  <a:lnTo>
                    <a:pt x="166637" y="334239"/>
                  </a:lnTo>
                  <a:lnTo>
                    <a:pt x="171931" y="333976"/>
                  </a:lnTo>
                  <a:lnTo>
                    <a:pt x="177215" y="333545"/>
                  </a:lnTo>
                  <a:lnTo>
                    <a:pt x="182482" y="332947"/>
                  </a:lnTo>
                  <a:lnTo>
                    <a:pt x="187728" y="332183"/>
                  </a:lnTo>
                  <a:lnTo>
                    <a:pt x="192946" y="331252"/>
                  </a:lnTo>
                  <a:lnTo>
                    <a:pt x="198133" y="330156"/>
                  </a:lnTo>
                  <a:lnTo>
                    <a:pt x="203282" y="328897"/>
                  </a:lnTo>
                  <a:lnTo>
                    <a:pt x="208389" y="327474"/>
                  </a:lnTo>
                  <a:lnTo>
                    <a:pt x="213448" y="325891"/>
                  </a:lnTo>
                  <a:lnTo>
                    <a:pt x="218454" y="324148"/>
                  </a:lnTo>
                  <a:lnTo>
                    <a:pt x="223403" y="322247"/>
                  </a:lnTo>
                  <a:lnTo>
                    <a:pt x="228289" y="320190"/>
                  </a:lnTo>
                  <a:lnTo>
                    <a:pt x="233107" y="317980"/>
                  </a:lnTo>
                  <a:lnTo>
                    <a:pt x="237852" y="315617"/>
                  </a:lnTo>
                  <a:lnTo>
                    <a:pt x="242521" y="313105"/>
                  </a:lnTo>
                  <a:lnTo>
                    <a:pt x="247107" y="310447"/>
                  </a:lnTo>
                  <a:lnTo>
                    <a:pt x="251607" y="307645"/>
                  </a:lnTo>
                  <a:lnTo>
                    <a:pt x="256015" y="304701"/>
                  </a:lnTo>
                  <a:lnTo>
                    <a:pt x="260328" y="301619"/>
                  </a:lnTo>
                  <a:lnTo>
                    <a:pt x="264541" y="298401"/>
                  </a:lnTo>
                  <a:lnTo>
                    <a:pt x="268650" y="295052"/>
                  </a:lnTo>
                  <a:lnTo>
                    <a:pt x="272651" y="291574"/>
                  </a:lnTo>
                  <a:lnTo>
                    <a:pt x="276540" y="287971"/>
                  </a:lnTo>
                  <a:lnTo>
                    <a:pt x="280312" y="284247"/>
                  </a:lnTo>
                  <a:lnTo>
                    <a:pt x="283964" y="280405"/>
                  </a:lnTo>
                  <a:lnTo>
                    <a:pt x="287493" y="276449"/>
                  </a:lnTo>
                  <a:lnTo>
                    <a:pt x="290894" y="272383"/>
                  </a:lnTo>
                  <a:lnTo>
                    <a:pt x="294165" y="268211"/>
                  </a:lnTo>
                  <a:lnTo>
                    <a:pt x="297302" y="263938"/>
                  </a:lnTo>
                  <a:lnTo>
                    <a:pt x="300302" y="259567"/>
                  </a:lnTo>
                  <a:lnTo>
                    <a:pt x="303161" y="255104"/>
                  </a:lnTo>
                  <a:lnTo>
                    <a:pt x="305878" y="250552"/>
                  </a:lnTo>
                  <a:lnTo>
                    <a:pt x="308449" y="245916"/>
                  </a:lnTo>
                  <a:lnTo>
                    <a:pt x="310872" y="241201"/>
                  </a:lnTo>
                  <a:lnTo>
                    <a:pt x="313144" y="236411"/>
                  </a:lnTo>
                  <a:lnTo>
                    <a:pt x="315263" y="231552"/>
                  </a:lnTo>
                  <a:lnTo>
                    <a:pt x="317227" y="226628"/>
                  </a:lnTo>
                  <a:lnTo>
                    <a:pt x="319034" y="221645"/>
                  </a:lnTo>
                  <a:lnTo>
                    <a:pt x="320681" y="216606"/>
                  </a:lnTo>
                  <a:lnTo>
                    <a:pt x="322169" y="211518"/>
                  </a:lnTo>
                  <a:lnTo>
                    <a:pt x="323494" y="206385"/>
                  </a:lnTo>
                  <a:lnTo>
                    <a:pt x="324656" y="201213"/>
                  </a:lnTo>
                  <a:lnTo>
                    <a:pt x="325653" y="196007"/>
                  </a:lnTo>
                  <a:lnTo>
                    <a:pt x="326485" y="190771"/>
                  </a:lnTo>
                  <a:lnTo>
                    <a:pt x="327150" y="185512"/>
                  </a:lnTo>
                  <a:lnTo>
                    <a:pt x="327648" y="180235"/>
                  </a:lnTo>
                  <a:lnTo>
                    <a:pt x="327978" y="174944"/>
                  </a:lnTo>
                  <a:lnTo>
                    <a:pt x="328141" y="169645"/>
                  </a:lnTo>
                  <a:lnTo>
                    <a:pt x="328136" y="164344"/>
                  </a:lnTo>
                  <a:lnTo>
                    <a:pt x="327962" y="159046"/>
                  </a:lnTo>
                  <a:lnTo>
                    <a:pt x="327621" y="153756"/>
                  </a:lnTo>
                  <a:lnTo>
                    <a:pt x="327112" y="148479"/>
                  </a:lnTo>
                  <a:lnTo>
                    <a:pt x="326436" y="143222"/>
                  </a:lnTo>
                  <a:lnTo>
                    <a:pt x="325593" y="137988"/>
                  </a:lnTo>
                  <a:lnTo>
                    <a:pt x="324585" y="132784"/>
                  </a:lnTo>
                  <a:lnTo>
                    <a:pt x="323413" y="127614"/>
                  </a:lnTo>
                  <a:lnTo>
                    <a:pt x="322077" y="122484"/>
                  </a:lnTo>
                  <a:lnTo>
                    <a:pt x="320579" y="117399"/>
                  </a:lnTo>
                  <a:lnTo>
                    <a:pt x="318921" y="112364"/>
                  </a:lnTo>
                  <a:lnTo>
                    <a:pt x="317104" y="107384"/>
                  </a:lnTo>
                  <a:lnTo>
                    <a:pt x="315130" y="102464"/>
                  </a:lnTo>
                  <a:lnTo>
                    <a:pt x="313001" y="97609"/>
                  </a:lnTo>
                  <a:lnTo>
                    <a:pt x="310719" y="92824"/>
                  </a:lnTo>
                  <a:lnTo>
                    <a:pt x="308286" y="88114"/>
                  </a:lnTo>
                  <a:lnTo>
                    <a:pt x="305706" y="83484"/>
                  </a:lnTo>
                  <a:lnTo>
                    <a:pt x="302980" y="78937"/>
                  </a:lnTo>
                  <a:lnTo>
                    <a:pt x="300111" y="74480"/>
                  </a:lnTo>
                  <a:lnTo>
                    <a:pt x="297102" y="70115"/>
                  </a:lnTo>
                  <a:lnTo>
                    <a:pt x="293956" y="65848"/>
                  </a:lnTo>
                  <a:lnTo>
                    <a:pt x="290677" y="61683"/>
                  </a:lnTo>
                  <a:lnTo>
                    <a:pt x="287267" y="57625"/>
                  </a:lnTo>
                  <a:lnTo>
                    <a:pt x="283730" y="53676"/>
                  </a:lnTo>
                  <a:lnTo>
                    <a:pt x="280070" y="49841"/>
                  </a:lnTo>
                  <a:lnTo>
                    <a:pt x="276290" y="46125"/>
                  </a:lnTo>
                  <a:lnTo>
                    <a:pt x="272394" y="42530"/>
                  </a:lnTo>
                  <a:lnTo>
                    <a:pt x="268387" y="39060"/>
                  </a:lnTo>
                  <a:lnTo>
                    <a:pt x="264271" y="35719"/>
                  </a:lnTo>
                  <a:lnTo>
                    <a:pt x="260051" y="32511"/>
                  </a:lnTo>
                  <a:lnTo>
                    <a:pt x="255732" y="29438"/>
                  </a:lnTo>
                  <a:lnTo>
                    <a:pt x="251317" y="26503"/>
                  </a:lnTo>
                  <a:lnTo>
                    <a:pt x="246811" y="23710"/>
                  </a:lnTo>
                  <a:lnTo>
                    <a:pt x="242220" y="21061"/>
                  </a:lnTo>
                  <a:lnTo>
                    <a:pt x="237546" y="18559"/>
                  </a:lnTo>
                  <a:lnTo>
                    <a:pt x="232796" y="16206"/>
                  </a:lnTo>
                  <a:lnTo>
                    <a:pt x="227973" y="14005"/>
                  </a:lnTo>
                  <a:lnTo>
                    <a:pt x="223083" y="11959"/>
                  </a:lnTo>
                  <a:lnTo>
                    <a:pt x="218131" y="10068"/>
                  </a:lnTo>
                  <a:lnTo>
                    <a:pt x="213121" y="8335"/>
                  </a:lnTo>
                  <a:lnTo>
                    <a:pt x="208059" y="6762"/>
                  </a:lnTo>
                  <a:lnTo>
                    <a:pt x="202949" y="5350"/>
                  </a:lnTo>
                  <a:lnTo>
                    <a:pt x="197797" y="4101"/>
                  </a:lnTo>
                  <a:lnTo>
                    <a:pt x="192608" y="3016"/>
                  </a:lnTo>
                  <a:lnTo>
                    <a:pt x="187388" y="2097"/>
                  </a:lnTo>
                  <a:lnTo>
                    <a:pt x="182140" y="1343"/>
                  </a:lnTo>
                  <a:lnTo>
                    <a:pt x="176872" y="755"/>
                  </a:lnTo>
                  <a:lnTo>
                    <a:pt x="171588" y="336"/>
                  </a:lnTo>
                  <a:lnTo>
                    <a:pt x="166292" y="84"/>
                  </a:lnTo>
                  <a:lnTo>
                    <a:pt x="160992" y="0"/>
                  </a:lnTo>
                  <a:lnTo>
                    <a:pt x="16099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8020" y="5399291"/>
              <a:ext cx="18194" cy="167167"/>
            </a:xfrm>
            <a:custGeom>
              <a:avLst/>
              <a:pathLst>
                <a:path w="18194" h="167167">
                  <a:moveTo>
                    <a:pt x="18194" y="0"/>
                  </a:moveTo>
                  <a:lnTo>
                    <a:pt x="9083" y="248"/>
                  </a:lnTo>
                  <a:lnTo>
                    <a:pt x="0" y="993"/>
                  </a:lnTo>
                  <a:lnTo>
                    <a:pt x="18194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8020" y="5400284"/>
              <a:ext cx="18194" cy="166174"/>
            </a:xfrm>
            <a:custGeom>
              <a:avLst/>
              <a:pathLst>
                <a:path w="18194" h="166174">
                  <a:moveTo>
                    <a:pt x="0" y="0"/>
                  </a:moveTo>
                  <a:lnTo>
                    <a:pt x="18194" y="16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8020" y="5400284"/>
              <a:ext cx="18194" cy="166174"/>
            </a:xfrm>
            <a:custGeom>
              <a:avLst/>
              <a:pathLst>
                <a:path w="18194" h="166174">
                  <a:moveTo>
                    <a:pt x="0" y="0"/>
                  </a:moveTo>
                  <a:lnTo>
                    <a:pt x="18194" y="16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8020" y="5400284"/>
              <a:ext cx="18194" cy="166174"/>
            </a:xfrm>
            <a:custGeom>
              <a:avLst/>
              <a:pathLst>
                <a:path w="18194" h="166174">
                  <a:moveTo>
                    <a:pt x="0" y="0"/>
                  </a:moveTo>
                  <a:lnTo>
                    <a:pt x="18194" y="16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8020" y="5400284"/>
              <a:ext cx="18194" cy="166174"/>
            </a:xfrm>
            <a:custGeom>
              <a:avLst/>
              <a:pathLst>
                <a:path w="18194" h="166174">
                  <a:moveTo>
                    <a:pt x="0" y="0"/>
                  </a:moveTo>
                  <a:lnTo>
                    <a:pt x="18194" y="1661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8020" y="5400284"/>
              <a:ext cx="18194" cy="166174"/>
            </a:xfrm>
            <a:custGeom>
              <a:avLst/>
              <a:pathLst>
                <a:path w="18194" h="166174">
                  <a:moveTo>
                    <a:pt x="0" y="0"/>
                  </a:moveTo>
                  <a:lnTo>
                    <a:pt x="18194" y="1661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8020" y="5400284"/>
              <a:ext cx="18194" cy="166174"/>
            </a:xfrm>
            <a:custGeom>
              <a:avLst/>
              <a:pathLst>
                <a:path w="18194" h="166174">
                  <a:moveTo>
                    <a:pt x="0" y="0"/>
                  </a:moveTo>
                  <a:lnTo>
                    <a:pt x="18194" y="1661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319054" y="5400284"/>
              <a:ext cx="334322" cy="333341"/>
            </a:xfrm>
            <a:custGeom>
              <a:avLst/>
              <a:pathLst>
                <a:path w="334322" h="333341">
                  <a:moveTo>
                    <a:pt x="148966" y="0"/>
                  </a:moveTo>
                  <a:lnTo>
                    <a:pt x="143726" y="657"/>
                  </a:lnTo>
                  <a:lnTo>
                    <a:pt x="138511" y="1480"/>
                  </a:lnTo>
                  <a:lnTo>
                    <a:pt x="133323" y="2467"/>
                  </a:lnTo>
                  <a:lnTo>
                    <a:pt x="128170" y="3617"/>
                  </a:lnTo>
                  <a:lnTo>
                    <a:pt x="123055" y="4930"/>
                  </a:lnTo>
                  <a:lnTo>
                    <a:pt x="117985" y="6403"/>
                  </a:lnTo>
                  <a:lnTo>
                    <a:pt x="112963" y="8036"/>
                  </a:lnTo>
                  <a:lnTo>
                    <a:pt x="107996" y="9827"/>
                  </a:lnTo>
                  <a:lnTo>
                    <a:pt x="103087" y="11773"/>
                  </a:lnTo>
                  <a:lnTo>
                    <a:pt x="98243" y="13874"/>
                  </a:lnTo>
                  <a:lnTo>
                    <a:pt x="93467" y="16127"/>
                  </a:lnTo>
                  <a:lnTo>
                    <a:pt x="88765" y="18529"/>
                  </a:lnTo>
                  <a:lnTo>
                    <a:pt x="84141" y="21079"/>
                  </a:lnTo>
                  <a:lnTo>
                    <a:pt x="79599" y="23773"/>
                  </a:lnTo>
                  <a:lnTo>
                    <a:pt x="75146" y="26609"/>
                  </a:lnTo>
                  <a:lnTo>
                    <a:pt x="70784" y="29585"/>
                  </a:lnTo>
                  <a:lnTo>
                    <a:pt x="66518" y="32697"/>
                  </a:lnTo>
                  <a:lnTo>
                    <a:pt x="62352" y="35942"/>
                  </a:lnTo>
                  <a:lnTo>
                    <a:pt x="58292" y="39318"/>
                  </a:lnTo>
                  <a:lnTo>
                    <a:pt x="54339" y="42819"/>
                  </a:lnTo>
                  <a:lnTo>
                    <a:pt x="50500" y="46444"/>
                  </a:lnTo>
                  <a:lnTo>
                    <a:pt x="46776" y="50188"/>
                  </a:lnTo>
                  <a:lnTo>
                    <a:pt x="43173" y="54048"/>
                  </a:lnTo>
                  <a:lnTo>
                    <a:pt x="39694" y="58020"/>
                  </a:lnTo>
                  <a:lnTo>
                    <a:pt x="36342" y="62100"/>
                  </a:lnTo>
                  <a:lnTo>
                    <a:pt x="33120" y="66284"/>
                  </a:lnTo>
                  <a:lnTo>
                    <a:pt x="30032" y="70567"/>
                  </a:lnTo>
                  <a:lnTo>
                    <a:pt x="27081" y="74946"/>
                  </a:lnTo>
                  <a:lnTo>
                    <a:pt x="24269" y="79415"/>
                  </a:lnTo>
                  <a:lnTo>
                    <a:pt x="21601" y="83972"/>
                  </a:lnTo>
                  <a:lnTo>
                    <a:pt x="19077" y="88610"/>
                  </a:lnTo>
                  <a:lnTo>
                    <a:pt x="16701" y="93325"/>
                  </a:lnTo>
                  <a:lnTo>
                    <a:pt x="14475" y="98114"/>
                  </a:lnTo>
                  <a:lnTo>
                    <a:pt x="12402" y="102970"/>
                  </a:lnTo>
                  <a:lnTo>
                    <a:pt x="10483" y="107889"/>
                  </a:lnTo>
                  <a:lnTo>
                    <a:pt x="8720" y="112867"/>
                  </a:lnTo>
                  <a:lnTo>
                    <a:pt x="7116" y="117898"/>
                  </a:lnTo>
                  <a:lnTo>
                    <a:pt x="5671" y="122976"/>
                  </a:lnTo>
                  <a:lnTo>
                    <a:pt x="4387" y="128098"/>
                  </a:lnTo>
                  <a:lnTo>
                    <a:pt x="3266" y="133258"/>
                  </a:lnTo>
                  <a:lnTo>
                    <a:pt x="2308" y="138451"/>
                  </a:lnTo>
                  <a:lnTo>
                    <a:pt x="1515" y="143671"/>
                  </a:lnTo>
                  <a:lnTo>
                    <a:pt x="887" y="148914"/>
                  </a:lnTo>
                  <a:lnTo>
                    <a:pt x="424" y="154174"/>
                  </a:lnTo>
                  <a:lnTo>
                    <a:pt x="129" y="159446"/>
                  </a:lnTo>
                  <a:lnTo>
                    <a:pt x="0" y="164725"/>
                  </a:lnTo>
                  <a:lnTo>
                    <a:pt x="37" y="170005"/>
                  </a:lnTo>
                  <a:lnTo>
                    <a:pt x="242" y="175282"/>
                  </a:lnTo>
                  <a:lnTo>
                    <a:pt x="612" y="180549"/>
                  </a:lnTo>
                  <a:lnTo>
                    <a:pt x="1150" y="185802"/>
                  </a:lnTo>
                  <a:lnTo>
                    <a:pt x="1852" y="191035"/>
                  </a:lnTo>
                  <a:lnTo>
                    <a:pt x="2720" y="196244"/>
                  </a:lnTo>
                  <a:lnTo>
                    <a:pt x="3752" y="201423"/>
                  </a:lnTo>
                  <a:lnTo>
                    <a:pt x="4947" y="206566"/>
                  </a:lnTo>
                  <a:lnTo>
                    <a:pt x="6303" y="211669"/>
                  </a:lnTo>
                  <a:lnTo>
                    <a:pt x="7820" y="216727"/>
                  </a:lnTo>
                  <a:lnTo>
                    <a:pt x="9496" y="221734"/>
                  </a:lnTo>
                  <a:lnTo>
                    <a:pt x="11330" y="226686"/>
                  </a:lnTo>
                  <a:lnTo>
                    <a:pt x="13319" y="231577"/>
                  </a:lnTo>
                  <a:lnTo>
                    <a:pt x="15461" y="236404"/>
                  </a:lnTo>
                  <a:lnTo>
                    <a:pt x="17755" y="241160"/>
                  </a:lnTo>
                  <a:lnTo>
                    <a:pt x="20198" y="245841"/>
                  </a:lnTo>
                  <a:lnTo>
                    <a:pt x="22787" y="250443"/>
                  </a:lnTo>
                  <a:lnTo>
                    <a:pt x="25521" y="254961"/>
                  </a:lnTo>
                  <a:lnTo>
                    <a:pt x="28396" y="259390"/>
                  </a:lnTo>
                  <a:lnTo>
                    <a:pt x="31409" y="263726"/>
                  </a:lnTo>
                  <a:lnTo>
                    <a:pt x="34558" y="267965"/>
                  </a:lnTo>
                  <a:lnTo>
                    <a:pt x="37839" y="272102"/>
                  </a:lnTo>
                  <a:lnTo>
                    <a:pt x="41249" y="276133"/>
                  </a:lnTo>
                  <a:lnTo>
                    <a:pt x="44784" y="280055"/>
                  </a:lnTo>
                  <a:lnTo>
                    <a:pt x="48442" y="283864"/>
                  </a:lnTo>
                  <a:lnTo>
                    <a:pt x="52218" y="287554"/>
                  </a:lnTo>
                  <a:lnTo>
                    <a:pt x="56109" y="291124"/>
                  </a:lnTo>
                  <a:lnTo>
                    <a:pt x="60111" y="294569"/>
                  </a:lnTo>
                  <a:lnTo>
                    <a:pt x="64220" y="297886"/>
                  </a:lnTo>
                  <a:lnTo>
                    <a:pt x="68431" y="301071"/>
                  </a:lnTo>
                  <a:lnTo>
                    <a:pt x="72741" y="304122"/>
                  </a:lnTo>
                  <a:lnTo>
                    <a:pt x="77145" y="307036"/>
                  </a:lnTo>
                  <a:lnTo>
                    <a:pt x="81638" y="309808"/>
                  </a:lnTo>
                  <a:lnTo>
                    <a:pt x="86218" y="312438"/>
                  </a:lnTo>
                  <a:lnTo>
                    <a:pt x="90877" y="314921"/>
                  </a:lnTo>
                  <a:lnTo>
                    <a:pt x="95613" y="317256"/>
                  </a:lnTo>
                  <a:lnTo>
                    <a:pt x="100421" y="319441"/>
                  </a:lnTo>
                  <a:lnTo>
                    <a:pt x="105295" y="321472"/>
                  </a:lnTo>
                  <a:lnTo>
                    <a:pt x="110230" y="323349"/>
                  </a:lnTo>
                  <a:lnTo>
                    <a:pt x="115223" y="325068"/>
                  </a:lnTo>
                  <a:lnTo>
                    <a:pt x="120267" y="326629"/>
                  </a:lnTo>
                  <a:lnTo>
                    <a:pt x="125358" y="328030"/>
                  </a:lnTo>
                  <a:lnTo>
                    <a:pt x="130491" y="329270"/>
                  </a:lnTo>
                  <a:lnTo>
                    <a:pt x="135661" y="330347"/>
                  </a:lnTo>
                  <a:lnTo>
                    <a:pt x="140861" y="331260"/>
                  </a:lnTo>
                  <a:lnTo>
                    <a:pt x="146088" y="332008"/>
                  </a:lnTo>
                  <a:lnTo>
                    <a:pt x="151337" y="332591"/>
                  </a:lnTo>
                  <a:lnTo>
                    <a:pt x="156600" y="333007"/>
                  </a:lnTo>
                  <a:lnTo>
                    <a:pt x="161875" y="333258"/>
                  </a:lnTo>
                  <a:lnTo>
                    <a:pt x="167155" y="333341"/>
                  </a:lnTo>
                  <a:lnTo>
                    <a:pt x="172434" y="333258"/>
                  </a:lnTo>
                  <a:lnTo>
                    <a:pt x="177709" y="333008"/>
                  </a:lnTo>
                  <a:lnTo>
                    <a:pt x="182973" y="332592"/>
                  </a:lnTo>
                  <a:lnTo>
                    <a:pt x="188221" y="332009"/>
                  </a:lnTo>
                  <a:lnTo>
                    <a:pt x="193448" y="331261"/>
                  </a:lnTo>
                  <a:lnTo>
                    <a:pt x="198649" y="330349"/>
                  </a:lnTo>
                  <a:lnTo>
                    <a:pt x="203818" y="329272"/>
                  </a:lnTo>
                  <a:lnTo>
                    <a:pt x="208951" y="328033"/>
                  </a:lnTo>
                  <a:lnTo>
                    <a:pt x="214042" y="326633"/>
                  </a:lnTo>
                  <a:lnTo>
                    <a:pt x="219087" y="325072"/>
                  </a:lnTo>
                  <a:lnTo>
                    <a:pt x="224079" y="323353"/>
                  </a:lnTo>
                  <a:lnTo>
                    <a:pt x="229015" y="321477"/>
                  </a:lnTo>
                  <a:lnTo>
                    <a:pt x="233889" y="319446"/>
                  </a:lnTo>
                  <a:lnTo>
                    <a:pt x="238697" y="317262"/>
                  </a:lnTo>
                  <a:lnTo>
                    <a:pt x="243433" y="314927"/>
                  </a:lnTo>
                  <a:lnTo>
                    <a:pt x="248093" y="312444"/>
                  </a:lnTo>
                  <a:lnTo>
                    <a:pt x="252672" y="309815"/>
                  </a:lnTo>
                  <a:lnTo>
                    <a:pt x="257166" y="307042"/>
                  </a:lnTo>
                  <a:lnTo>
                    <a:pt x="261570" y="304129"/>
                  </a:lnTo>
                  <a:lnTo>
                    <a:pt x="265880" y="301079"/>
                  </a:lnTo>
                  <a:lnTo>
                    <a:pt x="270092" y="297894"/>
                  </a:lnTo>
                  <a:lnTo>
                    <a:pt x="274201" y="294577"/>
                  </a:lnTo>
                  <a:lnTo>
                    <a:pt x="278203" y="291132"/>
                  </a:lnTo>
                  <a:lnTo>
                    <a:pt x="282094" y="287563"/>
                  </a:lnTo>
                  <a:lnTo>
                    <a:pt x="285870" y="283872"/>
                  </a:lnTo>
                  <a:lnTo>
                    <a:pt x="289529" y="280064"/>
                  </a:lnTo>
                  <a:lnTo>
                    <a:pt x="293065" y="276143"/>
                  </a:lnTo>
                  <a:lnTo>
                    <a:pt x="296475" y="272111"/>
                  </a:lnTo>
                  <a:lnTo>
                    <a:pt x="299756" y="267974"/>
                  </a:lnTo>
                  <a:lnTo>
                    <a:pt x="302905" y="263736"/>
                  </a:lnTo>
                  <a:lnTo>
                    <a:pt x="305919" y="259400"/>
                  </a:lnTo>
                  <a:lnTo>
                    <a:pt x="308794" y="254971"/>
                  </a:lnTo>
                  <a:lnTo>
                    <a:pt x="311528" y="250453"/>
                  </a:lnTo>
                  <a:lnTo>
                    <a:pt x="314118" y="245852"/>
                  </a:lnTo>
                  <a:lnTo>
                    <a:pt x="316561" y="241171"/>
                  </a:lnTo>
                  <a:lnTo>
                    <a:pt x="318855" y="236415"/>
                  </a:lnTo>
                  <a:lnTo>
                    <a:pt x="320998" y="231589"/>
                  </a:lnTo>
                  <a:lnTo>
                    <a:pt x="322987" y="226697"/>
                  </a:lnTo>
                  <a:lnTo>
                    <a:pt x="324821" y="221746"/>
                  </a:lnTo>
                  <a:lnTo>
                    <a:pt x="326497" y="216738"/>
                  </a:lnTo>
                  <a:lnTo>
                    <a:pt x="328015" y="211681"/>
                  </a:lnTo>
                  <a:lnTo>
                    <a:pt x="329372" y="206578"/>
                  </a:lnTo>
                  <a:lnTo>
                    <a:pt x="330567" y="201435"/>
                  </a:lnTo>
                  <a:lnTo>
                    <a:pt x="331599" y="196256"/>
                  </a:lnTo>
                  <a:lnTo>
                    <a:pt x="332467" y="191048"/>
                  </a:lnTo>
                  <a:lnTo>
                    <a:pt x="333170" y="185814"/>
                  </a:lnTo>
                  <a:lnTo>
                    <a:pt x="333708" y="180561"/>
                  </a:lnTo>
                  <a:lnTo>
                    <a:pt x="334079" y="175294"/>
                  </a:lnTo>
                  <a:lnTo>
                    <a:pt x="334284" y="170018"/>
                  </a:lnTo>
                  <a:lnTo>
                    <a:pt x="334322" y="164737"/>
                  </a:lnTo>
                  <a:lnTo>
                    <a:pt x="334193" y="159459"/>
                  </a:lnTo>
                  <a:lnTo>
                    <a:pt x="333898" y="154187"/>
                  </a:lnTo>
                  <a:lnTo>
                    <a:pt x="333436" y="148926"/>
                  </a:lnTo>
                  <a:lnTo>
                    <a:pt x="332808" y="143684"/>
                  </a:lnTo>
                  <a:lnTo>
                    <a:pt x="332015" y="138463"/>
                  </a:lnTo>
                  <a:lnTo>
                    <a:pt x="331058" y="133270"/>
                  </a:lnTo>
                  <a:lnTo>
                    <a:pt x="329937" y="128110"/>
                  </a:lnTo>
                  <a:lnTo>
                    <a:pt x="328654" y="122988"/>
                  </a:lnTo>
                  <a:lnTo>
                    <a:pt x="327209" y="117909"/>
                  </a:lnTo>
                  <a:lnTo>
                    <a:pt x="325605" y="112879"/>
                  </a:lnTo>
                  <a:lnTo>
                    <a:pt x="323843" y="107901"/>
                  </a:lnTo>
                  <a:lnTo>
                    <a:pt x="321924" y="102981"/>
                  </a:lnTo>
                  <a:lnTo>
                    <a:pt x="319851" y="98125"/>
                  </a:lnTo>
                  <a:lnTo>
                    <a:pt x="317626" y="93337"/>
                  </a:lnTo>
                  <a:lnTo>
                    <a:pt x="315250" y="88621"/>
                  </a:lnTo>
                  <a:lnTo>
                    <a:pt x="312727" y="83982"/>
                  </a:lnTo>
                  <a:lnTo>
                    <a:pt x="310058" y="79426"/>
                  </a:lnTo>
                  <a:lnTo>
                    <a:pt x="307247" y="74956"/>
                  </a:lnTo>
                  <a:lnTo>
                    <a:pt x="304296" y="70577"/>
                  </a:lnTo>
                  <a:lnTo>
                    <a:pt x="301209" y="66294"/>
                  </a:lnTo>
                  <a:lnTo>
                    <a:pt x="297987" y="62110"/>
                  </a:lnTo>
                  <a:lnTo>
                    <a:pt x="294635" y="58030"/>
                  </a:lnTo>
                  <a:lnTo>
                    <a:pt x="291156" y="54058"/>
                  </a:lnTo>
                  <a:lnTo>
                    <a:pt x="287553" y="50197"/>
                  </a:lnTo>
                  <a:lnTo>
                    <a:pt x="283830" y="46453"/>
                  </a:lnTo>
                  <a:lnTo>
                    <a:pt x="279991" y="42828"/>
                  </a:lnTo>
                  <a:lnTo>
                    <a:pt x="276039" y="39326"/>
                  </a:lnTo>
                  <a:lnTo>
                    <a:pt x="271978" y="35950"/>
                  </a:lnTo>
                  <a:lnTo>
                    <a:pt x="267813" y="32705"/>
                  </a:lnTo>
                  <a:lnTo>
                    <a:pt x="263548" y="29592"/>
                  </a:lnTo>
                  <a:lnTo>
                    <a:pt x="259186" y="26616"/>
                  </a:lnTo>
                  <a:lnTo>
                    <a:pt x="254732" y="23779"/>
                  </a:lnTo>
                  <a:lnTo>
                    <a:pt x="250191" y="21085"/>
                  </a:lnTo>
                  <a:lnTo>
                    <a:pt x="245568" y="18535"/>
                  </a:lnTo>
                  <a:lnTo>
                    <a:pt x="240866" y="16132"/>
                  </a:lnTo>
                  <a:lnTo>
                    <a:pt x="236090" y="13879"/>
                  </a:lnTo>
                  <a:lnTo>
                    <a:pt x="231246" y="11778"/>
                  </a:lnTo>
                  <a:lnTo>
                    <a:pt x="226337" y="9831"/>
                  </a:lnTo>
                  <a:lnTo>
                    <a:pt x="221370" y="8040"/>
                  </a:lnTo>
                  <a:lnTo>
                    <a:pt x="216349" y="6407"/>
                  </a:lnTo>
                  <a:lnTo>
                    <a:pt x="211278" y="4933"/>
                  </a:lnTo>
                  <a:lnTo>
                    <a:pt x="206163" y="3620"/>
                  </a:lnTo>
                  <a:lnTo>
                    <a:pt x="201010" y="2469"/>
                  </a:lnTo>
                  <a:lnTo>
                    <a:pt x="195823" y="1482"/>
                  </a:lnTo>
                  <a:lnTo>
                    <a:pt x="190607" y="659"/>
                  </a:lnTo>
                  <a:lnTo>
                    <a:pt x="167161" y="1661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23446" cy="167167"/>
            </a:xfrm>
            <a:custGeom>
              <a:avLst/>
              <a:pathLst>
                <a:path w="23446" h="167167">
                  <a:moveTo>
                    <a:pt x="23446" y="1652"/>
                  </a:moveTo>
                  <a:lnTo>
                    <a:pt x="15659" y="735"/>
                  </a:lnTo>
                  <a:lnTo>
                    <a:pt x="7838" y="18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56397" y="5399291"/>
              <a:ext cx="167146" cy="247505"/>
            </a:xfrm>
            <a:custGeom>
              <a:avLst/>
              <a:pathLst>
                <a:path w="167146" h="247505">
                  <a:moveTo>
                    <a:pt x="167146" y="0"/>
                  </a:moveTo>
                  <a:lnTo>
                    <a:pt x="161735" y="87"/>
                  </a:lnTo>
                  <a:lnTo>
                    <a:pt x="156329" y="350"/>
                  </a:lnTo>
                  <a:lnTo>
                    <a:pt x="150935" y="787"/>
                  </a:lnTo>
                  <a:lnTo>
                    <a:pt x="145558" y="1399"/>
                  </a:lnTo>
                  <a:lnTo>
                    <a:pt x="140203" y="2185"/>
                  </a:lnTo>
                  <a:lnTo>
                    <a:pt x="134876" y="3144"/>
                  </a:lnTo>
                  <a:lnTo>
                    <a:pt x="129584" y="4274"/>
                  </a:lnTo>
                  <a:lnTo>
                    <a:pt x="124330" y="5576"/>
                  </a:lnTo>
                  <a:lnTo>
                    <a:pt x="119122" y="7046"/>
                  </a:lnTo>
                  <a:lnTo>
                    <a:pt x="113964" y="8685"/>
                  </a:lnTo>
                  <a:lnTo>
                    <a:pt x="108861" y="10490"/>
                  </a:lnTo>
                  <a:lnTo>
                    <a:pt x="103820" y="12458"/>
                  </a:lnTo>
                  <a:lnTo>
                    <a:pt x="98845" y="14589"/>
                  </a:lnTo>
                  <a:lnTo>
                    <a:pt x="93942" y="16880"/>
                  </a:lnTo>
                  <a:lnTo>
                    <a:pt x="89115" y="19329"/>
                  </a:lnTo>
                  <a:lnTo>
                    <a:pt x="84370" y="21932"/>
                  </a:lnTo>
                  <a:lnTo>
                    <a:pt x="79712" y="24688"/>
                  </a:lnTo>
                  <a:lnTo>
                    <a:pt x="75146" y="27593"/>
                  </a:lnTo>
                  <a:lnTo>
                    <a:pt x="70676" y="30644"/>
                  </a:lnTo>
                  <a:lnTo>
                    <a:pt x="66307" y="33839"/>
                  </a:lnTo>
                  <a:lnTo>
                    <a:pt x="62044" y="37173"/>
                  </a:lnTo>
                  <a:lnTo>
                    <a:pt x="57891" y="40643"/>
                  </a:lnTo>
                  <a:lnTo>
                    <a:pt x="53853" y="44246"/>
                  </a:lnTo>
                  <a:lnTo>
                    <a:pt x="49933" y="47978"/>
                  </a:lnTo>
                  <a:lnTo>
                    <a:pt x="46136" y="51835"/>
                  </a:lnTo>
                  <a:lnTo>
                    <a:pt x="42466" y="55813"/>
                  </a:lnTo>
                  <a:lnTo>
                    <a:pt x="38927" y="59907"/>
                  </a:lnTo>
                  <a:lnTo>
                    <a:pt x="35522" y="64114"/>
                  </a:lnTo>
                  <a:lnTo>
                    <a:pt x="32255" y="68429"/>
                  </a:lnTo>
                  <a:lnTo>
                    <a:pt x="29129" y="72847"/>
                  </a:lnTo>
                  <a:lnTo>
                    <a:pt x="26148" y="77364"/>
                  </a:lnTo>
                  <a:lnTo>
                    <a:pt x="23315" y="81976"/>
                  </a:lnTo>
                  <a:lnTo>
                    <a:pt x="20633" y="86676"/>
                  </a:lnTo>
                  <a:lnTo>
                    <a:pt x="18104" y="91461"/>
                  </a:lnTo>
                  <a:lnTo>
                    <a:pt x="15732" y="96326"/>
                  </a:lnTo>
                  <a:lnTo>
                    <a:pt x="13518" y="101264"/>
                  </a:lnTo>
                  <a:lnTo>
                    <a:pt x="11465" y="106272"/>
                  </a:lnTo>
                  <a:lnTo>
                    <a:pt x="9575" y="111343"/>
                  </a:lnTo>
                  <a:lnTo>
                    <a:pt x="7851" y="116473"/>
                  </a:lnTo>
                  <a:lnTo>
                    <a:pt x="6293" y="121657"/>
                  </a:lnTo>
                  <a:lnTo>
                    <a:pt x="4904" y="126887"/>
                  </a:lnTo>
                  <a:lnTo>
                    <a:pt x="3685" y="132160"/>
                  </a:lnTo>
                  <a:lnTo>
                    <a:pt x="2638" y="137470"/>
                  </a:lnTo>
                  <a:lnTo>
                    <a:pt x="1763" y="142811"/>
                  </a:lnTo>
                  <a:lnTo>
                    <a:pt x="1061" y="148178"/>
                  </a:lnTo>
                  <a:lnTo>
                    <a:pt x="533" y="153564"/>
                  </a:lnTo>
                  <a:lnTo>
                    <a:pt x="180" y="158964"/>
                  </a:lnTo>
                  <a:lnTo>
                    <a:pt x="2" y="164374"/>
                  </a:lnTo>
                  <a:lnTo>
                    <a:pt x="0" y="169786"/>
                  </a:lnTo>
                  <a:lnTo>
                    <a:pt x="172" y="175195"/>
                  </a:lnTo>
                  <a:lnTo>
                    <a:pt x="519" y="180596"/>
                  </a:lnTo>
                  <a:lnTo>
                    <a:pt x="1041" y="185983"/>
                  </a:lnTo>
                  <a:lnTo>
                    <a:pt x="1737" y="191350"/>
                  </a:lnTo>
                  <a:lnTo>
                    <a:pt x="2607" y="196692"/>
                  </a:lnTo>
                  <a:lnTo>
                    <a:pt x="3649" y="202003"/>
                  </a:lnTo>
                  <a:lnTo>
                    <a:pt x="4862" y="207277"/>
                  </a:lnTo>
                  <a:lnTo>
                    <a:pt x="6246" y="212509"/>
                  </a:lnTo>
                  <a:lnTo>
                    <a:pt x="7798" y="217694"/>
                  </a:lnTo>
                  <a:lnTo>
                    <a:pt x="9517" y="222826"/>
                  </a:lnTo>
                  <a:lnTo>
                    <a:pt x="11401" y="227899"/>
                  </a:lnTo>
                  <a:lnTo>
                    <a:pt x="13449" y="232909"/>
                  </a:lnTo>
                  <a:lnTo>
                    <a:pt x="15658" y="237850"/>
                  </a:lnTo>
                  <a:lnTo>
                    <a:pt x="18025" y="242717"/>
                  </a:lnTo>
                  <a:lnTo>
                    <a:pt x="20549" y="24750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76946" y="5566459"/>
              <a:ext cx="146597" cy="80337"/>
            </a:xfrm>
            <a:custGeom>
              <a:avLst/>
              <a:pathLst>
                <a:path w="146597" h="80337">
                  <a:moveTo>
                    <a:pt x="0" y="80337"/>
                  </a:moveTo>
                  <a:lnTo>
                    <a:pt x="1465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76946" y="5566459"/>
              <a:ext cx="146597" cy="80337"/>
            </a:xfrm>
            <a:custGeom>
              <a:avLst/>
              <a:pathLst>
                <a:path w="146597" h="80337">
                  <a:moveTo>
                    <a:pt x="0" y="80337"/>
                  </a:moveTo>
                  <a:lnTo>
                    <a:pt x="1465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76946" y="5566459"/>
              <a:ext cx="146597" cy="80337"/>
            </a:xfrm>
            <a:custGeom>
              <a:avLst/>
              <a:pathLst>
                <a:path w="146597" h="80337">
                  <a:moveTo>
                    <a:pt x="0" y="80337"/>
                  </a:moveTo>
                  <a:lnTo>
                    <a:pt x="14659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76946" y="5566459"/>
              <a:ext cx="146597" cy="80337"/>
            </a:xfrm>
            <a:custGeom>
              <a:avLst/>
              <a:pathLst>
                <a:path w="146597" h="80337">
                  <a:moveTo>
                    <a:pt x="0" y="80337"/>
                  </a:moveTo>
                  <a:lnTo>
                    <a:pt x="14659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76946" y="5566459"/>
              <a:ext cx="146597" cy="80337"/>
            </a:xfrm>
            <a:custGeom>
              <a:avLst/>
              <a:pathLst>
                <a:path w="146597" h="80337">
                  <a:moveTo>
                    <a:pt x="0" y="80337"/>
                  </a:moveTo>
                  <a:lnTo>
                    <a:pt x="14659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76946" y="5566459"/>
              <a:ext cx="146597" cy="144129"/>
            </a:xfrm>
            <a:custGeom>
              <a:avLst/>
              <a:pathLst>
                <a:path w="146597" h="144129">
                  <a:moveTo>
                    <a:pt x="0" y="80337"/>
                  </a:moveTo>
                  <a:lnTo>
                    <a:pt x="2785" y="85222"/>
                  </a:lnTo>
                  <a:lnTo>
                    <a:pt x="5732" y="90011"/>
                  </a:lnTo>
                  <a:lnTo>
                    <a:pt x="8840" y="94698"/>
                  </a:lnTo>
                  <a:lnTo>
                    <a:pt x="12103" y="99278"/>
                  </a:lnTo>
                  <a:lnTo>
                    <a:pt x="15518" y="103746"/>
                  </a:lnTo>
                  <a:lnTo>
                    <a:pt x="19082" y="108096"/>
                  </a:lnTo>
                  <a:lnTo>
                    <a:pt x="22790" y="112324"/>
                  </a:lnTo>
                  <a:lnTo>
                    <a:pt x="26638" y="116424"/>
                  </a:lnTo>
                  <a:lnTo>
                    <a:pt x="30621" y="120393"/>
                  </a:lnTo>
                  <a:lnTo>
                    <a:pt x="34736" y="124226"/>
                  </a:lnTo>
                  <a:lnTo>
                    <a:pt x="38978" y="127918"/>
                  </a:lnTo>
                  <a:lnTo>
                    <a:pt x="43341" y="131465"/>
                  </a:lnTo>
                  <a:lnTo>
                    <a:pt x="47822" y="134864"/>
                  </a:lnTo>
                  <a:lnTo>
                    <a:pt x="52414" y="138110"/>
                  </a:lnTo>
                  <a:lnTo>
                    <a:pt x="57112" y="141200"/>
                  </a:lnTo>
                  <a:lnTo>
                    <a:pt x="61912" y="144129"/>
                  </a:lnTo>
                  <a:lnTo>
                    <a:pt x="14659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38859" y="5399291"/>
              <a:ext cx="251849" cy="334323"/>
            </a:xfrm>
            <a:custGeom>
              <a:avLst/>
              <a:pathLst>
                <a:path w="251849" h="334323">
                  <a:moveTo>
                    <a:pt x="0" y="311297"/>
                  </a:moveTo>
                  <a:lnTo>
                    <a:pt x="4645" y="313928"/>
                  </a:lnTo>
                  <a:lnTo>
                    <a:pt x="9372" y="316409"/>
                  </a:lnTo>
                  <a:lnTo>
                    <a:pt x="14176" y="318737"/>
                  </a:lnTo>
                  <a:lnTo>
                    <a:pt x="19052" y="320911"/>
                  </a:lnTo>
                  <a:lnTo>
                    <a:pt x="23995" y="322929"/>
                  </a:lnTo>
                  <a:lnTo>
                    <a:pt x="29000" y="324787"/>
                  </a:lnTo>
                  <a:lnTo>
                    <a:pt x="34061" y="326485"/>
                  </a:lnTo>
                  <a:lnTo>
                    <a:pt x="39174" y="328020"/>
                  </a:lnTo>
                  <a:lnTo>
                    <a:pt x="44334" y="329392"/>
                  </a:lnTo>
                  <a:lnTo>
                    <a:pt x="49535" y="330597"/>
                  </a:lnTo>
                  <a:lnTo>
                    <a:pt x="54771" y="331636"/>
                  </a:lnTo>
                  <a:lnTo>
                    <a:pt x="60039" y="332508"/>
                  </a:lnTo>
                  <a:lnTo>
                    <a:pt x="65331" y="333210"/>
                  </a:lnTo>
                  <a:lnTo>
                    <a:pt x="70643" y="333744"/>
                  </a:lnTo>
                  <a:lnTo>
                    <a:pt x="75969" y="334107"/>
                  </a:lnTo>
                  <a:lnTo>
                    <a:pt x="81304" y="334300"/>
                  </a:lnTo>
                  <a:lnTo>
                    <a:pt x="86643" y="334323"/>
                  </a:lnTo>
                  <a:lnTo>
                    <a:pt x="91980" y="334175"/>
                  </a:lnTo>
                  <a:lnTo>
                    <a:pt x="97309" y="333857"/>
                  </a:lnTo>
                  <a:lnTo>
                    <a:pt x="102625" y="333369"/>
                  </a:lnTo>
                  <a:lnTo>
                    <a:pt x="107923" y="332711"/>
                  </a:lnTo>
                  <a:lnTo>
                    <a:pt x="113197" y="331885"/>
                  </a:lnTo>
                  <a:lnTo>
                    <a:pt x="118443" y="330890"/>
                  </a:lnTo>
                  <a:lnTo>
                    <a:pt x="123653" y="329729"/>
                  </a:lnTo>
                  <a:lnTo>
                    <a:pt x="128824" y="328402"/>
                  </a:lnTo>
                  <a:lnTo>
                    <a:pt x="133951" y="326910"/>
                  </a:lnTo>
                  <a:lnTo>
                    <a:pt x="139026" y="325255"/>
                  </a:lnTo>
                  <a:lnTo>
                    <a:pt x="144047" y="323439"/>
                  </a:lnTo>
                  <a:lnTo>
                    <a:pt x="149007" y="321464"/>
                  </a:lnTo>
                  <a:lnTo>
                    <a:pt x="153901" y="319331"/>
                  </a:lnTo>
                  <a:lnTo>
                    <a:pt x="158724" y="317044"/>
                  </a:lnTo>
                  <a:lnTo>
                    <a:pt x="163473" y="314603"/>
                  </a:lnTo>
                  <a:lnTo>
                    <a:pt x="168140" y="312012"/>
                  </a:lnTo>
                  <a:lnTo>
                    <a:pt x="172723" y="309273"/>
                  </a:lnTo>
                  <a:lnTo>
                    <a:pt x="177216" y="306389"/>
                  </a:lnTo>
                  <a:lnTo>
                    <a:pt x="181614" y="303364"/>
                  </a:lnTo>
                  <a:lnTo>
                    <a:pt x="185914" y="300199"/>
                  </a:lnTo>
                  <a:lnTo>
                    <a:pt x="190110" y="296899"/>
                  </a:lnTo>
                  <a:lnTo>
                    <a:pt x="194199" y="293466"/>
                  </a:lnTo>
                  <a:lnTo>
                    <a:pt x="198176" y="289905"/>
                  </a:lnTo>
                  <a:lnTo>
                    <a:pt x="202038" y="286218"/>
                  </a:lnTo>
                  <a:lnTo>
                    <a:pt x="205779" y="282410"/>
                  </a:lnTo>
                  <a:lnTo>
                    <a:pt x="209397" y="278484"/>
                  </a:lnTo>
                  <a:lnTo>
                    <a:pt x="212888" y="274445"/>
                  </a:lnTo>
                  <a:lnTo>
                    <a:pt x="216249" y="270297"/>
                  </a:lnTo>
                  <a:lnTo>
                    <a:pt x="219475" y="266043"/>
                  </a:lnTo>
                  <a:lnTo>
                    <a:pt x="222563" y="261688"/>
                  </a:lnTo>
                  <a:lnTo>
                    <a:pt x="225511" y="257237"/>
                  </a:lnTo>
                  <a:lnTo>
                    <a:pt x="228316" y="252695"/>
                  </a:lnTo>
                  <a:lnTo>
                    <a:pt x="230973" y="248065"/>
                  </a:lnTo>
                  <a:lnTo>
                    <a:pt x="233482" y="243352"/>
                  </a:lnTo>
                  <a:lnTo>
                    <a:pt x="235839" y="238562"/>
                  </a:lnTo>
                  <a:lnTo>
                    <a:pt x="238042" y="233699"/>
                  </a:lnTo>
                  <a:lnTo>
                    <a:pt x="240088" y="228768"/>
                  </a:lnTo>
                  <a:lnTo>
                    <a:pt x="241976" y="223774"/>
                  </a:lnTo>
                  <a:lnTo>
                    <a:pt x="243703" y="218722"/>
                  </a:lnTo>
                  <a:lnTo>
                    <a:pt x="245268" y="213618"/>
                  </a:lnTo>
                  <a:lnTo>
                    <a:pt x="246670" y="208467"/>
                  </a:lnTo>
                  <a:lnTo>
                    <a:pt x="247906" y="203273"/>
                  </a:lnTo>
                  <a:lnTo>
                    <a:pt x="248976" y="198043"/>
                  </a:lnTo>
                  <a:lnTo>
                    <a:pt x="249878" y="192781"/>
                  </a:lnTo>
                  <a:lnTo>
                    <a:pt x="250611" y="187493"/>
                  </a:lnTo>
                  <a:lnTo>
                    <a:pt x="251176" y="182184"/>
                  </a:lnTo>
                  <a:lnTo>
                    <a:pt x="251570" y="176860"/>
                  </a:lnTo>
                  <a:lnTo>
                    <a:pt x="251795" y="171526"/>
                  </a:lnTo>
                  <a:lnTo>
                    <a:pt x="251849" y="166188"/>
                  </a:lnTo>
                  <a:lnTo>
                    <a:pt x="251732" y="160850"/>
                  </a:lnTo>
                  <a:lnTo>
                    <a:pt x="251445" y="155519"/>
                  </a:lnTo>
                  <a:lnTo>
                    <a:pt x="250988" y="150200"/>
                  </a:lnTo>
                  <a:lnTo>
                    <a:pt x="250362" y="144898"/>
                  </a:lnTo>
                  <a:lnTo>
                    <a:pt x="249566" y="139619"/>
                  </a:lnTo>
                  <a:lnTo>
                    <a:pt x="248603" y="134368"/>
                  </a:lnTo>
                  <a:lnTo>
                    <a:pt x="247472" y="129151"/>
                  </a:lnTo>
                  <a:lnTo>
                    <a:pt x="246175" y="123972"/>
                  </a:lnTo>
                  <a:lnTo>
                    <a:pt x="244713" y="118837"/>
                  </a:lnTo>
                  <a:lnTo>
                    <a:pt x="243088" y="113752"/>
                  </a:lnTo>
                  <a:lnTo>
                    <a:pt x="241302" y="108721"/>
                  </a:lnTo>
                  <a:lnTo>
                    <a:pt x="239356" y="103750"/>
                  </a:lnTo>
                  <a:lnTo>
                    <a:pt x="237252" y="98843"/>
                  </a:lnTo>
                  <a:lnTo>
                    <a:pt x="234992" y="94006"/>
                  </a:lnTo>
                  <a:lnTo>
                    <a:pt x="232579" y="89244"/>
                  </a:lnTo>
                  <a:lnTo>
                    <a:pt x="230016" y="84561"/>
                  </a:lnTo>
                  <a:lnTo>
                    <a:pt x="227304" y="79962"/>
                  </a:lnTo>
                  <a:lnTo>
                    <a:pt x="224446" y="75453"/>
                  </a:lnTo>
                  <a:lnTo>
                    <a:pt x="221446" y="71037"/>
                  </a:lnTo>
                  <a:lnTo>
                    <a:pt x="218307" y="66718"/>
                  </a:lnTo>
                  <a:lnTo>
                    <a:pt x="215031" y="62503"/>
                  </a:lnTo>
                  <a:lnTo>
                    <a:pt x="211623" y="58394"/>
                  </a:lnTo>
                  <a:lnTo>
                    <a:pt x="208085" y="54396"/>
                  </a:lnTo>
                  <a:lnTo>
                    <a:pt x="204421" y="50513"/>
                  </a:lnTo>
                  <a:lnTo>
                    <a:pt x="200635" y="46749"/>
                  </a:lnTo>
                  <a:lnTo>
                    <a:pt x="196730" y="43108"/>
                  </a:lnTo>
                  <a:lnTo>
                    <a:pt x="192712" y="39593"/>
                  </a:lnTo>
                  <a:lnTo>
                    <a:pt x="188583" y="36209"/>
                  </a:lnTo>
                  <a:lnTo>
                    <a:pt x="184348" y="32958"/>
                  </a:lnTo>
                  <a:lnTo>
                    <a:pt x="180012" y="29844"/>
                  </a:lnTo>
                  <a:lnTo>
                    <a:pt x="175578" y="26870"/>
                  </a:lnTo>
                  <a:lnTo>
                    <a:pt x="171052" y="24039"/>
                  </a:lnTo>
                  <a:lnTo>
                    <a:pt x="166438" y="21354"/>
                  </a:lnTo>
                  <a:lnTo>
                    <a:pt x="161740" y="18818"/>
                  </a:lnTo>
                  <a:lnTo>
                    <a:pt x="156963" y="16433"/>
                  </a:lnTo>
                  <a:lnTo>
                    <a:pt x="152113" y="14202"/>
                  </a:lnTo>
                  <a:lnTo>
                    <a:pt x="147194" y="12127"/>
                  </a:lnTo>
                  <a:lnTo>
                    <a:pt x="142212" y="10210"/>
                  </a:lnTo>
                  <a:lnTo>
                    <a:pt x="137170" y="8453"/>
                  </a:lnTo>
                  <a:lnTo>
                    <a:pt x="132076" y="6858"/>
                  </a:lnTo>
                  <a:lnTo>
                    <a:pt x="126932" y="5426"/>
                  </a:lnTo>
                  <a:lnTo>
                    <a:pt x="121746" y="4160"/>
                  </a:lnTo>
                  <a:lnTo>
                    <a:pt x="116522" y="3059"/>
                  </a:lnTo>
                  <a:lnTo>
                    <a:pt x="111266" y="2126"/>
                  </a:lnTo>
                  <a:lnTo>
                    <a:pt x="105982" y="1362"/>
                  </a:lnTo>
                  <a:lnTo>
                    <a:pt x="100677" y="766"/>
                  </a:lnTo>
                  <a:lnTo>
                    <a:pt x="95355" y="340"/>
                  </a:lnTo>
                  <a:lnTo>
                    <a:pt x="90022" y="85"/>
                  </a:lnTo>
                  <a:lnTo>
                    <a:pt x="84684" y="0"/>
                  </a:lnTo>
                  <a:lnTo>
                    <a:pt x="8468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88635" y="5269756"/>
              <a:ext cx="156622" cy="167167"/>
            </a:xfrm>
            <a:custGeom>
              <a:avLst/>
              <a:pathLst>
                <a:path w="156622" h="167167">
                  <a:moveTo>
                    <a:pt x="156622" y="0"/>
                  </a:moveTo>
                  <a:lnTo>
                    <a:pt x="151140" y="89"/>
                  </a:lnTo>
                  <a:lnTo>
                    <a:pt x="145663" y="359"/>
                  </a:lnTo>
                  <a:lnTo>
                    <a:pt x="140198" y="808"/>
                  </a:lnTo>
                  <a:lnTo>
                    <a:pt x="134751" y="1436"/>
                  </a:lnTo>
                  <a:lnTo>
                    <a:pt x="129327" y="2243"/>
                  </a:lnTo>
                  <a:lnTo>
                    <a:pt x="123933" y="3227"/>
                  </a:lnTo>
                  <a:lnTo>
                    <a:pt x="118573" y="4387"/>
                  </a:lnTo>
                  <a:lnTo>
                    <a:pt x="113255" y="5723"/>
                  </a:lnTo>
                  <a:lnTo>
                    <a:pt x="107984" y="7232"/>
                  </a:lnTo>
                  <a:lnTo>
                    <a:pt x="102764" y="8913"/>
                  </a:lnTo>
                  <a:lnTo>
                    <a:pt x="97603" y="10765"/>
                  </a:lnTo>
                  <a:lnTo>
                    <a:pt x="92505" y="12784"/>
                  </a:lnTo>
                  <a:lnTo>
                    <a:pt x="87476" y="14970"/>
                  </a:lnTo>
                  <a:lnTo>
                    <a:pt x="82522" y="17320"/>
                  </a:lnTo>
                  <a:lnTo>
                    <a:pt x="77647" y="19831"/>
                  </a:lnTo>
                  <a:lnTo>
                    <a:pt x="72857" y="22500"/>
                  </a:lnTo>
                  <a:lnTo>
                    <a:pt x="68158" y="25326"/>
                  </a:lnTo>
                  <a:lnTo>
                    <a:pt x="63553" y="28303"/>
                  </a:lnTo>
                  <a:lnTo>
                    <a:pt x="59049" y="31430"/>
                  </a:lnTo>
                  <a:lnTo>
                    <a:pt x="54650" y="34704"/>
                  </a:lnTo>
                  <a:lnTo>
                    <a:pt x="50360" y="38119"/>
                  </a:lnTo>
                  <a:lnTo>
                    <a:pt x="46185" y="41674"/>
                  </a:lnTo>
                  <a:lnTo>
                    <a:pt x="42129" y="45363"/>
                  </a:lnTo>
                  <a:lnTo>
                    <a:pt x="38195" y="49184"/>
                  </a:lnTo>
                  <a:lnTo>
                    <a:pt x="34390" y="53131"/>
                  </a:lnTo>
                  <a:lnTo>
                    <a:pt x="30715" y="57202"/>
                  </a:lnTo>
                  <a:lnTo>
                    <a:pt x="27176" y="61390"/>
                  </a:lnTo>
                  <a:lnTo>
                    <a:pt x="23777" y="65693"/>
                  </a:lnTo>
                  <a:lnTo>
                    <a:pt x="20520" y="70104"/>
                  </a:lnTo>
                  <a:lnTo>
                    <a:pt x="17410" y="74620"/>
                  </a:lnTo>
                  <a:lnTo>
                    <a:pt x="14450" y="79236"/>
                  </a:lnTo>
                  <a:lnTo>
                    <a:pt x="11642" y="83946"/>
                  </a:lnTo>
                  <a:lnTo>
                    <a:pt x="8991" y="88746"/>
                  </a:lnTo>
                  <a:lnTo>
                    <a:pt x="6498" y="93630"/>
                  </a:lnTo>
                  <a:lnTo>
                    <a:pt x="4167" y="98593"/>
                  </a:lnTo>
                  <a:lnTo>
                    <a:pt x="2000" y="103630"/>
                  </a:lnTo>
                  <a:lnTo>
                    <a:pt x="0" y="108735"/>
                  </a:lnTo>
                  <a:lnTo>
                    <a:pt x="1566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88635" y="5378492"/>
              <a:ext cx="156622" cy="58431"/>
            </a:xfrm>
            <a:custGeom>
              <a:avLst/>
              <a:pathLst>
                <a:path w="156622" h="58431">
                  <a:moveTo>
                    <a:pt x="0" y="0"/>
                  </a:moveTo>
                  <a:lnTo>
                    <a:pt x="156622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8635" y="5378492"/>
              <a:ext cx="156622" cy="58431"/>
            </a:xfrm>
            <a:custGeom>
              <a:avLst/>
              <a:pathLst>
                <a:path w="156622" h="58431">
                  <a:moveTo>
                    <a:pt x="0" y="0"/>
                  </a:moveTo>
                  <a:lnTo>
                    <a:pt x="156622" y="584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88635" y="5378492"/>
              <a:ext cx="156622" cy="58431"/>
            </a:xfrm>
            <a:custGeom>
              <a:avLst/>
              <a:pathLst>
                <a:path w="156622" h="58431">
                  <a:moveTo>
                    <a:pt x="0" y="0"/>
                  </a:moveTo>
                  <a:lnTo>
                    <a:pt x="156622" y="584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88635" y="5378492"/>
              <a:ext cx="156622" cy="58431"/>
            </a:xfrm>
            <a:custGeom>
              <a:avLst/>
              <a:pathLst>
                <a:path w="156622" h="58431">
                  <a:moveTo>
                    <a:pt x="0" y="0"/>
                  </a:moveTo>
                  <a:lnTo>
                    <a:pt x="156622" y="584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78096" y="5378492"/>
              <a:ext cx="167161" cy="68716"/>
            </a:xfrm>
            <a:custGeom>
              <a:avLst/>
              <a:pathLst>
                <a:path w="167161" h="68716">
                  <a:moveTo>
                    <a:pt x="10538" y="0"/>
                  </a:moveTo>
                  <a:lnTo>
                    <a:pt x="8596" y="5498"/>
                  </a:lnTo>
                  <a:lnTo>
                    <a:pt x="6846" y="11061"/>
                  </a:lnTo>
                  <a:lnTo>
                    <a:pt x="5291" y="16682"/>
                  </a:lnTo>
                  <a:lnTo>
                    <a:pt x="3933" y="22353"/>
                  </a:lnTo>
                  <a:lnTo>
                    <a:pt x="2774" y="28068"/>
                  </a:lnTo>
                  <a:lnTo>
                    <a:pt x="1815" y="33821"/>
                  </a:lnTo>
                  <a:lnTo>
                    <a:pt x="1058" y="39603"/>
                  </a:lnTo>
                  <a:lnTo>
                    <a:pt x="502" y="45408"/>
                  </a:lnTo>
                  <a:lnTo>
                    <a:pt x="149" y="51229"/>
                  </a:lnTo>
                  <a:lnTo>
                    <a:pt x="0" y="57059"/>
                  </a:lnTo>
                  <a:lnTo>
                    <a:pt x="53" y="62890"/>
                  </a:lnTo>
                  <a:lnTo>
                    <a:pt x="311" y="68716"/>
                  </a:lnTo>
                  <a:lnTo>
                    <a:pt x="167161" y="584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78407" y="5269756"/>
              <a:ext cx="334007" cy="334327"/>
            </a:xfrm>
            <a:custGeom>
              <a:avLst/>
              <a:pathLst>
                <a:path w="334007" h="334327">
                  <a:moveTo>
                    <a:pt x="0" y="177452"/>
                  </a:moveTo>
                  <a:lnTo>
                    <a:pt x="408" y="182725"/>
                  </a:lnTo>
                  <a:lnTo>
                    <a:pt x="984" y="187982"/>
                  </a:lnTo>
                  <a:lnTo>
                    <a:pt x="1725" y="193219"/>
                  </a:lnTo>
                  <a:lnTo>
                    <a:pt x="2632" y="198429"/>
                  </a:lnTo>
                  <a:lnTo>
                    <a:pt x="3703" y="203608"/>
                  </a:lnTo>
                  <a:lnTo>
                    <a:pt x="4937" y="208751"/>
                  </a:lnTo>
                  <a:lnTo>
                    <a:pt x="6334" y="213852"/>
                  </a:lnTo>
                  <a:lnTo>
                    <a:pt x="7891" y="218906"/>
                  </a:lnTo>
                  <a:lnTo>
                    <a:pt x="9607" y="223908"/>
                  </a:lnTo>
                  <a:lnTo>
                    <a:pt x="11481" y="228854"/>
                  </a:lnTo>
                  <a:lnTo>
                    <a:pt x="13510" y="233738"/>
                  </a:lnTo>
                  <a:lnTo>
                    <a:pt x="15693" y="238555"/>
                  </a:lnTo>
                  <a:lnTo>
                    <a:pt x="18026" y="243301"/>
                  </a:lnTo>
                  <a:lnTo>
                    <a:pt x="20509" y="247971"/>
                  </a:lnTo>
                  <a:lnTo>
                    <a:pt x="23139" y="252560"/>
                  </a:lnTo>
                  <a:lnTo>
                    <a:pt x="25912" y="257063"/>
                  </a:lnTo>
                  <a:lnTo>
                    <a:pt x="28826" y="261476"/>
                  </a:lnTo>
                  <a:lnTo>
                    <a:pt x="31878" y="265795"/>
                  </a:lnTo>
                  <a:lnTo>
                    <a:pt x="35066" y="270015"/>
                  </a:lnTo>
                  <a:lnTo>
                    <a:pt x="38385" y="274133"/>
                  </a:lnTo>
                  <a:lnTo>
                    <a:pt x="41833" y="278143"/>
                  </a:lnTo>
                  <a:lnTo>
                    <a:pt x="45406" y="282042"/>
                  </a:lnTo>
                  <a:lnTo>
                    <a:pt x="49101" y="285826"/>
                  </a:lnTo>
                  <a:lnTo>
                    <a:pt x="52913" y="289491"/>
                  </a:lnTo>
                  <a:lnTo>
                    <a:pt x="56840" y="293034"/>
                  </a:lnTo>
                  <a:lnTo>
                    <a:pt x="60876" y="296451"/>
                  </a:lnTo>
                  <a:lnTo>
                    <a:pt x="65019" y="299739"/>
                  </a:lnTo>
                  <a:lnTo>
                    <a:pt x="69264" y="302894"/>
                  </a:lnTo>
                  <a:lnTo>
                    <a:pt x="73606" y="305913"/>
                  </a:lnTo>
                  <a:lnTo>
                    <a:pt x="78041" y="308793"/>
                  </a:lnTo>
                  <a:lnTo>
                    <a:pt x="82566" y="311531"/>
                  </a:lnTo>
                  <a:lnTo>
                    <a:pt x="87175" y="314125"/>
                  </a:lnTo>
                  <a:lnTo>
                    <a:pt x="91863" y="316572"/>
                  </a:lnTo>
                  <a:lnTo>
                    <a:pt x="96627" y="318869"/>
                  </a:lnTo>
                  <a:lnTo>
                    <a:pt x="101461" y="321015"/>
                  </a:lnTo>
                  <a:lnTo>
                    <a:pt x="106360" y="323006"/>
                  </a:lnTo>
                  <a:lnTo>
                    <a:pt x="111320" y="324842"/>
                  </a:lnTo>
                  <a:lnTo>
                    <a:pt x="116336" y="326520"/>
                  </a:lnTo>
                  <a:lnTo>
                    <a:pt x="121402" y="328038"/>
                  </a:lnTo>
                  <a:lnTo>
                    <a:pt x="126513" y="329395"/>
                  </a:lnTo>
                  <a:lnTo>
                    <a:pt x="131665" y="330590"/>
                  </a:lnTo>
                  <a:lnTo>
                    <a:pt x="136853" y="331621"/>
                  </a:lnTo>
                  <a:lnTo>
                    <a:pt x="142070" y="332487"/>
                  </a:lnTo>
                  <a:lnTo>
                    <a:pt x="147312" y="333189"/>
                  </a:lnTo>
                  <a:lnTo>
                    <a:pt x="152573" y="333724"/>
                  </a:lnTo>
                  <a:lnTo>
                    <a:pt x="157849" y="334092"/>
                  </a:lnTo>
                  <a:lnTo>
                    <a:pt x="163134" y="334293"/>
                  </a:lnTo>
                  <a:lnTo>
                    <a:pt x="168422" y="334327"/>
                  </a:lnTo>
                  <a:lnTo>
                    <a:pt x="173709" y="334194"/>
                  </a:lnTo>
                  <a:lnTo>
                    <a:pt x="178990" y="333893"/>
                  </a:lnTo>
                  <a:lnTo>
                    <a:pt x="184258" y="333426"/>
                  </a:lnTo>
                  <a:lnTo>
                    <a:pt x="189508" y="332792"/>
                  </a:lnTo>
                  <a:lnTo>
                    <a:pt x="194736" y="331992"/>
                  </a:lnTo>
                  <a:lnTo>
                    <a:pt x="199936" y="331028"/>
                  </a:lnTo>
                  <a:lnTo>
                    <a:pt x="205103" y="329899"/>
                  </a:lnTo>
                  <a:lnTo>
                    <a:pt x="210231" y="328607"/>
                  </a:lnTo>
                  <a:lnTo>
                    <a:pt x="215316" y="327154"/>
                  </a:lnTo>
                  <a:lnTo>
                    <a:pt x="220353" y="325541"/>
                  </a:lnTo>
                  <a:lnTo>
                    <a:pt x="225336" y="323769"/>
                  </a:lnTo>
                  <a:lnTo>
                    <a:pt x="230261" y="321841"/>
                  </a:lnTo>
                  <a:lnTo>
                    <a:pt x="235122" y="319758"/>
                  </a:lnTo>
                  <a:lnTo>
                    <a:pt x="239914" y="317522"/>
                  </a:lnTo>
                  <a:lnTo>
                    <a:pt x="244634" y="315135"/>
                  </a:lnTo>
                  <a:lnTo>
                    <a:pt x="249276" y="312601"/>
                  </a:lnTo>
                  <a:lnTo>
                    <a:pt x="253835" y="309921"/>
                  </a:lnTo>
                  <a:lnTo>
                    <a:pt x="258307" y="307098"/>
                  </a:lnTo>
                  <a:lnTo>
                    <a:pt x="262688" y="304134"/>
                  </a:lnTo>
                  <a:lnTo>
                    <a:pt x="266973" y="301034"/>
                  </a:lnTo>
                  <a:lnTo>
                    <a:pt x="271157" y="297800"/>
                  </a:lnTo>
                  <a:lnTo>
                    <a:pt x="275237" y="294435"/>
                  </a:lnTo>
                  <a:lnTo>
                    <a:pt x="279209" y="290943"/>
                  </a:lnTo>
                  <a:lnTo>
                    <a:pt x="283068" y="287327"/>
                  </a:lnTo>
                  <a:lnTo>
                    <a:pt x="286811" y="283590"/>
                  </a:lnTo>
                  <a:lnTo>
                    <a:pt x="290434" y="279737"/>
                  </a:lnTo>
                  <a:lnTo>
                    <a:pt x="293933" y="275772"/>
                  </a:lnTo>
                  <a:lnTo>
                    <a:pt x="297305" y="271697"/>
                  </a:lnTo>
                  <a:lnTo>
                    <a:pt x="300546" y="267518"/>
                  </a:lnTo>
                  <a:lnTo>
                    <a:pt x="303654" y="263239"/>
                  </a:lnTo>
                  <a:lnTo>
                    <a:pt x="306624" y="258863"/>
                  </a:lnTo>
                  <a:lnTo>
                    <a:pt x="309455" y="254396"/>
                  </a:lnTo>
                  <a:lnTo>
                    <a:pt x="312143" y="249841"/>
                  </a:lnTo>
                  <a:lnTo>
                    <a:pt x="314685" y="245204"/>
                  </a:lnTo>
                  <a:lnTo>
                    <a:pt x="317080" y="240488"/>
                  </a:lnTo>
                  <a:lnTo>
                    <a:pt x="319324" y="235699"/>
                  </a:lnTo>
                  <a:lnTo>
                    <a:pt x="321416" y="230842"/>
                  </a:lnTo>
                  <a:lnTo>
                    <a:pt x="323352" y="225921"/>
                  </a:lnTo>
                  <a:lnTo>
                    <a:pt x="325133" y="220941"/>
                  </a:lnTo>
                  <a:lnTo>
                    <a:pt x="326755" y="215907"/>
                  </a:lnTo>
                  <a:lnTo>
                    <a:pt x="328216" y="210824"/>
                  </a:lnTo>
                  <a:lnTo>
                    <a:pt x="329517" y="205698"/>
                  </a:lnTo>
                  <a:lnTo>
                    <a:pt x="330654" y="200533"/>
                  </a:lnTo>
                  <a:lnTo>
                    <a:pt x="331627" y="195335"/>
                  </a:lnTo>
                  <a:lnTo>
                    <a:pt x="332436" y="190108"/>
                  </a:lnTo>
                  <a:lnTo>
                    <a:pt x="333079" y="184859"/>
                  </a:lnTo>
                  <a:lnTo>
                    <a:pt x="333555" y="179592"/>
                  </a:lnTo>
                  <a:lnTo>
                    <a:pt x="333865" y="174312"/>
                  </a:lnTo>
                  <a:lnTo>
                    <a:pt x="334007" y="169025"/>
                  </a:lnTo>
                  <a:lnTo>
                    <a:pt x="333982" y="163737"/>
                  </a:lnTo>
                  <a:lnTo>
                    <a:pt x="333790" y="158451"/>
                  </a:lnTo>
                  <a:lnTo>
                    <a:pt x="333431" y="153175"/>
                  </a:lnTo>
                  <a:lnTo>
                    <a:pt x="332905" y="147913"/>
                  </a:lnTo>
                  <a:lnTo>
                    <a:pt x="332213" y="142669"/>
                  </a:lnTo>
                  <a:lnTo>
                    <a:pt x="331355" y="137451"/>
                  </a:lnTo>
                  <a:lnTo>
                    <a:pt x="330333" y="132262"/>
                  </a:lnTo>
                  <a:lnTo>
                    <a:pt x="329147" y="127108"/>
                  </a:lnTo>
                  <a:lnTo>
                    <a:pt x="327799" y="121994"/>
                  </a:lnTo>
                  <a:lnTo>
                    <a:pt x="326289" y="116925"/>
                  </a:lnTo>
                  <a:lnTo>
                    <a:pt x="324620" y="111907"/>
                  </a:lnTo>
                  <a:lnTo>
                    <a:pt x="322793" y="106944"/>
                  </a:lnTo>
                  <a:lnTo>
                    <a:pt x="320810" y="102041"/>
                  </a:lnTo>
                  <a:lnTo>
                    <a:pt x="318673" y="97203"/>
                  </a:lnTo>
                  <a:lnTo>
                    <a:pt x="316384" y="92436"/>
                  </a:lnTo>
                  <a:lnTo>
                    <a:pt x="313945" y="87743"/>
                  </a:lnTo>
                  <a:lnTo>
                    <a:pt x="311359" y="83130"/>
                  </a:lnTo>
                  <a:lnTo>
                    <a:pt x="308628" y="78601"/>
                  </a:lnTo>
                  <a:lnTo>
                    <a:pt x="305755" y="74160"/>
                  </a:lnTo>
                  <a:lnTo>
                    <a:pt x="302744" y="69813"/>
                  </a:lnTo>
                  <a:lnTo>
                    <a:pt x="299596" y="65563"/>
                  </a:lnTo>
                  <a:lnTo>
                    <a:pt x="296316" y="61414"/>
                  </a:lnTo>
                  <a:lnTo>
                    <a:pt x="292906" y="57372"/>
                  </a:lnTo>
                  <a:lnTo>
                    <a:pt x="289370" y="53439"/>
                  </a:lnTo>
                  <a:lnTo>
                    <a:pt x="285711" y="49621"/>
                  </a:lnTo>
                  <a:lnTo>
                    <a:pt x="281933" y="45919"/>
                  </a:lnTo>
                  <a:lnTo>
                    <a:pt x="278040" y="42340"/>
                  </a:lnTo>
                  <a:lnTo>
                    <a:pt x="274036" y="38885"/>
                  </a:lnTo>
                  <a:lnTo>
                    <a:pt x="269924" y="35559"/>
                  </a:lnTo>
                  <a:lnTo>
                    <a:pt x="265709" y="32364"/>
                  </a:lnTo>
                  <a:lnTo>
                    <a:pt x="261395" y="29304"/>
                  </a:lnTo>
                  <a:lnTo>
                    <a:pt x="256987" y="26382"/>
                  </a:lnTo>
                  <a:lnTo>
                    <a:pt x="252489" y="23602"/>
                  </a:lnTo>
                  <a:lnTo>
                    <a:pt x="247904" y="20964"/>
                  </a:lnTo>
                  <a:lnTo>
                    <a:pt x="243239" y="18474"/>
                  </a:lnTo>
                  <a:lnTo>
                    <a:pt x="238497" y="16132"/>
                  </a:lnTo>
                  <a:lnTo>
                    <a:pt x="233684" y="13941"/>
                  </a:lnTo>
                  <a:lnTo>
                    <a:pt x="228803" y="11903"/>
                  </a:lnTo>
                  <a:lnTo>
                    <a:pt x="223861" y="10021"/>
                  </a:lnTo>
                  <a:lnTo>
                    <a:pt x="218861" y="8296"/>
                  </a:lnTo>
                  <a:lnTo>
                    <a:pt x="213810" y="6731"/>
                  </a:lnTo>
                  <a:lnTo>
                    <a:pt x="208711" y="5326"/>
                  </a:lnTo>
                  <a:lnTo>
                    <a:pt x="203571" y="4082"/>
                  </a:lnTo>
                  <a:lnTo>
                    <a:pt x="198393" y="3002"/>
                  </a:lnTo>
                  <a:lnTo>
                    <a:pt x="193185" y="2087"/>
                  </a:lnTo>
                  <a:lnTo>
                    <a:pt x="187949" y="1336"/>
                  </a:lnTo>
                  <a:lnTo>
                    <a:pt x="182693" y="752"/>
                  </a:lnTo>
                  <a:lnTo>
                    <a:pt x="177421" y="334"/>
                  </a:lnTo>
                  <a:lnTo>
                    <a:pt x="172138" y="83"/>
                  </a:lnTo>
                  <a:lnTo>
                    <a:pt x="166850" y="0"/>
                  </a:lnTo>
                  <a:lnTo>
                    <a:pt x="1668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84734" y="5018213"/>
              <a:ext cx="136304" cy="167167"/>
            </a:xfrm>
            <a:custGeom>
              <a:avLst/>
              <a:pathLst>
                <a:path w="136304" h="167167">
                  <a:moveTo>
                    <a:pt x="136304" y="0"/>
                  </a:moveTo>
                  <a:lnTo>
                    <a:pt x="130810" y="90"/>
                  </a:lnTo>
                  <a:lnTo>
                    <a:pt x="125321" y="361"/>
                  </a:lnTo>
                  <a:lnTo>
                    <a:pt x="119844" y="812"/>
                  </a:lnTo>
                  <a:lnTo>
                    <a:pt x="114385" y="1443"/>
                  </a:lnTo>
                  <a:lnTo>
                    <a:pt x="108950" y="2253"/>
                  </a:lnTo>
                  <a:lnTo>
                    <a:pt x="103544" y="3241"/>
                  </a:lnTo>
                  <a:lnTo>
                    <a:pt x="98173" y="4406"/>
                  </a:lnTo>
                  <a:lnTo>
                    <a:pt x="92844" y="5748"/>
                  </a:lnTo>
                  <a:lnTo>
                    <a:pt x="87562" y="7263"/>
                  </a:lnTo>
                  <a:lnTo>
                    <a:pt x="82332" y="8952"/>
                  </a:lnTo>
                  <a:lnTo>
                    <a:pt x="77161" y="10812"/>
                  </a:lnTo>
                  <a:lnTo>
                    <a:pt x="72054" y="12840"/>
                  </a:lnTo>
                  <a:lnTo>
                    <a:pt x="67016" y="15035"/>
                  </a:lnTo>
                  <a:lnTo>
                    <a:pt x="62053" y="17395"/>
                  </a:lnTo>
                  <a:lnTo>
                    <a:pt x="57170" y="19917"/>
                  </a:lnTo>
                  <a:lnTo>
                    <a:pt x="52373" y="22597"/>
                  </a:lnTo>
                  <a:lnTo>
                    <a:pt x="47666" y="25434"/>
                  </a:lnTo>
                  <a:lnTo>
                    <a:pt x="43055" y="28424"/>
                  </a:lnTo>
                  <a:lnTo>
                    <a:pt x="38545" y="31564"/>
                  </a:lnTo>
                  <a:lnTo>
                    <a:pt x="34141" y="34851"/>
                  </a:lnTo>
                  <a:lnTo>
                    <a:pt x="29847" y="38280"/>
                  </a:lnTo>
                  <a:lnTo>
                    <a:pt x="25668" y="41849"/>
                  </a:lnTo>
                  <a:lnTo>
                    <a:pt x="21609" y="45553"/>
                  </a:lnTo>
                  <a:lnTo>
                    <a:pt x="17673" y="49389"/>
                  </a:lnTo>
                  <a:lnTo>
                    <a:pt x="13866" y="53352"/>
                  </a:lnTo>
                  <a:lnTo>
                    <a:pt x="10191" y="57438"/>
                  </a:lnTo>
                  <a:lnTo>
                    <a:pt x="6653" y="61643"/>
                  </a:lnTo>
                  <a:lnTo>
                    <a:pt x="3254" y="65961"/>
                  </a:lnTo>
                  <a:lnTo>
                    <a:pt x="0" y="70389"/>
                  </a:lnTo>
                  <a:lnTo>
                    <a:pt x="13630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84734" y="5088602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84734" y="5088602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84734" y="5088602"/>
              <a:ext cx="136304" cy="96777"/>
            </a:xfrm>
            <a:custGeom>
              <a:avLst/>
              <a:pathLst>
                <a:path w="136304" h="96777">
                  <a:moveTo>
                    <a:pt x="0" y="0"/>
                  </a:moveTo>
                  <a:lnTo>
                    <a:pt x="136304" y="9677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70154" y="5088602"/>
              <a:ext cx="150884" cy="96777"/>
            </a:xfrm>
            <a:custGeom>
              <a:avLst/>
              <a:pathLst>
                <a:path w="150884" h="96777">
                  <a:moveTo>
                    <a:pt x="14580" y="0"/>
                  </a:moveTo>
                  <a:lnTo>
                    <a:pt x="10537" y="5962"/>
                  </a:lnTo>
                  <a:lnTo>
                    <a:pt x="6755" y="12093"/>
                  </a:lnTo>
                  <a:lnTo>
                    <a:pt x="3240" y="18381"/>
                  </a:lnTo>
                  <a:lnTo>
                    <a:pt x="0" y="24814"/>
                  </a:lnTo>
                  <a:lnTo>
                    <a:pt x="150884" y="967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871" y="5018213"/>
              <a:ext cx="334323" cy="334327"/>
            </a:xfrm>
            <a:custGeom>
              <a:avLst/>
              <a:pathLst>
                <a:path w="334323" h="334327">
                  <a:moveTo>
                    <a:pt x="16282" y="95204"/>
                  </a:moveTo>
                  <a:lnTo>
                    <a:pt x="14081" y="100013"/>
                  </a:lnTo>
                  <a:lnTo>
                    <a:pt x="12033" y="104890"/>
                  </a:lnTo>
                  <a:lnTo>
                    <a:pt x="10140" y="109829"/>
                  </a:lnTo>
                  <a:lnTo>
                    <a:pt x="8405" y="114825"/>
                  </a:lnTo>
                  <a:lnTo>
                    <a:pt x="6829" y="119874"/>
                  </a:lnTo>
                  <a:lnTo>
                    <a:pt x="5413" y="124970"/>
                  </a:lnTo>
                  <a:lnTo>
                    <a:pt x="4159" y="130108"/>
                  </a:lnTo>
                  <a:lnTo>
                    <a:pt x="3068" y="135283"/>
                  </a:lnTo>
                  <a:lnTo>
                    <a:pt x="2141" y="140491"/>
                  </a:lnTo>
                  <a:lnTo>
                    <a:pt x="1380" y="145725"/>
                  </a:lnTo>
                  <a:lnTo>
                    <a:pt x="785" y="150980"/>
                  </a:lnTo>
                  <a:lnTo>
                    <a:pt x="356" y="156252"/>
                  </a:lnTo>
                  <a:lnTo>
                    <a:pt x="94" y="161534"/>
                  </a:lnTo>
                  <a:lnTo>
                    <a:pt x="0" y="166822"/>
                  </a:lnTo>
                  <a:lnTo>
                    <a:pt x="72" y="172111"/>
                  </a:lnTo>
                  <a:lnTo>
                    <a:pt x="312" y="177395"/>
                  </a:lnTo>
                  <a:lnTo>
                    <a:pt x="719" y="182668"/>
                  </a:lnTo>
                  <a:lnTo>
                    <a:pt x="1293" y="187926"/>
                  </a:lnTo>
                  <a:lnTo>
                    <a:pt x="2033" y="193163"/>
                  </a:lnTo>
                  <a:lnTo>
                    <a:pt x="2938" y="198374"/>
                  </a:lnTo>
                  <a:lnTo>
                    <a:pt x="4007" y="203554"/>
                  </a:lnTo>
                  <a:lnTo>
                    <a:pt x="5240" y="208697"/>
                  </a:lnTo>
                  <a:lnTo>
                    <a:pt x="6635" y="213799"/>
                  </a:lnTo>
                  <a:lnTo>
                    <a:pt x="8190" y="218854"/>
                  </a:lnTo>
                  <a:lnTo>
                    <a:pt x="9905" y="223857"/>
                  </a:lnTo>
                  <a:lnTo>
                    <a:pt x="11777" y="228804"/>
                  </a:lnTo>
                  <a:lnTo>
                    <a:pt x="13805" y="233689"/>
                  </a:lnTo>
                  <a:lnTo>
                    <a:pt x="15986" y="238507"/>
                  </a:lnTo>
                  <a:lnTo>
                    <a:pt x="18319" y="243254"/>
                  </a:lnTo>
                  <a:lnTo>
                    <a:pt x="20800" y="247925"/>
                  </a:lnTo>
                  <a:lnTo>
                    <a:pt x="23428" y="252515"/>
                  </a:lnTo>
                  <a:lnTo>
                    <a:pt x="26200" y="257019"/>
                  </a:lnTo>
                  <a:lnTo>
                    <a:pt x="29113" y="261434"/>
                  </a:lnTo>
                  <a:lnTo>
                    <a:pt x="32165" y="265754"/>
                  </a:lnTo>
                  <a:lnTo>
                    <a:pt x="35351" y="269976"/>
                  </a:lnTo>
                  <a:lnTo>
                    <a:pt x="38669" y="274094"/>
                  </a:lnTo>
                  <a:lnTo>
                    <a:pt x="42116" y="278106"/>
                  </a:lnTo>
                  <a:lnTo>
                    <a:pt x="45689" y="282006"/>
                  </a:lnTo>
                  <a:lnTo>
                    <a:pt x="49382" y="285792"/>
                  </a:lnTo>
                  <a:lnTo>
                    <a:pt x="53194" y="289459"/>
                  </a:lnTo>
                  <a:lnTo>
                    <a:pt x="57120" y="293003"/>
                  </a:lnTo>
                  <a:lnTo>
                    <a:pt x="61156" y="296421"/>
                  </a:lnTo>
                  <a:lnTo>
                    <a:pt x="65298" y="299710"/>
                  </a:lnTo>
                  <a:lnTo>
                    <a:pt x="69542" y="302867"/>
                  </a:lnTo>
                  <a:lnTo>
                    <a:pt x="73884" y="305887"/>
                  </a:lnTo>
                  <a:lnTo>
                    <a:pt x="78319" y="308769"/>
                  </a:lnTo>
                  <a:lnTo>
                    <a:pt x="82843" y="311508"/>
                  </a:lnTo>
                  <a:lnTo>
                    <a:pt x="87451" y="314104"/>
                  </a:lnTo>
                  <a:lnTo>
                    <a:pt x="92140" y="316552"/>
                  </a:lnTo>
                  <a:lnTo>
                    <a:pt x="96903" y="318851"/>
                  </a:lnTo>
                  <a:lnTo>
                    <a:pt x="101737" y="320998"/>
                  </a:lnTo>
                  <a:lnTo>
                    <a:pt x="106636" y="322991"/>
                  </a:lnTo>
                  <a:lnTo>
                    <a:pt x="111596" y="324828"/>
                  </a:lnTo>
                  <a:lnTo>
                    <a:pt x="116611" y="326507"/>
                  </a:lnTo>
                  <a:lnTo>
                    <a:pt x="121677" y="328026"/>
                  </a:lnTo>
                  <a:lnTo>
                    <a:pt x="126789" y="329385"/>
                  </a:lnTo>
                  <a:lnTo>
                    <a:pt x="131941" y="330581"/>
                  </a:lnTo>
                  <a:lnTo>
                    <a:pt x="137128" y="331613"/>
                  </a:lnTo>
                  <a:lnTo>
                    <a:pt x="142346" y="332481"/>
                  </a:lnTo>
                  <a:lnTo>
                    <a:pt x="147588" y="333184"/>
                  </a:lnTo>
                  <a:lnTo>
                    <a:pt x="152850" y="333720"/>
                  </a:lnTo>
                  <a:lnTo>
                    <a:pt x="158126" y="334090"/>
                  </a:lnTo>
                  <a:lnTo>
                    <a:pt x="163411" y="334292"/>
                  </a:lnTo>
                  <a:lnTo>
                    <a:pt x="168700" y="334327"/>
                  </a:lnTo>
                  <a:lnTo>
                    <a:pt x="173987" y="334195"/>
                  </a:lnTo>
                  <a:lnTo>
                    <a:pt x="179268" y="333896"/>
                  </a:lnTo>
                  <a:lnTo>
                    <a:pt x="184536" y="333430"/>
                  </a:lnTo>
                  <a:lnTo>
                    <a:pt x="189787" y="332797"/>
                  </a:lnTo>
                  <a:lnTo>
                    <a:pt x="195016" y="331998"/>
                  </a:lnTo>
                  <a:lnTo>
                    <a:pt x="200216" y="331035"/>
                  </a:lnTo>
                  <a:lnTo>
                    <a:pt x="205384" y="329907"/>
                  </a:lnTo>
                  <a:lnTo>
                    <a:pt x="210513" y="328617"/>
                  </a:lnTo>
                  <a:lnTo>
                    <a:pt x="215599" y="327165"/>
                  </a:lnTo>
                  <a:lnTo>
                    <a:pt x="220636" y="325552"/>
                  </a:lnTo>
                  <a:lnTo>
                    <a:pt x="225620" y="323782"/>
                  </a:lnTo>
                  <a:lnTo>
                    <a:pt x="230545" y="321854"/>
                  </a:lnTo>
                  <a:lnTo>
                    <a:pt x="235407" y="319772"/>
                  </a:lnTo>
                  <a:lnTo>
                    <a:pt x="240201" y="317536"/>
                  </a:lnTo>
                  <a:lnTo>
                    <a:pt x="244921" y="315151"/>
                  </a:lnTo>
                  <a:lnTo>
                    <a:pt x="249564" y="312617"/>
                  </a:lnTo>
                  <a:lnTo>
                    <a:pt x="254124" y="309937"/>
                  </a:lnTo>
                  <a:lnTo>
                    <a:pt x="258597" y="307115"/>
                  </a:lnTo>
                  <a:lnTo>
                    <a:pt x="262979" y="304152"/>
                  </a:lnTo>
                  <a:lnTo>
                    <a:pt x="267264" y="301053"/>
                  </a:lnTo>
                  <a:lnTo>
                    <a:pt x="271450" y="297819"/>
                  </a:lnTo>
                  <a:lnTo>
                    <a:pt x="275531" y="294455"/>
                  </a:lnTo>
                  <a:lnTo>
                    <a:pt x="279503" y="290963"/>
                  </a:lnTo>
                  <a:lnTo>
                    <a:pt x="283363" y="287347"/>
                  </a:lnTo>
                  <a:lnTo>
                    <a:pt x="287107" y="283611"/>
                  </a:lnTo>
                  <a:lnTo>
                    <a:pt x="290731" y="279758"/>
                  </a:lnTo>
                  <a:lnTo>
                    <a:pt x="294231" y="275793"/>
                  </a:lnTo>
                  <a:lnTo>
                    <a:pt x="297604" y="271719"/>
                  </a:lnTo>
                  <a:lnTo>
                    <a:pt x="300846" y="267540"/>
                  </a:lnTo>
                  <a:lnTo>
                    <a:pt x="303954" y="263261"/>
                  </a:lnTo>
                  <a:lnTo>
                    <a:pt x="306926" y="258886"/>
                  </a:lnTo>
                  <a:lnTo>
                    <a:pt x="309757" y="254418"/>
                  </a:lnTo>
                  <a:lnTo>
                    <a:pt x="312446" y="249864"/>
                  </a:lnTo>
                  <a:lnTo>
                    <a:pt x="314990" y="245226"/>
                  </a:lnTo>
                  <a:lnTo>
                    <a:pt x="317385" y="240511"/>
                  </a:lnTo>
                  <a:lnTo>
                    <a:pt x="319630" y="235722"/>
                  </a:lnTo>
                  <a:lnTo>
                    <a:pt x="321723" y="230864"/>
                  </a:lnTo>
                  <a:lnTo>
                    <a:pt x="323660" y="225943"/>
                  </a:lnTo>
                  <a:lnTo>
                    <a:pt x="325441" y="220963"/>
                  </a:lnTo>
                  <a:lnTo>
                    <a:pt x="327064" y="215929"/>
                  </a:lnTo>
                  <a:lnTo>
                    <a:pt x="328527" y="210846"/>
                  </a:lnTo>
                  <a:lnTo>
                    <a:pt x="329828" y="205720"/>
                  </a:lnTo>
                  <a:lnTo>
                    <a:pt x="330966" y="200555"/>
                  </a:lnTo>
                  <a:lnTo>
                    <a:pt x="331940" y="195356"/>
                  </a:lnTo>
                  <a:lnTo>
                    <a:pt x="332749" y="190129"/>
                  </a:lnTo>
                  <a:lnTo>
                    <a:pt x="333393" y="184879"/>
                  </a:lnTo>
                  <a:lnTo>
                    <a:pt x="333870" y="179612"/>
                  </a:lnTo>
                  <a:lnTo>
                    <a:pt x="334180" y="174332"/>
                  </a:lnTo>
                  <a:lnTo>
                    <a:pt x="334323" y="169045"/>
                  </a:lnTo>
                  <a:lnTo>
                    <a:pt x="334299" y="163756"/>
                  </a:lnTo>
                  <a:lnTo>
                    <a:pt x="334108" y="158470"/>
                  </a:lnTo>
                  <a:lnTo>
                    <a:pt x="333749" y="153193"/>
                  </a:lnTo>
                  <a:lnTo>
                    <a:pt x="333224" y="147930"/>
                  </a:lnTo>
                  <a:lnTo>
                    <a:pt x="332532" y="142687"/>
                  </a:lnTo>
                  <a:lnTo>
                    <a:pt x="331675" y="137468"/>
                  </a:lnTo>
                  <a:lnTo>
                    <a:pt x="330653" y="132278"/>
                  </a:lnTo>
                  <a:lnTo>
                    <a:pt x="329467" y="127124"/>
                  </a:lnTo>
                  <a:lnTo>
                    <a:pt x="328119" y="122009"/>
                  </a:lnTo>
                  <a:lnTo>
                    <a:pt x="326610" y="116940"/>
                  </a:lnTo>
                  <a:lnTo>
                    <a:pt x="324941" y="111921"/>
                  </a:lnTo>
                  <a:lnTo>
                    <a:pt x="323115" y="106958"/>
                  </a:lnTo>
                  <a:lnTo>
                    <a:pt x="321132" y="102054"/>
                  </a:lnTo>
                  <a:lnTo>
                    <a:pt x="318995" y="97216"/>
                  </a:lnTo>
                  <a:lnTo>
                    <a:pt x="316706" y="92448"/>
                  </a:lnTo>
                  <a:lnTo>
                    <a:pt x="314267" y="87755"/>
                  </a:lnTo>
                  <a:lnTo>
                    <a:pt x="311682" y="83141"/>
                  </a:lnTo>
                  <a:lnTo>
                    <a:pt x="308951" y="78611"/>
                  </a:lnTo>
                  <a:lnTo>
                    <a:pt x="306079" y="74170"/>
                  </a:lnTo>
                  <a:lnTo>
                    <a:pt x="303067" y="69822"/>
                  </a:lnTo>
                  <a:lnTo>
                    <a:pt x="299920" y="65572"/>
                  </a:lnTo>
                  <a:lnTo>
                    <a:pt x="296639" y="61423"/>
                  </a:lnTo>
                  <a:lnTo>
                    <a:pt x="293229" y="57380"/>
                  </a:lnTo>
                  <a:lnTo>
                    <a:pt x="289693" y="53447"/>
                  </a:lnTo>
                  <a:lnTo>
                    <a:pt x="286034" y="49628"/>
                  </a:lnTo>
                  <a:lnTo>
                    <a:pt x="282256" y="45926"/>
                  </a:lnTo>
                  <a:lnTo>
                    <a:pt x="278363" y="42346"/>
                  </a:lnTo>
                  <a:lnTo>
                    <a:pt x="274358" y="38890"/>
                  </a:lnTo>
                  <a:lnTo>
                    <a:pt x="270247" y="35564"/>
                  </a:lnTo>
                  <a:lnTo>
                    <a:pt x="266032" y="32369"/>
                  </a:lnTo>
                  <a:lnTo>
                    <a:pt x="261718" y="29308"/>
                  </a:lnTo>
                  <a:lnTo>
                    <a:pt x="257309" y="26386"/>
                  </a:lnTo>
                  <a:lnTo>
                    <a:pt x="252811" y="23605"/>
                  </a:lnTo>
                  <a:lnTo>
                    <a:pt x="248226" y="20967"/>
                  </a:lnTo>
                  <a:lnTo>
                    <a:pt x="243561" y="18476"/>
                  </a:lnTo>
                  <a:lnTo>
                    <a:pt x="238818" y="16134"/>
                  </a:lnTo>
                  <a:lnTo>
                    <a:pt x="234005" y="13943"/>
                  </a:lnTo>
                  <a:lnTo>
                    <a:pt x="229124" y="11905"/>
                  </a:lnTo>
                  <a:lnTo>
                    <a:pt x="224181" y="10023"/>
                  </a:lnTo>
                  <a:lnTo>
                    <a:pt x="219181" y="8298"/>
                  </a:lnTo>
                  <a:lnTo>
                    <a:pt x="214129" y="6732"/>
                  </a:lnTo>
                  <a:lnTo>
                    <a:pt x="209030" y="5326"/>
                  </a:lnTo>
                  <a:lnTo>
                    <a:pt x="203890" y="4083"/>
                  </a:lnTo>
                  <a:lnTo>
                    <a:pt x="198712" y="3003"/>
                  </a:lnTo>
                  <a:lnTo>
                    <a:pt x="193503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256085" y="4659281"/>
              <a:ext cx="329486" cy="334334"/>
            </a:xfrm>
            <a:custGeom>
              <a:avLst/>
              <a:pathLst>
                <a:path w="329486" h="334334">
                  <a:moveTo>
                    <a:pt x="167149" y="0"/>
                  </a:moveTo>
                  <a:lnTo>
                    <a:pt x="161848" y="84"/>
                  </a:lnTo>
                  <a:lnTo>
                    <a:pt x="156553" y="336"/>
                  </a:lnTo>
                  <a:lnTo>
                    <a:pt x="151269" y="755"/>
                  </a:lnTo>
                  <a:lnTo>
                    <a:pt x="146001" y="1343"/>
                  </a:lnTo>
                  <a:lnTo>
                    <a:pt x="140753" y="2097"/>
                  </a:lnTo>
                  <a:lnTo>
                    <a:pt x="135533" y="3016"/>
                  </a:lnTo>
                  <a:lnTo>
                    <a:pt x="130344" y="4101"/>
                  </a:lnTo>
                  <a:lnTo>
                    <a:pt x="125192" y="5350"/>
                  </a:lnTo>
                  <a:lnTo>
                    <a:pt x="120083" y="6762"/>
                  </a:lnTo>
                  <a:lnTo>
                    <a:pt x="115020" y="8335"/>
                  </a:lnTo>
                  <a:lnTo>
                    <a:pt x="110011" y="10068"/>
                  </a:lnTo>
                  <a:lnTo>
                    <a:pt x="105058" y="11958"/>
                  </a:lnTo>
                  <a:lnTo>
                    <a:pt x="100168" y="14005"/>
                  </a:lnTo>
                  <a:lnTo>
                    <a:pt x="95346" y="16206"/>
                  </a:lnTo>
                  <a:lnTo>
                    <a:pt x="90595" y="18558"/>
                  </a:lnTo>
                  <a:lnTo>
                    <a:pt x="85922" y="21060"/>
                  </a:lnTo>
                  <a:lnTo>
                    <a:pt x="81330" y="23709"/>
                  </a:lnTo>
                  <a:lnTo>
                    <a:pt x="76825" y="26502"/>
                  </a:lnTo>
                  <a:lnTo>
                    <a:pt x="72410" y="29437"/>
                  </a:lnTo>
                  <a:lnTo>
                    <a:pt x="68091" y="32510"/>
                  </a:lnTo>
                  <a:lnTo>
                    <a:pt x="63871" y="35719"/>
                  </a:lnTo>
                  <a:lnTo>
                    <a:pt x="59755" y="39059"/>
                  </a:lnTo>
                  <a:lnTo>
                    <a:pt x="55747" y="42529"/>
                  </a:lnTo>
                  <a:lnTo>
                    <a:pt x="51851" y="46124"/>
                  </a:lnTo>
                  <a:lnTo>
                    <a:pt x="48071" y="49840"/>
                  </a:lnTo>
                  <a:lnTo>
                    <a:pt x="44411" y="53675"/>
                  </a:lnTo>
                  <a:lnTo>
                    <a:pt x="40874" y="57623"/>
                  </a:lnTo>
                  <a:lnTo>
                    <a:pt x="37465" y="61682"/>
                  </a:lnTo>
                  <a:lnTo>
                    <a:pt x="34185" y="65847"/>
                  </a:lnTo>
                  <a:lnTo>
                    <a:pt x="31040" y="70114"/>
                  </a:lnTo>
                  <a:lnTo>
                    <a:pt x="28031" y="74478"/>
                  </a:lnTo>
                  <a:lnTo>
                    <a:pt x="25162" y="78936"/>
                  </a:lnTo>
                  <a:lnTo>
                    <a:pt x="22436" y="83482"/>
                  </a:lnTo>
                  <a:lnTo>
                    <a:pt x="19855" y="88113"/>
                  </a:lnTo>
                  <a:lnTo>
                    <a:pt x="17423" y="92823"/>
                  </a:lnTo>
                  <a:lnTo>
                    <a:pt x="15141" y="97607"/>
                  </a:lnTo>
                  <a:lnTo>
                    <a:pt x="13012" y="102462"/>
                  </a:lnTo>
                  <a:lnTo>
                    <a:pt x="11038" y="107382"/>
                  </a:lnTo>
                  <a:lnTo>
                    <a:pt x="9220" y="112361"/>
                  </a:lnTo>
                  <a:lnTo>
                    <a:pt x="7562" y="117396"/>
                  </a:lnTo>
                  <a:lnTo>
                    <a:pt x="6064" y="122481"/>
                  </a:lnTo>
                  <a:lnTo>
                    <a:pt x="4728" y="127611"/>
                  </a:lnTo>
                  <a:lnTo>
                    <a:pt x="3556" y="132781"/>
                  </a:lnTo>
                  <a:lnTo>
                    <a:pt x="2548" y="137985"/>
                  </a:lnTo>
                  <a:lnTo>
                    <a:pt x="1705" y="143219"/>
                  </a:lnTo>
                  <a:lnTo>
                    <a:pt x="1029" y="148477"/>
                  </a:lnTo>
                  <a:lnTo>
                    <a:pt x="520" y="153753"/>
                  </a:lnTo>
                  <a:lnTo>
                    <a:pt x="179" y="159043"/>
                  </a:lnTo>
                  <a:lnTo>
                    <a:pt x="5" y="164341"/>
                  </a:lnTo>
                  <a:lnTo>
                    <a:pt x="0" y="169642"/>
                  </a:lnTo>
                  <a:lnTo>
                    <a:pt x="162" y="174941"/>
                  </a:lnTo>
                  <a:lnTo>
                    <a:pt x="492" y="180231"/>
                  </a:lnTo>
                  <a:lnTo>
                    <a:pt x="990" y="185509"/>
                  </a:lnTo>
                  <a:lnTo>
                    <a:pt x="1656" y="190768"/>
                  </a:lnTo>
                  <a:lnTo>
                    <a:pt x="2487" y="196004"/>
                  </a:lnTo>
                  <a:lnTo>
                    <a:pt x="3484" y="201210"/>
                  </a:lnTo>
                  <a:lnTo>
                    <a:pt x="4646" y="206382"/>
                  </a:lnTo>
                  <a:lnTo>
                    <a:pt x="5971" y="211515"/>
                  </a:lnTo>
                  <a:lnTo>
                    <a:pt x="7458" y="216603"/>
                  </a:lnTo>
                  <a:lnTo>
                    <a:pt x="9106" y="221641"/>
                  </a:lnTo>
                  <a:lnTo>
                    <a:pt x="10913" y="226625"/>
                  </a:lnTo>
                  <a:lnTo>
                    <a:pt x="12876" y="231549"/>
                  </a:lnTo>
                  <a:lnTo>
                    <a:pt x="14995" y="236408"/>
                  </a:lnTo>
                  <a:lnTo>
                    <a:pt x="17267" y="241197"/>
                  </a:lnTo>
                  <a:lnTo>
                    <a:pt x="19690" y="245912"/>
                  </a:lnTo>
                  <a:lnTo>
                    <a:pt x="22261" y="250548"/>
                  </a:lnTo>
                  <a:lnTo>
                    <a:pt x="24977" y="255100"/>
                  </a:lnTo>
                  <a:lnTo>
                    <a:pt x="27837" y="259564"/>
                  </a:lnTo>
                  <a:lnTo>
                    <a:pt x="30837" y="263935"/>
                  </a:lnTo>
                  <a:lnTo>
                    <a:pt x="33973" y="268208"/>
                  </a:lnTo>
                  <a:lnTo>
                    <a:pt x="37244" y="272380"/>
                  </a:lnTo>
                  <a:lnTo>
                    <a:pt x="40645" y="276446"/>
                  </a:lnTo>
                  <a:lnTo>
                    <a:pt x="44174" y="280402"/>
                  </a:lnTo>
                  <a:lnTo>
                    <a:pt x="47826" y="284244"/>
                  </a:lnTo>
                  <a:lnTo>
                    <a:pt x="51598" y="287968"/>
                  </a:lnTo>
                  <a:lnTo>
                    <a:pt x="55486" y="291571"/>
                  </a:lnTo>
                  <a:lnTo>
                    <a:pt x="59487" y="295049"/>
                  </a:lnTo>
                  <a:lnTo>
                    <a:pt x="63596" y="298399"/>
                  </a:lnTo>
                  <a:lnTo>
                    <a:pt x="67809" y="301616"/>
                  </a:lnTo>
                  <a:lnTo>
                    <a:pt x="72122" y="304698"/>
                  </a:lnTo>
                  <a:lnTo>
                    <a:pt x="76530" y="307642"/>
                  </a:lnTo>
                  <a:lnTo>
                    <a:pt x="81030" y="310445"/>
                  </a:lnTo>
                  <a:lnTo>
                    <a:pt x="85616" y="313103"/>
                  </a:lnTo>
                  <a:lnTo>
                    <a:pt x="90284" y="315615"/>
                  </a:lnTo>
                  <a:lnTo>
                    <a:pt x="95029" y="317977"/>
                  </a:lnTo>
                  <a:lnTo>
                    <a:pt x="99847" y="320188"/>
                  </a:lnTo>
                  <a:lnTo>
                    <a:pt x="104733" y="322245"/>
                  </a:lnTo>
                  <a:lnTo>
                    <a:pt x="109681" y="324146"/>
                  </a:lnTo>
                  <a:lnTo>
                    <a:pt x="114688" y="325889"/>
                  </a:lnTo>
                  <a:lnTo>
                    <a:pt x="119747" y="327473"/>
                  </a:lnTo>
                  <a:lnTo>
                    <a:pt x="124853" y="328895"/>
                  </a:lnTo>
                  <a:lnTo>
                    <a:pt x="130002" y="330155"/>
                  </a:lnTo>
                  <a:lnTo>
                    <a:pt x="135189" y="331251"/>
                  </a:lnTo>
                  <a:lnTo>
                    <a:pt x="140407" y="332182"/>
                  </a:lnTo>
                  <a:lnTo>
                    <a:pt x="145653" y="332947"/>
                  </a:lnTo>
                  <a:lnTo>
                    <a:pt x="150920" y="333545"/>
                  </a:lnTo>
                  <a:lnTo>
                    <a:pt x="156204" y="333976"/>
                  </a:lnTo>
                  <a:lnTo>
                    <a:pt x="161498" y="334239"/>
                  </a:lnTo>
                  <a:lnTo>
                    <a:pt x="166798" y="334334"/>
                  </a:lnTo>
                  <a:lnTo>
                    <a:pt x="172099" y="334261"/>
                  </a:lnTo>
                  <a:lnTo>
                    <a:pt x="177394" y="334020"/>
                  </a:lnTo>
                  <a:lnTo>
                    <a:pt x="182680" y="333611"/>
                  </a:lnTo>
                  <a:lnTo>
                    <a:pt x="187949" y="333035"/>
                  </a:lnTo>
                  <a:lnTo>
                    <a:pt x="193198" y="332292"/>
                  </a:lnTo>
                  <a:lnTo>
                    <a:pt x="198420" y="331383"/>
                  </a:lnTo>
                  <a:lnTo>
                    <a:pt x="203611" y="330309"/>
                  </a:lnTo>
                  <a:lnTo>
                    <a:pt x="208766" y="329071"/>
                  </a:lnTo>
                  <a:lnTo>
                    <a:pt x="213878" y="327670"/>
                  </a:lnTo>
                  <a:lnTo>
                    <a:pt x="218944" y="326108"/>
                  </a:lnTo>
                  <a:lnTo>
                    <a:pt x="223957" y="324386"/>
                  </a:lnTo>
                  <a:lnTo>
                    <a:pt x="228914" y="322505"/>
                  </a:lnTo>
                  <a:lnTo>
                    <a:pt x="233808" y="320469"/>
                  </a:lnTo>
                  <a:lnTo>
                    <a:pt x="238635" y="318278"/>
                  </a:lnTo>
                  <a:lnTo>
                    <a:pt x="243390" y="315936"/>
                  </a:lnTo>
                  <a:lnTo>
                    <a:pt x="248069" y="313444"/>
                  </a:lnTo>
                  <a:lnTo>
                    <a:pt x="252666" y="310804"/>
                  </a:lnTo>
                  <a:lnTo>
                    <a:pt x="257178" y="308021"/>
                  </a:lnTo>
                  <a:lnTo>
                    <a:pt x="261598" y="305095"/>
                  </a:lnTo>
                  <a:lnTo>
                    <a:pt x="265924" y="302031"/>
                  </a:lnTo>
                  <a:lnTo>
                    <a:pt x="270151" y="298832"/>
                  </a:lnTo>
                  <a:lnTo>
                    <a:pt x="274273" y="295499"/>
                  </a:lnTo>
                  <a:lnTo>
                    <a:pt x="278289" y="292038"/>
                  </a:lnTo>
                  <a:lnTo>
                    <a:pt x="282192" y="288452"/>
                  </a:lnTo>
                  <a:lnTo>
                    <a:pt x="285980" y="284743"/>
                  </a:lnTo>
                  <a:lnTo>
                    <a:pt x="289648" y="280916"/>
                  </a:lnTo>
                  <a:lnTo>
                    <a:pt x="293193" y="276975"/>
                  </a:lnTo>
                  <a:lnTo>
                    <a:pt x="296611" y="272923"/>
                  </a:lnTo>
                  <a:lnTo>
                    <a:pt x="299899" y="268765"/>
                  </a:lnTo>
                  <a:lnTo>
                    <a:pt x="303054" y="264505"/>
                  </a:lnTo>
                  <a:lnTo>
                    <a:pt x="306072" y="260147"/>
                  </a:lnTo>
                  <a:lnTo>
                    <a:pt x="308950" y="255695"/>
                  </a:lnTo>
                  <a:lnTo>
                    <a:pt x="311686" y="251155"/>
                  </a:lnTo>
                  <a:lnTo>
                    <a:pt x="314276" y="246530"/>
                  </a:lnTo>
                  <a:lnTo>
                    <a:pt x="316718" y="241825"/>
                  </a:lnTo>
                  <a:lnTo>
                    <a:pt x="319010" y="237045"/>
                  </a:lnTo>
                  <a:lnTo>
                    <a:pt x="321150" y="232195"/>
                  </a:lnTo>
                  <a:lnTo>
                    <a:pt x="323134" y="227279"/>
                  </a:lnTo>
                  <a:lnTo>
                    <a:pt x="324962" y="222303"/>
                  </a:lnTo>
                  <a:lnTo>
                    <a:pt x="326630" y="217272"/>
                  </a:lnTo>
                  <a:lnTo>
                    <a:pt x="328139" y="212190"/>
                  </a:lnTo>
                  <a:lnTo>
                    <a:pt x="329486" y="207063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826449"/>
              <a:ext cx="162336" cy="39895"/>
            </a:xfrm>
            <a:custGeom>
              <a:avLst/>
              <a:pathLst>
                <a:path w="162336" h="39895">
                  <a:moveTo>
                    <a:pt x="162336" y="398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826449"/>
              <a:ext cx="162336" cy="39895"/>
            </a:xfrm>
            <a:custGeom>
              <a:avLst/>
              <a:pathLst>
                <a:path w="162336" h="39895">
                  <a:moveTo>
                    <a:pt x="162336" y="3989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773005"/>
              <a:ext cx="167162" cy="93340"/>
            </a:xfrm>
            <a:custGeom>
              <a:avLst/>
              <a:pathLst>
                <a:path w="167162" h="93340">
                  <a:moveTo>
                    <a:pt x="162336" y="93340"/>
                  </a:moveTo>
                  <a:lnTo>
                    <a:pt x="163575" y="87910"/>
                  </a:lnTo>
                  <a:lnTo>
                    <a:pt x="164633" y="82442"/>
                  </a:lnTo>
                  <a:lnTo>
                    <a:pt x="165507" y="76941"/>
                  </a:lnTo>
                  <a:lnTo>
                    <a:pt x="166198" y="71415"/>
                  </a:lnTo>
                  <a:lnTo>
                    <a:pt x="166705" y="65869"/>
                  </a:lnTo>
                  <a:lnTo>
                    <a:pt x="167026" y="60309"/>
                  </a:lnTo>
                  <a:lnTo>
                    <a:pt x="167162" y="54741"/>
                  </a:lnTo>
                  <a:lnTo>
                    <a:pt x="167112" y="49172"/>
                  </a:lnTo>
                  <a:lnTo>
                    <a:pt x="166877" y="43607"/>
                  </a:lnTo>
                  <a:lnTo>
                    <a:pt x="166457" y="38054"/>
                  </a:lnTo>
                  <a:lnTo>
                    <a:pt x="165852" y="32517"/>
                  </a:lnTo>
                  <a:lnTo>
                    <a:pt x="165063" y="27004"/>
                  </a:lnTo>
                  <a:lnTo>
                    <a:pt x="164091" y="21520"/>
                  </a:lnTo>
                  <a:lnTo>
                    <a:pt x="162936" y="16072"/>
                  </a:lnTo>
                  <a:lnTo>
                    <a:pt x="161601" y="10665"/>
                  </a:lnTo>
                  <a:lnTo>
                    <a:pt x="160086" y="5306"/>
                  </a:lnTo>
                  <a:lnTo>
                    <a:pt x="158394" y="0"/>
                  </a:lnTo>
                  <a:lnTo>
                    <a:pt x="0" y="53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158394" cy="167167"/>
            </a:xfrm>
            <a:custGeom>
              <a:avLst/>
              <a:pathLst>
                <a:path w="158394" h="167167">
                  <a:moveTo>
                    <a:pt x="158394" y="113723"/>
                  </a:moveTo>
                  <a:lnTo>
                    <a:pt x="156557" y="108561"/>
                  </a:lnTo>
                  <a:lnTo>
                    <a:pt x="154553" y="103463"/>
                  </a:lnTo>
                  <a:lnTo>
                    <a:pt x="152382" y="98433"/>
                  </a:lnTo>
                  <a:lnTo>
                    <a:pt x="150048" y="93477"/>
                  </a:lnTo>
                  <a:lnTo>
                    <a:pt x="147553" y="88599"/>
                  </a:lnTo>
                  <a:lnTo>
                    <a:pt x="144900" y="83807"/>
                  </a:lnTo>
                  <a:lnTo>
                    <a:pt x="142090" y="79103"/>
                  </a:lnTo>
                  <a:lnTo>
                    <a:pt x="139128" y="74495"/>
                  </a:lnTo>
                  <a:lnTo>
                    <a:pt x="136017" y="69986"/>
                  </a:lnTo>
                  <a:lnTo>
                    <a:pt x="132760" y="65581"/>
                  </a:lnTo>
                  <a:lnTo>
                    <a:pt x="129360" y="61285"/>
                  </a:lnTo>
                  <a:lnTo>
                    <a:pt x="125821" y="57103"/>
                  </a:lnTo>
                  <a:lnTo>
                    <a:pt x="122147" y="53040"/>
                  </a:lnTo>
                  <a:lnTo>
                    <a:pt x="118341" y="49099"/>
                  </a:lnTo>
                  <a:lnTo>
                    <a:pt x="114409" y="45284"/>
                  </a:lnTo>
                  <a:lnTo>
                    <a:pt x="110354" y="41601"/>
                  </a:lnTo>
                  <a:lnTo>
                    <a:pt x="106180" y="38052"/>
                  </a:lnTo>
                  <a:lnTo>
                    <a:pt x="101892" y="34642"/>
                  </a:lnTo>
                  <a:lnTo>
                    <a:pt x="97495" y="31375"/>
                  </a:lnTo>
                  <a:lnTo>
                    <a:pt x="92993" y="28253"/>
                  </a:lnTo>
                  <a:lnTo>
                    <a:pt x="88392" y="25280"/>
                  </a:lnTo>
                  <a:lnTo>
                    <a:pt x="83695" y="22460"/>
                  </a:lnTo>
                  <a:lnTo>
                    <a:pt x="78908" y="19795"/>
                  </a:lnTo>
                  <a:lnTo>
                    <a:pt x="74037" y="17289"/>
                  </a:lnTo>
                  <a:lnTo>
                    <a:pt x="69086" y="14943"/>
                  </a:lnTo>
                  <a:lnTo>
                    <a:pt x="64061" y="12761"/>
                  </a:lnTo>
                  <a:lnTo>
                    <a:pt x="58967" y="10745"/>
                  </a:lnTo>
                  <a:lnTo>
                    <a:pt x="53810" y="8897"/>
                  </a:lnTo>
                  <a:lnTo>
                    <a:pt x="48595" y="7219"/>
                  </a:lnTo>
                  <a:lnTo>
                    <a:pt x="43328" y="5712"/>
                  </a:lnTo>
                  <a:lnTo>
                    <a:pt x="38014" y="4379"/>
                  </a:lnTo>
                  <a:lnTo>
                    <a:pt x="32660" y="3221"/>
                  </a:lnTo>
                  <a:lnTo>
                    <a:pt x="27270" y="2239"/>
                  </a:lnTo>
                  <a:lnTo>
                    <a:pt x="21851" y="1434"/>
                  </a:lnTo>
                  <a:lnTo>
                    <a:pt x="16409" y="807"/>
                  </a:lnTo>
                  <a:lnTo>
                    <a:pt x="10949" y="358"/>
                  </a:lnTo>
                  <a:lnTo>
                    <a:pt x="5477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561307" y="4213821"/>
              <a:ext cx="167165" cy="298724"/>
            </a:xfrm>
            <a:custGeom>
              <a:avLst/>
              <a:pathLst>
                <a:path w="167165" h="298724">
                  <a:moveTo>
                    <a:pt x="167165" y="0"/>
                  </a:moveTo>
                  <a:lnTo>
                    <a:pt x="161789" y="86"/>
                  </a:lnTo>
                  <a:lnTo>
                    <a:pt x="156418" y="345"/>
                  </a:lnTo>
                  <a:lnTo>
                    <a:pt x="151059" y="777"/>
                  </a:lnTo>
                  <a:lnTo>
                    <a:pt x="145716" y="1381"/>
                  </a:lnTo>
                  <a:lnTo>
                    <a:pt x="140396" y="2157"/>
                  </a:lnTo>
                  <a:lnTo>
                    <a:pt x="135103" y="3103"/>
                  </a:lnTo>
                  <a:lnTo>
                    <a:pt x="129844" y="4219"/>
                  </a:lnTo>
                  <a:lnTo>
                    <a:pt x="124623" y="5503"/>
                  </a:lnTo>
                  <a:lnTo>
                    <a:pt x="119446" y="6955"/>
                  </a:lnTo>
                  <a:lnTo>
                    <a:pt x="114318" y="8573"/>
                  </a:lnTo>
                  <a:lnTo>
                    <a:pt x="109245" y="10354"/>
                  </a:lnTo>
                  <a:lnTo>
                    <a:pt x="104232" y="12298"/>
                  </a:lnTo>
                  <a:lnTo>
                    <a:pt x="99284" y="14402"/>
                  </a:lnTo>
                  <a:lnTo>
                    <a:pt x="94406" y="16664"/>
                  </a:lnTo>
                  <a:lnTo>
                    <a:pt x="89604" y="19082"/>
                  </a:lnTo>
                  <a:lnTo>
                    <a:pt x="84882" y="21652"/>
                  </a:lnTo>
                  <a:lnTo>
                    <a:pt x="80245" y="24374"/>
                  </a:lnTo>
                  <a:lnTo>
                    <a:pt x="75698" y="27243"/>
                  </a:lnTo>
                  <a:lnTo>
                    <a:pt x="71245" y="30257"/>
                  </a:lnTo>
                  <a:lnTo>
                    <a:pt x="66892" y="33412"/>
                  </a:lnTo>
                  <a:lnTo>
                    <a:pt x="62642" y="36706"/>
                  </a:lnTo>
                  <a:lnTo>
                    <a:pt x="58501" y="40135"/>
                  </a:lnTo>
                  <a:lnTo>
                    <a:pt x="54472" y="43695"/>
                  </a:lnTo>
                  <a:lnTo>
                    <a:pt x="50559" y="47383"/>
                  </a:lnTo>
                  <a:lnTo>
                    <a:pt x="46767" y="51195"/>
                  </a:lnTo>
                  <a:lnTo>
                    <a:pt x="43100" y="55127"/>
                  </a:lnTo>
                  <a:lnTo>
                    <a:pt x="39561" y="59175"/>
                  </a:lnTo>
                  <a:lnTo>
                    <a:pt x="36154" y="63334"/>
                  </a:lnTo>
                  <a:lnTo>
                    <a:pt x="32883" y="67601"/>
                  </a:lnTo>
                  <a:lnTo>
                    <a:pt x="29750" y="71971"/>
                  </a:lnTo>
                  <a:lnTo>
                    <a:pt x="26760" y="76440"/>
                  </a:lnTo>
                  <a:lnTo>
                    <a:pt x="23915" y="81002"/>
                  </a:lnTo>
                  <a:lnTo>
                    <a:pt x="21218" y="85653"/>
                  </a:lnTo>
                  <a:lnTo>
                    <a:pt x="18672" y="90389"/>
                  </a:lnTo>
                  <a:lnTo>
                    <a:pt x="16280" y="95204"/>
                  </a:lnTo>
                  <a:lnTo>
                    <a:pt x="14043" y="100093"/>
                  </a:lnTo>
                  <a:lnTo>
                    <a:pt x="11966" y="105052"/>
                  </a:lnTo>
                  <a:lnTo>
                    <a:pt x="10048" y="110076"/>
                  </a:lnTo>
                  <a:lnTo>
                    <a:pt x="8294" y="115158"/>
                  </a:lnTo>
                  <a:lnTo>
                    <a:pt x="6703" y="120294"/>
                  </a:lnTo>
                  <a:lnTo>
                    <a:pt x="5279" y="125479"/>
                  </a:lnTo>
                  <a:lnTo>
                    <a:pt x="4022" y="130706"/>
                  </a:lnTo>
                  <a:lnTo>
                    <a:pt x="2934" y="135972"/>
                  </a:lnTo>
                  <a:lnTo>
                    <a:pt x="2015" y="141269"/>
                  </a:lnTo>
                  <a:lnTo>
                    <a:pt x="1268" y="146594"/>
                  </a:lnTo>
                  <a:lnTo>
                    <a:pt x="692" y="151940"/>
                  </a:lnTo>
                  <a:lnTo>
                    <a:pt x="289" y="157301"/>
                  </a:lnTo>
                  <a:lnTo>
                    <a:pt x="58" y="162673"/>
                  </a:lnTo>
                  <a:lnTo>
                    <a:pt x="0" y="168049"/>
                  </a:lnTo>
                  <a:lnTo>
                    <a:pt x="114" y="173425"/>
                  </a:lnTo>
                  <a:lnTo>
                    <a:pt x="402" y="178793"/>
                  </a:lnTo>
                  <a:lnTo>
                    <a:pt x="862" y="184150"/>
                  </a:lnTo>
                  <a:lnTo>
                    <a:pt x="1494" y="189490"/>
                  </a:lnTo>
                  <a:lnTo>
                    <a:pt x="2298" y="194806"/>
                  </a:lnTo>
                  <a:lnTo>
                    <a:pt x="3272" y="200094"/>
                  </a:lnTo>
                  <a:lnTo>
                    <a:pt x="4416" y="205347"/>
                  </a:lnTo>
                  <a:lnTo>
                    <a:pt x="5728" y="210562"/>
                  </a:lnTo>
                  <a:lnTo>
                    <a:pt x="7207" y="215731"/>
                  </a:lnTo>
                  <a:lnTo>
                    <a:pt x="8851" y="220850"/>
                  </a:lnTo>
                  <a:lnTo>
                    <a:pt x="10660" y="225913"/>
                  </a:lnTo>
                  <a:lnTo>
                    <a:pt x="12630" y="230916"/>
                  </a:lnTo>
                  <a:lnTo>
                    <a:pt x="14760" y="235853"/>
                  </a:lnTo>
                  <a:lnTo>
                    <a:pt x="17048" y="240718"/>
                  </a:lnTo>
                  <a:lnTo>
                    <a:pt x="19491" y="245508"/>
                  </a:lnTo>
                  <a:lnTo>
                    <a:pt x="22086" y="250217"/>
                  </a:lnTo>
                  <a:lnTo>
                    <a:pt x="24832" y="254839"/>
                  </a:lnTo>
                  <a:lnTo>
                    <a:pt x="27725" y="259371"/>
                  </a:lnTo>
                  <a:lnTo>
                    <a:pt x="30763" y="263808"/>
                  </a:lnTo>
                  <a:lnTo>
                    <a:pt x="33941" y="268144"/>
                  </a:lnTo>
                  <a:lnTo>
                    <a:pt x="37257" y="272376"/>
                  </a:lnTo>
                  <a:lnTo>
                    <a:pt x="40708" y="276500"/>
                  </a:lnTo>
                  <a:lnTo>
                    <a:pt x="44289" y="280510"/>
                  </a:lnTo>
                  <a:lnTo>
                    <a:pt x="47998" y="284403"/>
                  </a:lnTo>
                  <a:lnTo>
                    <a:pt x="51830" y="288175"/>
                  </a:lnTo>
                  <a:lnTo>
                    <a:pt x="55781" y="291821"/>
                  </a:lnTo>
                  <a:lnTo>
                    <a:pt x="59847" y="295339"/>
                  </a:lnTo>
                  <a:lnTo>
                    <a:pt x="64025" y="298724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625332" y="4380988"/>
              <a:ext cx="103139" cy="131556"/>
            </a:xfrm>
            <a:custGeom>
              <a:avLst/>
              <a:pathLst>
                <a:path w="103139" h="131556">
                  <a:moveTo>
                    <a:pt x="0" y="131556"/>
                  </a:moveTo>
                  <a:lnTo>
                    <a:pt x="10313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625332" y="4380988"/>
              <a:ext cx="103139" cy="152730"/>
            </a:xfrm>
            <a:custGeom>
              <a:avLst/>
              <a:pathLst>
                <a:path w="103139" h="152730">
                  <a:moveTo>
                    <a:pt x="0" y="131556"/>
                  </a:moveTo>
                  <a:lnTo>
                    <a:pt x="5484" y="135677"/>
                  </a:lnTo>
                  <a:lnTo>
                    <a:pt x="11134" y="139570"/>
                  </a:lnTo>
                  <a:lnTo>
                    <a:pt x="16938" y="143228"/>
                  </a:lnTo>
                  <a:lnTo>
                    <a:pt x="22888" y="146644"/>
                  </a:lnTo>
                  <a:lnTo>
                    <a:pt x="28972" y="149813"/>
                  </a:lnTo>
                  <a:lnTo>
                    <a:pt x="35182" y="152730"/>
                  </a:lnTo>
                  <a:lnTo>
                    <a:pt x="10313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60514" y="4213821"/>
              <a:ext cx="235110" cy="334332"/>
            </a:xfrm>
            <a:custGeom>
              <a:avLst/>
              <a:pathLst>
                <a:path w="235110" h="334332">
                  <a:moveTo>
                    <a:pt x="0" y="319898"/>
                  </a:moveTo>
                  <a:lnTo>
                    <a:pt x="4888" y="321981"/>
                  </a:lnTo>
                  <a:lnTo>
                    <a:pt x="9840" y="323907"/>
                  </a:lnTo>
                  <a:lnTo>
                    <a:pt x="14851" y="325675"/>
                  </a:lnTo>
                  <a:lnTo>
                    <a:pt x="19916" y="327283"/>
                  </a:lnTo>
                  <a:lnTo>
                    <a:pt x="25029" y="328729"/>
                  </a:lnTo>
                  <a:lnTo>
                    <a:pt x="30185" y="330011"/>
                  </a:lnTo>
                  <a:lnTo>
                    <a:pt x="35380" y="331129"/>
                  </a:lnTo>
                  <a:lnTo>
                    <a:pt x="40608" y="332082"/>
                  </a:lnTo>
                  <a:lnTo>
                    <a:pt x="45863" y="332868"/>
                  </a:lnTo>
                  <a:lnTo>
                    <a:pt x="51140" y="333486"/>
                  </a:lnTo>
                  <a:lnTo>
                    <a:pt x="56435" y="333937"/>
                  </a:lnTo>
                  <a:lnTo>
                    <a:pt x="61741" y="334219"/>
                  </a:lnTo>
                  <a:lnTo>
                    <a:pt x="67054" y="334332"/>
                  </a:lnTo>
                  <a:lnTo>
                    <a:pt x="72367" y="334276"/>
                  </a:lnTo>
                  <a:lnTo>
                    <a:pt x="77676" y="334052"/>
                  </a:lnTo>
                  <a:lnTo>
                    <a:pt x="82975" y="333658"/>
                  </a:lnTo>
                  <a:lnTo>
                    <a:pt x="88259" y="333097"/>
                  </a:lnTo>
                  <a:lnTo>
                    <a:pt x="93522" y="332368"/>
                  </a:lnTo>
                  <a:lnTo>
                    <a:pt x="98760" y="331472"/>
                  </a:lnTo>
                  <a:lnTo>
                    <a:pt x="103966" y="330410"/>
                  </a:lnTo>
                  <a:lnTo>
                    <a:pt x="109136" y="329183"/>
                  </a:lnTo>
                  <a:lnTo>
                    <a:pt x="114265" y="327792"/>
                  </a:lnTo>
                  <a:lnTo>
                    <a:pt x="119347" y="326239"/>
                  </a:lnTo>
                  <a:lnTo>
                    <a:pt x="124376" y="324526"/>
                  </a:lnTo>
                  <a:lnTo>
                    <a:pt x="129349" y="322653"/>
                  </a:lnTo>
                  <a:lnTo>
                    <a:pt x="134260" y="320623"/>
                  </a:lnTo>
                  <a:lnTo>
                    <a:pt x="139104" y="318439"/>
                  </a:lnTo>
                  <a:lnTo>
                    <a:pt x="143875" y="316101"/>
                  </a:lnTo>
                  <a:lnTo>
                    <a:pt x="148571" y="313613"/>
                  </a:lnTo>
                  <a:lnTo>
                    <a:pt x="153184" y="310977"/>
                  </a:lnTo>
                  <a:lnTo>
                    <a:pt x="157712" y="308195"/>
                  </a:lnTo>
                  <a:lnTo>
                    <a:pt x="162149" y="305271"/>
                  </a:lnTo>
                  <a:lnTo>
                    <a:pt x="166490" y="302208"/>
                  </a:lnTo>
                  <a:lnTo>
                    <a:pt x="170733" y="299008"/>
                  </a:lnTo>
                  <a:lnTo>
                    <a:pt x="174871" y="295675"/>
                  </a:lnTo>
                  <a:lnTo>
                    <a:pt x="178901" y="292212"/>
                  </a:lnTo>
                  <a:lnTo>
                    <a:pt x="182819" y="288623"/>
                  </a:lnTo>
                  <a:lnTo>
                    <a:pt x="186622" y="284911"/>
                  </a:lnTo>
                  <a:lnTo>
                    <a:pt x="190304" y="281080"/>
                  </a:lnTo>
                  <a:lnTo>
                    <a:pt x="193862" y="277134"/>
                  </a:lnTo>
                  <a:lnTo>
                    <a:pt x="197294" y="273077"/>
                  </a:lnTo>
                  <a:lnTo>
                    <a:pt x="200595" y="268913"/>
                  </a:lnTo>
                  <a:lnTo>
                    <a:pt x="203761" y="264646"/>
                  </a:lnTo>
                  <a:lnTo>
                    <a:pt x="206791" y="260280"/>
                  </a:lnTo>
                  <a:lnTo>
                    <a:pt x="209680" y="255821"/>
                  </a:lnTo>
                  <a:lnTo>
                    <a:pt x="212426" y="251272"/>
                  </a:lnTo>
                  <a:lnTo>
                    <a:pt x="215026" y="246637"/>
                  </a:lnTo>
                  <a:lnTo>
                    <a:pt x="217478" y="241923"/>
                  </a:lnTo>
                  <a:lnTo>
                    <a:pt x="219778" y="237133"/>
                  </a:lnTo>
                  <a:lnTo>
                    <a:pt x="221925" y="232273"/>
                  </a:lnTo>
                  <a:lnTo>
                    <a:pt x="223916" y="227346"/>
                  </a:lnTo>
                  <a:lnTo>
                    <a:pt x="225750" y="222359"/>
                  </a:lnTo>
                  <a:lnTo>
                    <a:pt x="227425" y="217316"/>
                  </a:lnTo>
                  <a:lnTo>
                    <a:pt x="228938" y="212222"/>
                  </a:lnTo>
                  <a:lnTo>
                    <a:pt x="230289" y="207083"/>
                  </a:lnTo>
                  <a:lnTo>
                    <a:pt x="231475" y="201904"/>
                  </a:lnTo>
                  <a:lnTo>
                    <a:pt x="232497" y="196689"/>
                  </a:lnTo>
                  <a:lnTo>
                    <a:pt x="233352" y="191445"/>
                  </a:lnTo>
                  <a:lnTo>
                    <a:pt x="234040" y="186176"/>
                  </a:lnTo>
                  <a:lnTo>
                    <a:pt x="234560" y="180888"/>
                  </a:lnTo>
                  <a:lnTo>
                    <a:pt x="234912" y="175586"/>
                  </a:lnTo>
                  <a:lnTo>
                    <a:pt x="235095" y="170275"/>
                  </a:lnTo>
                  <a:lnTo>
                    <a:pt x="235110" y="164962"/>
                  </a:lnTo>
                  <a:lnTo>
                    <a:pt x="234955" y="159650"/>
                  </a:lnTo>
                  <a:lnTo>
                    <a:pt x="234632" y="154346"/>
                  </a:lnTo>
                  <a:lnTo>
                    <a:pt x="234140" y="149056"/>
                  </a:lnTo>
                  <a:lnTo>
                    <a:pt x="233481" y="143783"/>
                  </a:lnTo>
                  <a:lnTo>
                    <a:pt x="232654" y="138534"/>
                  </a:lnTo>
                  <a:lnTo>
                    <a:pt x="231661" y="133314"/>
                  </a:lnTo>
                  <a:lnTo>
                    <a:pt x="230502" y="128128"/>
                  </a:lnTo>
                  <a:lnTo>
                    <a:pt x="229179" y="122982"/>
                  </a:lnTo>
                  <a:lnTo>
                    <a:pt x="227693" y="117880"/>
                  </a:lnTo>
                  <a:lnTo>
                    <a:pt x="226046" y="112828"/>
                  </a:lnTo>
                  <a:lnTo>
                    <a:pt x="224239" y="107831"/>
                  </a:lnTo>
                  <a:lnTo>
                    <a:pt x="222275" y="102894"/>
                  </a:lnTo>
                  <a:lnTo>
                    <a:pt x="220154" y="98022"/>
                  </a:lnTo>
                  <a:lnTo>
                    <a:pt x="217879" y="93220"/>
                  </a:lnTo>
                  <a:lnTo>
                    <a:pt x="215453" y="88492"/>
                  </a:lnTo>
                  <a:lnTo>
                    <a:pt x="212878" y="83844"/>
                  </a:lnTo>
                  <a:lnTo>
                    <a:pt x="210157" y="79280"/>
                  </a:lnTo>
                  <a:lnTo>
                    <a:pt x="207292" y="74805"/>
                  </a:lnTo>
                  <a:lnTo>
                    <a:pt x="204286" y="70423"/>
                  </a:lnTo>
                  <a:lnTo>
                    <a:pt x="201142" y="66139"/>
                  </a:lnTo>
                  <a:lnTo>
                    <a:pt x="197864" y="61957"/>
                  </a:lnTo>
                  <a:lnTo>
                    <a:pt x="194455" y="57882"/>
                  </a:lnTo>
                  <a:lnTo>
                    <a:pt x="190917" y="53917"/>
                  </a:lnTo>
                  <a:lnTo>
                    <a:pt x="187256" y="50066"/>
                  </a:lnTo>
                  <a:lnTo>
                    <a:pt x="183474" y="46333"/>
                  </a:lnTo>
                  <a:lnTo>
                    <a:pt x="179575" y="42723"/>
                  </a:lnTo>
                  <a:lnTo>
                    <a:pt x="175564" y="39238"/>
                  </a:lnTo>
                  <a:lnTo>
                    <a:pt x="171443" y="35883"/>
                  </a:lnTo>
                  <a:lnTo>
                    <a:pt x="167219" y="32660"/>
                  </a:lnTo>
                  <a:lnTo>
                    <a:pt x="162893" y="29573"/>
                  </a:lnTo>
                  <a:lnTo>
                    <a:pt x="158472" y="26626"/>
                  </a:lnTo>
                  <a:lnTo>
                    <a:pt x="153960" y="23820"/>
                  </a:lnTo>
                  <a:lnTo>
                    <a:pt x="149361" y="21159"/>
                  </a:lnTo>
                  <a:lnTo>
                    <a:pt x="144679" y="18645"/>
                  </a:lnTo>
                  <a:lnTo>
                    <a:pt x="139920" y="16282"/>
                  </a:lnTo>
                  <a:lnTo>
                    <a:pt x="135088" y="14071"/>
                  </a:lnTo>
                  <a:lnTo>
                    <a:pt x="130188" y="12015"/>
                  </a:lnTo>
                  <a:lnTo>
                    <a:pt x="125226" y="10115"/>
                  </a:lnTo>
                  <a:lnTo>
                    <a:pt x="120205" y="8374"/>
                  </a:lnTo>
                  <a:lnTo>
                    <a:pt x="115132" y="6794"/>
                  </a:lnTo>
                  <a:lnTo>
                    <a:pt x="110011" y="5376"/>
                  </a:lnTo>
                  <a:lnTo>
                    <a:pt x="104848" y="4121"/>
                  </a:lnTo>
                  <a:lnTo>
                    <a:pt x="99647" y="3031"/>
                  </a:lnTo>
                  <a:lnTo>
                    <a:pt x="94415" y="2107"/>
                  </a:lnTo>
                  <a:lnTo>
                    <a:pt x="89155" y="1349"/>
                  </a:lnTo>
                  <a:lnTo>
                    <a:pt x="83874" y="759"/>
                  </a:lnTo>
                  <a:lnTo>
                    <a:pt x="78577" y="337"/>
                  </a:lnTo>
                  <a:lnTo>
                    <a:pt x="73270" y="84"/>
                  </a:lnTo>
                  <a:lnTo>
                    <a:pt x="67957" y="0"/>
                  </a:lnTo>
                  <a:lnTo>
                    <a:pt x="679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751856" y="3707720"/>
              <a:ext cx="258833" cy="334329"/>
            </a:xfrm>
            <a:custGeom>
              <a:avLst/>
              <a:pathLst>
                <a:path w="258833" h="334329">
                  <a:moveTo>
                    <a:pt x="167155" y="0"/>
                  </a:moveTo>
                  <a:lnTo>
                    <a:pt x="161838" y="84"/>
                  </a:lnTo>
                  <a:lnTo>
                    <a:pt x="156526" y="338"/>
                  </a:lnTo>
                  <a:lnTo>
                    <a:pt x="151225" y="760"/>
                  </a:lnTo>
                  <a:lnTo>
                    <a:pt x="145940" y="1351"/>
                  </a:lnTo>
                  <a:lnTo>
                    <a:pt x="140677" y="2110"/>
                  </a:lnTo>
                  <a:lnTo>
                    <a:pt x="135440" y="3035"/>
                  </a:lnTo>
                  <a:lnTo>
                    <a:pt x="130236" y="4127"/>
                  </a:lnTo>
                  <a:lnTo>
                    <a:pt x="125069" y="5384"/>
                  </a:lnTo>
                  <a:lnTo>
                    <a:pt x="119944" y="6805"/>
                  </a:lnTo>
                  <a:lnTo>
                    <a:pt x="114867" y="8387"/>
                  </a:lnTo>
                  <a:lnTo>
                    <a:pt x="109843" y="10131"/>
                  </a:lnTo>
                  <a:lnTo>
                    <a:pt x="104877" y="12033"/>
                  </a:lnTo>
                  <a:lnTo>
                    <a:pt x="99975" y="14093"/>
                  </a:lnTo>
                  <a:lnTo>
                    <a:pt x="95140" y="16307"/>
                  </a:lnTo>
                  <a:lnTo>
                    <a:pt x="90378" y="18674"/>
                  </a:lnTo>
                  <a:lnTo>
                    <a:pt x="85693" y="21191"/>
                  </a:lnTo>
                  <a:lnTo>
                    <a:pt x="81092" y="23856"/>
                  </a:lnTo>
                  <a:lnTo>
                    <a:pt x="76577" y="26666"/>
                  </a:lnTo>
                  <a:lnTo>
                    <a:pt x="72154" y="29618"/>
                  </a:lnTo>
                  <a:lnTo>
                    <a:pt x="67827" y="32709"/>
                  </a:lnTo>
                  <a:lnTo>
                    <a:pt x="63600" y="35937"/>
                  </a:lnTo>
                  <a:lnTo>
                    <a:pt x="59479" y="39297"/>
                  </a:lnTo>
                  <a:lnTo>
                    <a:pt x="55466" y="42786"/>
                  </a:lnTo>
                  <a:lnTo>
                    <a:pt x="51566" y="46402"/>
                  </a:lnTo>
                  <a:lnTo>
                    <a:pt x="47784" y="50140"/>
                  </a:lnTo>
                  <a:lnTo>
                    <a:pt x="44122" y="53996"/>
                  </a:lnTo>
                  <a:lnTo>
                    <a:pt x="40584" y="57966"/>
                  </a:lnTo>
                  <a:lnTo>
                    <a:pt x="37175" y="62047"/>
                  </a:lnTo>
                  <a:lnTo>
                    <a:pt x="33897" y="66235"/>
                  </a:lnTo>
                  <a:lnTo>
                    <a:pt x="30754" y="70524"/>
                  </a:lnTo>
                  <a:lnTo>
                    <a:pt x="27749" y="74912"/>
                  </a:lnTo>
                  <a:lnTo>
                    <a:pt x="24885" y="79393"/>
                  </a:lnTo>
                  <a:lnTo>
                    <a:pt x="22166" y="83962"/>
                  </a:lnTo>
                  <a:lnTo>
                    <a:pt x="19592" y="88616"/>
                  </a:lnTo>
                  <a:lnTo>
                    <a:pt x="17169" y="93349"/>
                  </a:lnTo>
                  <a:lnTo>
                    <a:pt x="14897" y="98157"/>
                  </a:lnTo>
                  <a:lnTo>
                    <a:pt x="12779" y="103035"/>
                  </a:lnTo>
                  <a:lnTo>
                    <a:pt x="10817" y="107978"/>
                  </a:lnTo>
                  <a:lnTo>
                    <a:pt x="9013" y="112980"/>
                  </a:lnTo>
                  <a:lnTo>
                    <a:pt x="7370" y="118038"/>
                  </a:lnTo>
                  <a:lnTo>
                    <a:pt x="5888" y="123145"/>
                  </a:lnTo>
                  <a:lnTo>
                    <a:pt x="4569" y="128297"/>
                  </a:lnTo>
                  <a:lnTo>
                    <a:pt x="3415" y="133488"/>
                  </a:lnTo>
                  <a:lnTo>
                    <a:pt x="2427" y="138713"/>
                  </a:lnTo>
                  <a:lnTo>
                    <a:pt x="1605" y="143967"/>
                  </a:lnTo>
                  <a:lnTo>
                    <a:pt x="951" y="149244"/>
                  </a:lnTo>
                  <a:lnTo>
                    <a:pt x="465" y="154540"/>
                  </a:lnTo>
                  <a:lnTo>
                    <a:pt x="148" y="159848"/>
                  </a:lnTo>
                  <a:lnTo>
                    <a:pt x="0" y="165164"/>
                  </a:lnTo>
                  <a:lnTo>
                    <a:pt x="20" y="170482"/>
                  </a:lnTo>
                  <a:lnTo>
                    <a:pt x="210" y="175796"/>
                  </a:lnTo>
                  <a:lnTo>
                    <a:pt x="569" y="181102"/>
                  </a:lnTo>
                  <a:lnTo>
                    <a:pt x="1097" y="186393"/>
                  </a:lnTo>
                  <a:lnTo>
                    <a:pt x="1792" y="191665"/>
                  </a:lnTo>
                  <a:lnTo>
                    <a:pt x="2655" y="196913"/>
                  </a:lnTo>
                  <a:lnTo>
                    <a:pt x="3685" y="202130"/>
                  </a:lnTo>
                  <a:lnTo>
                    <a:pt x="4879" y="207312"/>
                  </a:lnTo>
                  <a:lnTo>
                    <a:pt x="6238" y="212453"/>
                  </a:lnTo>
                  <a:lnTo>
                    <a:pt x="7760" y="217548"/>
                  </a:lnTo>
                  <a:lnTo>
                    <a:pt x="9443" y="222593"/>
                  </a:lnTo>
                  <a:lnTo>
                    <a:pt x="11286" y="227581"/>
                  </a:lnTo>
                  <a:lnTo>
                    <a:pt x="13287" y="232508"/>
                  </a:lnTo>
                  <a:lnTo>
                    <a:pt x="15443" y="237369"/>
                  </a:lnTo>
                  <a:lnTo>
                    <a:pt x="17752" y="242159"/>
                  </a:lnTo>
                  <a:lnTo>
                    <a:pt x="20213" y="246873"/>
                  </a:lnTo>
                  <a:lnTo>
                    <a:pt x="22823" y="251507"/>
                  </a:lnTo>
                  <a:lnTo>
                    <a:pt x="25579" y="256055"/>
                  </a:lnTo>
                  <a:lnTo>
                    <a:pt x="28478" y="260513"/>
                  </a:lnTo>
                  <a:lnTo>
                    <a:pt x="31517" y="264877"/>
                  </a:lnTo>
                  <a:lnTo>
                    <a:pt x="34693" y="269142"/>
                  </a:lnTo>
                  <a:lnTo>
                    <a:pt x="38004" y="273303"/>
                  </a:lnTo>
                  <a:lnTo>
                    <a:pt x="41445" y="277358"/>
                  </a:lnTo>
                  <a:lnTo>
                    <a:pt x="45014" y="281300"/>
                  </a:lnTo>
                  <a:lnTo>
                    <a:pt x="48706" y="285128"/>
                  </a:lnTo>
                  <a:lnTo>
                    <a:pt x="52518" y="288835"/>
                  </a:lnTo>
                  <a:lnTo>
                    <a:pt x="56445" y="292420"/>
                  </a:lnTo>
                  <a:lnTo>
                    <a:pt x="60485" y="295878"/>
                  </a:lnTo>
                  <a:lnTo>
                    <a:pt x="64633" y="299206"/>
                  </a:lnTo>
                  <a:lnTo>
                    <a:pt x="68885" y="302400"/>
                  </a:lnTo>
                  <a:lnTo>
                    <a:pt x="73236" y="305457"/>
                  </a:lnTo>
                  <a:lnTo>
                    <a:pt x="77682" y="308375"/>
                  </a:lnTo>
                  <a:lnTo>
                    <a:pt x="82219" y="311149"/>
                  </a:lnTo>
                  <a:lnTo>
                    <a:pt x="86842" y="313778"/>
                  </a:lnTo>
                  <a:lnTo>
                    <a:pt x="91545" y="316258"/>
                  </a:lnTo>
                  <a:lnTo>
                    <a:pt x="96326" y="318588"/>
                  </a:lnTo>
                  <a:lnTo>
                    <a:pt x="101178" y="320764"/>
                  </a:lnTo>
                  <a:lnTo>
                    <a:pt x="106097" y="322785"/>
                  </a:lnTo>
                  <a:lnTo>
                    <a:pt x="111078" y="324648"/>
                  </a:lnTo>
                  <a:lnTo>
                    <a:pt x="116115" y="326352"/>
                  </a:lnTo>
                  <a:lnTo>
                    <a:pt x="121204" y="327895"/>
                  </a:lnTo>
                  <a:lnTo>
                    <a:pt x="126340" y="329275"/>
                  </a:lnTo>
                  <a:lnTo>
                    <a:pt x="131516" y="330491"/>
                  </a:lnTo>
                  <a:lnTo>
                    <a:pt x="136729" y="331542"/>
                  </a:lnTo>
                  <a:lnTo>
                    <a:pt x="141973" y="332427"/>
                  </a:lnTo>
                  <a:lnTo>
                    <a:pt x="147242" y="333144"/>
                  </a:lnTo>
                  <a:lnTo>
                    <a:pt x="152532" y="333694"/>
                  </a:lnTo>
                  <a:lnTo>
                    <a:pt x="157836" y="334074"/>
                  </a:lnTo>
                  <a:lnTo>
                    <a:pt x="163149" y="334286"/>
                  </a:lnTo>
                  <a:lnTo>
                    <a:pt x="168467" y="334329"/>
                  </a:lnTo>
                  <a:lnTo>
                    <a:pt x="173783" y="334203"/>
                  </a:lnTo>
                  <a:lnTo>
                    <a:pt x="179093" y="333908"/>
                  </a:lnTo>
                  <a:lnTo>
                    <a:pt x="184390" y="333444"/>
                  </a:lnTo>
                  <a:lnTo>
                    <a:pt x="189670" y="332811"/>
                  </a:lnTo>
                  <a:lnTo>
                    <a:pt x="194928" y="332011"/>
                  </a:lnTo>
                  <a:lnTo>
                    <a:pt x="200157" y="331044"/>
                  </a:lnTo>
                  <a:lnTo>
                    <a:pt x="205353" y="329912"/>
                  </a:lnTo>
                  <a:lnTo>
                    <a:pt x="210510" y="328615"/>
                  </a:lnTo>
                  <a:lnTo>
                    <a:pt x="215623" y="327154"/>
                  </a:lnTo>
                  <a:lnTo>
                    <a:pt x="220687" y="325531"/>
                  </a:lnTo>
                  <a:lnTo>
                    <a:pt x="225697" y="323748"/>
                  </a:lnTo>
                  <a:lnTo>
                    <a:pt x="230648" y="321807"/>
                  </a:lnTo>
                  <a:lnTo>
                    <a:pt x="235534" y="319709"/>
                  </a:lnTo>
                  <a:lnTo>
                    <a:pt x="240352" y="317457"/>
                  </a:lnTo>
                  <a:lnTo>
                    <a:pt x="245095" y="315053"/>
                  </a:lnTo>
                  <a:lnTo>
                    <a:pt x="249760" y="312499"/>
                  </a:lnTo>
                  <a:lnTo>
                    <a:pt x="254340" y="309798"/>
                  </a:lnTo>
                  <a:lnTo>
                    <a:pt x="258833" y="306953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869"/>
              <a:ext cx="167167" cy="306804"/>
            </a:xfrm>
            <a:custGeom>
              <a:avLst/>
              <a:pathLst>
                <a:path w="167167" h="306804">
                  <a:moveTo>
                    <a:pt x="91677" y="306804"/>
                  </a:moveTo>
                  <a:lnTo>
                    <a:pt x="96087" y="303810"/>
                  </a:lnTo>
                  <a:lnTo>
                    <a:pt x="100399" y="300677"/>
                  </a:lnTo>
                  <a:lnTo>
                    <a:pt x="104609" y="297409"/>
                  </a:lnTo>
                  <a:lnTo>
                    <a:pt x="108713" y="294008"/>
                  </a:lnTo>
                  <a:lnTo>
                    <a:pt x="112706" y="290477"/>
                  </a:lnTo>
                  <a:lnTo>
                    <a:pt x="116584" y="286822"/>
                  </a:lnTo>
                  <a:lnTo>
                    <a:pt x="120344" y="283044"/>
                  </a:lnTo>
                  <a:lnTo>
                    <a:pt x="123982" y="279149"/>
                  </a:lnTo>
                  <a:lnTo>
                    <a:pt x="127494" y="275139"/>
                  </a:lnTo>
                  <a:lnTo>
                    <a:pt x="130876" y="271020"/>
                  </a:lnTo>
                  <a:lnTo>
                    <a:pt x="134125" y="266795"/>
                  </a:lnTo>
                  <a:lnTo>
                    <a:pt x="137237" y="262468"/>
                  </a:lnTo>
                  <a:lnTo>
                    <a:pt x="140211" y="258044"/>
                  </a:lnTo>
                  <a:lnTo>
                    <a:pt x="143041" y="253528"/>
                  </a:lnTo>
                  <a:lnTo>
                    <a:pt x="145726" y="248924"/>
                  </a:lnTo>
                  <a:lnTo>
                    <a:pt x="148263" y="244237"/>
                  </a:lnTo>
                  <a:lnTo>
                    <a:pt x="150650" y="239471"/>
                  </a:lnTo>
                  <a:lnTo>
                    <a:pt x="152883" y="234632"/>
                  </a:lnTo>
                  <a:lnTo>
                    <a:pt x="154961" y="229723"/>
                  </a:lnTo>
                  <a:lnTo>
                    <a:pt x="156881" y="224752"/>
                  </a:lnTo>
                  <a:lnTo>
                    <a:pt x="158642" y="219721"/>
                  </a:lnTo>
                  <a:lnTo>
                    <a:pt x="160241" y="214637"/>
                  </a:lnTo>
                  <a:lnTo>
                    <a:pt x="161678" y="209504"/>
                  </a:lnTo>
                  <a:lnTo>
                    <a:pt x="162950" y="204328"/>
                  </a:lnTo>
                  <a:lnTo>
                    <a:pt x="164057" y="199114"/>
                  </a:lnTo>
                  <a:lnTo>
                    <a:pt x="164997" y="193868"/>
                  </a:lnTo>
                  <a:lnTo>
                    <a:pt x="165769" y="188594"/>
                  </a:lnTo>
                  <a:lnTo>
                    <a:pt x="166372" y="183299"/>
                  </a:lnTo>
                  <a:lnTo>
                    <a:pt x="166807" y="177987"/>
                  </a:lnTo>
                  <a:lnTo>
                    <a:pt x="167072" y="172663"/>
                  </a:lnTo>
                  <a:lnTo>
                    <a:pt x="167167" y="167334"/>
                  </a:lnTo>
                  <a:lnTo>
                    <a:pt x="167092" y="162005"/>
                  </a:lnTo>
                  <a:lnTo>
                    <a:pt x="166847" y="156681"/>
                  </a:lnTo>
                  <a:lnTo>
                    <a:pt x="166433" y="151367"/>
                  </a:lnTo>
                  <a:lnTo>
                    <a:pt x="165849" y="146069"/>
                  </a:lnTo>
                  <a:lnTo>
                    <a:pt x="165097" y="140793"/>
                  </a:lnTo>
                  <a:lnTo>
                    <a:pt x="164177" y="135543"/>
                  </a:lnTo>
                  <a:lnTo>
                    <a:pt x="163090" y="130325"/>
                  </a:lnTo>
                  <a:lnTo>
                    <a:pt x="161838" y="125144"/>
                  </a:lnTo>
                  <a:lnTo>
                    <a:pt x="160420" y="120006"/>
                  </a:lnTo>
                  <a:lnTo>
                    <a:pt x="158840" y="114916"/>
                  </a:lnTo>
                  <a:lnTo>
                    <a:pt x="157098" y="109879"/>
                  </a:lnTo>
                  <a:lnTo>
                    <a:pt x="155197" y="104900"/>
                  </a:lnTo>
                  <a:lnTo>
                    <a:pt x="153138" y="99984"/>
                  </a:lnTo>
                  <a:lnTo>
                    <a:pt x="150923" y="95136"/>
                  </a:lnTo>
                  <a:lnTo>
                    <a:pt x="148555" y="90361"/>
                  </a:lnTo>
                  <a:lnTo>
                    <a:pt x="146035" y="85664"/>
                  </a:lnTo>
                  <a:lnTo>
                    <a:pt x="143368" y="81050"/>
                  </a:lnTo>
                  <a:lnTo>
                    <a:pt x="140554" y="76523"/>
                  </a:lnTo>
                  <a:lnTo>
                    <a:pt x="137598" y="72088"/>
                  </a:lnTo>
                  <a:lnTo>
                    <a:pt x="134501" y="67750"/>
                  </a:lnTo>
                  <a:lnTo>
                    <a:pt x="131268" y="63512"/>
                  </a:lnTo>
                  <a:lnTo>
                    <a:pt x="127902" y="59380"/>
                  </a:lnTo>
                  <a:lnTo>
                    <a:pt x="124406" y="55357"/>
                  </a:lnTo>
                  <a:lnTo>
                    <a:pt x="120783" y="51448"/>
                  </a:lnTo>
                  <a:lnTo>
                    <a:pt x="117037" y="47656"/>
                  </a:lnTo>
                  <a:lnTo>
                    <a:pt x="113172" y="43986"/>
                  </a:lnTo>
                  <a:lnTo>
                    <a:pt x="109193" y="40441"/>
                  </a:lnTo>
                  <a:lnTo>
                    <a:pt x="105102" y="37024"/>
                  </a:lnTo>
                  <a:lnTo>
                    <a:pt x="100904" y="33740"/>
                  </a:lnTo>
                  <a:lnTo>
                    <a:pt x="96604" y="30590"/>
                  </a:lnTo>
                  <a:lnTo>
                    <a:pt x="92206" y="27580"/>
                  </a:lnTo>
                  <a:lnTo>
                    <a:pt x="87714" y="24711"/>
                  </a:lnTo>
                  <a:lnTo>
                    <a:pt x="83133" y="21988"/>
                  </a:lnTo>
                  <a:lnTo>
                    <a:pt x="78467" y="19411"/>
                  </a:lnTo>
                  <a:lnTo>
                    <a:pt x="73721" y="16985"/>
                  </a:lnTo>
                  <a:lnTo>
                    <a:pt x="68901" y="14711"/>
                  </a:lnTo>
                  <a:lnTo>
                    <a:pt x="64010" y="12591"/>
                  </a:lnTo>
                  <a:lnTo>
                    <a:pt x="59055" y="10629"/>
                  </a:lnTo>
                  <a:lnTo>
                    <a:pt x="54039" y="8826"/>
                  </a:lnTo>
                  <a:lnTo>
                    <a:pt x="48969" y="7184"/>
                  </a:lnTo>
                  <a:lnTo>
                    <a:pt x="43848" y="5704"/>
                  </a:lnTo>
                  <a:lnTo>
                    <a:pt x="38683" y="4388"/>
                  </a:lnTo>
                  <a:lnTo>
                    <a:pt x="33479" y="3237"/>
                  </a:lnTo>
                  <a:lnTo>
                    <a:pt x="28241" y="2253"/>
                  </a:lnTo>
                  <a:lnTo>
                    <a:pt x="22974" y="1437"/>
                  </a:lnTo>
                  <a:lnTo>
                    <a:pt x="17684" y="789"/>
                  </a:lnTo>
                  <a:lnTo>
                    <a:pt x="12375" y="309"/>
                  </a:lnTo>
                  <a:lnTo>
                    <a:pt x="7055" y="0"/>
                  </a:lnTo>
                  <a:lnTo>
                    <a:pt x="0" y="1670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7055" cy="167167"/>
            </a:xfrm>
            <a:custGeom>
              <a:avLst/>
              <a:pathLst>
                <a:path w="7055" h="167167">
                  <a:moveTo>
                    <a:pt x="7055" y="14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tx81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2025-06-05T23:58:48Z</dcterms:modified>
  <cp:category/>
</cp:coreProperties>
</file>