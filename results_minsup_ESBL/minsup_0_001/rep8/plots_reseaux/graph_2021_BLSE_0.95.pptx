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56679" y="3357855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943529" y="3377842"/>
              <a:ext cx="3878008" cy="962863"/>
            </a:xfrm>
            <a:custGeom>
              <a:avLst/>
              <a:pathLst>
                <a:path w="3878008" h="962863">
                  <a:moveTo>
                    <a:pt x="3878008" y="0"/>
                  </a:moveTo>
                  <a:lnTo>
                    <a:pt x="0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6939016" y="2966197"/>
              <a:ext cx="24757" cy="205395"/>
            </a:xfrm>
            <a:custGeom>
              <a:avLst/>
              <a:pathLst>
                <a:path w="24757" h="205395">
                  <a:moveTo>
                    <a:pt x="24757" y="20539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126255" y="1400573"/>
              <a:ext cx="798515" cy="3263498"/>
            </a:xfrm>
            <a:custGeom>
              <a:avLst/>
              <a:pathLst>
                <a:path w="798515" h="3263498">
                  <a:moveTo>
                    <a:pt x="798515" y="0"/>
                  </a:moveTo>
                  <a:lnTo>
                    <a:pt x="0" y="3263498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906010" y="1349502"/>
              <a:ext cx="933767" cy="833321"/>
            </a:xfrm>
            <a:custGeom>
              <a:avLst/>
              <a:pathLst>
                <a:path w="933767" h="833321">
                  <a:moveTo>
                    <a:pt x="933767" y="0"/>
                  </a:moveTo>
                  <a:lnTo>
                    <a:pt x="0" y="833321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023401" y="1394643"/>
              <a:ext cx="1462957" cy="3885832"/>
            </a:xfrm>
            <a:custGeom>
              <a:avLst/>
              <a:pathLst>
                <a:path w="1462957" h="3885832">
                  <a:moveTo>
                    <a:pt x="0" y="0"/>
                  </a:moveTo>
                  <a:lnTo>
                    <a:pt x="1462957" y="388583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041742" y="1386448"/>
              <a:ext cx="1902054" cy="3650680"/>
            </a:xfrm>
            <a:custGeom>
              <a:avLst/>
              <a:pathLst>
                <a:path w="1902054" h="3650680">
                  <a:moveTo>
                    <a:pt x="0" y="0"/>
                  </a:moveTo>
                  <a:lnTo>
                    <a:pt x="1902054" y="365068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943529" y="1530021"/>
              <a:ext cx="2915268" cy="723826"/>
            </a:xfrm>
            <a:custGeom>
              <a:avLst/>
              <a:pathLst>
                <a:path w="2915268" h="723826">
                  <a:moveTo>
                    <a:pt x="2915268" y="0"/>
                  </a:moveTo>
                  <a:lnTo>
                    <a:pt x="0" y="72382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67989" y="1996922"/>
              <a:ext cx="341293" cy="655056"/>
            </a:xfrm>
            <a:custGeom>
              <a:avLst/>
              <a:pathLst>
                <a:path w="341293" h="655056">
                  <a:moveTo>
                    <a:pt x="341293" y="0"/>
                  </a:moveTo>
                  <a:lnTo>
                    <a:pt x="0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3248766" y="3915170"/>
              <a:ext cx="3508003" cy="870995"/>
            </a:xfrm>
            <a:custGeom>
              <a:avLst/>
              <a:pathLst>
                <a:path w="3508003" h="870995">
                  <a:moveTo>
                    <a:pt x="0" y="870995"/>
                  </a:moveTo>
                  <a:lnTo>
                    <a:pt x="350800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649648" y="2450578"/>
              <a:ext cx="72739" cy="193206"/>
            </a:xfrm>
            <a:custGeom>
              <a:avLst/>
              <a:pathLst>
                <a:path w="72739" h="193206">
                  <a:moveTo>
                    <a:pt x="72739" y="0"/>
                  </a:moveTo>
                  <a:lnTo>
                    <a:pt x="0" y="19320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565711" y="2456508"/>
              <a:ext cx="175845" cy="718674"/>
            </a:xfrm>
            <a:custGeom>
              <a:avLst/>
              <a:pathLst>
                <a:path w="175845" h="718674">
                  <a:moveTo>
                    <a:pt x="175845" y="0"/>
                  </a:moveTo>
                  <a:lnTo>
                    <a:pt x="0" y="71867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610753" y="24600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781287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929072" y="2372263"/>
              <a:ext cx="3651615" cy="1930592"/>
            </a:xfrm>
            <a:custGeom>
              <a:avLst/>
              <a:pathLst>
                <a:path w="3651615" h="1930592">
                  <a:moveTo>
                    <a:pt x="0" y="0"/>
                  </a:moveTo>
                  <a:lnTo>
                    <a:pt x="3651615" y="193059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2918537" y="238956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4112285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140576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757915" y="2800231"/>
              <a:ext cx="3993928" cy="0"/>
            </a:xfrm>
            <a:custGeom>
              <a:avLst/>
              <a:pathLst>
                <a:path w="3993928" h="0">
                  <a:moveTo>
                    <a:pt x="3993928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691911" y="2820527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5118035" y="2938131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4003780" y="0"/>
                  </a:moveTo>
                  <a:lnTo>
                    <a:pt x="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2937447" y="2859890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3234309" y="2878364"/>
              <a:ext cx="3536917" cy="1869951"/>
            </a:xfrm>
            <a:custGeom>
              <a:avLst/>
              <a:pathLst>
                <a:path w="3536917" h="1869951">
                  <a:moveTo>
                    <a:pt x="3536917" y="0"/>
                  </a:moveTo>
                  <a:lnTo>
                    <a:pt x="0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5622499" y="2948483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748477" y="29661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079939" y="2956679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462965" y="2962609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565565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131097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787372" y="2450578"/>
              <a:ext cx="72739" cy="193206"/>
            </a:xfrm>
            <a:custGeom>
              <a:avLst/>
              <a:pathLst>
                <a:path w="72739" h="193206">
                  <a:moveTo>
                    <a:pt x="72739" y="1932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6919011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5655656" y="4000416"/>
              <a:ext cx="1152957" cy="1310978"/>
            </a:xfrm>
            <a:custGeom>
              <a:avLst/>
              <a:pathLst>
                <a:path w="1152957" h="1310978">
                  <a:moveTo>
                    <a:pt x="0" y="1310978"/>
                  </a:moveTo>
                  <a:lnTo>
                    <a:pt x="115295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727998" y="1204093"/>
              <a:ext cx="2158295" cy="1500705"/>
            </a:xfrm>
            <a:custGeom>
              <a:avLst/>
              <a:pathLst>
                <a:path w="2158295" h="1500705">
                  <a:moveTo>
                    <a:pt x="2158295" y="0"/>
                  </a:moveTo>
                  <a:lnTo>
                    <a:pt x="0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650703" y="1219967"/>
              <a:ext cx="2248117" cy="2006286"/>
            </a:xfrm>
            <a:custGeom>
              <a:avLst/>
              <a:pathLst>
                <a:path w="2248117" h="2006286">
                  <a:moveTo>
                    <a:pt x="2248117" y="0"/>
                  </a:moveTo>
                  <a:lnTo>
                    <a:pt x="0" y="200628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701146" y="1234189"/>
              <a:ext cx="2212000" cy="2515170"/>
            </a:xfrm>
            <a:custGeom>
              <a:avLst/>
              <a:pathLst>
                <a:path w="2212000" h="2515170">
                  <a:moveTo>
                    <a:pt x="2212000" y="0"/>
                  </a:moveTo>
                  <a:lnTo>
                    <a:pt x="0" y="25151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2875779" y="1246560"/>
              <a:ext cx="2053273" cy="2996528"/>
            </a:xfrm>
            <a:custGeom>
              <a:avLst/>
              <a:pathLst>
                <a:path w="2053273" h="2996528">
                  <a:moveTo>
                    <a:pt x="2053273" y="0"/>
                  </a:moveTo>
                  <a:lnTo>
                    <a:pt x="0" y="2996528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715471" y="1219967"/>
              <a:ext cx="1646021" cy="1468958"/>
            </a:xfrm>
            <a:custGeom>
              <a:avLst/>
              <a:pathLst>
                <a:path w="1646021" h="1468958">
                  <a:moveTo>
                    <a:pt x="1646021" y="0"/>
                  </a:moveTo>
                  <a:lnTo>
                    <a:pt x="0" y="146895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2636378" y="1234189"/>
              <a:ext cx="1739440" cy="1977842"/>
            </a:xfrm>
            <a:custGeom>
              <a:avLst/>
              <a:pathLst>
                <a:path w="1739440" h="1977842">
                  <a:moveTo>
                    <a:pt x="1739440" y="0"/>
                  </a:moveTo>
                  <a:lnTo>
                    <a:pt x="0" y="197784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2685239" y="1246560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2858529" y="1256912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4580707" y="1246560"/>
              <a:ext cx="2053273" cy="2996528"/>
            </a:xfrm>
            <a:custGeom>
              <a:avLst/>
              <a:pathLst>
                <a:path w="2053273" h="2996528">
                  <a:moveTo>
                    <a:pt x="0" y="0"/>
                  </a:moveTo>
                  <a:lnTo>
                    <a:pt x="2053273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2937447" y="1297854"/>
              <a:ext cx="2451651" cy="936617"/>
            </a:xfrm>
            <a:custGeom>
              <a:avLst/>
              <a:pathLst>
                <a:path w="2451651" h="936617">
                  <a:moveTo>
                    <a:pt x="2451651" y="0"/>
                  </a:moveTo>
                  <a:lnTo>
                    <a:pt x="0" y="93661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6131436" y="1615267"/>
              <a:ext cx="486638" cy="553335"/>
            </a:xfrm>
            <a:custGeom>
              <a:avLst/>
              <a:pathLst>
                <a:path w="486638" h="553335">
                  <a:moveTo>
                    <a:pt x="486638" y="55333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2688222" y="2334413"/>
              <a:ext cx="3878008" cy="962863"/>
            </a:xfrm>
            <a:custGeom>
              <a:avLst/>
              <a:pathLst>
                <a:path w="3878008" h="962863">
                  <a:moveTo>
                    <a:pt x="3878008" y="0"/>
                  </a:moveTo>
                  <a:lnTo>
                    <a:pt x="0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5100785" y="2442383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2746908" y="2353789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2929072" y="2372263"/>
              <a:ext cx="3651615" cy="1930592"/>
            </a:xfrm>
            <a:custGeom>
              <a:avLst/>
              <a:pathLst>
                <a:path w="3651615" h="1930592">
                  <a:moveTo>
                    <a:pt x="3651615" y="0"/>
                  </a:moveTo>
                  <a:lnTo>
                    <a:pt x="0" y="19305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3223774" y="2389563"/>
              <a:ext cx="3367447" cy="2341452"/>
            </a:xfrm>
            <a:custGeom>
              <a:avLst/>
              <a:pathLst>
                <a:path w="3367447" h="2341452">
                  <a:moveTo>
                    <a:pt x="3367447" y="0"/>
                  </a:moveTo>
                  <a:lnTo>
                    <a:pt x="0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5604158" y="2450578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6728472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5669981" y="1349502"/>
              <a:ext cx="933767" cy="833321"/>
            </a:xfrm>
            <a:custGeom>
              <a:avLst/>
              <a:pathLst>
                <a:path w="933767" h="833321">
                  <a:moveTo>
                    <a:pt x="933767" y="83332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2685239" y="1627638"/>
              <a:ext cx="708989" cy="1034693"/>
            </a:xfrm>
            <a:custGeom>
              <a:avLst/>
              <a:pathLst>
                <a:path w="708989" h="1034693">
                  <a:moveTo>
                    <a:pt x="708989" y="0"/>
                  </a:moveTo>
                  <a:lnTo>
                    <a:pt x="0" y="10346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2603222" y="1637991"/>
              <a:ext cx="808257" cy="1551316"/>
            </a:xfrm>
            <a:custGeom>
              <a:avLst/>
              <a:pathLst>
                <a:path w="808257" h="1551316">
                  <a:moveTo>
                    <a:pt x="808257" y="0"/>
                  </a:moveTo>
                  <a:lnTo>
                    <a:pt x="0" y="155131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2649648" y="1646186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821018" y="1652116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3613443" y="1601045"/>
              <a:ext cx="2990305" cy="2668636"/>
            </a:xfrm>
            <a:custGeom>
              <a:avLst/>
              <a:pathLst>
                <a:path w="2990305" h="2668636">
                  <a:moveTo>
                    <a:pt x="0" y="0"/>
                  </a:moveTo>
                  <a:lnTo>
                    <a:pt x="2990305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3599118" y="1615267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925525" y="3170392"/>
              <a:ext cx="58253" cy="167167"/>
            </a:xfrm>
            <a:custGeom>
              <a:avLst/>
              <a:pathLst>
                <a:path w="58253" h="167167">
                  <a:moveTo>
                    <a:pt x="58253" y="0"/>
                  </a:moveTo>
                  <a:lnTo>
                    <a:pt x="52304" y="105"/>
                  </a:lnTo>
                  <a:lnTo>
                    <a:pt x="46363" y="423"/>
                  </a:lnTo>
                  <a:lnTo>
                    <a:pt x="40436" y="952"/>
                  </a:lnTo>
                  <a:lnTo>
                    <a:pt x="34533" y="1691"/>
                  </a:lnTo>
                  <a:lnTo>
                    <a:pt x="28659" y="2640"/>
                  </a:lnTo>
                  <a:lnTo>
                    <a:pt x="22823" y="3797"/>
                  </a:lnTo>
                  <a:lnTo>
                    <a:pt x="17031" y="5162"/>
                  </a:lnTo>
                  <a:lnTo>
                    <a:pt x="11292" y="6731"/>
                  </a:lnTo>
                  <a:lnTo>
                    <a:pt x="5612" y="8504"/>
                  </a:lnTo>
                  <a:lnTo>
                    <a:pt x="0" y="10478"/>
                  </a:lnTo>
                  <a:lnTo>
                    <a:pt x="5825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925525" y="3180870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925525" y="3180870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25525" y="3180870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25525" y="3180870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25525" y="3180870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25525" y="3180870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25525" y="3180870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25525" y="3180870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25525" y="3180870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25525" y="3180870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25525" y="3180870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25525" y="3180870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25525" y="3180870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25525" y="3180870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25525" y="3180870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25525" y="3180870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25525" y="3180870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25525" y="3180870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25525" y="3180870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25525" y="3180870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25525" y="3180870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25525" y="3180870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25525" y="3180870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25525" y="3180870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25525" y="3180870"/>
              <a:ext cx="58253" cy="156689"/>
            </a:xfrm>
            <a:custGeom>
              <a:avLst/>
              <a:pathLst>
                <a:path w="58253" h="156689">
                  <a:moveTo>
                    <a:pt x="0" y="0"/>
                  </a:moveTo>
                  <a:lnTo>
                    <a:pt x="58253" y="1566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816627" y="3170412"/>
              <a:ext cx="334316" cy="334313"/>
            </a:xfrm>
            <a:custGeom>
              <a:avLst/>
              <a:pathLst>
                <a:path w="334316" h="334313">
                  <a:moveTo>
                    <a:pt x="108898" y="10458"/>
                  </a:moveTo>
                  <a:lnTo>
                    <a:pt x="103974" y="12377"/>
                  </a:lnTo>
                  <a:lnTo>
                    <a:pt x="99114" y="14452"/>
                  </a:lnTo>
                  <a:lnTo>
                    <a:pt x="94321" y="16679"/>
                  </a:lnTo>
                  <a:lnTo>
                    <a:pt x="89602" y="19056"/>
                  </a:lnTo>
                  <a:lnTo>
                    <a:pt x="84960" y="21581"/>
                  </a:lnTo>
                  <a:lnTo>
                    <a:pt x="80399" y="24252"/>
                  </a:lnTo>
                  <a:lnTo>
                    <a:pt x="75926" y="27065"/>
                  </a:lnTo>
                  <a:lnTo>
                    <a:pt x="71544" y="30019"/>
                  </a:lnTo>
                  <a:lnTo>
                    <a:pt x="67257" y="33109"/>
                  </a:lnTo>
                  <a:lnTo>
                    <a:pt x="63071" y="36334"/>
                  </a:lnTo>
                  <a:lnTo>
                    <a:pt x="58988" y="39689"/>
                  </a:lnTo>
                  <a:lnTo>
                    <a:pt x="55013" y="43172"/>
                  </a:lnTo>
                  <a:lnTo>
                    <a:pt x="51150" y="46778"/>
                  </a:lnTo>
                  <a:lnTo>
                    <a:pt x="47404" y="50505"/>
                  </a:lnTo>
                  <a:lnTo>
                    <a:pt x="43777" y="54348"/>
                  </a:lnTo>
                  <a:lnTo>
                    <a:pt x="40273" y="58304"/>
                  </a:lnTo>
                  <a:lnTo>
                    <a:pt x="36896" y="62369"/>
                  </a:lnTo>
                  <a:lnTo>
                    <a:pt x="33649" y="66539"/>
                  </a:lnTo>
                  <a:lnTo>
                    <a:pt x="30536" y="70809"/>
                  </a:lnTo>
                  <a:lnTo>
                    <a:pt x="27559" y="75175"/>
                  </a:lnTo>
                  <a:lnTo>
                    <a:pt x="24722" y="79633"/>
                  </a:lnTo>
                  <a:lnTo>
                    <a:pt x="22027" y="84179"/>
                  </a:lnTo>
                  <a:lnTo>
                    <a:pt x="19477" y="88808"/>
                  </a:lnTo>
                  <a:lnTo>
                    <a:pt x="17074" y="93515"/>
                  </a:lnTo>
                  <a:lnTo>
                    <a:pt x="14822" y="98295"/>
                  </a:lnTo>
                  <a:lnTo>
                    <a:pt x="12722" y="103144"/>
                  </a:lnTo>
                  <a:lnTo>
                    <a:pt x="10776" y="108058"/>
                  </a:lnTo>
                  <a:lnTo>
                    <a:pt x="8986" y="113030"/>
                  </a:lnTo>
                  <a:lnTo>
                    <a:pt x="7355" y="118056"/>
                  </a:lnTo>
                  <a:lnTo>
                    <a:pt x="5883" y="123132"/>
                  </a:lnTo>
                  <a:lnTo>
                    <a:pt x="4572" y="128251"/>
                  </a:lnTo>
                  <a:lnTo>
                    <a:pt x="3424" y="133410"/>
                  </a:lnTo>
                  <a:lnTo>
                    <a:pt x="2439" y="138602"/>
                  </a:lnTo>
                  <a:lnTo>
                    <a:pt x="1619" y="143822"/>
                  </a:lnTo>
                  <a:lnTo>
                    <a:pt x="965" y="149066"/>
                  </a:lnTo>
                  <a:lnTo>
                    <a:pt x="476" y="154328"/>
                  </a:lnTo>
                  <a:lnTo>
                    <a:pt x="155" y="159603"/>
                  </a:lnTo>
                  <a:lnTo>
                    <a:pt x="0" y="164885"/>
                  </a:lnTo>
                  <a:lnTo>
                    <a:pt x="12" y="170170"/>
                  </a:lnTo>
                  <a:lnTo>
                    <a:pt x="191" y="175451"/>
                  </a:lnTo>
                  <a:lnTo>
                    <a:pt x="536" y="180724"/>
                  </a:lnTo>
                  <a:lnTo>
                    <a:pt x="1049" y="185984"/>
                  </a:lnTo>
                  <a:lnTo>
                    <a:pt x="1727" y="191225"/>
                  </a:lnTo>
                  <a:lnTo>
                    <a:pt x="2571" y="196442"/>
                  </a:lnTo>
                  <a:lnTo>
                    <a:pt x="3579" y="201629"/>
                  </a:lnTo>
                  <a:lnTo>
                    <a:pt x="4751" y="206782"/>
                  </a:lnTo>
                  <a:lnTo>
                    <a:pt x="6085" y="211896"/>
                  </a:lnTo>
                  <a:lnTo>
                    <a:pt x="7580" y="216964"/>
                  </a:lnTo>
                  <a:lnTo>
                    <a:pt x="9234" y="221983"/>
                  </a:lnTo>
                  <a:lnTo>
                    <a:pt x="11046" y="226947"/>
                  </a:lnTo>
                  <a:lnTo>
                    <a:pt x="13015" y="231852"/>
                  </a:lnTo>
                  <a:lnTo>
                    <a:pt x="15137" y="236691"/>
                  </a:lnTo>
                  <a:lnTo>
                    <a:pt x="17411" y="241462"/>
                  </a:lnTo>
                  <a:lnTo>
                    <a:pt x="19835" y="246158"/>
                  </a:lnTo>
                  <a:lnTo>
                    <a:pt x="22406" y="250775"/>
                  </a:lnTo>
                  <a:lnTo>
                    <a:pt x="25121" y="255308"/>
                  </a:lnTo>
                  <a:lnTo>
                    <a:pt x="27979" y="259753"/>
                  </a:lnTo>
                  <a:lnTo>
                    <a:pt x="30976" y="264106"/>
                  </a:lnTo>
                  <a:lnTo>
                    <a:pt x="34108" y="268362"/>
                  </a:lnTo>
                  <a:lnTo>
                    <a:pt x="37374" y="272517"/>
                  </a:lnTo>
                  <a:lnTo>
                    <a:pt x="40770" y="276566"/>
                  </a:lnTo>
                  <a:lnTo>
                    <a:pt x="44291" y="280506"/>
                  </a:lnTo>
                  <a:lnTo>
                    <a:pt x="47936" y="284333"/>
                  </a:lnTo>
                  <a:lnTo>
                    <a:pt x="51699" y="288043"/>
                  </a:lnTo>
                  <a:lnTo>
                    <a:pt x="55578" y="291631"/>
                  </a:lnTo>
                  <a:lnTo>
                    <a:pt x="59569" y="295096"/>
                  </a:lnTo>
                  <a:lnTo>
                    <a:pt x="63667" y="298432"/>
                  </a:lnTo>
                  <a:lnTo>
                    <a:pt x="67868" y="301638"/>
                  </a:lnTo>
                  <a:lnTo>
                    <a:pt x="72169" y="304709"/>
                  </a:lnTo>
                  <a:lnTo>
                    <a:pt x="76565" y="307642"/>
                  </a:lnTo>
                  <a:lnTo>
                    <a:pt x="81051" y="310435"/>
                  </a:lnTo>
                  <a:lnTo>
                    <a:pt x="85623" y="313085"/>
                  </a:lnTo>
                  <a:lnTo>
                    <a:pt x="90277" y="315589"/>
                  </a:lnTo>
                  <a:lnTo>
                    <a:pt x="95007" y="317945"/>
                  </a:lnTo>
                  <a:lnTo>
                    <a:pt x="99810" y="320150"/>
                  </a:lnTo>
                  <a:lnTo>
                    <a:pt x="104679" y="322202"/>
                  </a:lnTo>
                  <a:lnTo>
                    <a:pt x="109612" y="324099"/>
                  </a:lnTo>
                  <a:lnTo>
                    <a:pt x="114601" y="325840"/>
                  </a:lnTo>
                  <a:lnTo>
                    <a:pt x="119644" y="327422"/>
                  </a:lnTo>
                  <a:lnTo>
                    <a:pt x="124734" y="328843"/>
                  </a:lnTo>
                  <a:lnTo>
                    <a:pt x="129866" y="330103"/>
                  </a:lnTo>
                  <a:lnTo>
                    <a:pt x="135035" y="331200"/>
                  </a:lnTo>
                  <a:lnTo>
                    <a:pt x="140237" y="332133"/>
                  </a:lnTo>
                  <a:lnTo>
                    <a:pt x="145465" y="332902"/>
                  </a:lnTo>
                  <a:lnTo>
                    <a:pt x="150715" y="333504"/>
                  </a:lnTo>
                  <a:lnTo>
                    <a:pt x="155982" y="333941"/>
                  </a:lnTo>
                  <a:lnTo>
                    <a:pt x="161259" y="334210"/>
                  </a:lnTo>
                  <a:lnTo>
                    <a:pt x="166543" y="334313"/>
                  </a:lnTo>
                  <a:lnTo>
                    <a:pt x="171827" y="334249"/>
                  </a:lnTo>
                  <a:lnTo>
                    <a:pt x="177107" y="334018"/>
                  </a:lnTo>
                  <a:lnTo>
                    <a:pt x="182376" y="333620"/>
                  </a:lnTo>
                  <a:lnTo>
                    <a:pt x="187630" y="333055"/>
                  </a:lnTo>
                  <a:lnTo>
                    <a:pt x="192864" y="332325"/>
                  </a:lnTo>
                  <a:lnTo>
                    <a:pt x="198073" y="331430"/>
                  </a:lnTo>
                  <a:lnTo>
                    <a:pt x="203250" y="330370"/>
                  </a:lnTo>
                  <a:lnTo>
                    <a:pt x="208391" y="329148"/>
                  </a:lnTo>
                  <a:lnTo>
                    <a:pt x="213491" y="327763"/>
                  </a:lnTo>
                  <a:lnTo>
                    <a:pt x="218545" y="326218"/>
                  </a:lnTo>
                  <a:lnTo>
                    <a:pt x="223547" y="324514"/>
                  </a:lnTo>
                  <a:lnTo>
                    <a:pt x="228493" y="322653"/>
                  </a:lnTo>
                  <a:lnTo>
                    <a:pt x="233378" y="320637"/>
                  </a:lnTo>
                  <a:lnTo>
                    <a:pt x="238196" y="318467"/>
                  </a:lnTo>
                  <a:lnTo>
                    <a:pt x="242944" y="316145"/>
                  </a:lnTo>
                  <a:lnTo>
                    <a:pt x="247615" y="313675"/>
                  </a:lnTo>
                  <a:lnTo>
                    <a:pt x="252207" y="311059"/>
                  </a:lnTo>
                  <a:lnTo>
                    <a:pt x="256713" y="308298"/>
                  </a:lnTo>
                  <a:lnTo>
                    <a:pt x="261130" y="305397"/>
                  </a:lnTo>
                  <a:lnTo>
                    <a:pt x="265453" y="302357"/>
                  </a:lnTo>
                  <a:lnTo>
                    <a:pt x="269677" y="299183"/>
                  </a:lnTo>
                  <a:lnTo>
                    <a:pt x="273800" y="295876"/>
                  </a:lnTo>
                  <a:lnTo>
                    <a:pt x="277815" y="292441"/>
                  </a:lnTo>
                  <a:lnTo>
                    <a:pt x="281720" y="288880"/>
                  </a:lnTo>
                  <a:lnTo>
                    <a:pt x="285511" y="285198"/>
                  </a:lnTo>
                  <a:lnTo>
                    <a:pt x="289183" y="281398"/>
                  </a:lnTo>
                  <a:lnTo>
                    <a:pt x="292733" y="277484"/>
                  </a:lnTo>
                  <a:lnTo>
                    <a:pt x="296158" y="273459"/>
                  </a:lnTo>
                  <a:lnTo>
                    <a:pt x="299454" y="269328"/>
                  </a:lnTo>
                  <a:lnTo>
                    <a:pt x="302618" y="265095"/>
                  </a:lnTo>
                  <a:lnTo>
                    <a:pt x="305646" y="260764"/>
                  </a:lnTo>
                  <a:lnTo>
                    <a:pt x="308536" y="256340"/>
                  </a:lnTo>
                  <a:lnTo>
                    <a:pt x="311285" y="251826"/>
                  </a:lnTo>
                  <a:lnTo>
                    <a:pt x="313889" y="247228"/>
                  </a:lnTo>
                  <a:lnTo>
                    <a:pt x="316347" y="242550"/>
                  </a:lnTo>
                  <a:lnTo>
                    <a:pt x="318656" y="237797"/>
                  </a:lnTo>
                  <a:lnTo>
                    <a:pt x="320813" y="232973"/>
                  </a:lnTo>
                  <a:lnTo>
                    <a:pt x="322817" y="228083"/>
                  </a:lnTo>
                  <a:lnTo>
                    <a:pt x="324666" y="223132"/>
                  </a:lnTo>
                  <a:lnTo>
                    <a:pt x="326356" y="218125"/>
                  </a:lnTo>
                  <a:lnTo>
                    <a:pt x="327888" y="213067"/>
                  </a:lnTo>
                  <a:lnTo>
                    <a:pt x="329259" y="207964"/>
                  </a:lnTo>
                  <a:lnTo>
                    <a:pt x="330469" y="202819"/>
                  </a:lnTo>
                  <a:lnTo>
                    <a:pt x="331515" y="197639"/>
                  </a:lnTo>
                  <a:lnTo>
                    <a:pt x="332396" y="192429"/>
                  </a:lnTo>
                  <a:lnTo>
                    <a:pt x="333113" y="187193"/>
                  </a:lnTo>
                  <a:lnTo>
                    <a:pt x="333663" y="181937"/>
                  </a:lnTo>
                  <a:lnTo>
                    <a:pt x="334048" y="176667"/>
                  </a:lnTo>
                  <a:lnTo>
                    <a:pt x="334265" y="171387"/>
                  </a:lnTo>
                  <a:lnTo>
                    <a:pt x="334316" y="166102"/>
                  </a:lnTo>
                  <a:lnTo>
                    <a:pt x="334199" y="160819"/>
                  </a:lnTo>
                  <a:lnTo>
                    <a:pt x="333916" y="155542"/>
                  </a:lnTo>
                  <a:lnTo>
                    <a:pt x="333466" y="150277"/>
                  </a:lnTo>
                  <a:lnTo>
                    <a:pt x="332849" y="145028"/>
                  </a:lnTo>
                  <a:lnTo>
                    <a:pt x="332067" y="139802"/>
                  </a:lnTo>
                  <a:lnTo>
                    <a:pt x="331121" y="134603"/>
                  </a:lnTo>
                  <a:lnTo>
                    <a:pt x="330010" y="129436"/>
                  </a:lnTo>
                  <a:lnTo>
                    <a:pt x="328737" y="124307"/>
                  </a:lnTo>
                  <a:lnTo>
                    <a:pt x="327302" y="119221"/>
                  </a:lnTo>
                  <a:lnTo>
                    <a:pt x="325707" y="114183"/>
                  </a:lnTo>
                  <a:lnTo>
                    <a:pt x="323954" y="109198"/>
                  </a:lnTo>
                  <a:lnTo>
                    <a:pt x="322044" y="104271"/>
                  </a:lnTo>
                  <a:lnTo>
                    <a:pt x="319979" y="99406"/>
                  </a:lnTo>
                  <a:lnTo>
                    <a:pt x="317761" y="94609"/>
                  </a:lnTo>
                  <a:lnTo>
                    <a:pt x="315393" y="89885"/>
                  </a:lnTo>
                  <a:lnTo>
                    <a:pt x="312877" y="85238"/>
                  </a:lnTo>
                  <a:lnTo>
                    <a:pt x="310215" y="80673"/>
                  </a:lnTo>
                  <a:lnTo>
                    <a:pt x="307410" y="76194"/>
                  </a:lnTo>
                  <a:lnTo>
                    <a:pt x="304465" y="71806"/>
                  </a:lnTo>
                  <a:lnTo>
                    <a:pt x="301383" y="67513"/>
                  </a:lnTo>
                  <a:lnTo>
                    <a:pt x="298167" y="63320"/>
                  </a:lnTo>
                  <a:lnTo>
                    <a:pt x="294820" y="59231"/>
                  </a:lnTo>
                  <a:lnTo>
                    <a:pt x="291345" y="55250"/>
                  </a:lnTo>
                  <a:lnTo>
                    <a:pt x="287746" y="51380"/>
                  </a:lnTo>
                  <a:lnTo>
                    <a:pt x="284026" y="47626"/>
                  </a:lnTo>
                  <a:lnTo>
                    <a:pt x="280190" y="43992"/>
                  </a:lnTo>
                  <a:lnTo>
                    <a:pt x="276241" y="40480"/>
                  </a:lnTo>
                  <a:lnTo>
                    <a:pt x="272183" y="37095"/>
                  </a:lnTo>
                  <a:lnTo>
                    <a:pt x="268019" y="33840"/>
                  </a:lnTo>
                  <a:lnTo>
                    <a:pt x="263755" y="30719"/>
                  </a:lnTo>
                  <a:lnTo>
                    <a:pt x="259395" y="27733"/>
                  </a:lnTo>
                  <a:lnTo>
                    <a:pt x="254942" y="24887"/>
                  </a:lnTo>
                  <a:lnTo>
                    <a:pt x="250402" y="22184"/>
                  </a:lnTo>
                  <a:lnTo>
                    <a:pt x="245778" y="19625"/>
                  </a:lnTo>
                  <a:lnTo>
                    <a:pt x="241076" y="17213"/>
                  </a:lnTo>
                  <a:lnTo>
                    <a:pt x="236300" y="14951"/>
                  </a:lnTo>
                  <a:lnTo>
                    <a:pt x="231454" y="12842"/>
                  </a:lnTo>
                  <a:lnTo>
                    <a:pt x="226545" y="10886"/>
                  </a:lnTo>
                  <a:lnTo>
                    <a:pt x="221576" y="9087"/>
                  </a:lnTo>
                  <a:lnTo>
                    <a:pt x="216553" y="7446"/>
                  </a:lnTo>
                  <a:lnTo>
                    <a:pt x="211480" y="5964"/>
                  </a:lnTo>
                  <a:lnTo>
                    <a:pt x="206363" y="4643"/>
                  </a:lnTo>
                  <a:lnTo>
                    <a:pt x="201207" y="3485"/>
                  </a:lnTo>
                  <a:lnTo>
                    <a:pt x="196017" y="2491"/>
                  </a:lnTo>
                  <a:lnTo>
                    <a:pt x="190798" y="1660"/>
                  </a:lnTo>
                  <a:lnTo>
                    <a:pt x="185556" y="996"/>
                  </a:lnTo>
                  <a:lnTo>
                    <a:pt x="180295" y="497"/>
                  </a:lnTo>
                  <a:lnTo>
                    <a:pt x="175021" y="165"/>
                  </a:lnTo>
                  <a:lnTo>
                    <a:pt x="169739" y="0"/>
                  </a:lnTo>
                  <a:lnTo>
                    <a:pt x="167152" y="1671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83779" y="3170392"/>
              <a:ext cx="2586" cy="167167"/>
            </a:xfrm>
            <a:custGeom>
              <a:avLst/>
              <a:pathLst>
                <a:path w="2586" h="167167">
                  <a:moveTo>
                    <a:pt x="2586" y="2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753343" y="2633064"/>
              <a:ext cx="165668" cy="167167"/>
            </a:xfrm>
            <a:custGeom>
              <a:avLst/>
              <a:pathLst>
                <a:path w="165668" h="167167">
                  <a:moveTo>
                    <a:pt x="165668" y="0"/>
                  </a:moveTo>
                  <a:lnTo>
                    <a:pt x="160210" y="89"/>
                  </a:lnTo>
                  <a:lnTo>
                    <a:pt x="154758" y="356"/>
                  </a:lnTo>
                  <a:lnTo>
                    <a:pt x="149318" y="801"/>
                  </a:lnTo>
                  <a:lnTo>
                    <a:pt x="143895" y="1423"/>
                  </a:lnTo>
                  <a:lnTo>
                    <a:pt x="138496" y="2223"/>
                  </a:lnTo>
                  <a:lnTo>
                    <a:pt x="133125" y="3198"/>
                  </a:lnTo>
                  <a:lnTo>
                    <a:pt x="127789" y="4348"/>
                  </a:lnTo>
                  <a:lnTo>
                    <a:pt x="122493" y="5671"/>
                  </a:lnTo>
                  <a:lnTo>
                    <a:pt x="117244" y="7167"/>
                  </a:lnTo>
                  <a:lnTo>
                    <a:pt x="112046" y="8833"/>
                  </a:lnTo>
                  <a:lnTo>
                    <a:pt x="106905" y="10668"/>
                  </a:lnTo>
                  <a:lnTo>
                    <a:pt x="101827" y="12670"/>
                  </a:lnTo>
                  <a:lnTo>
                    <a:pt x="96817" y="14837"/>
                  </a:lnTo>
                  <a:lnTo>
                    <a:pt x="91881" y="17166"/>
                  </a:lnTo>
                  <a:lnTo>
                    <a:pt x="87023" y="19655"/>
                  </a:lnTo>
                  <a:lnTo>
                    <a:pt x="82249" y="22301"/>
                  </a:lnTo>
                  <a:lnTo>
                    <a:pt x="77563" y="25102"/>
                  </a:lnTo>
                  <a:lnTo>
                    <a:pt x="72972" y="28054"/>
                  </a:lnTo>
                  <a:lnTo>
                    <a:pt x="68480" y="31154"/>
                  </a:lnTo>
                  <a:lnTo>
                    <a:pt x="64091" y="34400"/>
                  </a:lnTo>
                  <a:lnTo>
                    <a:pt x="59811" y="37787"/>
                  </a:lnTo>
                  <a:lnTo>
                    <a:pt x="55643" y="41312"/>
                  </a:lnTo>
                  <a:lnTo>
                    <a:pt x="51593" y="44971"/>
                  </a:lnTo>
                  <a:lnTo>
                    <a:pt x="47664" y="48761"/>
                  </a:lnTo>
                  <a:lnTo>
                    <a:pt x="43861" y="52676"/>
                  </a:lnTo>
                  <a:lnTo>
                    <a:pt x="40188" y="56714"/>
                  </a:lnTo>
                  <a:lnTo>
                    <a:pt x="36649" y="60870"/>
                  </a:lnTo>
                  <a:lnTo>
                    <a:pt x="33247" y="65139"/>
                  </a:lnTo>
                  <a:lnTo>
                    <a:pt x="29987" y="69516"/>
                  </a:lnTo>
                  <a:lnTo>
                    <a:pt x="26871" y="73998"/>
                  </a:lnTo>
                  <a:lnTo>
                    <a:pt x="23903" y="78579"/>
                  </a:lnTo>
                  <a:lnTo>
                    <a:pt x="21087" y="83255"/>
                  </a:lnTo>
                  <a:lnTo>
                    <a:pt x="18424" y="88020"/>
                  </a:lnTo>
                  <a:lnTo>
                    <a:pt x="15919" y="92869"/>
                  </a:lnTo>
                  <a:lnTo>
                    <a:pt x="13573" y="97798"/>
                  </a:lnTo>
                  <a:lnTo>
                    <a:pt x="11389" y="102801"/>
                  </a:lnTo>
                  <a:lnTo>
                    <a:pt x="9370" y="107872"/>
                  </a:lnTo>
                  <a:lnTo>
                    <a:pt x="7517" y="113006"/>
                  </a:lnTo>
                  <a:lnTo>
                    <a:pt x="5833" y="118198"/>
                  </a:lnTo>
                  <a:lnTo>
                    <a:pt x="4320" y="123443"/>
                  </a:lnTo>
                  <a:lnTo>
                    <a:pt x="2978" y="128734"/>
                  </a:lnTo>
                  <a:lnTo>
                    <a:pt x="1810" y="134066"/>
                  </a:lnTo>
                  <a:lnTo>
                    <a:pt x="817" y="139433"/>
                  </a:lnTo>
                  <a:lnTo>
                    <a:pt x="0" y="144830"/>
                  </a:lnTo>
                  <a:lnTo>
                    <a:pt x="16566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753343" y="2777894"/>
              <a:ext cx="165668" cy="22336"/>
            </a:xfrm>
            <a:custGeom>
              <a:avLst/>
              <a:pathLst>
                <a:path w="165668" h="22336">
                  <a:moveTo>
                    <a:pt x="0" y="0"/>
                  </a:moveTo>
                  <a:lnTo>
                    <a:pt x="165668" y="2233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753343" y="2777894"/>
              <a:ext cx="165668" cy="22336"/>
            </a:xfrm>
            <a:custGeom>
              <a:avLst/>
              <a:pathLst>
                <a:path w="165668" h="22336">
                  <a:moveTo>
                    <a:pt x="0" y="0"/>
                  </a:moveTo>
                  <a:lnTo>
                    <a:pt x="165668" y="2233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53343" y="2777894"/>
              <a:ext cx="165668" cy="22336"/>
            </a:xfrm>
            <a:custGeom>
              <a:avLst/>
              <a:pathLst>
                <a:path w="165668" h="22336">
                  <a:moveTo>
                    <a:pt x="0" y="0"/>
                  </a:moveTo>
                  <a:lnTo>
                    <a:pt x="165668" y="223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753343" y="2777894"/>
              <a:ext cx="165668" cy="22336"/>
            </a:xfrm>
            <a:custGeom>
              <a:avLst/>
              <a:pathLst>
                <a:path w="165668" h="22336">
                  <a:moveTo>
                    <a:pt x="0" y="0"/>
                  </a:moveTo>
                  <a:lnTo>
                    <a:pt x="165668" y="223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53343" y="2777894"/>
              <a:ext cx="165668" cy="22336"/>
            </a:xfrm>
            <a:custGeom>
              <a:avLst/>
              <a:pathLst>
                <a:path w="165668" h="22336">
                  <a:moveTo>
                    <a:pt x="0" y="0"/>
                  </a:moveTo>
                  <a:lnTo>
                    <a:pt x="165668" y="223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53343" y="2777894"/>
              <a:ext cx="165668" cy="22336"/>
            </a:xfrm>
            <a:custGeom>
              <a:avLst/>
              <a:pathLst>
                <a:path w="165668" h="22336">
                  <a:moveTo>
                    <a:pt x="0" y="0"/>
                  </a:moveTo>
                  <a:lnTo>
                    <a:pt x="165668" y="223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53343" y="2777894"/>
              <a:ext cx="165668" cy="22336"/>
            </a:xfrm>
            <a:custGeom>
              <a:avLst/>
              <a:pathLst>
                <a:path w="165668" h="22336">
                  <a:moveTo>
                    <a:pt x="0" y="0"/>
                  </a:moveTo>
                  <a:lnTo>
                    <a:pt x="165668" y="223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53343" y="2777894"/>
              <a:ext cx="165668" cy="22336"/>
            </a:xfrm>
            <a:custGeom>
              <a:avLst/>
              <a:pathLst>
                <a:path w="165668" h="22336">
                  <a:moveTo>
                    <a:pt x="0" y="0"/>
                  </a:moveTo>
                  <a:lnTo>
                    <a:pt x="165668" y="223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53343" y="2777894"/>
              <a:ext cx="165668" cy="22336"/>
            </a:xfrm>
            <a:custGeom>
              <a:avLst/>
              <a:pathLst>
                <a:path w="165668" h="22336">
                  <a:moveTo>
                    <a:pt x="0" y="0"/>
                  </a:moveTo>
                  <a:lnTo>
                    <a:pt x="165668" y="223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53343" y="2777894"/>
              <a:ext cx="165668" cy="22336"/>
            </a:xfrm>
            <a:custGeom>
              <a:avLst/>
              <a:pathLst>
                <a:path w="165668" h="22336">
                  <a:moveTo>
                    <a:pt x="0" y="0"/>
                  </a:moveTo>
                  <a:lnTo>
                    <a:pt x="165668" y="223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53343" y="2777894"/>
              <a:ext cx="165668" cy="22336"/>
            </a:xfrm>
            <a:custGeom>
              <a:avLst/>
              <a:pathLst>
                <a:path w="165668" h="22336">
                  <a:moveTo>
                    <a:pt x="0" y="0"/>
                  </a:moveTo>
                  <a:lnTo>
                    <a:pt x="165668" y="223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53343" y="2777894"/>
              <a:ext cx="165668" cy="22336"/>
            </a:xfrm>
            <a:custGeom>
              <a:avLst/>
              <a:pathLst>
                <a:path w="165668" h="22336">
                  <a:moveTo>
                    <a:pt x="0" y="0"/>
                  </a:moveTo>
                  <a:lnTo>
                    <a:pt x="165668" y="223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53343" y="2777894"/>
              <a:ext cx="165668" cy="22336"/>
            </a:xfrm>
            <a:custGeom>
              <a:avLst/>
              <a:pathLst>
                <a:path w="165668" h="22336">
                  <a:moveTo>
                    <a:pt x="0" y="0"/>
                  </a:moveTo>
                  <a:lnTo>
                    <a:pt x="165668" y="223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53343" y="2777894"/>
              <a:ext cx="165668" cy="22336"/>
            </a:xfrm>
            <a:custGeom>
              <a:avLst/>
              <a:pathLst>
                <a:path w="165668" h="22336">
                  <a:moveTo>
                    <a:pt x="0" y="0"/>
                  </a:moveTo>
                  <a:lnTo>
                    <a:pt x="165668" y="223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53343" y="2777894"/>
              <a:ext cx="165668" cy="22336"/>
            </a:xfrm>
            <a:custGeom>
              <a:avLst/>
              <a:pathLst>
                <a:path w="165668" h="22336">
                  <a:moveTo>
                    <a:pt x="0" y="0"/>
                  </a:moveTo>
                  <a:lnTo>
                    <a:pt x="165668" y="2233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53343" y="2777894"/>
              <a:ext cx="165668" cy="22336"/>
            </a:xfrm>
            <a:custGeom>
              <a:avLst/>
              <a:pathLst>
                <a:path w="165668" h="22336">
                  <a:moveTo>
                    <a:pt x="0" y="0"/>
                  </a:moveTo>
                  <a:lnTo>
                    <a:pt x="165668" y="223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53343" y="2777894"/>
              <a:ext cx="165668" cy="22336"/>
            </a:xfrm>
            <a:custGeom>
              <a:avLst/>
              <a:pathLst>
                <a:path w="165668" h="22336">
                  <a:moveTo>
                    <a:pt x="0" y="0"/>
                  </a:moveTo>
                  <a:lnTo>
                    <a:pt x="165668" y="223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53343" y="2777894"/>
              <a:ext cx="165668" cy="22336"/>
            </a:xfrm>
            <a:custGeom>
              <a:avLst/>
              <a:pathLst>
                <a:path w="165668" h="22336">
                  <a:moveTo>
                    <a:pt x="0" y="0"/>
                  </a:moveTo>
                  <a:lnTo>
                    <a:pt x="165668" y="223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53343" y="2777894"/>
              <a:ext cx="165668" cy="22336"/>
            </a:xfrm>
            <a:custGeom>
              <a:avLst/>
              <a:pathLst>
                <a:path w="165668" h="22336">
                  <a:moveTo>
                    <a:pt x="0" y="0"/>
                  </a:moveTo>
                  <a:lnTo>
                    <a:pt x="165668" y="223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53343" y="2777894"/>
              <a:ext cx="165668" cy="22336"/>
            </a:xfrm>
            <a:custGeom>
              <a:avLst/>
              <a:pathLst>
                <a:path w="165668" h="22336">
                  <a:moveTo>
                    <a:pt x="0" y="0"/>
                  </a:moveTo>
                  <a:lnTo>
                    <a:pt x="165668" y="223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53343" y="2777894"/>
              <a:ext cx="165668" cy="22336"/>
            </a:xfrm>
            <a:custGeom>
              <a:avLst/>
              <a:pathLst>
                <a:path w="165668" h="22336">
                  <a:moveTo>
                    <a:pt x="0" y="0"/>
                  </a:moveTo>
                  <a:lnTo>
                    <a:pt x="165668" y="223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53343" y="2777894"/>
              <a:ext cx="165668" cy="22336"/>
            </a:xfrm>
            <a:custGeom>
              <a:avLst/>
              <a:pathLst>
                <a:path w="165668" h="22336">
                  <a:moveTo>
                    <a:pt x="0" y="0"/>
                  </a:moveTo>
                  <a:lnTo>
                    <a:pt x="165668" y="223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53343" y="2777894"/>
              <a:ext cx="165668" cy="22336"/>
            </a:xfrm>
            <a:custGeom>
              <a:avLst/>
              <a:pathLst>
                <a:path w="165668" h="22336">
                  <a:moveTo>
                    <a:pt x="0" y="0"/>
                  </a:moveTo>
                  <a:lnTo>
                    <a:pt x="165668" y="223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53343" y="2777894"/>
              <a:ext cx="165668" cy="22336"/>
            </a:xfrm>
            <a:custGeom>
              <a:avLst/>
              <a:pathLst>
                <a:path w="165668" h="22336">
                  <a:moveTo>
                    <a:pt x="0" y="0"/>
                  </a:moveTo>
                  <a:lnTo>
                    <a:pt x="165668" y="223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51848" y="2659337"/>
              <a:ext cx="334319" cy="308058"/>
            </a:xfrm>
            <a:custGeom>
              <a:avLst/>
              <a:pathLst>
                <a:path w="334319" h="308058">
                  <a:moveTo>
                    <a:pt x="1494" y="118557"/>
                  </a:moveTo>
                  <a:lnTo>
                    <a:pt x="870" y="123817"/>
                  </a:lnTo>
                  <a:lnTo>
                    <a:pt x="412" y="129095"/>
                  </a:lnTo>
                  <a:lnTo>
                    <a:pt x="122" y="134384"/>
                  </a:lnTo>
                  <a:lnTo>
                    <a:pt x="0" y="139680"/>
                  </a:lnTo>
                  <a:lnTo>
                    <a:pt x="45" y="144977"/>
                  </a:lnTo>
                  <a:lnTo>
                    <a:pt x="258" y="150270"/>
                  </a:lnTo>
                  <a:lnTo>
                    <a:pt x="639" y="155553"/>
                  </a:lnTo>
                  <a:lnTo>
                    <a:pt x="1187" y="160822"/>
                  </a:lnTo>
                  <a:lnTo>
                    <a:pt x="1902" y="166071"/>
                  </a:lnTo>
                  <a:lnTo>
                    <a:pt x="2783" y="171295"/>
                  </a:lnTo>
                  <a:lnTo>
                    <a:pt x="3829" y="176488"/>
                  </a:lnTo>
                  <a:lnTo>
                    <a:pt x="5038" y="181645"/>
                  </a:lnTo>
                  <a:lnTo>
                    <a:pt x="6411" y="186761"/>
                  </a:lnTo>
                  <a:lnTo>
                    <a:pt x="7945" y="191832"/>
                  </a:lnTo>
                  <a:lnTo>
                    <a:pt x="9639" y="196851"/>
                  </a:lnTo>
                  <a:lnTo>
                    <a:pt x="11491" y="201814"/>
                  </a:lnTo>
                  <a:lnTo>
                    <a:pt x="13499" y="206716"/>
                  </a:lnTo>
                  <a:lnTo>
                    <a:pt x="15662" y="211551"/>
                  </a:lnTo>
                  <a:lnTo>
                    <a:pt x="17977" y="216316"/>
                  </a:lnTo>
                  <a:lnTo>
                    <a:pt x="20441" y="221005"/>
                  </a:lnTo>
                  <a:lnTo>
                    <a:pt x="23053" y="225614"/>
                  </a:lnTo>
                  <a:lnTo>
                    <a:pt x="25810" y="230137"/>
                  </a:lnTo>
                  <a:lnTo>
                    <a:pt x="28709" y="234571"/>
                  </a:lnTo>
                  <a:lnTo>
                    <a:pt x="31746" y="238911"/>
                  </a:lnTo>
                  <a:lnTo>
                    <a:pt x="34920" y="243152"/>
                  </a:lnTo>
                  <a:lnTo>
                    <a:pt x="38226" y="247291"/>
                  </a:lnTo>
                  <a:lnTo>
                    <a:pt x="41662" y="251323"/>
                  </a:lnTo>
                  <a:lnTo>
                    <a:pt x="45224" y="255244"/>
                  </a:lnTo>
                  <a:lnTo>
                    <a:pt x="48909" y="259050"/>
                  </a:lnTo>
                  <a:lnTo>
                    <a:pt x="52712" y="262738"/>
                  </a:lnTo>
                  <a:lnTo>
                    <a:pt x="56630" y="266303"/>
                  </a:lnTo>
                  <a:lnTo>
                    <a:pt x="60659" y="269742"/>
                  </a:lnTo>
                  <a:lnTo>
                    <a:pt x="64795" y="273052"/>
                  </a:lnTo>
                  <a:lnTo>
                    <a:pt x="69034" y="276229"/>
                  </a:lnTo>
                  <a:lnTo>
                    <a:pt x="73371" y="279270"/>
                  </a:lnTo>
                  <a:lnTo>
                    <a:pt x="77802" y="282172"/>
                  </a:lnTo>
                  <a:lnTo>
                    <a:pt x="82324" y="284933"/>
                  </a:lnTo>
                  <a:lnTo>
                    <a:pt x="86930" y="287549"/>
                  </a:lnTo>
                  <a:lnTo>
                    <a:pt x="91617" y="290017"/>
                  </a:lnTo>
                  <a:lnTo>
                    <a:pt x="96380" y="292336"/>
                  </a:lnTo>
                  <a:lnTo>
                    <a:pt x="101214" y="294503"/>
                  </a:lnTo>
                  <a:lnTo>
                    <a:pt x="106114" y="296515"/>
                  </a:lnTo>
                  <a:lnTo>
                    <a:pt x="111075" y="298371"/>
                  </a:lnTo>
                  <a:lnTo>
                    <a:pt x="116093" y="300069"/>
                  </a:lnTo>
                  <a:lnTo>
                    <a:pt x="121162" y="301607"/>
                  </a:lnTo>
                  <a:lnTo>
                    <a:pt x="126278" y="302984"/>
                  </a:lnTo>
                  <a:lnTo>
                    <a:pt x="131434" y="304198"/>
                  </a:lnTo>
                  <a:lnTo>
                    <a:pt x="136626" y="305248"/>
                  </a:lnTo>
                  <a:lnTo>
                    <a:pt x="141849" y="306133"/>
                  </a:lnTo>
                  <a:lnTo>
                    <a:pt x="147097" y="306852"/>
                  </a:lnTo>
                  <a:lnTo>
                    <a:pt x="152366" y="307405"/>
                  </a:lnTo>
                  <a:lnTo>
                    <a:pt x="157649" y="307790"/>
                  </a:lnTo>
                  <a:lnTo>
                    <a:pt x="162942" y="308008"/>
                  </a:lnTo>
                  <a:lnTo>
                    <a:pt x="168239" y="308058"/>
                  </a:lnTo>
                  <a:lnTo>
                    <a:pt x="173535" y="307940"/>
                  </a:lnTo>
                  <a:lnTo>
                    <a:pt x="178824" y="307654"/>
                  </a:lnTo>
                  <a:lnTo>
                    <a:pt x="184102" y="307201"/>
                  </a:lnTo>
                  <a:lnTo>
                    <a:pt x="189363" y="306580"/>
                  </a:lnTo>
                  <a:lnTo>
                    <a:pt x="194602" y="305794"/>
                  </a:lnTo>
                  <a:lnTo>
                    <a:pt x="199813" y="304842"/>
                  </a:lnTo>
                  <a:lnTo>
                    <a:pt x="204991" y="303725"/>
                  </a:lnTo>
                  <a:lnTo>
                    <a:pt x="210131" y="302444"/>
                  </a:lnTo>
                  <a:lnTo>
                    <a:pt x="215228" y="301002"/>
                  </a:lnTo>
                  <a:lnTo>
                    <a:pt x="220277" y="299398"/>
                  </a:lnTo>
                  <a:lnTo>
                    <a:pt x="225273" y="297636"/>
                  </a:lnTo>
                  <a:lnTo>
                    <a:pt x="230210" y="295716"/>
                  </a:lnTo>
                  <a:lnTo>
                    <a:pt x="235084" y="293641"/>
                  </a:lnTo>
                  <a:lnTo>
                    <a:pt x="239889" y="291412"/>
                  </a:lnTo>
                  <a:lnTo>
                    <a:pt x="244622" y="289032"/>
                  </a:lnTo>
                  <a:lnTo>
                    <a:pt x="249277" y="286503"/>
                  </a:lnTo>
                  <a:lnTo>
                    <a:pt x="253849" y="283829"/>
                  </a:lnTo>
                  <a:lnTo>
                    <a:pt x="258334" y="281010"/>
                  </a:lnTo>
                  <a:lnTo>
                    <a:pt x="262728" y="278051"/>
                  </a:lnTo>
                  <a:lnTo>
                    <a:pt x="267026" y="274954"/>
                  </a:lnTo>
                  <a:lnTo>
                    <a:pt x="271223" y="271723"/>
                  </a:lnTo>
                  <a:lnTo>
                    <a:pt x="275316" y="268360"/>
                  </a:lnTo>
                  <a:lnTo>
                    <a:pt x="279301" y="264869"/>
                  </a:lnTo>
                  <a:lnTo>
                    <a:pt x="283173" y="261254"/>
                  </a:lnTo>
                  <a:lnTo>
                    <a:pt x="286928" y="257518"/>
                  </a:lnTo>
                  <a:lnTo>
                    <a:pt x="290563" y="253664"/>
                  </a:lnTo>
                  <a:lnTo>
                    <a:pt x="294074" y="249698"/>
                  </a:lnTo>
                  <a:lnTo>
                    <a:pt x="297458" y="245622"/>
                  </a:lnTo>
                  <a:lnTo>
                    <a:pt x="300711" y="241441"/>
                  </a:lnTo>
                  <a:lnTo>
                    <a:pt x="303829" y="237159"/>
                  </a:lnTo>
                  <a:lnTo>
                    <a:pt x="306811" y="232781"/>
                  </a:lnTo>
                  <a:lnTo>
                    <a:pt x="309652" y="228310"/>
                  </a:lnTo>
                  <a:lnTo>
                    <a:pt x="312350" y="223751"/>
                  </a:lnTo>
                  <a:lnTo>
                    <a:pt x="314903" y="219110"/>
                  </a:lnTo>
                  <a:lnTo>
                    <a:pt x="317307" y="214389"/>
                  </a:lnTo>
                  <a:lnTo>
                    <a:pt x="319560" y="209595"/>
                  </a:lnTo>
                  <a:lnTo>
                    <a:pt x="321661" y="204732"/>
                  </a:lnTo>
                  <a:lnTo>
                    <a:pt x="323606" y="199805"/>
                  </a:lnTo>
                  <a:lnTo>
                    <a:pt x="325394" y="194818"/>
                  </a:lnTo>
                  <a:lnTo>
                    <a:pt x="327023" y="189778"/>
                  </a:lnTo>
                  <a:lnTo>
                    <a:pt x="328491" y="184688"/>
                  </a:lnTo>
                  <a:lnTo>
                    <a:pt x="329798" y="179554"/>
                  </a:lnTo>
                  <a:lnTo>
                    <a:pt x="330941" y="174382"/>
                  </a:lnTo>
                  <a:lnTo>
                    <a:pt x="331920" y="169176"/>
                  </a:lnTo>
                  <a:lnTo>
                    <a:pt x="332734" y="163941"/>
                  </a:lnTo>
                  <a:lnTo>
                    <a:pt x="333381" y="158684"/>
                  </a:lnTo>
                  <a:lnTo>
                    <a:pt x="333861" y="153408"/>
                  </a:lnTo>
                  <a:lnTo>
                    <a:pt x="334174" y="148120"/>
                  </a:lnTo>
                  <a:lnTo>
                    <a:pt x="334319" y="142825"/>
                  </a:lnTo>
                  <a:lnTo>
                    <a:pt x="334296" y="137528"/>
                  </a:lnTo>
                  <a:lnTo>
                    <a:pt x="334106" y="132234"/>
                  </a:lnTo>
                  <a:lnTo>
                    <a:pt x="333747" y="126949"/>
                  </a:lnTo>
                  <a:lnTo>
                    <a:pt x="333222" y="121677"/>
                  </a:lnTo>
                  <a:lnTo>
                    <a:pt x="332530" y="116425"/>
                  </a:lnTo>
                  <a:lnTo>
                    <a:pt x="331671" y="111198"/>
                  </a:lnTo>
                  <a:lnTo>
                    <a:pt x="330648" y="106001"/>
                  </a:lnTo>
                  <a:lnTo>
                    <a:pt x="329460" y="100838"/>
                  </a:lnTo>
                  <a:lnTo>
                    <a:pt x="328110" y="95716"/>
                  </a:lnTo>
                  <a:lnTo>
                    <a:pt x="326597" y="90639"/>
                  </a:lnTo>
                  <a:lnTo>
                    <a:pt x="324925" y="85613"/>
                  </a:lnTo>
                  <a:lnTo>
                    <a:pt x="323094" y="80642"/>
                  </a:lnTo>
                  <a:lnTo>
                    <a:pt x="321107" y="75731"/>
                  </a:lnTo>
                  <a:lnTo>
                    <a:pt x="318965" y="70887"/>
                  </a:lnTo>
                  <a:lnTo>
                    <a:pt x="316671" y="66112"/>
                  </a:lnTo>
                  <a:lnTo>
                    <a:pt x="314226" y="61412"/>
                  </a:lnTo>
                  <a:lnTo>
                    <a:pt x="311634" y="56793"/>
                  </a:lnTo>
                  <a:lnTo>
                    <a:pt x="308897" y="52257"/>
                  </a:lnTo>
                  <a:lnTo>
                    <a:pt x="306017" y="47811"/>
                  </a:lnTo>
                  <a:lnTo>
                    <a:pt x="302998" y="43458"/>
                  </a:lnTo>
                  <a:lnTo>
                    <a:pt x="299843" y="39203"/>
                  </a:lnTo>
                  <a:lnTo>
                    <a:pt x="296554" y="35050"/>
                  </a:lnTo>
                  <a:lnTo>
                    <a:pt x="293136" y="31004"/>
                  </a:lnTo>
                  <a:lnTo>
                    <a:pt x="289590" y="27068"/>
                  </a:lnTo>
                  <a:lnTo>
                    <a:pt x="285922" y="23246"/>
                  </a:lnTo>
                  <a:lnTo>
                    <a:pt x="282135" y="19542"/>
                  </a:lnTo>
                  <a:lnTo>
                    <a:pt x="278232" y="15960"/>
                  </a:lnTo>
                  <a:lnTo>
                    <a:pt x="274218" y="12503"/>
                  </a:lnTo>
                  <a:lnTo>
                    <a:pt x="270096" y="9176"/>
                  </a:lnTo>
                  <a:lnTo>
                    <a:pt x="265871" y="5981"/>
                  </a:lnTo>
                  <a:lnTo>
                    <a:pt x="261547" y="2921"/>
                  </a:lnTo>
                  <a:lnTo>
                    <a:pt x="257128" y="0"/>
                  </a:lnTo>
                  <a:lnTo>
                    <a:pt x="167163" y="1408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919011" y="2633064"/>
              <a:ext cx="89965" cy="167167"/>
            </a:xfrm>
            <a:custGeom>
              <a:avLst/>
              <a:pathLst>
                <a:path w="89965" h="167167">
                  <a:moveTo>
                    <a:pt x="89965" y="26273"/>
                  </a:moveTo>
                  <a:lnTo>
                    <a:pt x="85206" y="23345"/>
                  </a:lnTo>
                  <a:lnTo>
                    <a:pt x="80352" y="20577"/>
                  </a:lnTo>
                  <a:lnTo>
                    <a:pt x="75407" y="17974"/>
                  </a:lnTo>
                  <a:lnTo>
                    <a:pt x="70379" y="15537"/>
                  </a:lnTo>
                  <a:lnTo>
                    <a:pt x="65272" y="13269"/>
                  </a:lnTo>
                  <a:lnTo>
                    <a:pt x="60092" y="11174"/>
                  </a:lnTo>
                  <a:lnTo>
                    <a:pt x="54845" y="9253"/>
                  </a:lnTo>
                  <a:lnTo>
                    <a:pt x="49537" y="7508"/>
                  </a:lnTo>
                  <a:lnTo>
                    <a:pt x="44173" y="5941"/>
                  </a:lnTo>
                  <a:lnTo>
                    <a:pt x="38760" y="4555"/>
                  </a:lnTo>
                  <a:lnTo>
                    <a:pt x="33303" y="3351"/>
                  </a:lnTo>
                  <a:lnTo>
                    <a:pt x="27810" y="2329"/>
                  </a:lnTo>
                  <a:lnTo>
                    <a:pt x="22285" y="1492"/>
                  </a:lnTo>
                  <a:lnTo>
                    <a:pt x="16736" y="839"/>
                  </a:lnTo>
                  <a:lnTo>
                    <a:pt x="11167" y="373"/>
                  </a:lnTo>
                  <a:lnTo>
                    <a:pt x="5586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680717" y="2126963"/>
              <a:ext cx="47755" cy="167167"/>
            </a:xfrm>
            <a:custGeom>
              <a:avLst/>
              <a:pathLst>
                <a:path w="47755" h="167167">
                  <a:moveTo>
                    <a:pt x="47755" y="0"/>
                  </a:moveTo>
                  <a:lnTo>
                    <a:pt x="41702" y="109"/>
                  </a:lnTo>
                  <a:lnTo>
                    <a:pt x="35658" y="438"/>
                  </a:lnTo>
                  <a:lnTo>
                    <a:pt x="29629" y="985"/>
                  </a:lnTo>
                  <a:lnTo>
                    <a:pt x="23624" y="1750"/>
                  </a:lnTo>
                  <a:lnTo>
                    <a:pt x="17651" y="2732"/>
                  </a:lnTo>
                  <a:lnTo>
                    <a:pt x="11717" y="3930"/>
                  </a:lnTo>
                  <a:lnTo>
                    <a:pt x="5831" y="5342"/>
                  </a:lnTo>
                  <a:lnTo>
                    <a:pt x="0" y="6966"/>
                  </a:lnTo>
                  <a:lnTo>
                    <a:pt x="4775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680717" y="213392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680717" y="213392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680717" y="213392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680717" y="213392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680717" y="213392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80717" y="213392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80717" y="213392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80717" y="213392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80717" y="213392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80717" y="213392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80717" y="213392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80717" y="213392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80717" y="213392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80717" y="213392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80717" y="213392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80717" y="213392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80717" y="213392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80717" y="213392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80717" y="213392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80717" y="213392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80717" y="213392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80717" y="213392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80717" y="2133929"/>
              <a:ext cx="47755" cy="160201"/>
            </a:xfrm>
            <a:custGeom>
              <a:avLst/>
              <a:pathLst>
                <a:path w="47755" h="160201">
                  <a:moveTo>
                    <a:pt x="0" y="0"/>
                  </a:moveTo>
                  <a:lnTo>
                    <a:pt x="47755" y="1602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561316" y="2133929"/>
              <a:ext cx="258078" cy="327367"/>
            </a:xfrm>
            <a:custGeom>
              <a:avLst/>
              <a:pathLst>
                <a:path w="258078" h="327367">
                  <a:moveTo>
                    <a:pt x="119400" y="0"/>
                  </a:moveTo>
                  <a:lnTo>
                    <a:pt x="114342" y="1595"/>
                  </a:lnTo>
                  <a:lnTo>
                    <a:pt x="109336" y="3351"/>
                  </a:lnTo>
                  <a:lnTo>
                    <a:pt x="104389" y="5264"/>
                  </a:lnTo>
                  <a:lnTo>
                    <a:pt x="99505" y="7333"/>
                  </a:lnTo>
                  <a:lnTo>
                    <a:pt x="94690" y="9556"/>
                  </a:lnTo>
                  <a:lnTo>
                    <a:pt x="89947" y="11931"/>
                  </a:lnTo>
                  <a:lnTo>
                    <a:pt x="85282" y="14455"/>
                  </a:lnTo>
                  <a:lnTo>
                    <a:pt x="80699" y="17126"/>
                  </a:lnTo>
                  <a:lnTo>
                    <a:pt x="76203" y="19941"/>
                  </a:lnTo>
                  <a:lnTo>
                    <a:pt x="71799" y="22897"/>
                  </a:lnTo>
                  <a:lnTo>
                    <a:pt x="67491" y="25992"/>
                  </a:lnTo>
                  <a:lnTo>
                    <a:pt x="63283" y="29221"/>
                  </a:lnTo>
                  <a:lnTo>
                    <a:pt x="59180" y="32583"/>
                  </a:lnTo>
                  <a:lnTo>
                    <a:pt x="55186" y="36072"/>
                  </a:lnTo>
                  <a:lnTo>
                    <a:pt x="51304" y="39687"/>
                  </a:lnTo>
                  <a:lnTo>
                    <a:pt x="47539" y="43423"/>
                  </a:lnTo>
                  <a:lnTo>
                    <a:pt x="43894" y="47277"/>
                  </a:lnTo>
                  <a:lnTo>
                    <a:pt x="40374" y="51244"/>
                  </a:lnTo>
                  <a:lnTo>
                    <a:pt x="36981" y="55322"/>
                  </a:lnTo>
                  <a:lnTo>
                    <a:pt x="33719" y="59504"/>
                  </a:lnTo>
                  <a:lnTo>
                    <a:pt x="30592" y="63788"/>
                  </a:lnTo>
                  <a:lnTo>
                    <a:pt x="27602" y="68169"/>
                  </a:lnTo>
                  <a:lnTo>
                    <a:pt x="24752" y="72643"/>
                  </a:lnTo>
                  <a:lnTo>
                    <a:pt x="22046" y="77205"/>
                  </a:lnTo>
                  <a:lnTo>
                    <a:pt x="19486" y="81851"/>
                  </a:lnTo>
                  <a:lnTo>
                    <a:pt x="17075" y="86575"/>
                  </a:lnTo>
                  <a:lnTo>
                    <a:pt x="14814" y="91373"/>
                  </a:lnTo>
                  <a:lnTo>
                    <a:pt x="12707" y="96241"/>
                  </a:lnTo>
                  <a:lnTo>
                    <a:pt x="10756" y="101173"/>
                  </a:lnTo>
                  <a:lnTo>
                    <a:pt x="8962" y="106165"/>
                  </a:lnTo>
                  <a:lnTo>
                    <a:pt x="7327" y="111211"/>
                  </a:lnTo>
                  <a:lnTo>
                    <a:pt x="5853" y="116306"/>
                  </a:lnTo>
                  <a:lnTo>
                    <a:pt x="4542" y="121446"/>
                  </a:lnTo>
                  <a:lnTo>
                    <a:pt x="3394" y="126625"/>
                  </a:lnTo>
                  <a:lnTo>
                    <a:pt x="2412" y="131837"/>
                  </a:lnTo>
                  <a:lnTo>
                    <a:pt x="1595" y="137078"/>
                  </a:lnTo>
                  <a:lnTo>
                    <a:pt x="944" y="142342"/>
                  </a:lnTo>
                  <a:lnTo>
                    <a:pt x="462" y="147624"/>
                  </a:lnTo>
                  <a:lnTo>
                    <a:pt x="146" y="152919"/>
                  </a:lnTo>
                  <a:lnTo>
                    <a:pt x="0" y="158221"/>
                  </a:lnTo>
                  <a:lnTo>
                    <a:pt x="21" y="163525"/>
                  </a:lnTo>
                  <a:lnTo>
                    <a:pt x="210" y="168826"/>
                  </a:lnTo>
                  <a:lnTo>
                    <a:pt x="568" y="174118"/>
                  </a:lnTo>
                  <a:lnTo>
                    <a:pt x="1094" y="179396"/>
                  </a:lnTo>
                  <a:lnTo>
                    <a:pt x="1786" y="184655"/>
                  </a:lnTo>
                  <a:lnTo>
                    <a:pt x="2645" y="189889"/>
                  </a:lnTo>
                  <a:lnTo>
                    <a:pt x="3670" y="195094"/>
                  </a:lnTo>
                  <a:lnTo>
                    <a:pt x="4859" y="200263"/>
                  </a:lnTo>
                  <a:lnTo>
                    <a:pt x="6212" y="205391"/>
                  </a:lnTo>
                  <a:lnTo>
                    <a:pt x="7727" y="210475"/>
                  </a:lnTo>
                  <a:lnTo>
                    <a:pt x="9402" y="215508"/>
                  </a:lnTo>
                  <a:lnTo>
                    <a:pt x="11236" y="220485"/>
                  </a:lnTo>
                  <a:lnTo>
                    <a:pt x="13227" y="225401"/>
                  </a:lnTo>
                  <a:lnTo>
                    <a:pt x="15373" y="230252"/>
                  </a:lnTo>
                  <a:lnTo>
                    <a:pt x="17672" y="235032"/>
                  </a:lnTo>
                  <a:lnTo>
                    <a:pt x="20121" y="239737"/>
                  </a:lnTo>
                  <a:lnTo>
                    <a:pt x="22719" y="244361"/>
                  </a:lnTo>
                  <a:lnTo>
                    <a:pt x="25461" y="248901"/>
                  </a:lnTo>
                  <a:lnTo>
                    <a:pt x="28347" y="253352"/>
                  </a:lnTo>
                  <a:lnTo>
                    <a:pt x="31372" y="257709"/>
                  </a:lnTo>
                  <a:lnTo>
                    <a:pt x="34534" y="261968"/>
                  </a:lnTo>
                  <a:lnTo>
                    <a:pt x="37829" y="266124"/>
                  </a:lnTo>
                  <a:lnTo>
                    <a:pt x="41255" y="270174"/>
                  </a:lnTo>
                  <a:lnTo>
                    <a:pt x="44807" y="274113"/>
                  </a:lnTo>
                  <a:lnTo>
                    <a:pt x="48483" y="277937"/>
                  </a:lnTo>
                  <a:lnTo>
                    <a:pt x="52278" y="281643"/>
                  </a:lnTo>
                  <a:lnTo>
                    <a:pt x="56188" y="285226"/>
                  </a:lnTo>
                  <a:lnTo>
                    <a:pt x="60211" y="288684"/>
                  </a:lnTo>
                  <a:lnTo>
                    <a:pt x="64341" y="292012"/>
                  </a:lnTo>
                  <a:lnTo>
                    <a:pt x="68574" y="295207"/>
                  </a:lnTo>
                  <a:lnTo>
                    <a:pt x="72907" y="298267"/>
                  </a:lnTo>
                  <a:lnTo>
                    <a:pt x="77335" y="301187"/>
                  </a:lnTo>
                  <a:lnTo>
                    <a:pt x="81853" y="303966"/>
                  </a:lnTo>
                  <a:lnTo>
                    <a:pt x="86457" y="306600"/>
                  </a:lnTo>
                  <a:lnTo>
                    <a:pt x="91142" y="309087"/>
                  </a:lnTo>
                  <a:lnTo>
                    <a:pt x="95904" y="311423"/>
                  </a:lnTo>
                  <a:lnTo>
                    <a:pt x="100738" y="313608"/>
                  </a:lnTo>
                  <a:lnTo>
                    <a:pt x="105638" y="315637"/>
                  </a:lnTo>
                  <a:lnTo>
                    <a:pt x="110600" y="317511"/>
                  </a:lnTo>
                  <a:lnTo>
                    <a:pt x="115620" y="319226"/>
                  </a:lnTo>
                  <a:lnTo>
                    <a:pt x="120691" y="320781"/>
                  </a:lnTo>
                  <a:lnTo>
                    <a:pt x="125809" y="322174"/>
                  </a:lnTo>
                  <a:lnTo>
                    <a:pt x="130968" y="323404"/>
                  </a:lnTo>
                  <a:lnTo>
                    <a:pt x="136164" y="324470"/>
                  </a:lnTo>
                  <a:lnTo>
                    <a:pt x="141392" y="325371"/>
                  </a:lnTo>
                  <a:lnTo>
                    <a:pt x="146645" y="326105"/>
                  </a:lnTo>
                  <a:lnTo>
                    <a:pt x="151919" y="326672"/>
                  </a:lnTo>
                  <a:lnTo>
                    <a:pt x="157208" y="327072"/>
                  </a:lnTo>
                  <a:lnTo>
                    <a:pt x="162507" y="327303"/>
                  </a:lnTo>
                  <a:lnTo>
                    <a:pt x="167811" y="327367"/>
                  </a:lnTo>
                  <a:lnTo>
                    <a:pt x="173114" y="327262"/>
                  </a:lnTo>
                  <a:lnTo>
                    <a:pt x="178411" y="326989"/>
                  </a:lnTo>
                  <a:lnTo>
                    <a:pt x="183697" y="326548"/>
                  </a:lnTo>
                  <a:lnTo>
                    <a:pt x="188966" y="325939"/>
                  </a:lnTo>
                  <a:lnTo>
                    <a:pt x="194213" y="325164"/>
                  </a:lnTo>
                  <a:lnTo>
                    <a:pt x="199433" y="324222"/>
                  </a:lnTo>
                  <a:lnTo>
                    <a:pt x="204621" y="323116"/>
                  </a:lnTo>
                  <a:lnTo>
                    <a:pt x="209770" y="321845"/>
                  </a:lnTo>
                  <a:lnTo>
                    <a:pt x="214877" y="320412"/>
                  </a:lnTo>
                  <a:lnTo>
                    <a:pt x="219936" y="318817"/>
                  </a:lnTo>
                  <a:lnTo>
                    <a:pt x="224942" y="317063"/>
                  </a:lnTo>
                  <a:lnTo>
                    <a:pt x="229889" y="315150"/>
                  </a:lnTo>
                  <a:lnTo>
                    <a:pt x="234773" y="313082"/>
                  </a:lnTo>
                  <a:lnTo>
                    <a:pt x="239590" y="310860"/>
                  </a:lnTo>
                  <a:lnTo>
                    <a:pt x="244333" y="308486"/>
                  </a:lnTo>
                  <a:lnTo>
                    <a:pt x="248999" y="305963"/>
                  </a:lnTo>
                  <a:lnTo>
                    <a:pt x="253582" y="303293"/>
                  </a:lnTo>
                  <a:lnTo>
                    <a:pt x="258078" y="300479"/>
                  </a:lnTo>
                  <a:lnTo>
                    <a:pt x="167155" y="1602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728472" y="2126963"/>
              <a:ext cx="167167" cy="307445"/>
            </a:xfrm>
            <a:custGeom>
              <a:avLst/>
              <a:pathLst>
                <a:path w="167167" h="307445">
                  <a:moveTo>
                    <a:pt x="90922" y="307445"/>
                  </a:moveTo>
                  <a:lnTo>
                    <a:pt x="95375" y="304457"/>
                  </a:lnTo>
                  <a:lnTo>
                    <a:pt x="99730" y="301327"/>
                  </a:lnTo>
                  <a:lnTo>
                    <a:pt x="103982" y="298059"/>
                  </a:lnTo>
                  <a:lnTo>
                    <a:pt x="108127" y="294656"/>
                  </a:lnTo>
                  <a:lnTo>
                    <a:pt x="112160" y="291122"/>
                  </a:lnTo>
                  <a:lnTo>
                    <a:pt x="116079" y="287461"/>
                  </a:lnTo>
                  <a:lnTo>
                    <a:pt x="119877" y="283675"/>
                  </a:lnTo>
                  <a:lnTo>
                    <a:pt x="123553" y="279770"/>
                  </a:lnTo>
                  <a:lnTo>
                    <a:pt x="127101" y="275749"/>
                  </a:lnTo>
                  <a:lnTo>
                    <a:pt x="130519" y="271616"/>
                  </a:lnTo>
                  <a:lnTo>
                    <a:pt x="133802" y="267376"/>
                  </a:lnTo>
                  <a:lnTo>
                    <a:pt x="136947" y="263033"/>
                  </a:lnTo>
                  <a:lnTo>
                    <a:pt x="139952" y="258591"/>
                  </a:lnTo>
                  <a:lnTo>
                    <a:pt x="142812" y="254055"/>
                  </a:lnTo>
                  <a:lnTo>
                    <a:pt x="145526" y="249429"/>
                  </a:lnTo>
                  <a:lnTo>
                    <a:pt x="148090" y="244719"/>
                  </a:lnTo>
                  <a:lnTo>
                    <a:pt x="150501" y="239929"/>
                  </a:lnTo>
                  <a:lnTo>
                    <a:pt x="152757" y="235064"/>
                  </a:lnTo>
                  <a:lnTo>
                    <a:pt x="154857" y="230129"/>
                  </a:lnTo>
                  <a:lnTo>
                    <a:pt x="156796" y="225130"/>
                  </a:lnTo>
                  <a:lnTo>
                    <a:pt x="158575" y="220070"/>
                  </a:lnTo>
                  <a:lnTo>
                    <a:pt x="160190" y="214957"/>
                  </a:lnTo>
                  <a:lnTo>
                    <a:pt x="161641" y="209794"/>
                  </a:lnTo>
                  <a:lnTo>
                    <a:pt x="162925" y="204587"/>
                  </a:lnTo>
                  <a:lnTo>
                    <a:pt x="164041" y="199342"/>
                  </a:lnTo>
                  <a:lnTo>
                    <a:pt x="164989" y="194064"/>
                  </a:lnTo>
                  <a:lnTo>
                    <a:pt x="165767" y="188758"/>
                  </a:lnTo>
                  <a:lnTo>
                    <a:pt x="166374" y="183429"/>
                  </a:lnTo>
                  <a:lnTo>
                    <a:pt x="166810" y="178084"/>
                  </a:lnTo>
                  <a:lnTo>
                    <a:pt x="167074" y="172728"/>
                  </a:lnTo>
                  <a:lnTo>
                    <a:pt x="167167" y="167366"/>
                  </a:lnTo>
                  <a:lnTo>
                    <a:pt x="167087" y="162004"/>
                  </a:lnTo>
                  <a:lnTo>
                    <a:pt x="166836" y="156647"/>
                  </a:lnTo>
                  <a:lnTo>
                    <a:pt x="166412" y="151301"/>
                  </a:lnTo>
                  <a:lnTo>
                    <a:pt x="165818" y="145971"/>
                  </a:lnTo>
                  <a:lnTo>
                    <a:pt x="165053" y="140664"/>
                  </a:lnTo>
                  <a:lnTo>
                    <a:pt x="164118" y="135383"/>
                  </a:lnTo>
                  <a:lnTo>
                    <a:pt x="163014" y="130135"/>
                  </a:lnTo>
                  <a:lnTo>
                    <a:pt x="161742" y="124925"/>
                  </a:lnTo>
                  <a:lnTo>
                    <a:pt x="160304" y="119759"/>
                  </a:lnTo>
                  <a:lnTo>
                    <a:pt x="158701" y="114642"/>
                  </a:lnTo>
                  <a:lnTo>
                    <a:pt x="156934" y="109578"/>
                  </a:lnTo>
                  <a:lnTo>
                    <a:pt x="155006" y="104574"/>
                  </a:lnTo>
                  <a:lnTo>
                    <a:pt x="152919" y="99634"/>
                  </a:lnTo>
                  <a:lnTo>
                    <a:pt x="150674" y="94764"/>
                  </a:lnTo>
                  <a:lnTo>
                    <a:pt x="148274" y="89968"/>
                  </a:lnTo>
                  <a:lnTo>
                    <a:pt x="145721" y="85252"/>
                  </a:lnTo>
                  <a:lnTo>
                    <a:pt x="143019" y="80620"/>
                  </a:lnTo>
                  <a:lnTo>
                    <a:pt x="140169" y="76077"/>
                  </a:lnTo>
                  <a:lnTo>
                    <a:pt x="137175" y="71628"/>
                  </a:lnTo>
                  <a:lnTo>
                    <a:pt x="134040" y="67277"/>
                  </a:lnTo>
                  <a:lnTo>
                    <a:pt x="130767" y="63029"/>
                  </a:lnTo>
                  <a:lnTo>
                    <a:pt x="127360" y="58888"/>
                  </a:lnTo>
                  <a:lnTo>
                    <a:pt x="123821" y="54858"/>
                  </a:lnTo>
                  <a:lnTo>
                    <a:pt x="120155" y="50944"/>
                  </a:lnTo>
                  <a:lnTo>
                    <a:pt x="116365" y="47150"/>
                  </a:lnTo>
                  <a:lnTo>
                    <a:pt x="112456" y="43479"/>
                  </a:lnTo>
                  <a:lnTo>
                    <a:pt x="108430" y="39936"/>
                  </a:lnTo>
                  <a:lnTo>
                    <a:pt x="104293" y="36523"/>
                  </a:lnTo>
                  <a:lnTo>
                    <a:pt x="100049" y="33245"/>
                  </a:lnTo>
                  <a:lnTo>
                    <a:pt x="95702" y="30105"/>
                  </a:lnTo>
                  <a:lnTo>
                    <a:pt x="91256" y="27106"/>
                  </a:lnTo>
                  <a:lnTo>
                    <a:pt x="86717" y="24251"/>
                  </a:lnTo>
                  <a:lnTo>
                    <a:pt x="82088" y="21543"/>
                  </a:lnTo>
                  <a:lnTo>
                    <a:pt x="77375" y="18985"/>
                  </a:lnTo>
                  <a:lnTo>
                    <a:pt x="72582" y="16579"/>
                  </a:lnTo>
                  <a:lnTo>
                    <a:pt x="67714" y="14328"/>
                  </a:lnTo>
                  <a:lnTo>
                    <a:pt x="62777" y="12235"/>
                  </a:lnTo>
                  <a:lnTo>
                    <a:pt x="57775" y="10301"/>
                  </a:lnTo>
                  <a:lnTo>
                    <a:pt x="52714" y="8529"/>
                  </a:lnTo>
                  <a:lnTo>
                    <a:pt x="47598" y="6919"/>
                  </a:lnTo>
                  <a:lnTo>
                    <a:pt x="42434" y="5475"/>
                  </a:lnTo>
                  <a:lnTo>
                    <a:pt x="37225" y="4197"/>
                  </a:lnTo>
                  <a:lnTo>
                    <a:pt x="31979" y="3087"/>
                  </a:lnTo>
                  <a:lnTo>
                    <a:pt x="26699" y="2146"/>
                  </a:lnTo>
                  <a:lnTo>
                    <a:pt x="21393" y="1374"/>
                  </a:lnTo>
                  <a:lnTo>
                    <a:pt x="16064" y="773"/>
                  </a:lnTo>
                  <a:lnTo>
                    <a:pt x="10718" y="343"/>
                  </a:lnTo>
                  <a:lnTo>
                    <a:pt x="5362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373994" y="1681503"/>
              <a:ext cx="49240" cy="167167"/>
            </a:xfrm>
            <a:custGeom>
              <a:avLst/>
              <a:pathLst>
                <a:path w="49240" h="167167">
                  <a:moveTo>
                    <a:pt x="49240" y="0"/>
                  </a:moveTo>
                  <a:lnTo>
                    <a:pt x="42994" y="116"/>
                  </a:lnTo>
                  <a:lnTo>
                    <a:pt x="36756" y="466"/>
                  </a:lnTo>
                  <a:lnTo>
                    <a:pt x="30536" y="1049"/>
                  </a:lnTo>
                  <a:lnTo>
                    <a:pt x="24342" y="1864"/>
                  </a:lnTo>
                  <a:lnTo>
                    <a:pt x="18183" y="2910"/>
                  </a:lnTo>
                  <a:lnTo>
                    <a:pt x="12067" y="4185"/>
                  </a:lnTo>
                  <a:lnTo>
                    <a:pt x="6003" y="5688"/>
                  </a:lnTo>
                  <a:lnTo>
                    <a:pt x="0" y="7416"/>
                  </a:lnTo>
                  <a:lnTo>
                    <a:pt x="4924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373994" y="1688919"/>
              <a:ext cx="49240" cy="159750"/>
            </a:xfrm>
            <a:custGeom>
              <a:avLst/>
              <a:pathLst>
                <a:path w="49240" h="159750">
                  <a:moveTo>
                    <a:pt x="0" y="0"/>
                  </a:moveTo>
                  <a:lnTo>
                    <a:pt x="49240" y="1597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373994" y="1688919"/>
              <a:ext cx="49240" cy="159750"/>
            </a:xfrm>
            <a:custGeom>
              <a:avLst/>
              <a:pathLst>
                <a:path w="49240" h="159750">
                  <a:moveTo>
                    <a:pt x="0" y="0"/>
                  </a:moveTo>
                  <a:lnTo>
                    <a:pt x="49240" y="1597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373994" y="1688919"/>
              <a:ext cx="49240" cy="159750"/>
            </a:xfrm>
            <a:custGeom>
              <a:avLst/>
              <a:pathLst>
                <a:path w="49240" h="159750">
                  <a:moveTo>
                    <a:pt x="0" y="0"/>
                  </a:moveTo>
                  <a:lnTo>
                    <a:pt x="49240" y="1597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373994" y="1688919"/>
              <a:ext cx="49240" cy="159750"/>
            </a:xfrm>
            <a:custGeom>
              <a:avLst/>
              <a:pathLst>
                <a:path w="49240" h="159750">
                  <a:moveTo>
                    <a:pt x="0" y="0"/>
                  </a:moveTo>
                  <a:lnTo>
                    <a:pt x="49240" y="1597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373994" y="1688919"/>
              <a:ext cx="49240" cy="159750"/>
            </a:xfrm>
            <a:custGeom>
              <a:avLst/>
              <a:pathLst>
                <a:path w="49240" h="159750">
                  <a:moveTo>
                    <a:pt x="0" y="0"/>
                  </a:moveTo>
                  <a:lnTo>
                    <a:pt x="49240" y="15975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373994" y="1688919"/>
              <a:ext cx="49240" cy="159750"/>
            </a:xfrm>
            <a:custGeom>
              <a:avLst/>
              <a:pathLst>
                <a:path w="49240" h="159750">
                  <a:moveTo>
                    <a:pt x="0" y="0"/>
                  </a:moveTo>
                  <a:lnTo>
                    <a:pt x="49240" y="15975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373994" y="1688919"/>
              <a:ext cx="49240" cy="159750"/>
            </a:xfrm>
            <a:custGeom>
              <a:avLst/>
              <a:pathLst>
                <a:path w="49240" h="159750">
                  <a:moveTo>
                    <a:pt x="0" y="0"/>
                  </a:moveTo>
                  <a:lnTo>
                    <a:pt x="49240" y="1597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373994" y="1688919"/>
              <a:ext cx="49240" cy="159750"/>
            </a:xfrm>
            <a:custGeom>
              <a:avLst/>
              <a:pathLst>
                <a:path w="49240" h="159750">
                  <a:moveTo>
                    <a:pt x="0" y="0"/>
                  </a:moveTo>
                  <a:lnTo>
                    <a:pt x="49240" y="1597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373994" y="1688919"/>
              <a:ext cx="49240" cy="159750"/>
            </a:xfrm>
            <a:custGeom>
              <a:avLst/>
              <a:pathLst>
                <a:path w="49240" h="159750">
                  <a:moveTo>
                    <a:pt x="0" y="0"/>
                  </a:moveTo>
                  <a:lnTo>
                    <a:pt x="49240" y="1597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373994" y="1688919"/>
              <a:ext cx="49240" cy="159750"/>
            </a:xfrm>
            <a:custGeom>
              <a:avLst/>
              <a:pathLst>
                <a:path w="49240" h="159750">
                  <a:moveTo>
                    <a:pt x="0" y="0"/>
                  </a:moveTo>
                  <a:lnTo>
                    <a:pt x="49240" y="1597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373994" y="1688919"/>
              <a:ext cx="49240" cy="159750"/>
            </a:xfrm>
            <a:custGeom>
              <a:avLst/>
              <a:pathLst>
                <a:path w="49240" h="159750">
                  <a:moveTo>
                    <a:pt x="0" y="0"/>
                  </a:moveTo>
                  <a:lnTo>
                    <a:pt x="49240" y="1597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373994" y="1688919"/>
              <a:ext cx="49240" cy="159750"/>
            </a:xfrm>
            <a:custGeom>
              <a:avLst/>
              <a:pathLst>
                <a:path w="49240" h="159750">
                  <a:moveTo>
                    <a:pt x="0" y="0"/>
                  </a:moveTo>
                  <a:lnTo>
                    <a:pt x="49240" y="1597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373994" y="1688919"/>
              <a:ext cx="49240" cy="159750"/>
            </a:xfrm>
            <a:custGeom>
              <a:avLst/>
              <a:pathLst>
                <a:path w="49240" h="159750">
                  <a:moveTo>
                    <a:pt x="0" y="0"/>
                  </a:moveTo>
                  <a:lnTo>
                    <a:pt x="49240" y="1597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373994" y="1688919"/>
              <a:ext cx="49240" cy="159750"/>
            </a:xfrm>
            <a:custGeom>
              <a:avLst/>
              <a:pathLst>
                <a:path w="49240" h="159750">
                  <a:moveTo>
                    <a:pt x="0" y="0"/>
                  </a:moveTo>
                  <a:lnTo>
                    <a:pt x="49240" y="1597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373994" y="1688919"/>
              <a:ext cx="49240" cy="159750"/>
            </a:xfrm>
            <a:custGeom>
              <a:avLst/>
              <a:pathLst>
                <a:path w="49240" h="159750">
                  <a:moveTo>
                    <a:pt x="0" y="0"/>
                  </a:moveTo>
                  <a:lnTo>
                    <a:pt x="49240" y="1597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373994" y="1688919"/>
              <a:ext cx="49240" cy="159750"/>
            </a:xfrm>
            <a:custGeom>
              <a:avLst/>
              <a:pathLst>
                <a:path w="49240" h="159750">
                  <a:moveTo>
                    <a:pt x="0" y="0"/>
                  </a:moveTo>
                  <a:lnTo>
                    <a:pt x="49240" y="1597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373994" y="1688919"/>
              <a:ext cx="49240" cy="159750"/>
            </a:xfrm>
            <a:custGeom>
              <a:avLst/>
              <a:pathLst>
                <a:path w="49240" h="159750">
                  <a:moveTo>
                    <a:pt x="0" y="0"/>
                  </a:moveTo>
                  <a:lnTo>
                    <a:pt x="49240" y="1597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373994" y="1688919"/>
              <a:ext cx="49240" cy="159750"/>
            </a:xfrm>
            <a:custGeom>
              <a:avLst/>
              <a:pathLst>
                <a:path w="49240" h="159750">
                  <a:moveTo>
                    <a:pt x="0" y="0"/>
                  </a:moveTo>
                  <a:lnTo>
                    <a:pt x="49240" y="1597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373994" y="1688919"/>
              <a:ext cx="49240" cy="159750"/>
            </a:xfrm>
            <a:custGeom>
              <a:avLst/>
              <a:pathLst>
                <a:path w="49240" h="159750">
                  <a:moveTo>
                    <a:pt x="0" y="0"/>
                  </a:moveTo>
                  <a:lnTo>
                    <a:pt x="49240" y="1597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373994" y="1688919"/>
              <a:ext cx="49240" cy="159750"/>
            </a:xfrm>
            <a:custGeom>
              <a:avLst/>
              <a:pathLst>
                <a:path w="49240" h="159750">
                  <a:moveTo>
                    <a:pt x="0" y="0"/>
                  </a:moveTo>
                  <a:lnTo>
                    <a:pt x="49240" y="1597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373994" y="1688919"/>
              <a:ext cx="49240" cy="159750"/>
            </a:xfrm>
            <a:custGeom>
              <a:avLst/>
              <a:pathLst>
                <a:path w="49240" h="159750">
                  <a:moveTo>
                    <a:pt x="0" y="0"/>
                  </a:moveTo>
                  <a:lnTo>
                    <a:pt x="49240" y="1597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373994" y="1688919"/>
              <a:ext cx="49240" cy="159750"/>
            </a:xfrm>
            <a:custGeom>
              <a:avLst/>
              <a:pathLst>
                <a:path w="49240" h="159750">
                  <a:moveTo>
                    <a:pt x="0" y="0"/>
                  </a:moveTo>
                  <a:lnTo>
                    <a:pt x="49240" y="1597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256067" y="1688919"/>
              <a:ext cx="334334" cy="326898"/>
            </a:xfrm>
            <a:custGeom>
              <a:avLst/>
              <a:pathLst>
                <a:path w="334334" h="326898">
                  <a:moveTo>
                    <a:pt x="117926" y="0"/>
                  </a:moveTo>
                  <a:lnTo>
                    <a:pt x="112879" y="1644"/>
                  </a:lnTo>
                  <a:lnTo>
                    <a:pt x="107886" y="3447"/>
                  </a:lnTo>
                  <a:lnTo>
                    <a:pt x="102953" y="5408"/>
                  </a:lnTo>
                  <a:lnTo>
                    <a:pt x="98085" y="7525"/>
                  </a:lnTo>
                  <a:lnTo>
                    <a:pt x="93286" y="9795"/>
                  </a:lnTo>
                  <a:lnTo>
                    <a:pt x="88562" y="12216"/>
                  </a:lnTo>
                  <a:lnTo>
                    <a:pt x="83917" y="14787"/>
                  </a:lnTo>
                  <a:lnTo>
                    <a:pt x="79356" y="17503"/>
                  </a:lnTo>
                  <a:lnTo>
                    <a:pt x="74884" y="20363"/>
                  </a:lnTo>
                  <a:lnTo>
                    <a:pt x="70505" y="23363"/>
                  </a:lnTo>
                  <a:lnTo>
                    <a:pt x="66223" y="26501"/>
                  </a:lnTo>
                  <a:lnTo>
                    <a:pt x="62043" y="29774"/>
                  </a:lnTo>
                  <a:lnTo>
                    <a:pt x="57969" y="33177"/>
                  </a:lnTo>
                  <a:lnTo>
                    <a:pt x="54005" y="36708"/>
                  </a:lnTo>
                  <a:lnTo>
                    <a:pt x="50155" y="40363"/>
                  </a:lnTo>
                  <a:lnTo>
                    <a:pt x="46424" y="44139"/>
                  </a:lnTo>
                  <a:lnTo>
                    <a:pt x="42814" y="48031"/>
                  </a:lnTo>
                  <a:lnTo>
                    <a:pt x="39329" y="52036"/>
                  </a:lnTo>
                  <a:lnTo>
                    <a:pt x="35973" y="56149"/>
                  </a:lnTo>
                  <a:lnTo>
                    <a:pt x="32750" y="60367"/>
                  </a:lnTo>
                  <a:lnTo>
                    <a:pt x="29662" y="64685"/>
                  </a:lnTo>
                  <a:lnTo>
                    <a:pt x="26713" y="69099"/>
                  </a:lnTo>
                  <a:lnTo>
                    <a:pt x="23905" y="73604"/>
                  </a:lnTo>
                  <a:lnTo>
                    <a:pt x="21242" y="78197"/>
                  </a:lnTo>
                  <a:lnTo>
                    <a:pt x="18726" y="82871"/>
                  </a:lnTo>
                  <a:lnTo>
                    <a:pt x="16360" y="87623"/>
                  </a:lnTo>
                  <a:lnTo>
                    <a:pt x="14146" y="92448"/>
                  </a:lnTo>
                  <a:lnTo>
                    <a:pt x="12086" y="97340"/>
                  </a:lnTo>
                  <a:lnTo>
                    <a:pt x="10183" y="102296"/>
                  </a:lnTo>
                  <a:lnTo>
                    <a:pt x="8438" y="107309"/>
                  </a:lnTo>
                  <a:lnTo>
                    <a:pt x="6853" y="112376"/>
                  </a:lnTo>
                  <a:lnTo>
                    <a:pt x="5429" y="117490"/>
                  </a:lnTo>
                  <a:lnTo>
                    <a:pt x="4169" y="122647"/>
                  </a:lnTo>
                  <a:lnTo>
                    <a:pt x="3073" y="127841"/>
                  </a:lnTo>
                  <a:lnTo>
                    <a:pt x="2143" y="133067"/>
                  </a:lnTo>
                  <a:lnTo>
                    <a:pt x="1379" y="138320"/>
                  </a:lnTo>
                  <a:lnTo>
                    <a:pt x="782" y="143595"/>
                  </a:lnTo>
                  <a:lnTo>
                    <a:pt x="353" y="148886"/>
                  </a:lnTo>
                  <a:lnTo>
                    <a:pt x="92" y="154189"/>
                  </a:lnTo>
                  <a:lnTo>
                    <a:pt x="0" y="159496"/>
                  </a:lnTo>
                  <a:lnTo>
                    <a:pt x="76" y="164804"/>
                  </a:lnTo>
                  <a:lnTo>
                    <a:pt x="320" y="170107"/>
                  </a:lnTo>
                  <a:lnTo>
                    <a:pt x="733" y="175400"/>
                  </a:lnTo>
                  <a:lnTo>
                    <a:pt x="1314" y="180676"/>
                  </a:lnTo>
                  <a:lnTo>
                    <a:pt x="2062" y="185932"/>
                  </a:lnTo>
                  <a:lnTo>
                    <a:pt x="2977" y="191161"/>
                  </a:lnTo>
                  <a:lnTo>
                    <a:pt x="4057" y="196358"/>
                  </a:lnTo>
                  <a:lnTo>
                    <a:pt x="5302" y="201519"/>
                  </a:lnTo>
                  <a:lnTo>
                    <a:pt x="6709" y="206637"/>
                  </a:lnTo>
                  <a:lnTo>
                    <a:pt x="8279" y="211709"/>
                  </a:lnTo>
                  <a:lnTo>
                    <a:pt x="10009" y="216727"/>
                  </a:lnTo>
                  <a:lnTo>
                    <a:pt x="11897" y="221689"/>
                  </a:lnTo>
                  <a:lnTo>
                    <a:pt x="13942" y="226588"/>
                  </a:lnTo>
                  <a:lnTo>
                    <a:pt x="16142" y="231419"/>
                  </a:lnTo>
                  <a:lnTo>
                    <a:pt x="18494" y="236178"/>
                  </a:lnTo>
                  <a:lnTo>
                    <a:pt x="20995" y="240860"/>
                  </a:lnTo>
                  <a:lnTo>
                    <a:pt x="23644" y="245461"/>
                  </a:lnTo>
                  <a:lnTo>
                    <a:pt x="26438" y="249974"/>
                  </a:lnTo>
                  <a:lnTo>
                    <a:pt x="29374" y="254397"/>
                  </a:lnTo>
                  <a:lnTo>
                    <a:pt x="32449" y="258725"/>
                  </a:lnTo>
                  <a:lnTo>
                    <a:pt x="35659" y="262952"/>
                  </a:lnTo>
                  <a:lnTo>
                    <a:pt x="39002" y="267076"/>
                  </a:lnTo>
                  <a:lnTo>
                    <a:pt x="42475" y="271091"/>
                  </a:lnTo>
                  <a:lnTo>
                    <a:pt x="46073" y="274994"/>
                  </a:lnTo>
                  <a:lnTo>
                    <a:pt x="49793" y="278781"/>
                  </a:lnTo>
                  <a:lnTo>
                    <a:pt x="53632" y="282448"/>
                  </a:lnTo>
                  <a:lnTo>
                    <a:pt x="57585" y="285991"/>
                  </a:lnTo>
                  <a:lnTo>
                    <a:pt x="61648" y="289407"/>
                  </a:lnTo>
                  <a:lnTo>
                    <a:pt x="65818" y="292692"/>
                  </a:lnTo>
                  <a:lnTo>
                    <a:pt x="70091" y="295843"/>
                  </a:lnTo>
                  <a:lnTo>
                    <a:pt x="74461" y="298857"/>
                  </a:lnTo>
                  <a:lnTo>
                    <a:pt x="78924" y="301730"/>
                  </a:lnTo>
                  <a:lnTo>
                    <a:pt x="83477" y="304460"/>
                  </a:lnTo>
                  <a:lnTo>
                    <a:pt x="88114" y="307045"/>
                  </a:lnTo>
                  <a:lnTo>
                    <a:pt x="92831" y="309480"/>
                  </a:lnTo>
                  <a:lnTo>
                    <a:pt x="97622" y="311765"/>
                  </a:lnTo>
                  <a:lnTo>
                    <a:pt x="102484" y="313897"/>
                  </a:lnTo>
                  <a:lnTo>
                    <a:pt x="107411" y="315873"/>
                  </a:lnTo>
                  <a:lnTo>
                    <a:pt x="112398" y="317691"/>
                  </a:lnTo>
                  <a:lnTo>
                    <a:pt x="117441" y="319351"/>
                  </a:lnTo>
                  <a:lnTo>
                    <a:pt x="122534" y="320849"/>
                  </a:lnTo>
                  <a:lnTo>
                    <a:pt x="127671" y="322185"/>
                  </a:lnTo>
                  <a:lnTo>
                    <a:pt x="132849" y="323357"/>
                  </a:lnTo>
                  <a:lnTo>
                    <a:pt x="138061" y="324364"/>
                  </a:lnTo>
                  <a:lnTo>
                    <a:pt x="143302" y="325206"/>
                  </a:lnTo>
                  <a:lnTo>
                    <a:pt x="148568" y="325880"/>
                  </a:lnTo>
                  <a:lnTo>
                    <a:pt x="153852" y="326387"/>
                  </a:lnTo>
                  <a:lnTo>
                    <a:pt x="159150" y="326725"/>
                  </a:lnTo>
                  <a:lnTo>
                    <a:pt x="164456" y="326896"/>
                  </a:lnTo>
                  <a:lnTo>
                    <a:pt x="169764" y="326898"/>
                  </a:lnTo>
                  <a:lnTo>
                    <a:pt x="175070" y="326731"/>
                  </a:lnTo>
                  <a:lnTo>
                    <a:pt x="180368" y="326396"/>
                  </a:lnTo>
                  <a:lnTo>
                    <a:pt x="185653" y="325892"/>
                  </a:lnTo>
                  <a:lnTo>
                    <a:pt x="190919" y="325222"/>
                  </a:lnTo>
                  <a:lnTo>
                    <a:pt x="196161" y="324384"/>
                  </a:lnTo>
                  <a:lnTo>
                    <a:pt x="201374" y="323381"/>
                  </a:lnTo>
                  <a:lnTo>
                    <a:pt x="206552" y="322212"/>
                  </a:lnTo>
                  <a:lnTo>
                    <a:pt x="211690" y="320879"/>
                  </a:lnTo>
                  <a:lnTo>
                    <a:pt x="216784" y="319384"/>
                  </a:lnTo>
                  <a:lnTo>
                    <a:pt x="221828" y="317729"/>
                  </a:lnTo>
                  <a:lnTo>
                    <a:pt x="226816" y="315913"/>
                  </a:lnTo>
                  <a:lnTo>
                    <a:pt x="231745" y="313941"/>
                  </a:lnTo>
                  <a:lnTo>
                    <a:pt x="236608" y="311812"/>
                  </a:lnTo>
                  <a:lnTo>
                    <a:pt x="241401" y="309531"/>
                  </a:lnTo>
                  <a:lnTo>
                    <a:pt x="246120" y="307098"/>
                  </a:lnTo>
                  <a:lnTo>
                    <a:pt x="250758" y="304517"/>
                  </a:lnTo>
                  <a:lnTo>
                    <a:pt x="255313" y="301790"/>
                  </a:lnTo>
                  <a:lnTo>
                    <a:pt x="259778" y="298919"/>
                  </a:lnTo>
                  <a:lnTo>
                    <a:pt x="264150" y="295909"/>
                  </a:lnTo>
                  <a:lnTo>
                    <a:pt x="268425" y="292761"/>
                  </a:lnTo>
                  <a:lnTo>
                    <a:pt x="272597" y="289478"/>
                  </a:lnTo>
                  <a:lnTo>
                    <a:pt x="276663" y="286065"/>
                  </a:lnTo>
                  <a:lnTo>
                    <a:pt x="280619" y="282525"/>
                  </a:lnTo>
                  <a:lnTo>
                    <a:pt x="284460" y="278861"/>
                  </a:lnTo>
                  <a:lnTo>
                    <a:pt x="288182" y="275077"/>
                  </a:lnTo>
                  <a:lnTo>
                    <a:pt x="291783" y="271176"/>
                  </a:lnTo>
                  <a:lnTo>
                    <a:pt x="295258" y="267163"/>
                  </a:lnTo>
                  <a:lnTo>
                    <a:pt x="298604" y="263042"/>
                  </a:lnTo>
                  <a:lnTo>
                    <a:pt x="301818" y="258816"/>
                  </a:lnTo>
                  <a:lnTo>
                    <a:pt x="304895" y="254491"/>
                  </a:lnTo>
                  <a:lnTo>
                    <a:pt x="307834" y="250070"/>
                  </a:lnTo>
                  <a:lnTo>
                    <a:pt x="310631" y="245558"/>
                  </a:lnTo>
                  <a:lnTo>
                    <a:pt x="313283" y="240960"/>
                  </a:lnTo>
                  <a:lnTo>
                    <a:pt x="315788" y="236279"/>
                  </a:lnTo>
                  <a:lnTo>
                    <a:pt x="318143" y="231522"/>
                  </a:lnTo>
                  <a:lnTo>
                    <a:pt x="320346" y="226692"/>
                  </a:lnTo>
                  <a:lnTo>
                    <a:pt x="322394" y="221794"/>
                  </a:lnTo>
                  <a:lnTo>
                    <a:pt x="324286" y="216834"/>
                  </a:lnTo>
                  <a:lnTo>
                    <a:pt x="326019" y="211817"/>
                  </a:lnTo>
                  <a:lnTo>
                    <a:pt x="327592" y="206746"/>
                  </a:lnTo>
                  <a:lnTo>
                    <a:pt x="329004" y="201629"/>
                  </a:lnTo>
                  <a:lnTo>
                    <a:pt x="330252" y="196469"/>
                  </a:lnTo>
                  <a:lnTo>
                    <a:pt x="331335" y="191272"/>
                  </a:lnTo>
                  <a:lnTo>
                    <a:pt x="332253" y="186044"/>
                  </a:lnTo>
                  <a:lnTo>
                    <a:pt x="333005" y="180789"/>
                  </a:lnTo>
                  <a:lnTo>
                    <a:pt x="333589" y="175513"/>
                  </a:lnTo>
                  <a:lnTo>
                    <a:pt x="334006" y="170220"/>
                  </a:lnTo>
                  <a:lnTo>
                    <a:pt x="334254" y="164918"/>
                  </a:lnTo>
                  <a:lnTo>
                    <a:pt x="334334" y="159610"/>
                  </a:lnTo>
                  <a:lnTo>
                    <a:pt x="334245" y="154302"/>
                  </a:lnTo>
                  <a:lnTo>
                    <a:pt x="333988" y="149000"/>
                  </a:lnTo>
                  <a:lnTo>
                    <a:pt x="333563" y="143708"/>
                  </a:lnTo>
                  <a:lnTo>
                    <a:pt x="332969" y="138433"/>
                  </a:lnTo>
                  <a:lnTo>
                    <a:pt x="332209" y="133179"/>
                  </a:lnTo>
                  <a:lnTo>
                    <a:pt x="331282" y="127952"/>
                  </a:lnTo>
                  <a:lnTo>
                    <a:pt x="330190" y="122757"/>
                  </a:lnTo>
                  <a:lnTo>
                    <a:pt x="328933" y="117600"/>
                  </a:lnTo>
                  <a:lnTo>
                    <a:pt x="327513" y="112485"/>
                  </a:lnTo>
                  <a:lnTo>
                    <a:pt x="325931" y="107417"/>
                  </a:lnTo>
                  <a:lnTo>
                    <a:pt x="324190" y="102402"/>
                  </a:lnTo>
                  <a:lnTo>
                    <a:pt x="322290" y="97446"/>
                  </a:lnTo>
                  <a:lnTo>
                    <a:pt x="320233" y="92552"/>
                  </a:lnTo>
                  <a:lnTo>
                    <a:pt x="318022" y="87725"/>
                  </a:lnTo>
                  <a:lnTo>
                    <a:pt x="315659" y="82972"/>
                  </a:lnTo>
                  <a:lnTo>
                    <a:pt x="313146" y="78296"/>
                  </a:lnTo>
                  <a:lnTo>
                    <a:pt x="310487" y="73702"/>
                  </a:lnTo>
                  <a:lnTo>
                    <a:pt x="307682" y="69194"/>
                  </a:lnTo>
                  <a:lnTo>
                    <a:pt x="304736" y="64778"/>
                  </a:lnTo>
                  <a:lnTo>
                    <a:pt x="301651" y="60458"/>
                  </a:lnTo>
                  <a:lnTo>
                    <a:pt x="298431" y="56238"/>
                  </a:lnTo>
                  <a:lnTo>
                    <a:pt x="295078" y="52122"/>
                  </a:lnTo>
                  <a:lnTo>
                    <a:pt x="291596" y="48115"/>
                  </a:lnTo>
                  <a:lnTo>
                    <a:pt x="287988" y="44221"/>
                  </a:lnTo>
                  <a:lnTo>
                    <a:pt x="284259" y="40443"/>
                  </a:lnTo>
                  <a:lnTo>
                    <a:pt x="280412" y="36785"/>
                  </a:lnTo>
                  <a:lnTo>
                    <a:pt x="276451" y="33251"/>
                  </a:lnTo>
                  <a:lnTo>
                    <a:pt x="272379" y="29845"/>
                  </a:lnTo>
                  <a:lnTo>
                    <a:pt x="268201" y="26570"/>
                  </a:lnTo>
                  <a:lnTo>
                    <a:pt x="263921" y="23429"/>
                  </a:lnTo>
                  <a:lnTo>
                    <a:pt x="259544" y="20426"/>
                  </a:lnTo>
                  <a:lnTo>
                    <a:pt x="255074" y="17563"/>
                  </a:lnTo>
                  <a:lnTo>
                    <a:pt x="250515" y="14843"/>
                  </a:lnTo>
                  <a:lnTo>
                    <a:pt x="245872" y="12270"/>
                  </a:lnTo>
                  <a:lnTo>
                    <a:pt x="241149" y="9845"/>
                  </a:lnTo>
                  <a:lnTo>
                    <a:pt x="236352" y="7572"/>
                  </a:lnTo>
                  <a:lnTo>
                    <a:pt x="231485" y="5452"/>
                  </a:lnTo>
                  <a:lnTo>
                    <a:pt x="167167" y="1597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423235" y="1681503"/>
              <a:ext cx="64318" cy="167167"/>
            </a:xfrm>
            <a:custGeom>
              <a:avLst/>
              <a:pathLst>
                <a:path w="64318" h="167167">
                  <a:moveTo>
                    <a:pt x="64318" y="12868"/>
                  </a:moveTo>
                  <a:lnTo>
                    <a:pt x="58738" y="10659"/>
                  </a:lnTo>
                  <a:lnTo>
                    <a:pt x="53082" y="8651"/>
                  </a:lnTo>
                  <a:lnTo>
                    <a:pt x="47358" y="6848"/>
                  </a:lnTo>
                  <a:lnTo>
                    <a:pt x="41572" y="5251"/>
                  </a:lnTo>
                  <a:lnTo>
                    <a:pt x="35733" y="3863"/>
                  </a:lnTo>
                  <a:lnTo>
                    <a:pt x="29848" y="2686"/>
                  </a:lnTo>
                  <a:lnTo>
                    <a:pt x="23925" y="1720"/>
                  </a:lnTo>
                  <a:lnTo>
                    <a:pt x="17971" y="968"/>
                  </a:lnTo>
                  <a:lnTo>
                    <a:pt x="11993" y="430"/>
                  </a:lnTo>
                  <a:lnTo>
                    <a:pt x="6000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5853884" y="1322571"/>
              <a:ext cx="334319" cy="334330"/>
            </a:xfrm>
            <a:custGeom>
              <a:avLst/>
              <a:pathLst>
                <a:path w="334319" h="334330">
                  <a:moveTo>
                    <a:pt x="167154" y="0"/>
                  </a:moveTo>
                  <a:lnTo>
                    <a:pt x="161862" y="83"/>
                  </a:lnTo>
                  <a:lnTo>
                    <a:pt x="156575" y="335"/>
                  </a:lnTo>
                  <a:lnTo>
                    <a:pt x="151299" y="753"/>
                  </a:lnTo>
                  <a:lnTo>
                    <a:pt x="146038" y="1338"/>
                  </a:lnTo>
                  <a:lnTo>
                    <a:pt x="140799" y="2090"/>
                  </a:lnTo>
                  <a:lnTo>
                    <a:pt x="135586" y="3007"/>
                  </a:lnTo>
                  <a:lnTo>
                    <a:pt x="130405" y="4089"/>
                  </a:lnTo>
                  <a:lnTo>
                    <a:pt x="125261" y="5334"/>
                  </a:lnTo>
                  <a:lnTo>
                    <a:pt x="120159" y="6741"/>
                  </a:lnTo>
                  <a:lnTo>
                    <a:pt x="115103" y="8310"/>
                  </a:lnTo>
                  <a:lnTo>
                    <a:pt x="110100" y="10037"/>
                  </a:lnTo>
                  <a:lnTo>
                    <a:pt x="105154" y="11922"/>
                  </a:lnTo>
                  <a:lnTo>
                    <a:pt x="100271" y="13963"/>
                  </a:lnTo>
                  <a:lnTo>
                    <a:pt x="95454" y="16157"/>
                  </a:lnTo>
                  <a:lnTo>
                    <a:pt x="90709" y="18502"/>
                  </a:lnTo>
                  <a:lnTo>
                    <a:pt x="86041" y="20997"/>
                  </a:lnTo>
                  <a:lnTo>
                    <a:pt x="81454" y="23638"/>
                  </a:lnTo>
                  <a:lnTo>
                    <a:pt x="76954" y="26423"/>
                  </a:lnTo>
                  <a:lnTo>
                    <a:pt x="72543" y="29349"/>
                  </a:lnTo>
                  <a:lnTo>
                    <a:pt x="68227" y="32414"/>
                  </a:lnTo>
                  <a:lnTo>
                    <a:pt x="64011" y="35613"/>
                  </a:lnTo>
                  <a:lnTo>
                    <a:pt x="59898" y="38944"/>
                  </a:lnTo>
                  <a:lnTo>
                    <a:pt x="55892" y="42404"/>
                  </a:lnTo>
                  <a:lnTo>
                    <a:pt x="51998" y="45989"/>
                  </a:lnTo>
                  <a:lnTo>
                    <a:pt x="48220" y="49695"/>
                  </a:lnTo>
                  <a:lnTo>
                    <a:pt x="44561" y="53519"/>
                  </a:lnTo>
                  <a:lnTo>
                    <a:pt x="41024" y="57457"/>
                  </a:lnTo>
                  <a:lnTo>
                    <a:pt x="37614" y="61505"/>
                  </a:lnTo>
                  <a:lnTo>
                    <a:pt x="34334" y="65659"/>
                  </a:lnTo>
                  <a:lnTo>
                    <a:pt x="31187" y="69915"/>
                  </a:lnTo>
                  <a:lnTo>
                    <a:pt x="28177" y="74268"/>
                  </a:lnTo>
                  <a:lnTo>
                    <a:pt x="25305" y="78715"/>
                  </a:lnTo>
                  <a:lnTo>
                    <a:pt x="22576" y="83250"/>
                  </a:lnTo>
                  <a:lnTo>
                    <a:pt x="19992" y="87869"/>
                  </a:lnTo>
                  <a:lnTo>
                    <a:pt x="17555" y="92567"/>
                  </a:lnTo>
                  <a:lnTo>
                    <a:pt x="15268" y="97341"/>
                  </a:lnTo>
                  <a:lnTo>
                    <a:pt x="13134" y="102184"/>
                  </a:lnTo>
                  <a:lnTo>
                    <a:pt x="11154" y="107093"/>
                  </a:lnTo>
                  <a:lnTo>
                    <a:pt x="9330" y="112061"/>
                  </a:lnTo>
                  <a:lnTo>
                    <a:pt x="7665" y="117085"/>
                  </a:lnTo>
                  <a:lnTo>
                    <a:pt x="6159" y="122160"/>
                  </a:lnTo>
                  <a:lnTo>
                    <a:pt x="4815" y="127279"/>
                  </a:lnTo>
                  <a:lnTo>
                    <a:pt x="3634" y="132438"/>
                  </a:lnTo>
                  <a:lnTo>
                    <a:pt x="2616" y="137633"/>
                  </a:lnTo>
                  <a:lnTo>
                    <a:pt x="1764" y="142856"/>
                  </a:lnTo>
                  <a:lnTo>
                    <a:pt x="1077" y="148104"/>
                  </a:lnTo>
                  <a:lnTo>
                    <a:pt x="557" y="153372"/>
                  </a:lnTo>
                  <a:lnTo>
                    <a:pt x="204" y="158653"/>
                  </a:lnTo>
                  <a:lnTo>
                    <a:pt x="18" y="163942"/>
                  </a:lnTo>
                  <a:lnTo>
                    <a:pt x="0" y="169235"/>
                  </a:lnTo>
                  <a:lnTo>
                    <a:pt x="149" y="174526"/>
                  </a:lnTo>
                  <a:lnTo>
                    <a:pt x="465" y="179809"/>
                  </a:lnTo>
                  <a:lnTo>
                    <a:pt x="949" y="185080"/>
                  </a:lnTo>
                  <a:lnTo>
                    <a:pt x="1600" y="190333"/>
                  </a:lnTo>
                  <a:lnTo>
                    <a:pt x="2416" y="195562"/>
                  </a:lnTo>
                  <a:lnTo>
                    <a:pt x="3398" y="200763"/>
                  </a:lnTo>
                  <a:lnTo>
                    <a:pt x="4543" y="205931"/>
                  </a:lnTo>
                  <a:lnTo>
                    <a:pt x="5852" y="211059"/>
                  </a:lnTo>
                  <a:lnTo>
                    <a:pt x="7322" y="216144"/>
                  </a:lnTo>
                  <a:lnTo>
                    <a:pt x="8953" y="221179"/>
                  </a:lnTo>
                  <a:lnTo>
                    <a:pt x="10742" y="226160"/>
                  </a:lnTo>
                  <a:lnTo>
                    <a:pt x="12688" y="231083"/>
                  </a:lnTo>
                  <a:lnTo>
                    <a:pt x="14789" y="235941"/>
                  </a:lnTo>
                  <a:lnTo>
                    <a:pt x="17043" y="240730"/>
                  </a:lnTo>
                  <a:lnTo>
                    <a:pt x="19447" y="245445"/>
                  </a:lnTo>
                  <a:lnTo>
                    <a:pt x="21999" y="250082"/>
                  </a:lnTo>
                  <a:lnTo>
                    <a:pt x="24697" y="254636"/>
                  </a:lnTo>
                  <a:lnTo>
                    <a:pt x="27537" y="259102"/>
                  </a:lnTo>
                  <a:lnTo>
                    <a:pt x="30518" y="263476"/>
                  </a:lnTo>
                  <a:lnTo>
                    <a:pt x="33635" y="267753"/>
                  </a:lnTo>
                  <a:lnTo>
                    <a:pt x="36886" y="271930"/>
                  </a:lnTo>
                  <a:lnTo>
                    <a:pt x="40268" y="276001"/>
                  </a:lnTo>
                  <a:lnTo>
                    <a:pt x="43777" y="279964"/>
                  </a:lnTo>
                  <a:lnTo>
                    <a:pt x="47410" y="283813"/>
                  </a:lnTo>
                  <a:lnTo>
                    <a:pt x="51163" y="287545"/>
                  </a:lnTo>
                  <a:lnTo>
                    <a:pt x="55032" y="291157"/>
                  </a:lnTo>
                  <a:lnTo>
                    <a:pt x="59013" y="294645"/>
                  </a:lnTo>
                  <a:lnTo>
                    <a:pt x="63103" y="298004"/>
                  </a:lnTo>
                  <a:lnTo>
                    <a:pt x="67298" y="301233"/>
                  </a:lnTo>
                  <a:lnTo>
                    <a:pt x="71592" y="304327"/>
                  </a:lnTo>
                  <a:lnTo>
                    <a:pt x="75982" y="307283"/>
                  </a:lnTo>
                  <a:lnTo>
                    <a:pt x="80464" y="310099"/>
                  </a:lnTo>
                  <a:lnTo>
                    <a:pt x="85032" y="312772"/>
                  </a:lnTo>
                  <a:lnTo>
                    <a:pt x="89683" y="315299"/>
                  </a:lnTo>
                  <a:lnTo>
                    <a:pt x="94411" y="317677"/>
                  </a:lnTo>
                  <a:lnTo>
                    <a:pt x="99212" y="319905"/>
                  </a:lnTo>
                  <a:lnTo>
                    <a:pt x="104082" y="321979"/>
                  </a:lnTo>
                  <a:lnTo>
                    <a:pt x="109015" y="323898"/>
                  </a:lnTo>
                  <a:lnTo>
                    <a:pt x="114006" y="325660"/>
                  </a:lnTo>
                  <a:lnTo>
                    <a:pt x="119050" y="327264"/>
                  </a:lnTo>
                  <a:lnTo>
                    <a:pt x="124142" y="328706"/>
                  </a:lnTo>
                  <a:lnTo>
                    <a:pt x="129278" y="329987"/>
                  </a:lnTo>
                  <a:lnTo>
                    <a:pt x="134451" y="331104"/>
                  </a:lnTo>
                  <a:lnTo>
                    <a:pt x="139658" y="332058"/>
                  </a:lnTo>
                  <a:lnTo>
                    <a:pt x="144892" y="332845"/>
                  </a:lnTo>
                  <a:lnTo>
                    <a:pt x="150148" y="333467"/>
                  </a:lnTo>
                  <a:lnTo>
                    <a:pt x="155421" y="333922"/>
                  </a:lnTo>
                  <a:lnTo>
                    <a:pt x="160706" y="334210"/>
                  </a:lnTo>
                  <a:lnTo>
                    <a:pt x="165998" y="334330"/>
                  </a:lnTo>
                  <a:lnTo>
                    <a:pt x="171290" y="334283"/>
                  </a:lnTo>
                  <a:lnTo>
                    <a:pt x="176579" y="334069"/>
                  </a:lnTo>
                  <a:lnTo>
                    <a:pt x="181858" y="333686"/>
                  </a:lnTo>
                  <a:lnTo>
                    <a:pt x="187122" y="333138"/>
                  </a:lnTo>
                  <a:lnTo>
                    <a:pt x="192366" y="332422"/>
                  </a:lnTo>
                  <a:lnTo>
                    <a:pt x="197585" y="331541"/>
                  </a:lnTo>
                  <a:lnTo>
                    <a:pt x="202774" y="330495"/>
                  </a:lnTo>
                  <a:lnTo>
                    <a:pt x="207927" y="329286"/>
                  </a:lnTo>
                  <a:lnTo>
                    <a:pt x="213039" y="327914"/>
                  </a:lnTo>
                  <a:lnTo>
                    <a:pt x="218105" y="326381"/>
                  </a:lnTo>
                  <a:lnTo>
                    <a:pt x="223120" y="324688"/>
                  </a:lnTo>
                  <a:lnTo>
                    <a:pt x="228078" y="322837"/>
                  </a:lnTo>
                  <a:lnTo>
                    <a:pt x="232976" y="320830"/>
                  </a:lnTo>
                  <a:lnTo>
                    <a:pt x="237808" y="318670"/>
                  </a:lnTo>
                  <a:lnTo>
                    <a:pt x="242569" y="316357"/>
                  </a:lnTo>
                  <a:lnTo>
                    <a:pt x="247254" y="313895"/>
                  </a:lnTo>
                  <a:lnTo>
                    <a:pt x="251859" y="311285"/>
                  </a:lnTo>
                  <a:lnTo>
                    <a:pt x="256379" y="308531"/>
                  </a:lnTo>
                  <a:lnTo>
                    <a:pt x="260809" y="305636"/>
                  </a:lnTo>
                  <a:lnTo>
                    <a:pt x="265146" y="302602"/>
                  </a:lnTo>
                  <a:lnTo>
                    <a:pt x="269385" y="299431"/>
                  </a:lnTo>
                  <a:lnTo>
                    <a:pt x="273521" y="296129"/>
                  </a:lnTo>
                  <a:lnTo>
                    <a:pt x="277550" y="292697"/>
                  </a:lnTo>
                  <a:lnTo>
                    <a:pt x="281469" y="289139"/>
                  </a:lnTo>
                  <a:lnTo>
                    <a:pt x="285273" y="285459"/>
                  </a:lnTo>
                  <a:lnTo>
                    <a:pt x="288958" y="281660"/>
                  </a:lnTo>
                  <a:lnTo>
                    <a:pt x="292522" y="277747"/>
                  </a:lnTo>
                  <a:lnTo>
                    <a:pt x="295960" y="273722"/>
                  </a:lnTo>
                  <a:lnTo>
                    <a:pt x="299269" y="269591"/>
                  </a:lnTo>
                  <a:lnTo>
                    <a:pt x="302445" y="265357"/>
                  </a:lnTo>
                  <a:lnTo>
                    <a:pt x="305486" y="261025"/>
                  </a:lnTo>
                  <a:lnTo>
                    <a:pt x="308388" y="256599"/>
                  </a:lnTo>
                  <a:lnTo>
                    <a:pt x="311148" y="252083"/>
                  </a:lnTo>
                  <a:lnTo>
                    <a:pt x="313764" y="247481"/>
                  </a:lnTo>
                  <a:lnTo>
                    <a:pt x="316233" y="242800"/>
                  </a:lnTo>
                  <a:lnTo>
                    <a:pt x="318553" y="238042"/>
                  </a:lnTo>
                  <a:lnTo>
                    <a:pt x="320721" y="233214"/>
                  </a:lnTo>
                  <a:lnTo>
                    <a:pt x="322735" y="228319"/>
                  </a:lnTo>
                  <a:lnTo>
                    <a:pt x="324593" y="223363"/>
                  </a:lnTo>
                  <a:lnTo>
                    <a:pt x="326293" y="218351"/>
                  </a:lnTo>
                  <a:lnTo>
                    <a:pt x="327834" y="213287"/>
                  </a:lnTo>
                  <a:lnTo>
                    <a:pt x="329213" y="208177"/>
                  </a:lnTo>
                  <a:lnTo>
                    <a:pt x="330430" y="203026"/>
                  </a:lnTo>
                  <a:lnTo>
                    <a:pt x="331484" y="197839"/>
                  </a:lnTo>
                  <a:lnTo>
                    <a:pt x="332372" y="192621"/>
                  </a:lnTo>
                  <a:lnTo>
                    <a:pt x="333095" y="187378"/>
                  </a:lnTo>
                  <a:lnTo>
                    <a:pt x="333652" y="182115"/>
                  </a:lnTo>
                  <a:lnTo>
                    <a:pt x="334042" y="176836"/>
                  </a:lnTo>
                  <a:lnTo>
                    <a:pt x="334264" y="171548"/>
                  </a:lnTo>
                  <a:lnTo>
                    <a:pt x="334319" y="166255"/>
                  </a:lnTo>
                  <a:lnTo>
                    <a:pt x="334206" y="160964"/>
                  </a:lnTo>
                  <a:lnTo>
                    <a:pt x="333926" y="155678"/>
                  </a:lnTo>
                  <a:lnTo>
                    <a:pt x="333479" y="150404"/>
                  </a:lnTo>
                  <a:lnTo>
                    <a:pt x="332865" y="145147"/>
                  </a:lnTo>
                  <a:lnTo>
                    <a:pt x="332085" y="139912"/>
                  </a:lnTo>
                  <a:lnTo>
                    <a:pt x="331139" y="134704"/>
                  </a:lnTo>
                  <a:lnTo>
                    <a:pt x="330029" y="129529"/>
                  </a:lnTo>
                  <a:lnTo>
                    <a:pt x="328756" y="124392"/>
                  </a:lnTo>
                  <a:lnTo>
                    <a:pt x="327321" y="119297"/>
                  </a:lnTo>
                  <a:lnTo>
                    <a:pt x="325725" y="114251"/>
                  </a:lnTo>
                  <a:lnTo>
                    <a:pt x="323971" y="109257"/>
                  </a:lnTo>
                  <a:lnTo>
                    <a:pt x="322059" y="104322"/>
                  </a:lnTo>
                  <a:lnTo>
                    <a:pt x="319991" y="99449"/>
                  </a:lnTo>
                  <a:lnTo>
                    <a:pt x="317771" y="94644"/>
                  </a:lnTo>
                  <a:lnTo>
                    <a:pt x="315400" y="89913"/>
                  </a:lnTo>
                  <a:lnTo>
                    <a:pt x="312880" y="85258"/>
                  </a:lnTo>
                  <a:lnTo>
                    <a:pt x="310213" y="80686"/>
                  </a:lnTo>
                  <a:lnTo>
                    <a:pt x="307404" y="76200"/>
                  </a:lnTo>
                  <a:lnTo>
                    <a:pt x="304454" y="71806"/>
                  </a:lnTo>
                  <a:lnTo>
                    <a:pt x="301366" y="67507"/>
                  </a:lnTo>
                  <a:lnTo>
                    <a:pt x="298144" y="63308"/>
                  </a:lnTo>
                  <a:lnTo>
                    <a:pt x="294790" y="59213"/>
                  </a:lnTo>
                  <a:lnTo>
                    <a:pt x="291308" y="55226"/>
                  </a:lnTo>
                  <a:lnTo>
                    <a:pt x="287702" y="51352"/>
                  </a:lnTo>
                  <a:lnTo>
                    <a:pt x="283975" y="47594"/>
                  </a:lnTo>
                  <a:lnTo>
                    <a:pt x="280131" y="43955"/>
                  </a:lnTo>
                  <a:lnTo>
                    <a:pt x="276174" y="40441"/>
                  </a:lnTo>
                  <a:lnTo>
                    <a:pt x="272108" y="37053"/>
                  </a:lnTo>
                  <a:lnTo>
                    <a:pt x="267936" y="33795"/>
                  </a:lnTo>
                  <a:lnTo>
                    <a:pt x="263663" y="30672"/>
                  </a:lnTo>
                  <a:lnTo>
                    <a:pt x="259294" y="27685"/>
                  </a:lnTo>
                  <a:lnTo>
                    <a:pt x="254832" y="24838"/>
                  </a:lnTo>
                  <a:lnTo>
                    <a:pt x="250282" y="22133"/>
                  </a:lnTo>
                  <a:lnTo>
                    <a:pt x="245649" y="19574"/>
                  </a:lnTo>
                  <a:lnTo>
                    <a:pt x="240937" y="17163"/>
                  </a:lnTo>
                  <a:lnTo>
                    <a:pt x="236151" y="14903"/>
                  </a:lnTo>
                  <a:lnTo>
                    <a:pt x="231296" y="12795"/>
                  </a:lnTo>
                  <a:lnTo>
                    <a:pt x="226377" y="10842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21039" y="1333413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021039" y="1333413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021039" y="1333413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021039" y="1333413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21039" y="1333413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21039" y="1333413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21039" y="1333413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21039" y="1333413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21039" y="1333413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21039" y="1333413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21039" y="1333413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21039" y="1333413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21039" y="1333413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21039" y="1333413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21039" y="1333413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21039" y="1333413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21039" y="1333413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21039" y="1333413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21039" y="1333413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21039" y="1333413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21039" y="1333413"/>
              <a:ext cx="59222" cy="156325"/>
            </a:xfrm>
            <a:custGeom>
              <a:avLst/>
              <a:pathLst>
                <a:path w="59222" h="156325">
                  <a:moveTo>
                    <a:pt x="59222" y="0"/>
                  </a:moveTo>
                  <a:lnTo>
                    <a:pt x="0" y="1563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21039" y="1333050"/>
              <a:ext cx="59222" cy="156689"/>
            </a:xfrm>
            <a:custGeom>
              <a:avLst/>
              <a:pathLst>
                <a:path w="59222" h="156689">
                  <a:moveTo>
                    <a:pt x="59222" y="363"/>
                  </a:moveTo>
                  <a:lnTo>
                    <a:pt x="58253" y="0"/>
                  </a:lnTo>
                  <a:lnTo>
                    <a:pt x="0" y="1566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21039" y="1322571"/>
              <a:ext cx="58253" cy="167167"/>
            </a:xfrm>
            <a:custGeom>
              <a:avLst/>
              <a:pathLst>
                <a:path w="58253" h="167167">
                  <a:moveTo>
                    <a:pt x="58253" y="10478"/>
                  </a:moveTo>
                  <a:lnTo>
                    <a:pt x="52640" y="8504"/>
                  </a:lnTo>
                  <a:lnTo>
                    <a:pt x="46961" y="6731"/>
                  </a:lnTo>
                  <a:lnTo>
                    <a:pt x="41221" y="5162"/>
                  </a:lnTo>
                  <a:lnTo>
                    <a:pt x="35430" y="3797"/>
                  </a:lnTo>
                  <a:lnTo>
                    <a:pt x="29594" y="2640"/>
                  </a:lnTo>
                  <a:lnTo>
                    <a:pt x="23720" y="1691"/>
                  </a:lnTo>
                  <a:lnTo>
                    <a:pt x="17816" y="952"/>
                  </a:lnTo>
                  <a:lnTo>
                    <a:pt x="11890" y="423"/>
                  </a:lnTo>
                  <a:lnTo>
                    <a:pt x="5948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378108" y="1071028"/>
              <a:ext cx="334089" cy="334334"/>
            </a:xfrm>
            <a:custGeom>
              <a:avLst/>
              <a:pathLst>
                <a:path w="334089" h="334334">
                  <a:moveTo>
                    <a:pt x="167150" y="0"/>
                  </a:moveTo>
                  <a:lnTo>
                    <a:pt x="161851" y="83"/>
                  </a:lnTo>
                  <a:lnTo>
                    <a:pt x="156558" y="335"/>
                  </a:lnTo>
                  <a:lnTo>
                    <a:pt x="151276" y="755"/>
                  </a:lnTo>
                  <a:lnTo>
                    <a:pt x="146009" y="1342"/>
                  </a:lnTo>
                  <a:lnTo>
                    <a:pt x="140764" y="2095"/>
                  </a:lnTo>
                  <a:lnTo>
                    <a:pt x="135545" y="3014"/>
                  </a:lnTo>
                  <a:lnTo>
                    <a:pt x="130358" y="4099"/>
                  </a:lnTo>
                  <a:lnTo>
                    <a:pt x="125208" y="5347"/>
                  </a:lnTo>
                  <a:lnTo>
                    <a:pt x="120100" y="6757"/>
                  </a:lnTo>
                  <a:lnTo>
                    <a:pt x="115039" y="8329"/>
                  </a:lnTo>
                  <a:lnTo>
                    <a:pt x="110031" y="10061"/>
                  </a:lnTo>
                  <a:lnTo>
                    <a:pt x="105080" y="11950"/>
                  </a:lnTo>
                  <a:lnTo>
                    <a:pt x="100191" y="13996"/>
                  </a:lnTo>
                  <a:lnTo>
                    <a:pt x="95370" y="16195"/>
                  </a:lnTo>
                  <a:lnTo>
                    <a:pt x="90621" y="18546"/>
                  </a:lnTo>
                  <a:lnTo>
                    <a:pt x="85949" y="21046"/>
                  </a:lnTo>
                  <a:lnTo>
                    <a:pt x="81358" y="23693"/>
                  </a:lnTo>
                  <a:lnTo>
                    <a:pt x="76853" y="26485"/>
                  </a:lnTo>
                  <a:lnTo>
                    <a:pt x="72440" y="29417"/>
                  </a:lnTo>
                  <a:lnTo>
                    <a:pt x="68121" y="32489"/>
                  </a:lnTo>
                  <a:lnTo>
                    <a:pt x="63902" y="35695"/>
                  </a:lnTo>
                  <a:lnTo>
                    <a:pt x="59787" y="39034"/>
                  </a:lnTo>
                  <a:lnTo>
                    <a:pt x="55780" y="42501"/>
                  </a:lnTo>
                  <a:lnTo>
                    <a:pt x="51884" y="46094"/>
                  </a:lnTo>
                  <a:lnTo>
                    <a:pt x="48105" y="49808"/>
                  </a:lnTo>
                  <a:lnTo>
                    <a:pt x="44445" y="53640"/>
                  </a:lnTo>
                  <a:lnTo>
                    <a:pt x="40908" y="57586"/>
                  </a:lnTo>
                  <a:lnTo>
                    <a:pt x="37498" y="61643"/>
                  </a:lnTo>
                  <a:lnTo>
                    <a:pt x="34219" y="65805"/>
                  </a:lnTo>
                  <a:lnTo>
                    <a:pt x="31073" y="70070"/>
                  </a:lnTo>
                  <a:lnTo>
                    <a:pt x="28063" y="74431"/>
                  </a:lnTo>
                  <a:lnTo>
                    <a:pt x="25194" y="78886"/>
                  </a:lnTo>
                  <a:lnTo>
                    <a:pt x="22467" y="83430"/>
                  </a:lnTo>
                  <a:lnTo>
                    <a:pt x="19886" y="88058"/>
                  </a:lnTo>
                  <a:lnTo>
                    <a:pt x="17452" y="92766"/>
                  </a:lnTo>
                  <a:lnTo>
                    <a:pt x="15169" y="97548"/>
                  </a:lnTo>
                  <a:lnTo>
                    <a:pt x="13039" y="102400"/>
                  </a:lnTo>
                  <a:lnTo>
                    <a:pt x="11064" y="107317"/>
                  </a:lnTo>
                  <a:lnTo>
                    <a:pt x="9245" y="112295"/>
                  </a:lnTo>
                  <a:lnTo>
                    <a:pt x="7585" y="117327"/>
                  </a:lnTo>
                  <a:lnTo>
                    <a:pt x="6086" y="122410"/>
                  </a:lnTo>
                  <a:lnTo>
                    <a:pt x="4748" y="127537"/>
                  </a:lnTo>
                  <a:lnTo>
                    <a:pt x="3573" y="132705"/>
                  </a:lnTo>
                  <a:lnTo>
                    <a:pt x="2563" y="137907"/>
                  </a:lnTo>
                  <a:lnTo>
                    <a:pt x="1718" y="143138"/>
                  </a:lnTo>
                  <a:lnTo>
                    <a:pt x="1040" y="148394"/>
                  </a:lnTo>
                  <a:lnTo>
                    <a:pt x="528" y="153668"/>
                  </a:lnTo>
                  <a:lnTo>
                    <a:pt x="184" y="158956"/>
                  </a:lnTo>
                  <a:lnTo>
                    <a:pt x="8" y="164252"/>
                  </a:lnTo>
                  <a:lnTo>
                    <a:pt x="0" y="169552"/>
                  </a:lnTo>
                  <a:lnTo>
                    <a:pt x="159" y="174848"/>
                  </a:lnTo>
                  <a:lnTo>
                    <a:pt x="486" y="180137"/>
                  </a:lnTo>
                  <a:lnTo>
                    <a:pt x="981" y="185413"/>
                  </a:lnTo>
                  <a:lnTo>
                    <a:pt x="1643" y="190671"/>
                  </a:lnTo>
                  <a:lnTo>
                    <a:pt x="2471" y="195905"/>
                  </a:lnTo>
                  <a:lnTo>
                    <a:pt x="3465" y="201110"/>
                  </a:lnTo>
                  <a:lnTo>
                    <a:pt x="4623" y="206281"/>
                  </a:lnTo>
                  <a:lnTo>
                    <a:pt x="5944" y="211413"/>
                  </a:lnTo>
                  <a:lnTo>
                    <a:pt x="7428" y="216501"/>
                  </a:lnTo>
                  <a:lnTo>
                    <a:pt x="9072" y="221538"/>
                  </a:lnTo>
                  <a:lnTo>
                    <a:pt x="10875" y="226521"/>
                  </a:lnTo>
                  <a:lnTo>
                    <a:pt x="12834" y="231445"/>
                  </a:lnTo>
                  <a:lnTo>
                    <a:pt x="14949" y="236304"/>
                  </a:lnTo>
                  <a:lnTo>
                    <a:pt x="17217" y="241093"/>
                  </a:lnTo>
                  <a:lnTo>
                    <a:pt x="19636" y="245808"/>
                  </a:lnTo>
                  <a:lnTo>
                    <a:pt x="22202" y="250444"/>
                  </a:lnTo>
                  <a:lnTo>
                    <a:pt x="24915" y="254997"/>
                  </a:lnTo>
                  <a:lnTo>
                    <a:pt x="27770" y="259461"/>
                  </a:lnTo>
                  <a:lnTo>
                    <a:pt x="30765" y="263832"/>
                  </a:lnTo>
                  <a:lnTo>
                    <a:pt x="33898" y="268107"/>
                  </a:lnTo>
                  <a:lnTo>
                    <a:pt x="37164" y="272279"/>
                  </a:lnTo>
                  <a:lnTo>
                    <a:pt x="40561" y="276347"/>
                  </a:lnTo>
                  <a:lnTo>
                    <a:pt x="44085" y="280304"/>
                  </a:lnTo>
                  <a:lnTo>
                    <a:pt x="47733" y="284148"/>
                  </a:lnTo>
                  <a:lnTo>
                    <a:pt x="51501" y="287874"/>
                  </a:lnTo>
                  <a:lnTo>
                    <a:pt x="55385" y="291479"/>
                  </a:lnTo>
                  <a:lnTo>
                    <a:pt x="59381" y="294959"/>
                  </a:lnTo>
                  <a:lnTo>
                    <a:pt x="63486" y="298311"/>
                  </a:lnTo>
                  <a:lnTo>
                    <a:pt x="67695" y="301531"/>
                  </a:lnTo>
                  <a:lnTo>
                    <a:pt x="72003" y="304615"/>
                  </a:lnTo>
                  <a:lnTo>
                    <a:pt x="76408" y="307562"/>
                  </a:lnTo>
                  <a:lnTo>
                    <a:pt x="80903" y="310368"/>
                  </a:lnTo>
                  <a:lnTo>
                    <a:pt x="85486" y="313030"/>
                  </a:lnTo>
                  <a:lnTo>
                    <a:pt x="90150" y="315545"/>
                  </a:lnTo>
                  <a:lnTo>
                    <a:pt x="94892" y="317911"/>
                  </a:lnTo>
                  <a:lnTo>
                    <a:pt x="99706" y="320125"/>
                  </a:lnTo>
                  <a:lnTo>
                    <a:pt x="104588" y="322186"/>
                  </a:lnTo>
                  <a:lnTo>
                    <a:pt x="109533" y="324091"/>
                  </a:lnTo>
                  <a:lnTo>
                    <a:pt x="114536" y="325839"/>
                  </a:lnTo>
                  <a:lnTo>
                    <a:pt x="119591" y="327426"/>
                  </a:lnTo>
                  <a:lnTo>
                    <a:pt x="124695" y="328853"/>
                  </a:lnTo>
                  <a:lnTo>
                    <a:pt x="129841" y="330118"/>
                  </a:lnTo>
                  <a:lnTo>
                    <a:pt x="135024" y="331218"/>
                  </a:lnTo>
                  <a:lnTo>
                    <a:pt x="140240" y="332154"/>
                  </a:lnTo>
                  <a:lnTo>
                    <a:pt x="145483" y="332924"/>
                  </a:lnTo>
                  <a:lnTo>
                    <a:pt x="150748" y="333528"/>
                  </a:lnTo>
                  <a:lnTo>
                    <a:pt x="156029" y="333964"/>
                  </a:lnTo>
                  <a:lnTo>
                    <a:pt x="161322" y="334233"/>
                  </a:lnTo>
                  <a:lnTo>
                    <a:pt x="166620" y="334334"/>
                  </a:lnTo>
                  <a:lnTo>
                    <a:pt x="171919" y="334266"/>
                  </a:lnTo>
                  <a:lnTo>
                    <a:pt x="177213" y="334031"/>
                  </a:lnTo>
                  <a:lnTo>
                    <a:pt x="182496" y="333628"/>
                  </a:lnTo>
                  <a:lnTo>
                    <a:pt x="187765" y="333058"/>
                  </a:lnTo>
                  <a:lnTo>
                    <a:pt x="193013" y="332322"/>
                  </a:lnTo>
                  <a:lnTo>
                    <a:pt x="198234" y="331419"/>
                  </a:lnTo>
                  <a:lnTo>
                    <a:pt x="203425" y="330351"/>
                  </a:lnTo>
                  <a:lnTo>
                    <a:pt x="208579" y="329119"/>
                  </a:lnTo>
                  <a:lnTo>
                    <a:pt x="213691" y="327725"/>
                  </a:lnTo>
                  <a:lnTo>
                    <a:pt x="218757" y="326169"/>
                  </a:lnTo>
                  <a:lnTo>
                    <a:pt x="223771" y="324453"/>
                  </a:lnTo>
                  <a:lnTo>
                    <a:pt x="228728" y="322580"/>
                  </a:lnTo>
                  <a:lnTo>
                    <a:pt x="233623" y="320550"/>
                  </a:lnTo>
                  <a:lnTo>
                    <a:pt x="238451" y="318366"/>
                  </a:lnTo>
                  <a:lnTo>
                    <a:pt x="243207" y="316030"/>
                  </a:lnTo>
                  <a:lnTo>
                    <a:pt x="247888" y="313544"/>
                  </a:lnTo>
                  <a:lnTo>
                    <a:pt x="252487" y="310912"/>
                  </a:lnTo>
                  <a:lnTo>
                    <a:pt x="257000" y="308135"/>
                  </a:lnTo>
                  <a:lnTo>
                    <a:pt x="261423" y="305216"/>
                  </a:lnTo>
                  <a:lnTo>
                    <a:pt x="265751" y="302159"/>
                  </a:lnTo>
                  <a:lnTo>
                    <a:pt x="269980" y="298966"/>
                  </a:lnTo>
                  <a:lnTo>
                    <a:pt x="274106" y="295640"/>
                  </a:lnTo>
                  <a:lnTo>
                    <a:pt x="278124" y="292185"/>
                  </a:lnTo>
                  <a:lnTo>
                    <a:pt x="282031" y="288605"/>
                  </a:lnTo>
                  <a:lnTo>
                    <a:pt x="285823" y="284903"/>
                  </a:lnTo>
                  <a:lnTo>
                    <a:pt x="289495" y="281082"/>
                  </a:lnTo>
                  <a:lnTo>
                    <a:pt x="293044" y="277147"/>
                  </a:lnTo>
                  <a:lnTo>
                    <a:pt x="296467" y="273102"/>
                  </a:lnTo>
                  <a:lnTo>
                    <a:pt x="299759" y="268950"/>
                  </a:lnTo>
                  <a:lnTo>
                    <a:pt x="302919" y="264695"/>
                  </a:lnTo>
                  <a:lnTo>
                    <a:pt x="305942" y="260343"/>
                  </a:lnTo>
                  <a:lnTo>
                    <a:pt x="308825" y="255897"/>
                  </a:lnTo>
                  <a:lnTo>
                    <a:pt x="311567" y="251362"/>
                  </a:lnTo>
                  <a:lnTo>
                    <a:pt x="314163" y="246742"/>
                  </a:lnTo>
                  <a:lnTo>
                    <a:pt x="316611" y="242043"/>
                  </a:lnTo>
                  <a:lnTo>
                    <a:pt x="318909" y="237268"/>
                  </a:lnTo>
                  <a:lnTo>
                    <a:pt x="321055" y="232422"/>
                  </a:lnTo>
                  <a:lnTo>
                    <a:pt x="323046" y="227511"/>
                  </a:lnTo>
                  <a:lnTo>
                    <a:pt x="324880" y="222540"/>
                  </a:lnTo>
                  <a:lnTo>
                    <a:pt x="326556" y="217513"/>
                  </a:lnTo>
                  <a:lnTo>
                    <a:pt x="328072" y="212435"/>
                  </a:lnTo>
                  <a:lnTo>
                    <a:pt x="329426" y="207311"/>
                  </a:lnTo>
                  <a:lnTo>
                    <a:pt x="330616" y="202148"/>
                  </a:lnTo>
                  <a:lnTo>
                    <a:pt x="331643" y="196949"/>
                  </a:lnTo>
                  <a:lnTo>
                    <a:pt x="332504" y="191720"/>
                  </a:lnTo>
                  <a:lnTo>
                    <a:pt x="333200" y="186467"/>
                  </a:lnTo>
                  <a:lnTo>
                    <a:pt x="333728" y="181194"/>
                  </a:lnTo>
                  <a:lnTo>
                    <a:pt x="334089" y="175907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545258" y="1238196"/>
              <a:ext cx="166938" cy="8740"/>
            </a:xfrm>
            <a:custGeom>
              <a:avLst/>
              <a:pathLst>
                <a:path w="166938" h="8740">
                  <a:moveTo>
                    <a:pt x="166938" y="874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545258" y="1238196"/>
              <a:ext cx="166938" cy="8740"/>
            </a:xfrm>
            <a:custGeom>
              <a:avLst/>
              <a:pathLst>
                <a:path w="166938" h="8740">
                  <a:moveTo>
                    <a:pt x="166938" y="874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545258" y="1238196"/>
              <a:ext cx="166938" cy="8740"/>
            </a:xfrm>
            <a:custGeom>
              <a:avLst/>
              <a:pathLst>
                <a:path w="166938" h="8740">
                  <a:moveTo>
                    <a:pt x="166938" y="874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545258" y="1238196"/>
              <a:ext cx="166938" cy="8740"/>
            </a:xfrm>
            <a:custGeom>
              <a:avLst/>
              <a:pathLst>
                <a:path w="166938" h="8740">
                  <a:moveTo>
                    <a:pt x="166938" y="874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545258" y="1238196"/>
              <a:ext cx="166938" cy="8740"/>
            </a:xfrm>
            <a:custGeom>
              <a:avLst/>
              <a:pathLst>
                <a:path w="166938" h="8740">
                  <a:moveTo>
                    <a:pt x="166938" y="874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545258" y="1238196"/>
              <a:ext cx="166938" cy="8740"/>
            </a:xfrm>
            <a:custGeom>
              <a:avLst/>
              <a:pathLst>
                <a:path w="166938" h="8740">
                  <a:moveTo>
                    <a:pt x="166938" y="874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545258" y="1238196"/>
              <a:ext cx="166938" cy="8740"/>
            </a:xfrm>
            <a:custGeom>
              <a:avLst/>
              <a:pathLst>
                <a:path w="166938" h="8740">
                  <a:moveTo>
                    <a:pt x="166938" y="874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545258" y="1238196"/>
              <a:ext cx="166938" cy="8740"/>
            </a:xfrm>
            <a:custGeom>
              <a:avLst/>
              <a:pathLst>
                <a:path w="166938" h="8740">
                  <a:moveTo>
                    <a:pt x="166938" y="874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545258" y="1238196"/>
              <a:ext cx="166938" cy="8740"/>
            </a:xfrm>
            <a:custGeom>
              <a:avLst/>
              <a:pathLst>
                <a:path w="166938" h="8740">
                  <a:moveTo>
                    <a:pt x="166938" y="874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545258" y="1238196"/>
              <a:ext cx="166938" cy="8740"/>
            </a:xfrm>
            <a:custGeom>
              <a:avLst/>
              <a:pathLst>
                <a:path w="166938" h="8740">
                  <a:moveTo>
                    <a:pt x="166938" y="874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545258" y="1238196"/>
              <a:ext cx="166938" cy="8740"/>
            </a:xfrm>
            <a:custGeom>
              <a:avLst/>
              <a:pathLst>
                <a:path w="166938" h="8740">
                  <a:moveTo>
                    <a:pt x="166938" y="874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545258" y="1238196"/>
              <a:ext cx="166938" cy="8740"/>
            </a:xfrm>
            <a:custGeom>
              <a:avLst/>
              <a:pathLst>
                <a:path w="166938" h="8740">
                  <a:moveTo>
                    <a:pt x="166938" y="874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545258" y="1238196"/>
              <a:ext cx="166938" cy="8740"/>
            </a:xfrm>
            <a:custGeom>
              <a:avLst/>
              <a:pathLst>
                <a:path w="166938" h="8740">
                  <a:moveTo>
                    <a:pt x="166938" y="874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545258" y="1238196"/>
              <a:ext cx="166938" cy="8740"/>
            </a:xfrm>
            <a:custGeom>
              <a:avLst/>
              <a:pathLst>
                <a:path w="166938" h="8740">
                  <a:moveTo>
                    <a:pt x="166938" y="874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545258" y="1238196"/>
              <a:ext cx="166938" cy="8740"/>
            </a:xfrm>
            <a:custGeom>
              <a:avLst/>
              <a:pathLst>
                <a:path w="166938" h="8740">
                  <a:moveTo>
                    <a:pt x="166938" y="874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545258" y="1238196"/>
              <a:ext cx="166938" cy="8740"/>
            </a:xfrm>
            <a:custGeom>
              <a:avLst/>
              <a:pathLst>
                <a:path w="166938" h="8740">
                  <a:moveTo>
                    <a:pt x="166938" y="874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545258" y="1238196"/>
              <a:ext cx="166938" cy="8740"/>
            </a:xfrm>
            <a:custGeom>
              <a:avLst/>
              <a:pathLst>
                <a:path w="166938" h="8740">
                  <a:moveTo>
                    <a:pt x="166938" y="874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545258" y="1238196"/>
              <a:ext cx="166938" cy="8740"/>
            </a:xfrm>
            <a:custGeom>
              <a:avLst/>
              <a:pathLst>
                <a:path w="166938" h="8740">
                  <a:moveTo>
                    <a:pt x="166938" y="874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545258" y="1238196"/>
              <a:ext cx="166938" cy="8740"/>
            </a:xfrm>
            <a:custGeom>
              <a:avLst/>
              <a:pathLst>
                <a:path w="166938" h="8740">
                  <a:moveTo>
                    <a:pt x="166938" y="874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545258" y="1238196"/>
              <a:ext cx="166938" cy="8740"/>
            </a:xfrm>
            <a:custGeom>
              <a:avLst/>
              <a:pathLst>
                <a:path w="166938" h="8740">
                  <a:moveTo>
                    <a:pt x="166938" y="874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545258" y="1238196"/>
              <a:ext cx="167046" cy="8740"/>
            </a:xfrm>
            <a:custGeom>
              <a:avLst/>
              <a:pathLst>
                <a:path w="167046" h="8740">
                  <a:moveTo>
                    <a:pt x="166938" y="8740"/>
                  </a:moveTo>
                  <a:lnTo>
                    <a:pt x="167046" y="63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545258" y="1071028"/>
              <a:ext cx="167164" cy="173530"/>
            </a:xfrm>
            <a:custGeom>
              <a:avLst/>
              <a:pathLst>
                <a:path w="167164" h="173530">
                  <a:moveTo>
                    <a:pt x="167046" y="173530"/>
                  </a:moveTo>
                  <a:lnTo>
                    <a:pt x="167164" y="168152"/>
                  </a:lnTo>
                  <a:lnTo>
                    <a:pt x="167109" y="162774"/>
                  </a:lnTo>
                  <a:lnTo>
                    <a:pt x="166881" y="157400"/>
                  </a:lnTo>
                  <a:lnTo>
                    <a:pt x="166481" y="152036"/>
                  </a:lnTo>
                  <a:lnTo>
                    <a:pt x="165908" y="146688"/>
                  </a:lnTo>
                  <a:lnTo>
                    <a:pt x="165163" y="141361"/>
                  </a:lnTo>
                  <a:lnTo>
                    <a:pt x="164247" y="136060"/>
                  </a:lnTo>
                  <a:lnTo>
                    <a:pt x="163162" y="130792"/>
                  </a:lnTo>
                  <a:lnTo>
                    <a:pt x="161907" y="125562"/>
                  </a:lnTo>
                  <a:lnTo>
                    <a:pt x="160485" y="120375"/>
                  </a:lnTo>
                  <a:lnTo>
                    <a:pt x="158896" y="115236"/>
                  </a:lnTo>
                  <a:lnTo>
                    <a:pt x="157143" y="110151"/>
                  </a:lnTo>
                  <a:lnTo>
                    <a:pt x="155227" y="105125"/>
                  </a:lnTo>
                  <a:lnTo>
                    <a:pt x="153151" y="100163"/>
                  </a:lnTo>
                  <a:lnTo>
                    <a:pt x="150916" y="95270"/>
                  </a:lnTo>
                  <a:lnTo>
                    <a:pt x="148525" y="90452"/>
                  </a:lnTo>
                  <a:lnTo>
                    <a:pt x="145980" y="85714"/>
                  </a:lnTo>
                  <a:lnTo>
                    <a:pt x="143284" y="81059"/>
                  </a:lnTo>
                  <a:lnTo>
                    <a:pt x="140440" y="76494"/>
                  </a:lnTo>
                  <a:lnTo>
                    <a:pt x="137450" y="72023"/>
                  </a:lnTo>
                  <a:lnTo>
                    <a:pt x="134318" y="67650"/>
                  </a:lnTo>
                  <a:lnTo>
                    <a:pt x="131047" y="63380"/>
                  </a:lnTo>
                  <a:lnTo>
                    <a:pt x="127640" y="59218"/>
                  </a:lnTo>
                  <a:lnTo>
                    <a:pt x="124101" y="55168"/>
                  </a:lnTo>
                  <a:lnTo>
                    <a:pt x="120433" y="51233"/>
                  </a:lnTo>
                  <a:lnTo>
                    <a:pt x="116641" y="47419"/>
                  </a:lnTo>
                  <a:lnTo>
                    <a:pt x="112728" y="43728"/>
                  </a:lnTo>
                  <a:lnTo>
                    <a:pt x="108699" y="40165"/>
                  </a:lnTo>
                  <a:lnTo>
                    <a:pt x="104556" y="36734"/>
                  </a:lnTo>
                  <a:lnTo>
                    <a:pt x="100306" y="33438"/>
                  </a:lnTo>
                  <a:lnTo>
                    <a:pt x="95952" y="30280"/>
                  </a:lnTo>
                  <a:lnTo>
                    <a:pt x="91498" y="27264"/>
                  </a:lnTo>
                  <a:lnTo>
                    <a:pt x="86950" y="24392"/>
                  </a:lnTo>
                  <a:lnTo>
                    <a:pt x="82312" y="21669"/>
                  </a:lnTo>
                  <a:lnTo>
                    <a:pt x="77588" y="19096"/>
                  </a:lnTo>
                  <a:lnTo>
                    <a:pt x="72784" y="16677"/>
                  </a:lnTo>
                  <a:lnTo>
                    <a:pt x="67905" y="14413"/>
                  </a:lnTo>
                  <a:lnTo>
                    <a:pt x="62955" y="12307"/>
                  </a:lnTo>
                  <a:lnTo>
                    <a:pt x="57941" y="10362"/>
                  </a:lnTo>
                  <a:lnTo>
                    <a:pt x="52866" y="8579"/>
                  </a:lnTo>
                  <a:lnTo>
                    <a:pt x="47737" y="6960"/>
                  </a:lnTo>
                  <a:lnTo>
                    <a:pt x="42558" y="5508"/>
                  </a:lnTo>
                  <a:lnTo>
                    <a:pt x="37335" y="4222"/>
                  </a:lnTo>
                  <a:lnTo>
                    <a:pt x="32073" y="3105"/>
                  </a:lnTo>
                  <a:lnTo>
                    <a:pt x="26779" y="2158"/>
                  </a:lnTo>
                  <a:lnTo>
                    <a:pt x="21456" y="1382"/>
                  </a:lnTo>
                  <a:lnTo>
                    <a:pt x="16111" y="778"/>
                  </a:lnTo>
                  <a:lnTo>
                    <a:pt x="10750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4915598" y="941493"/>
              <a:ext cx="107945" cy="167167"/>
            </a:xfrm>
            <a:custGeom>
              <a:avLst/>
              <a:pathLst>
                <a:path w="107945" h="167167">
                  <a:moveTo>
                    <a:pt x="107945" y="0"/>
                  </a:moveTo>
                  <a:lnTo>
                    <a:pt x="102358" y="93"/>
                  </a:lnTo>
                  <a:lnTo>
                    <a:pt x="96777" y="373"/>
                  </a:lnTo>
                  <a:lnTo>
                    <a:pt x="91209" y="839"/>
                  </a:lnTo>
                  <a:lnTo>
                    <a:pt x="85660" y="1492"/>
                  </a:lnTo>
                  <a:lnTo>
                    <a:pt x="80135" y="2329"/>
                  </a:lnTo>
                  <a:lnTo>
                    <a:pt x="74641" y="3351"/>
                  </a:lnTo>
                  <a:lnTo>
                    <a:pt x="69185" y="4555"/>
                  </a:lnTo>
                  <a:lnTo>
                    <a:pt x="63772" y="5941"/>
                  </a:lnTo>
                  <a:lnTo>
                    <a:pt x="58408" y="7508"/>
                  </a:lnTo>
                  <a:lnTo>
                    <a:pt x="53100" y="9253"/>
                  </a:lnTo>
                  <a:lnTo>
                    <a:pt x="47853" y="11174"/>
                  </a:lnTo>
                  <a:lnTo>
                    <a:pt x="42673" y="13269"/>
                  </a:lnTo>
                  <a:lnTo>
                    <a:pt x="37566" y="15537"/>
                  </a:lnTo>
                  <a:lnTo>
                    <a:pt x="32537" y="17974"/>
                  </a:lnTo>
                  <a:lnTo>
                    <a:pt x="27593" y="20577"/>
                  </a:lnTo>
                  <a:lnTo>
                    <a:pt x="22739" y="23345"/>
                  </a:lnTo>
                  <a:lnTo>
                    <a:pt x="17979" y="26273"/>
                  </a:lnTo>
                  <a:lnTo>
                    <a:pt x="13321" y="29358"/>
                  </a:lnTo>
                  <a:lnTo>
                    <a:pt x="8768" y="32598"/>
                  </a:lnTo>
                  <a:lnTo>
                    <a:pt x="4326" y="35988"/>
                  </a:lnTo>
                  <a:lnTo>
                    <a:pt x="0" y="39524"/>
                  </a:lnTo>
                  <a:lnTo>
                    <a:pt x="10794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4915598" y="981017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4915598" y="981017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4915598" y="981017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915598" y="981017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4915598" y="981017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915598" y="981017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915598" y="981017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915598" y="981017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915598" y="981017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915598" y="981017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915598" y="981017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915598" y="981017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915598" y="981017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4915598" y="981017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915598" y="981017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915598" y="981017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915598" y="981017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915598" y="981017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915598" y="981017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856387" y="961922"/>
              <a:ext cx="334318" cy="313903"/>
            </a:xfrm>
            <a:custGeom>
              <a:avLst/>
              <a:pathLst>
                <a:path w="334318" h="313903">
                  <a:moveTo>
                    <a:pt x="59211" y="19095"/>
                  </a:moveTo>
                  <a:lnTo>
                    <a:pt x="55212" y="22587"/>
                  </a:lnTo>
                  <a:lnTo>
                    <a:pt x="51326" y="26205"/>
                  </a:lnTo>
                  <a:lnTo>
                    <a:pt x="47557" y="29944"/>
                  </a:lnTo>
                  <a:lnTo>
                    <a:pt x="43908" y="33800"/>
                  </a:lnTo>
                  <a:lnTo>
                    <a:pt x="40384" y="37771"/>
                  </a:lnTo>
                  <a:lnTo>
                    <a:pt x="36988" y="41852"/>
                  </a:lnTo>
                  <a:lnTo>
                    <a:pt x="33723" y="46038"/>
                  </a:lnTo>
                  <a:lnTo>
                    <a:pt x="30592" y="50326"/>
                  </a:lnTo>
                  <a:lnTo>
                    <a:pt x="27600" y="54711"/>
                  </a:lnTo>
                  <a:lnTo>
                    <a:pt x="24748" y="59189"/>
                  </a:lnTo>
                  <a:lnTo>
                    <a:pt x="22040" y="63756"/>
                  </a:lnTo>
                  <a:lnTo>
                    <a:pt x="19478" y="68406"/>
                  </a:lnTo>
                  <a:lnTo>
                    <a:pt x="17065" y="73135"/>
                  </a:lnTo>
                  <a:lnTo>
                    <a:pt x="14803" y="77938"/>
                  </a:lnTo>
                  <a:lnTo>
                    <a:pt x="12695" y="82811"/>
                  </a:lnTo>
                  <a:lnTo>
                    <a:pt x="10743" y="87748"/>
                  </a:lnTo>
                  <a:lnTo>
                    <a:pt x="8949" y="92744"/>
                  </a:lnTo>
                  <a:lnTo>
                    <a:pt x="7314" y="97795"/>
                  </a:lnTo>
                  <a:lnTo>
                    <a:pt x="5840" y="102896"/>
                  </a:lnTo>
                  <a:lnTo>
                    <a:pt x="4530" y="108041"/>
                  </a:lnTo>
                  <a:lnTo>
                    <a:pt x="3383" y="113224"/>
                  </a:lnTo>
                  <a:lnTo>
                    <a:pt x="2401" y="118442"/>
                  </a:lnTo>
                  <a:lnTo>
                    <a:pt x="1586" y="123688"/>
                  </a:lnTo>
                  <a:lnTo>
                    <a:pt x="937" y="128957"/>
                  </a:lnTo>
                  <a:lnTo>
                    <a:pt x="456" y="134244"/>
                  </a:lnTo>
                  <a:lnTo>
                    <a:pt x="144" y="139544"/>
                  </a:lnTo>
                  <a:lnTo>
                    <a:pt x="0" y="144851"/>
                  </a:lnTo>
                  <a:lnTo>
                    <a:pt x="24" y="150160"/>
                  </a:lnTo>
                  <a:lnTo>
                    <a:pt x="217" y="155466"/>
                  </a:lnTo>
                  <a:lnTo>
                    <a:pt x="578" y="160763"/>
                  </a:lnTo>
                  <a:lnTo>
                    <a:pt x="1108" y="166045"/>
                  </a:lnTo>
                  <a:lnTo>
                    <a:pt x="1804" y="171308"/>
                  </a:lnTo>
                  <a:lnTo>
                    <a:pt x="2668" y="176547"/>
                  </a:lnTo>
                  <a:lnTo>
                    <a:pt x="3698" y="181755"/>
                  </a:lnTo>
                  <a:lnTo>
                    <a:pt x="4892" y="186928"/>
                  </a:lnTo>
                  <a:lnTo>
                    <a:pt x="6250" y="192060"/>
                  </a:lnTo>
                  <a:lnTo>
                    <a:pt x="7770" y="197147"/>
                  </a:lnTo>
                  <a:lnTo>
                    <a:pt x="9452" y="202183"/>
                  </a:lnTo>
                  <a:lnTo>
                    <a:pt x="11292" y="207163"/>
                  </a:lnTo>
                  <a:lnTo>
                    <a:pt x="13289" y="212082"/>
                  </a:lnTo>
                  <a:lnTo>
                    <a:pt x="15442" y="216935"/>
                  </a:lnTo>
                  <a:lnTo>
                    <a:pt x="17747" y="221717"/>
                  </a:lnTo>
                  <a:lnTo>
                    <a:pt x="20204" y="226424"/>
                  </a:lnTo>
                  <a:lnTo>
                    <a:pt x="22808" y="231050"/>
                  </a:lnTo>
                  <a:lnTo>
                    <a:pt x="25558" y="235592"/>
                  </a:lnTo>
                  <a:lnTo>
                    <a:pt x="28451" y="240043"/>
                  </a:lnTo>
                  <a:lnTo>
                    <a:pt x="31484" y="244401"/>
                  </a:lnTo>
                  <a:lnTo>
                    <a:pt x="34654" y="248660"/>
                  </a:lnTo>
                  <a:lnTo>
                    <a:pt x="37957" y="252816"/>
                  </a:lnTo>
                  <a:lnTo>
                    <a:pt x="41391" y="256865"/>
                  </a:lnTo>
                  <a:lnTo>
                    <a:pt x="44951" y="260803"/>
                  </a:lnTo>
                  <a:lnTo>
                    <a:pt x="48635" y="264626"/>
                  </a:lnTo>
                  <a:lnTo>
                    <a:pt x="52438" y="268331"/>
                  </a:lnTo>
                  <a:lnTo>
                    <a:pt x="56357" y="271912"/>
                  </a:lnTo>
                  <a:lnTo>
                    <a:pt x="60388" y="275367"/>
                  </a:lnTo>
                  <a:lnTo>
                    <a:pt x="64527" y="278693"/>
                  </a:lnTo>
                  <a:lnTo>
                    <a:pt x="68769" y="281885"/>
                  </a:lnTo>
                  <a:lnTo>
                    <a:pt x="73110" y="284941"/>
                  </a:lnTo>
                  <a:lnTo>
                    <a:pt x="77546" y="287858"/>
                  </a:lnTo>
                  <a:lnTo>
                    <a:pt x="82072" y="290633"/>
                  </a:lnTo>
                  <a:lnTo>
                    <a:pt x="86685" y="293262"/>
                  </a:lnTo>
                  <a:lnTo>
                    <a:pt x="91378" y="295743"/>
                  </a:lnTo>
                  <a:lnTo>
                    <a:pt x="96148" y="298075"/>
                  </a:lnTo>
                  <a:lnTo>
                    <a:pt x="100989" y="300253"/>
                  </a:lnTo>
                  <a:lnTo>
                    <a:pt x="105898" y="302277"/>
                  </a:lnTo>
                  <a:lnTo>
                    <a:pt x="110868" y="304144"/>
                  </a:lnTo>
                  <a:lnTo>
                    <a:pt x="115894" y="305852"/>
                  </a:lnTo>
                  <a:lnTo>
                    <a:pt x="120973" y="307399"/>
                  </a:lnTo>
                  <a:lnTo>
                    <a:pt x="126098" y="308785"/>
                  </a:lnTo>
                  <a:lnTo>
                    <a:pt x="131264" y="310007"/>
                  </a:lnTo>
                  <a:lnTo>
                    <a:pt x="136467" y="311064"/>
                  </a:lnTo>
                  <a:lnTo>
                    <a:pt x="141701" y="311956"/>
                  </a:lnTo>
                  <a:lnTo>
                    <a:pt x="146960" y="312681"/>
                  </a:lnTo>
                  <a:lnTo>
                    <a:pt x="152240" y="313239"/>
                  </a:lnTo>
                  <a:lnTo>
                    <a:pt x="157535" y="313628"/>
                  </a:lnTo>
                  <a:lnTo>
                    <a:pt x="162839" y="313850"/>
                  </a:lnTo>
                  <a:lnTo>
                    <a:pt x="168148" y="313903"/>
                  </a:lnTo>
                  <a:lnTo>
                    <a:pt x="173456" y="313787"/>
                  </a:lnTo>
                  <a:lnTo>
                    <a:pt x="178757" y="313502"/>
                  </a:lnTo>
                  <a:lnTo>
                    <a:pt x="184047" y="313050"/>
                  </a:lnTo>
                  <a:lnTo>
                    <a:pt x="189319" y="312430"/>
                  </a:lnTo>
                  <a:lnTo>
                    <a:pt x="194570" y="311642"/>
                  </a:lnTo>
                  <a:lnTo>
                    <a:pt x="199793" y="310689"/>
                  </a:lnTo>
                  <a:lnTo>
                    <a:pt x="204982" y="309570"/>
                  </a:lnTo>
                  <a:lnTo>
                    <a:pt x="210134" y="308286"/>
                  </a:lnTo>
                  <a:lnTo>
                    <a:pt x="215242" y="306840"/>
                  </a:lnTo>
                  <a:lnTo>
                    <a:pt x="220302" y="305232"/>
                  </a:lnTo>
                  <a:lnTo>
                    <a:pt x="225308" y="303465"/>
                  </a:lnTo>
                  <a:lnTo>
                    <a:pt x="230256" y="301539"/>
                  </a:lnTo>
                  <a:lnTo>
                    <a:pt x="235140" y="299457"/>
                  </a:lnTo>
                  <a:lnTo>
                    <a:pt x="239955" y="297222"/>
                  </a:lnTo>
                  <a:lnTo>
                    <a:pt x="244697" y="294834"/>
                  </a:lnTo>
                  <a:lnTo>
                    <a:pt x="249360" y="292297"/>
                  </a:lnTo>
                  <a:lnTo>
                    <a:pt x="253941" y="289613"/>
                  </a:lnTo>
                  <a:lnTo>
                    <a:pt x="258434" y="286785"/>
                  </a:lnTo>
                  <a:lnTo>
                    <a:pt x="262836" y="283816"/>
                  </a:lnTo>
                  <a:lnTo>
                    <a:pt x="267140" y="280709"/>
                  </a:lnTo>
                  <a:lnTo>
                    <a:pt x="271344" y="277466"/>
                  </a:lnTo>
                  <a:lnTo>
                    <a:pt x="275443" y="274092"/>
                  </a:lnTo>
                  <a:lnTo>
                    <a:pt x="279432" y="270589"/>
                  </a:lnTo>
                  <a:lnTo>
                    <a:pt x="283309" y="266961"/>
                  </a:lnTo>
                  <a:lnTo>
                    <a:pt x="287068" y="263212"/>
                  </a:lnTo>
                  <a:lnTo>
                    <a:pt x="290706" y="259346"/>
                  </a:lnTo>
                  <a:lnTo>
                    <a:pt x="294219" y="255366"/>
                  </a:lnTo>
                  <a:lnTo>
                    <a:pt x="297605" y="251276"/>
                  </a:lnTo>
                  <a:lnTo>
                    <a:pt x="300859" y="247081"/>
                  </a:lnTo>
                  <a:lnTo>
                    <a:pt x="303977" y="242784"/>
                  </a:lnTo>
                  <a:lnTo>
                    <a:pt x="306958" y="238391"/>
                  </a:lnTo>
                  <a:lnTo>
                    <a:pt x="309798" y="233906"/>
                  </a:lnTo>
                  <a:lnTo>
                    <a:pt x="312494" y="229332"/>
                  </a:lnTo>
                  <a:lnTo>
                    <a:pt x="315044" y="224675"/>
                  </a:lnTo>
                  <a:lnTo>
                    <a:pt x="317444" y="219940"/>
                  </a:lnTo>
                  <a:lnTo>
                    <a:pt x="319693" y="215131"/>
                  </a:lnTo>
                  <a:lnTo>
                    <a:pt x="321788" y="210252"/>
                  </a:lnTo>
                  <a:lnTo>
                    <a:pt x="323727" y="205310"/>
                  </a:lnTo>
                  <a:lnTo>
                    <a:pt x="325508" y="200308"/>
                  </a:lnTo>
                  <a:lnTo>
                    <a:pt x="327129" y="195253"/>
                  </a:lnTo>
                  <a:lnTo>
                    <a:pt x="328589" y="190149"/>
                  </a:lnTo>
                  <a:lnTo>
                    <a:pt x="329886" y="185000"/>
                  </a:lnTo>
                  <a:lnTo>
                    <a:pt x="331019" y="179814"/>
                  </a:lnTo>
                  <a:lnTo>
                    <a:pt x="331987" y="174594"/>
                  </a:lnTo>
                  <a:lnTo>
                    <a:pt x="332788" y="169345"/>
                  </a:lnTo>
                  <a:lnTo>
                    <a:pt x="333422" y="164074"/>
                  </a:lnTo>
                  <a:lnTo>
                    <a:pt x="333889" y="158786"/>
                  </a:lnTo>
                  <a:lnTo>
                    <a:pt x="334188" y="153485"/>
                  </a:lnTo>
                  <a:lnTo>
                    <a:pt x="334318" y="148178"/>
                  </a:lnTo>
                  <a:lnTo>
                    <a:pt x="334279" y="142869"/>
                  </a:lnTo>
                  <a:lnTo>
                    <a:pt x="334072" y="137564"/>
                  </a:lnTo>
                  <a:lnTo>
                    <a:pt x="333696" y="132268"/>
                  </a:lnTo>
                  <a:lnTo>
                    <a:pt x="333153" y="126987"/>
                  </a:lnTo>
                  <a:lnTo>
                    <a:pt x="332442" y="121726"/>
                  </a:lnTo>
                  <a:lnTo>
                    <a:pt x="331564" y="116490"/>
                  </a:lnTo>
                  <a:lnTo>
                    <a:pt x="330521" y="111284"/>
                  </a:lnTo>
                  <a:lnTo>
                    <a:pt x="329313" y="106114"/>
                  </a:lnTo>
                  <a:lnTo>
                    <a:pt x="327941" y="100986"/>
                  </a:lnTo>
                  <a:lnTo>
                    <a:pt x="326407" y="95903"/>
                  </a:lnTo>
                  <a:lnTo>
                    <a:pt x="324712" y="90872"/>
                  </a:lnTo>
                  <a:lnTo>
                    <a:pt x="322859" y="85897"/>
                  </a:lnTo>
                  <a:lnTo>
                    <a:pt x="320848" y="80983"/>
                  </a:lnTo>
                  <a:lnTo>
                    <a:pt x="318683" y="76136"/>
                  </a:lnTo>
                  <a:lnTo>
                    <a:pt x="316364" y="71359"/>
                  </a:lnTo>
                  <a:lnTo>
                    <a:pt x="313895" y="66659"/>
                  </a:lnTo>
                  <a:lnTo>
                    <a:pt x="311279" y="62040"/>
                  </a:lnTo>
                  <a:lnTo>
                    <a:pt x="308516" y="57506"/>
                  </a:lnTo>
                  <a:lnTo>
                    <a:pt x="305611" y="53062"/>
                  </a:lnTo>
                  <a:lnTo>
                    <a:pt x="302567" y="48713"/>
                  </a:lnTo>
                  <a:lnTo>
                    <a:pt x="299386" y="44462"/>
                  </a:lnTo>
                  <a:lnTo>
                    <a:pt x="296071" y="40315"/>
                  </a:lnTo>
                  <a:lnTo>
                    <a:pt x="292627" y="36275"/>
                  </a:lnTo>
                  <a:lnTo>
                    <a:pt x="289056" y="32346"/>
                  </a:lnTo>
                  <a:lnTo>
                    <a:pt x="285362" y="28533"/>
                  </a:lnTo>
                  <a:lnTo>
                    <a:pt x="281549" y="24839"/>
                  </a:lnTo>
                  <a:lnTo>
                    <a:pt x="277620" y="21268"/>
                  </a:lnTo>
                  <a:lnTo>
                    <a:pt x="273580" y="17824"/>
                  </a:lnTo>
                  <a:lnTo>
                    <a:pt x="269433" y="14509"/>
                  </a:lnTo>
                  <a:lnTo>
                    <a:pt x="265182" y="11328"/>
                  </a:lnTo>
                  <a:lnTo>
                    <a:pt x="260833" y="8284"/>
                  </a:lnTo>
                  <a:lnTo>
                    <a:pt x="256389" y="5379"/>
                  </a:lnTo>
                  <a:lnTo>
                    <a:pt x="251855" y="2616"/>
                  </a:lnTo>
                  <a:lnTo>
                    <a:pt x="247236" y="0"/>
                  </a:lnTo>
                  <a:lnTo>
                    <a:pt x="167156" y="1467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5023544" y="941493"/>
              <a:ext cx="80079" cy="167167"/>
            </a:xfrm>
            <a:custGeom>
              <a:avLst/>
              <a:pathLst>
                <a:path w="80079" h="167167">
                  <a:moveTo>
                    <a:pt x="80079" y="20428"/>
                  </a:moveTo>
                  <a:lnTo>
                    <a:pt x="74793" y="17665"/>
                  </a:lnTo>
                  <a:lnTo>
                    <a:pt x="69412" y="15092"/>
                  </a:lnTo>
                  <a:lnTo>
                    <a:pt x="63943" y="12712"/>
                  </a:lnTo>
                  <a:lnTo>
                    <a:pt x="58392" y="10529"/>
                  </a:lnTo>
                  <a:lnTo>
                    <a:pt x="52767" y="8546"/>
                  </a:lnTo>
                  <a:lnTo>
                    <a:pt x="47074" y="6765"/>
                  </a:lnTo>
                  <a:lnTo>
                    <a:pt x="41322" y="5187"/>
                  </a:lnTo>
                  <a:lnTo>
                    <a:pt x="35517" y="3816"/>
                  </a:lnTo>
                  <a:lnTo>
                    <a:pt x="29667" y="2653"/>
                  </a:lnTo>
                  <a:lnTo>
                    <a:pt x="23779" y="1699"/>
                  </a:lnTo>
                  <a:lnTo>
                    <a:pt x="17860" y="956"/>
                  </a:lnTo>
                  <a:lnTo>
                    <a:pt x="11919" y="425"/>
                  </a:lnTo>
                  <a:lnTo>
                    <a:pt x="5963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4380578" y="941493"/>
              <a:ext cx="105636" cy="167167"/>
            </a:xfrm>
            <a:custGeom>
              <a:avLst/>
              <a:pathLst>
                <a:path w="105636" h="167167">
                  <a:moveTo>
                    <a:pt x="105636" y="0"/>
                  </a:moveTo>
                  <a:lnTo>
                    <a:pt x="99920" y="97"/>
                  </a:lnTo>
                  <a:lnTo>
                    <a:pt x="94211" y="390"/>
                  </a:lnTo>
                  <a:lnTo>
                    <a:pt x="88514" y="879"/>
                  </a:lnTo>
                  <a:lnTo>
                    <a:pt x="82838" y="1561"/>
                  </a:lnTo>
                  <a:lnTo>
                    <a:pt x="77189" y="2438"/>
                  </a:lnTo>
                  <a:lnTo>
                    <a:pt x="71572" y="3507"/>
                  </a:lnTo>
                  <a:lnTo>
                    <a:pt x="65996" y="4767"/>
                  </a:lnTo>
                  <a:lnTo>
                    <a:pt x="60466" y="6218"/>
                  </a:lnTo>
                  <a:lnTo>
                    <a:pt x="54989" y="7857"/>
                  </a:lnTo>
                  <a:lnTo>
                    <a:pt x="49571" y="9682"/>
                  </a:lnTo>
                  <a:lnTo>
                    <a:pt x="44218" y="11691"/>
                  </a:lnTo>
                  <a:lnTo>
                    <a:pt x="38938" y="13882"/>
                  </a:lnTo>
                  <a:lnTo>
                    <a:pt x="33735" y="16253"/>
                  </a:lnTo>
                  <a:lnTo>
                    <a:pt x="28617" y="18799"/>
                  </a:lnTo>
                  <a:lnTo>
                    <a:pt x="23588" y="21520"/>
                  </a:lnTo>
                  <a:lnTo>
                    <a:pt x="18656" y="24411"/>
                  </a:lnTo>
                  <a:lnTo>
                    <a:pt x="13825" y="27468"/>
                  </a:lnTo>
                  <a:lnTo>
                    <a:pt x="9102" y="30690"/>
                  </a:lnTo>
                  <a:lnTo>
                    <a:pt x="4492" y="34070"/>
                  </a:lnTo>
                  <a:lnTo>
                    <a:pt x="0" y="37607"/>
                  </a:lnTo>
                  <a:lnTo>
                    <a:pt x="10563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380578" y="979100"/>
              <a:ext cx="105636" cy="129560"/>
            </a:xfrm>
            <a:custGeom>
              <a:avLst/>
              <a:pathLst>
                <a:path w="105636" h="129560">
                  <a:moveTo>
                    <a:pt x="0" y="0"/>
                  </a:moveTo>
                  <a:lnTo>
                    <a:pt x="105636" y="1295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380578" y="979100"/>
              <a:ext cx="105636" cy="129560"/>
            </a:xfrm>
            <a:custGeom>
              <a:avLst/>
              <a:pathLst>
                <a:path w="105636" h="129560">
                  <a:moveTo>
                    <a:pt x="0" y="0"/>
                  </a:moveTo>
                  <a:lnTo>
                    <a:pt x="105636" y="1295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380578" y="979100"/>
              <a:ext cx="105636" cy="129560"/>
            </a:xfrm>
            <a:custGeom>
              <a:avLst/>
              <a:pathLst>
                <a:path w="105636" h="129560">
                  <a:moveTo>
                    <a:pt x="0" y="0"/>
                  </a:moveTo>
                  <a:lnTo>
                    <a:pt x="105636" y="1295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380578" y="979100"/>
              <a:ext cx="105636" cy="129560"/>
            </a:xfrm>
            <a:custGeom>
              <a:avLst/>
              <a:pathLst>
                <a:path w="105636" h="129560">
                  <a:moveTo>
                    <a:pt x="0" y="0"/>
                  </a:moveTo>
                  <a:lnTo>
                    <a:pt x="105636" y="1295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380578" y="979100"/>
              <a:ext cx="105636" cy="129560"/>
            </a:xfrm>
            <a:custGeom>
              <a:avLst/>
              <a:pathLst>
                <a:path w="105636" h="129560">
                  <a:moveTo>
                    <a:pt x="0" y="0"/>
                  </a:moveTo>
                  <a:lnTo>
                    <a:pt x="105636" y="1295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380578" y="979100"/>
              <a:ext cx="105636" cy="129560"/>
            </a:xfrm>
            <a:custGeom>
              <a:avLst/>
              <a:pathLst>
                <a:path w="105636" h="129560">
                  <a:moveTo>
                    <a:pt x="0" y="0"/>
                  </a:moveTo>
                  <a:lnTo>
                    <a:pt x="105636" y="1295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380578" y="979100"/>
              <a:ext cx="105636" cy="129560"/>
            </a:xfrm>
            <a:custGeom>
              <a:avLst/>
              <a:pathLst>
                <a:path w="105636" h="129560">
                  <a:moveTo>
                    <a:pt x="0" y="0"/>
                  </a:moveTo>
                  <a:lnTo>
                    <a:pt x="105636" y="1295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380578" y="979100"/>
              <a:ext cx="105636" cy="129560"/>
            </a:xfrm>
            <a:custGeom>
              <a:avLst/>
              <a:pathLst>
                <a:path w="105636" h="129560">
                  <a:moveTo>
                    <a:pt x="0" y="0"/>
                  </a:moveTo>
                  <a:lnTo>
                    <a:pt x="105636" y="1295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380578" y="979100"/>
              <a:ext cx="105636" cy="129560"/>
            </a:xfrm>
            <a:custGeom>
              <a:avLst/>
              <a:pathLst>
                <a:path w="105636" h="129560">
                  <a:moveTo>
                    <a:pt x="0" y="0"/>
                  </a:moveTo>
                  <a:lnTo>
                    <a:pt x="105636" y="1295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380578" y="979100"/>
              <a:ext cx="105636" cy="129560"/>
            </a:xfrm>
            <a:custGeom>
              <a:avLst/>
              <a:pathLst>
                <a:path w="105636" h="129560">
                  <a:moveTo>
                    <a:pt x="0" y="0"/>
                  </a:moveTo>
                  <a:lnTo>
                    <a:pt x="105636" y="1295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380578" y="979100"/>
              <a:ext cx="105636" cy="129560"/>
            </a:xfrm>
            <a:custGeom>
              <a:avLst/>
              <a:pathLst>
                <a:path w="105636" h="129560">
                  <a:moveTo>
                    <a:pt x="0" y="0"/>
                  </a:moveTo>
                  <a:lnTo>
                    <a:pt x="105636" y="1295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380578" y="979100"/>
              <a:ext cx="105636" cy="129560"/>
            </a:xfrm>
            <a:custGeom>
              <a:avLst/>
              <a:pathLst>
                <a:path w="105636" h="129560">
                  <a:moveTo>
                    <a:pt x="0" y="0"/>
                  </a:moveTo>
                  <a:lnTo>
                    <a:pt x="105636" y="1295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380578" y="979100"/>
              <a:ext cx="105636" cy="129560"/>
            </a:xfrm>
            <a:custGeom>
              <a:avLst/>
              <a:pathLst>
                <a:path w="105636" h="129560">
                  <a:moveTo>
                    <a:pt x="0" y="0"/>
                  </a:moveTo>
                  <a:lnTo>
                    <a:pt x="105636" y="1295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380578" y="979100"/>
              <a:ext cx="105636" cy="129560"/>
            </a:xfrm>
            <a:custGeom>
              <a:avLst/>
              <a:pathLst>
                <a:path w="105636" h="129560">
                  <a:moveTo>
                    <a:pt x="0" y="0"/>
                  </a:moveTo>
                  <a:lnTo>
                    <a:pt x="105636" y="1295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380578" y="979100"/>
              <a:ext cx="105636" cy="129560"/>
            </a:xfrm>
            <a:custGeom>
              <a:avLst/>
              <a:pathLst>
                <a:path w="105636" h="129560">
                  <a:moveTo>
                    <a:pt x="0" y="0"/>
                  </a:moveTo>
                  <a:lnTo>
                    <a:pt x="105636" y="1295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380578" y="979100"/>
              <a:ext cx="105636" cy="129560"/>
            </a:xfrm>
            <a:custGeom>
              <a:avLst/>
              <a:pathLst>
                <a:path w="105636" h="129560">
                  <a:moveTo>
                    <a:pt x="0" y="0"/>
                  </a:moveTo>
                  <a:lnTo>
                    <a:pt x="105636" y="1295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380578" y="979100"/>
              <a:ext cx="105636" cy="129560"/>
            </a:xfrm>
            <a:custGeom>
              <a:avLst/>
              <a:pathLst>
                <a:path w="105636" h="129560">
                  <a:moveTo>
                    <a:pt x="0" y="0"/>
                  </a:moveTo>
                  <a:lnTo>
                    <a:pt x="105636" y="1295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380578" y="979100"/>
              <a:ext cx="105636" cy="129560"/>
            </a:xfrm>
            <a:custGeom>
              <a:avLst/>
              <a:pathLst>
                <a:path w="105636" h="129560">
                  <a:moveTo>
                    <a:pt x="0" y="0"/>
                  </a:moveTo>
                  <a:lnTo>
                    <a:pt x="105636" y="1295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319062" y="979100"/>
              <a:ext cx="167153" cy="284410"/>
            </a:xfrm>
            <a:custGeom>
              <a:avLst/>
              <a:pathLst>
                <a:path w="167153" h="284410">
                  <a:moveTo>
                    <a:pt x="61516" y="0"/>
                  </a:moveTo>
                  <a:lnTo>
                    <a:pt x="57379" y="3486"/>
                  </a:lnTo>
                  <a:lnTo>
                    <a:pt x="53357" y="7104"/>
                  </a:lnTo>
                  <a:lnTo>
                    <a:pt x="49454" y="10850"/>
                  </a:lnTo>
                  <a:lnTo>
                    <a:pt x="45675" y="14721"/>
                  </a:lnTo>
                  <a:lnTo>
                    <a:pt x="42022" y="18712"/>
                  </a:lnTo>
                  <a:lnTo>
                    <a:pt x="38501" y="22819"/>
                  </a:lnTo>
                  <a:lnTo>
                    <a:pt x="35114" y="27038"/>
                  </a:lnTo>
                  <a:lnTo>
                    <a:pt x="31866" y="31364"/>
                  </a:lnTo>
                  <a:lnTo>
                    <a:pt x="28759" y="35793"/>
                  </a:lnTo>
                  <a:lnTo>
                    <a:pt x="25798" y="40320"/>
                  </a:lnTo>
                  <a:lnTo>
                    <a:pt x="22984" y="44941"/>
                  </a:lnTo>
                  <a:lnTo>
                    <a:pt x="20322" y="49650"/>
                  </a:lnTo>
                  <a:lnTo>
                    <a:pt x="17813" y="54443"/>
                  </a:lnTo>
                  <a:lnTo>
                    <a:pt x="15460" y="59315"/>
                  </a:lnTo>
                  <a:lnTo>
                    <a:pt x="13267" y="64260"/>
                  </a:lnTo>
                  <a:lnTo>
                    <a:pt x="11234" y="69274"/>
                  </a:lnTo>
                  <a:lnTo>
                    <a:pt x="9365" y="74351"/>
                  </a:lnTo>
                  <a:lnTo>
                    <a:pt x="7661" y="79485"/>
                  </a:lnTo>
                  <a:lnTo>
                    <a:pt x="6125" y="84672"/>
                  </a:lnTo>
                  <a:lnTo>
                    <a:pt x="4757" y="89906"/>
                  </a:lnTo>
                  <a:lnTo>
                    <a:pt x="3558" y="95182"/>
                  </a:lnTo>
                  <a:lnTo>
                    <a:pt x="2532" y="100494"/>
                  </a:lnTo>
                  <a:lnTo>
                    <a:pt x="1677" y="105836"/>
                  </a:lnTo>
                  <a:lnTo>
                    <a:pt x="996" y="111203"/>
                  </a:lnTo>
                  <a:lnTo>
                    <a:pt x="489" y="116589"/>
                  </a:lnTo>
                  <a:lnTo>
                    <a:pt x="157" y="121989"/>
                  </a:lnTo>
                  <a:lnTo>
                    <a:pt x="0" y="127396"/>
                  </a:lnTo>
                  <a:lnTo>
                    <a:pt x="17" y="132806"/>
                  </a:lnTo>
                  <a:lnTo>
                    <a:pt x="210" y="138213"/>
                  </a:lnTo>
                  <a:lnTo>
                    <a:pt x="577" y="143610"/>
                  </a:lnTo>
                  <a:lnTo>
                    <a:pt x="1119" y="148993"/>
                  </a:lnTo>
                  <a:lnTo>
                    <a:pt x="1835" y="154355"/>
                  </a:lnTo>
                  <a:lnTo>
                    <a:pt x="2724" y="159692"/>
                  </a:lnTo>
                  <a:lnTo>
                    <a:pt x="3785" y="164996"/>
                  </a:lnTo>
                  <a:lnTo>
                    <a:pt x="5017" y="170264"/>
                  </a:lnTo>
                  <a:lnTo>
                    <a:pt x="6419" y="175489"/>
                  </a:lnTo>
                  <a:lnTo>
                    <a:pt x="7989" y="180666"/>
                  </a:lnTo>
                  <a:lnTo>
                    <a:pt x="9726" y="185790"/>
                  </a:lnTo>
                  <a:lnTo>
                    <a:pt x="11628" y="190854"/>
                  </a:lnTo>
                  <a:lnTo>
                    <a:pt x="13693" y="195855"/>
                  </a:lnTo>
                  <a:lnTo>
                    <a:pt x="15919" y="200786"/>
                  </a:lnTo>
                  <a:lnTo>
                    <a:pt x="18303" y="205642"/>
                  </a:lnTo>
                  <a:lnTo>
                    <a:pt x="20843" y="210419"/>
                  </a:lnTo>
                  <a:lnTo>
                    <a:pt x="23536" y="215111"/>
                  </a:lnTo>
                  <a:lnTo>
                    <a:pt x="26379" y="219713"/>
                  </a:lnTo>
                  <a:lnTo>
                    <a:pt x="29370" y="224221"/>
                  </a:lnTo>
                  <a:lnTo>
                    <a:pt x="32505" y="228630"/>
                  </a:lnTo>
                  <a:lnTo>
                    <a:pt x="35781" y="232935"/>
                  </a:lnTo>
                  <a:lnTo>
                    <a:pt x="39195" y="237132"/>
                  </a:lnTo>
                  <a:lnTo>
                    <a:pt x="42743" y="241216"/>
                  </a:lnTo>
                  <a:lnTo>
                    <a:pt x="46421" y="245183"/>
                  </a:lnTo>
                  <a:lnTo>
                    <a:pt x="50226" y="249029"/>
                  </a:lnTo>
                  <a:lnTo>
                    <a:pt x="54153" y="252750"/>
                  </a:lnTo>
                  <a:lnTo>
                    <a:pt x="58198" y="256342"/>
                  </a:lnTo>
                  <a:lnTo>
                    <a:pt x="62358" y="259801"/>
                  </a:lnTo>
                  <a:lnTo>
                    <a:pt x="66627" y="263124"/>
                  </a:lnTo>
                  <a:lnTo>
                    <a:pt x="71002" y="266307"/>
                  </a:lnTo>
                  <a:lnTo>
                    <a:pt x="75477" y="269347"/>
                  </a:lnTo>
                  <a:lnTo>
                    <a:pt x="80048" y="272240"/>
                  </a:lnTo>
                  <a:lnTo>
                    <a:pt x="84711" y="274984"/>
                  </a:lnTo>
                  <a:lnTo>
                    <a:pt x="89460" y="277575"/>
                  </a:lnTo>
                  <a:lnTo>
                    <a:pt x="94290" y="280012"/>
                  </a:lnTo>
                  <a:lnTo>
                    <a:pt x="99196" y="282291"/>
                  </a:lnTo>
                  <a:lnTo>
                    <a:pt x="104174" y="284410"/>
                  </a:lnTo>
                  <a:lnTo>
                    <a:pt x="167153" y="1295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423236" y="941493"/>
              <a:ext cx="230131" cy="334332"/>
            </a:xfrm>
            <a:custGeom>
              <a:avLst/>
              <a:pathLst>
                <a:path w="230131" h="334332">
                  <a:moveTo>
                    <a:pt x="0" y="322017"/>
                  </a:moveTo>
                  <a:lnTo>
                    <a:pt x="4952" y="323940"/>
                  </a:lnTo>
                  <a:lnTo>
                    <a:pt x="9963" y="325705"/>
                  </a:lnTo>
                  <a:lnTo>
                    <a:pt x="15028" y="327310"/>
                  </a:lnTo>
                  <a:lnTo>
                    <a:pt x="20141" y="328753"/>
                  </a:lnTo>
                  <a:lnTo>
                    <a:pt x="25297" y="330032"/>
                  </a:lnTo>
                  <a:lnTo>
                    <a:pt x="30492" y="331147"/>
                  </a:lnTo>
                  <a:lnTo>
                    <a:pt x="35719" y="332097"/>
                  </a:lnTo>
                  <a:lnTo>
                    <a:pt x="40974" y="332880"/>
                  </a:lnTo>
                  <a:lnTo>
                    <a:pt x="46251" y="333495"/>
                  </a:lnTo>
                  <a:lnTo>
                    <a:pt x="51545" y="333943"/>
                  </a:lnTo>
                  <a:lnTo>
                    <a:pt x="56850" y="334222"/>
                  </a:lnTo>
                  <a:lnTo>
                    <a:pt x="62162" y="334332"/>
                  </a:lnTo>
                  <a:lnTo>
                    <a:pt x="67474" y="334274"/>
                  </a:lnTo>
                  <a:lnTo>
                    <a:pt x="72782" y="334047"/>
                  </a:lnTo>
                  <a:lnTo>
                    <a:pt x="78080" y="333651"/>
                  </a:lnTo>
                  <a:lnTo>
                    <a:pt x="83363" y="333087"/>
                  </a:lnTo>
                  <a:lnTo>
                    <a:pt x="88625" y="332355"/>
                  </a:lnTo>
                  <a:lnTo>
                    <a:pt x="93862" y="331457"/>
                  </a:lnTo>
                  <a:lnTo>
                    <a:pt x="99067" y="330393"/>
                  </a:lnTo>
                  <a:lnTo>
                    <a:pt x="104235" y="329163"/>
                  </a:lnTo>
                  <a:lnTo>
                    <a:pt x="109362" y="327771"/>
                  </a:lnTo>
                  <a:lnTo>
                    <a:pt x="114442" y="326215"/>
                  </a:lnTo>
                  <a:lnTo>
                    <a:pt x="119470" y="324500"/>
                  </a:lnTo>
                  <a:lnTo>
                    <a:pt x="124442" y="322625"/>
                  </a:lnTo>
                  <a:lnTo>
                    <a:pt x="129351" y="320594"/>
                  </a:lnTo>
                  <a:lnTo>
                    <a:pt x="134192" y="318407"/>
                  </a:lnTo>
                  <a:lnTo>
                    <a:pt x="138962" y="316068"/>
                  </a:lnTo>
                  <a:lnTo>
                    <a:pt x="143656" y="313578"/>
                  </a:lnTo>
                  <a:lnTo>
                    <a:pt x="148268" y="310940"/>
                  </a:lnTo>
                  <a:lnTo>
                    <a:pt x="152793" y="308157"/>
                  </a:lnTo>
                  <a:lnTo>
                    <a:pt x="157228" y="305232"/>
                  </a:lnTo>
                  <a:lnTo>
                    <a:pt x="161568" y="302167"/>
                  </a:lnTo>
                  <a:lnTo>
                    <a:pt x="165808" y="298966"/>
                  </a:lnTo>
                  <a:lnTo>
                    <a:pt x="169944" y="295632"/>
                  </a:lnTo>
                  <a:lnTo>
                    <a:pt x="173973" y="292168"/>
                  </a:lnTo>
                  <a:lnTo>
                    <a:pt x="177889" y="288578"/>
                  </a:lnTo>
                  <a:lnTo>
                    <a:pt x="181689" y="284865"/>
                  </a:lnTo>
                  <a:lnTo>
                    <a:pt x="185369" y="281033"/>
                  </a:lnTo>
                  <a:lnTo>
                    <a:pt x="188925" y="277087"/>
                  </a:lnTo>
                  <a:lnTo>
                    <a:pt x="192355" y="273029"/>
                  </a:lnTo>
                  <a:lnTo>
                    <a:pt x="195653" y="268864"/>
                  </a:lnTo>
                  <a:lnTo>
                    <a:pt x="198818" y="264597"/>
                  </a:lnTo>
                  <a:lnTo>
                    <a:pt x="201846" y="260231"/>
                  </a:lnTo>
                  <a:lnTo>
                    <a:pt x="204733" y="255771"/>
                  </a:lnTo>
                  <a:lnTo>
                    <a:pt x="207477" y="251222"/>
                  </a:lnTo>
                  <a:lnTo>
                    <a:pt x="210075" y="246588"/>
                  </a:lnTo>
                  <a:lnTo>
                    <a:pt x="212524" y="241873"/>
                  </a:lnTo>
                  <a:lnTo>
                    <a:pt x="214823" y="237083"/>
                  </a:lnTo>
                  <a:lnTo>
                    <a:pt x="216968" y="232223"/>
                  </a:lnTo>
                  <a:lnTo>
                    <a:pt x="218957" y="227296"/>
                  </a:lnTo>
                  <a:lnTo>
                    <a:pt x="220789" y="222310"/>
                  </a:lnTo>
                  <a:lnTo>
                    <a:pt x="222462" y="217267"/>
                  </a:lnTo>
                  <a:lnTo>
                    <a:pt x="223973" y="212174"/>
                  </a:lnTo>
                  <a:lnTo>
                    <a:pt x="225322" y="207035"/>
                  </a:lnTo>
                  <a:lnTo>
                    <a:pt x="226507" y="201856"/>
                  </a:lnTo>
                  <a:lnTo>
                    <a:pt x="227527" y="196642"/>
                  </a:lnTo>
                  <a:lnTo>
                    <a:pt x="228380" y="191398"/>
                  </a:lnTo>
                  <a:lnTo>
                    <a:pt x="229067" y="186130"/>
                  </a:lnTo>
                  <a:lnTo>
                    <a:pt x="229586" y="180843"/>
                  </a:lnTo>
                  <a:lnTo>
                    <a:pt x="229936" y="175541"/>
                  </a:lnTo>
                  <a:lnTo>
                    <a:pt x="230118" y="170232"/>
                  </a:lnTo>
                  <a:lnTo>
                    <a:pt x="230131" y="164919"/>
                  </a:lnTo>
                  <a:lnTo>
                    <a:pt x="229975" y="159608"/>
                  </a:lnTo>
                  <a:lnTo>
                    <a:pt x="229650" y="154305"/>
                  </a:lnTo>
                  <a:lnTo>
                    <a:pt x="229158" y="149016"/>
                  </a:lnTo>
                  <a:lnTo>
                    <a:pt x="228497" y="143744"/>
                  </a:lnTo>
                  <a:lnTo>
                    <a:pt x="227669" y="138496"/>
                  </a:lnTo>
                  <a:lnTo>
                    <a:pt x="226675" y="133277"/>
                  </a:lnTo>
                  <a:lnTo>
                    <a:pt x="225515" y="128093"/>
                  </a:lnTo>
                  <a:lnTo>
                    <a:pt x="224191" y="122947"/>
                  </a:lnTo>
                  <a:lnTo>
                    <a:pt x="222705" y="117847"/>
                  </a:lnTo>
                  <a:lnTo>
                    <a:pt x="221057" y="112796"/>
                  </a:lnTo>
                  <a:lnTo>
                    <a:pt x="219249" y="107800"/>
                  </a:lnTo>
                  <a:lnTo>
                    <a:pt x="217284" y="102864"/>
                  </a:lnTo>
                  <a:lnTo>
                    <a:pt x="215162" y="97993"/>
                  </a:lnTo>
                  <a:lnTo>
                    <a:pt x="212887" y="93192"/>
                  </a:lnTo>
                  <a:lnTo>
                    <a:pt x="210461" y="88466"/>
                  </a:lnTo>
                  <a:lnTo>
                    <a:pt x="207886" y="83819"/>
                  </a:lnTo>
                  <a:lnTo>
                    <a:pt x="205164" y="79256"/>
                  </a:lnTo>
                  <a:lnTo>
                    <a:pt x="202299" y="74783"/>
                  </a:lnTo>
                  <a:lnTo>
                    <a:pt x="199292" y="70402"/>
                  </a:lnTo>
                  <a:lnTo>
                    <a:pt x="196149" y="66119"/>
                  </a:lnTo>
                  <a:lnTo>
                    <a:pt x="192870" y="61938"/>
                  </a:lnTo>
                  <a:lnTo>
                    <a:pt x="189461" y="57864"/>
                  </a:lnTo>
                  <a:lnTo>
                    <a:pt x="185924" y="53900"/>
                  </a:lnTo>
                  <a:lnTo>
                    <a:pt x="182262" y="50050"/>
                  </a:lnTo>
                  <a:lnTo>
                    <a:pt x="178480" y="46319"/>
                  </a:lnTo>
                  <a:lnTo>
                    <a:pt x="174582" y="42710"/>
                  </a:lnTo>
                  <a:lnTo>
                    <a:pt x="170571" y="39226"/>
                  </a:lnTo>
                  <a:lnTo>
                    <a:pt x="166451" y="35872"/>
                  </a:lnTo>
                  <a:lnTo>
                    <a:pt x="162226" y="32650"/>
                  </a:lnTo>
                  <a:lnTo>
                    <a:pt x="157901" y="29564"/>
                  </a:lnTo>
                  <a:lnTo>
                    <a:pt x="153481" y="26617"/>
                  </a:lnTo>
                  <a:lnTo>
                    <a:pt x="148969" y="23812"/>
                  </a:lnTo>
                  <a:lnTo>
                    <a:pt x="144370" y="21152"/>
                  </a:lnTo>
                  <a:lnTo>
                    <a:pt x="139689" y="18639"/>
                  </a:lnTo>
                  <a:lnTo>
                    <a:pt x="134930" y="16277"/>
                  </a:lnTo>
                  <a:lnTo>
                    <a:pt x="130099" y="14066"/>
                  </a:lnTo>
                  <a:lnTo>
                    <a:pt x="125200" y="12011"/>
                  </a:lnTo>
                  <a:lnTo>
                    <a:pt x="120238" y="10112"/>
                  </a:lnTo>
                  <a:lnTo>
                    <a:pt x="115219" y="8372"/>
                  </a:lnTo>
                  <a:lnTo>
                    <a:pt x="110146" y="6792"/>
                  </a:lnTo>
                  <a:lnTo>
                    <a:pt x="105026" y="5374"/>
                  </a:lnTo>
                  <a:lnTo>
                    <a:pt x="99864" y="4120"/>
                  </a:lnTo>
                  <a:lnTo>
                    <a:pt x="94664" y="3030"/>
                  </a:lnTo>
                  <a:lnTo>
                    <a:pt x="89432" y="2106"/>
                  </a:lnTo>
                  <a:lnTo>
                    <a:pt x="84173" y="1349"/>
                  </a:lnTo>
                  <a:lnTo>
                    <a:pt x="78893" y="759"/>
                  </a:lnTo>
                  <a:lnTo>
                    <a:pt x="73597" y="337"/>
                  </a:lnTo>
                  <a:lnTo>
                    <a:pt x="68291" y="84"/>
                  </a:lnTo>
                  <a:lnTo>
                    <a:pt x="62978" y="0"/>
                  </a:lnTo>
                  <a:lnTo>
                    <a:pt x="6297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797335" y="1071028"/>
              <a:ext cx="167165" cy="317237"/>
            </a:xfrm>
            <a:custGeom>
              <a:avLst/>
              <a:pathLst>
                <a:path w="167165" h="317237">
                  <a:moveTo>
                    <a:pt x="167165" y="0"/>
                  </a:moveTo>
                  <a:lnTo>
                    <a:pt x="161822" y="85"/>
                  </a:lnTo>
                  <a:lnTo>
                    <a:pt x="156484" y="341"/>
                  </a:lnTo>
                  <a:lnTo>
                    <a:pt x="151158" y="768"/>
                  </a:lnTo>
                  <a:lnTo>
                    <a:pt x="145847" y="1364"/>
                  </a:lnTo>
                  <a:lnTo>
                    <a:pt x="140558" y="2131"/>
                  </a:lnTo>
                  <a:lnTo>
                    <a:pt x="135297" y="3065"/>
                  </a:lnTo>
                  <a:lnTo>
                    <a:pt x="130068" y="4168"/>
                  </a:lnTo>
                  <a:lnTo>
                    <a:pt x="124877" y="5437"/>
                  </a:lnTo>
                  <a:lnTo>
                    <a:pt x="119729" y="6871"/>
                  </a:lnTo>
                  <a:lnTo>
                    <a:pt x="114630" y="8469"/>
                  </a:lnTo>
                  <a:lnTo>
                    <a:pt x="109584" y="10229"/>
                  </a:lnTo>
                  <a:lnTo>
                    <a:pt x="104597" y="12150"/>
                  </a:lnTo>
                  <a:lnTo>
                    <a:pt x="99675" y="14229"/>
                  </a:lnTo>
                  <a:lnTo>
                    <a:pt x="94821" y="16465"/>
                  </a:lnTo>
                  <a:lnTo>
                    <a:pt x="90041" y="18854"/>
                  </a:lnTo>
                  <a:lnTo>
                    <a:pt x="85340" y="21395"/>
                  </a:lnTo>
                  <a:lnTo>
                    <a:pt x="80722" y="24085"/>
                  </a:lnTo>
                  <a:lnTo>
                    <a:pt x="76193" y="26921"/>
                  </a:lnTo>
                  <a:lnTo>
                    <a:pt x="71757" y="29900"/>
                  </a:lnTo>
                  <a:lnTo>
                    <a:pt x="67418" y="33020"/>
                  </a:lnTo>
                  <a:lnTo>
                    <a:pt x="63181" y="36277"/>
                  </a:lnTo>
                  <a:lnTo>
                    <a:pt x="59051" y="39667"/>
                  </a:lnTo>
                  <a:lnTo>
                    <a:pt x="55030" y="43188"/>
                  </a:lnTo>
                  <a:lnTo>
                    <a:pt x="51125" y="46836"/>
                  </a:lnTo>
                  <a:lnTo>
                    <a:pt x="47338" y="50606"/>
                  </a:lnTo>
                  <a:lnTo>
                    <a:pt x="43674" y="54496"/>
                  </a:lnTo>
                  <a:lnTo>
                    <a:pt x="40135" y="58501"/>
                  </a:lnTo>
                  <a:lnTo>
                    <a:pt x="36727" y="62616"/>
                  </a:lnTo>
                  <a:lnTo>
                    <a:pt x="33452" y="66839"/>
                  </a:lnTo>
                  <a:lnTo>
                    <a:pt x="30313" y="71164"/>
                  </a:lnTo>
                  <a:lnTo>
                    <a:pt x="27315" y="75588"/>
                  </a:lnTo>
                  <a:lnTo>
                    <a:pt x="24459" y="80104"/>
                  </a:lnTo>
                  <a:lnTo>
                    <a:pt x="21749" y="84710"/>
                  </a:lnTo>
                  <a:lnTo>
                    <a:pt x="19188" y="89400"/>
                  </a:lnTo>
                  <a:lnTo>
                    <a:pt x="16778" y="94170"/>
                  </a:lnTo>
                  <a:lnTo>
                    <a:pt x="14522" y="99014"/>
                  </a:lnTo>
                  <a:lnTo>
                    <a:pt x="12421" y="103928"/>
                  </a:lnTo>
                  <a:lnTo>
                    <a:pt x="10479" y="108906"/>
                  </a:lnTo>
                  <a:lnTo>
                    <a:pt x="8697" y="113944"/>
                  </a:lnTo>
                  <a:lnTo>
                    <a:pt x="7077" y="119037"/>
                  </a:lnTo>
                  <a:lnTo>
                    <a:pt x="5620" y="124178"/>
                  </a:lnTo>
                  <a:lnTo>
                    <a:pt x="4328" y="129364"/>
                  </a:lnTo>
                  <a:lnTo>
                    <a:pt x="3203" y="134588"/>
                  </a:lnTo>
                  <a:lnTo>
                    <a:pt x="2246" y="139845"/>
                  </a:lnTo>
                  <a:lnTo>
                    <a:pt x="1457" y="145130"/>
                  </a:lnTo>
                  <a:lnTo>
                    <a:pt x="837" y="150438"/>
                  </a:lnTo>
                  <a:lnTo>
                    <a:pt x="387" y="155763"/>
                  </a:lnTo>
                  <a:lnTo>
                    <a:pt x="108" y="161100"/>
                  </a:lnTo>
                  <a:lnTo>
                    <a:pt x="0" y="166443"/>
                  </a:lnTo>
                  <a:lnTo>
                    <a:pt x="62" y="171786"/>
                  </a:lnTo>
                  <a:lnTo>
                    <a:pt x="295" y="177125"/>
                  </a:lnTo>
                  <a:lnTo>
                    <a:pt x="698" y="182454"/>
                  </a:lnTo>
                  <a:lnTo>
                    <a:pt x="1272" y="187767"/>
                  </a:lnTo>
                  <a:lnTo>
                    <a:pt x="2015" y="193058"/>
                  </a:lnTo>
                  <a:lnTo>
                    <a:pt x="2927" y="198324"/>
                  </a:lnTo>
                  <a:lnTo>
                    <a:pt x="4007" y="203558"/>
                  </a:lnTo>
                  <a:lnTo>
                    <a:pt x="5253" y="208754"/>
                  </a:lnTo>
                  <a:lnTo>
                    <a:pt x="6665" y="213908"/>
                  </a:lnTo>
                  <a:lnTo>
                    <a:pt x="8241" y="219014"/>
                  </a:lnTo>
                  <a:lnTo>
                    <a:pt x="9980" y="224068"/>
                  </a:lnTo>
                  <a:lnTo>
                    <a:pt x="11879" y="229063"/>
                  </a:lnTo>
                  <a:lnTo>
                    <a:pt x="13937" y="233994"/>
                  </a:lnTo>
                  <a:lnTo>
                    <a:pt x="16151" y="238858"/>
                  </a:lnTo>
                  <a:lnTo>
                    <a:pt x="18520" y="243648"/>
                  </a:lnTo>
                  <a:lnTo>
                    <a:pt x="21040" y="248360"/>
                  </a:lnTo>
                  <a:lnTo>
                    <a:pt x="23710" y="252989"/>
                  </a:lnTo>
                  <a:lnTo>
                    <a:pt x="26526" y="257531"/>
                  </a:lnTo>
                  <a:lnTo>
                    <a:pt x="29487" y="261980"/>
                  </a:lnTo>
                  <a:lnTo>
                    <a:pt x="32588" y="266332"/>
                  </a:lnTo>
                  <a:lnTo>
                    <a:pt x="35826" y="270583"/>
                  </a:lnTo>
                  <a:lnTo>
                    <a:pt x="39199" y="274728"/>
                  </a:lnTo>
                  <a:lnTo>
                    <a:pt x="42702" y="278764"/>
                  </a:lnTo>
                  <a:lnTo>
                    <a:pt x="46332" y="282685"/>
                  </a:lnTo>
                  <a:lnTo>
                    <a:pt x="50087" y="286488"/>
                  </a:lnTo>
                  <a:lnTo>
                    <a:pt x="53960" y="290169"/>
                  </a:lnTo>
                  <a:lnTo>
                    <a:pt x="57950" y="293725"/>
                  </a:lnTo>
                  <a:lnTo>
                    <a:pt x="62051" y="297151"/>
                  </a:lnTo>
                  <a:lnTo>
                    <a:pt x="66259" y="300444"/>
                  </a:lnTo>
                  <a:lnTo>
                    <a:pt x="70571" y="303602"/>
                  </a:lnTo>
                  <a:lnTo>
                    <a:pt x="74981" y="306619"/>
                  </a:lnTo>
                  <a:lnTo>
                    <a:pt x="79485" y="309495"/>
                  </a:lnTo>
                  <a:lnTo>
                    <a:pt x="84079" y="312224"/>
                  </a:lnTo>
                  <a:lnTo>
                    <a:pt x="88758" y="314806"/>
                  </a:lnTo>
                  <a:lnTo>
                    <a:pt x="93517" y="317237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3890853" y="1238196"/>
              <a:ext cx="73648" cy="150069"/>
            </a:xfrm>
            <a:custGeom>
              <a:avLst/>
              <a:pathLst>
                <a:path w="73648" h="150069">
                  <a:moveTo>
                    <a:pt x="0" y="150069"/>
                  </a:moveTo>
                  <a:lnTo>
                    <a:pt x="7364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3890853" y="1238196"/>
              <a:ext cx="73648" cy="150069"/>
            </a:xfrm>
            <a:custGeom>
              <a:avLst/>
              <a:pathLst>
                <a:path w="73648" h="150069">
                  <a:moveTo>
                    <a:pt x="0" y="150069"/>
                  </a:moveTo>
                  <a:lnTo>
                    <a:pt x="7364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3890853" y="1238196"/>
              <a:ext cx="73648" cy="150069"/>
            </a:xfrm>
            <a:custGeom>
              <a:avLst/>
              <a:pathLst>
                <a:path w="73648" h="150069">
                  <a:moveTo>
                    <a:pt x="0" y="150069"/>
                  </a:moveTo>
                  <a:lnTo>
                    <a:pt x="7364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3890853" y="1238196"/>
              <a:ext cx="73648" cy="150069"/>
            </a:xfrm>
            <a:custGeom>
              <a:avLst/>
              <a:pathLst>
                <a:path w="73648" h="150069">
                  <a:moveTo>
                    <a:pt x="0" y="150069"/>
                  </a:moveTo>
                  <a:lnTo>
                    <a:pt x="7364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3890853" y="1238196"/>
              <a:ext cx="73648" cy="150069"/>
            </a:xfrm>
            <a:custGeom>
              <a:avLst/>
              <a:pathLst>
                <a:path w="73648" h="150069">
                  <a:moveTo>
                    <a:pt x="0" y="150069"/>
                  </a:moveTo>
                  <a:lnTo>
                    <a:pt x="7364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3890853" y="1238196"/>
              <a:ext cx="73648" cy="150069"/>
            </a:xfrm>
            <a:custGeom>
              <a:avLst/>
              <a:pathLst>
                <a:path w="73648" h="150069">
                  <a:moveTo>
                    <a:pt x="0" y="150069"/>
                  </a:moveTo>
                  <a:lnTo>
                    <a:pt x="7364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3890853" y="1238196"/>
              <a:ext cx="73648" cy="150069"/>
            </a:xfrm>
            <a:custGeom>
              <a:avLst/>
              <a:pathLst>
                <a:path w="73648" h="150069">
                  <a:moveTo>
                    <a:pt x="0" y="150069"/>
                  </a:moveTo>
                  <a:lnTo>
                    <a:pt x="7364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3890853" y="1238196"/>
              <a:ext cx="73648" cy="150069"/>
            </a:xfrm>
            <a:custGeom>
              <a:avLst/>
              <a:pathLst>
                <a:path w="73648" h="150069">
                  <a:moveTo>
                    <a:pt x="0" y="150069"/>
                  </a:moveTo>
                  <a:lnTo>
                    <a:pt x="7364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3890853" y="1238196"/>
              <a:ext cx="73648" cy="150069"/>
            </a:xfrm>
            <a:custGeom>
              <a:avLst/>
              <a:pathLst>
                <a:path w="73648" h="150069">
                  <a:moveTo>
                    <a:pt x="0" y="150069"/>
                  </a:moveTo>
                  <a:lnTo>
                    <a:pt x="7364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890853" y="1238196"/>
              <a:ext cx="73648" cy="150069"/>
            </a:xfrm>
            <a:custGeom>
              <a:avLst/>
              <a:pathLst>
                <a:path w="73648" h="150069">
                  <a:moveTo>
                    <a:pt x="0" y="150069"/>
                  </a:moveTo>
                  <a:lnTo>
                    <a:pt x="7364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890853" y="1238196"/>
              <a:ext cx="73648" cy="150069"/>
            </a:xfrm>
            <a:custGeom>
              <a:avLst/>
              <a:pathLst>
                <a:path w="73648" h="150069">
                  <a:moveTo>
                    <a:pt x="0" y="150069"/>
                  </a:moveTo>
                  <a:lnTo>
                    <a:pt x="7364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890853" y="1238196"/>
              <a:ext cx="73648" cy="150069"/>
            </a:xfrm>
            <a:custGeom>
              <a:avLst/>
              <a:pathLst>
                <a:path w="73648" h="150069">
                  <a:moveTo>
                    <a:pt x="0" y="150069"/>
                  </a:moveTo>
                  <a:lnTo>
                    <a:pt x="7364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890853" y="1238196"/>
              <a:ext cx="73648" cy="150069"/>
            </a:xfrm>
            <a:custGeom>
              <a:avLst/>
              <a:pathLst>
                <a:path w="73648" h="150069">
                  <a:moveTo>
                    <a:pt x="0" y="150069"/>
                  </a:moveTo>
                  <a:lnTo>
                    <a:pt x="7364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890853" y="1238196"/>
              <a:ext cx="73648" cy="150069"/>
            </a:xfrm>
            <a:custGeom>
              <a:avLst/>
              <a:pathLst>
                <a:path w="73648" h="150069">
                  <a:moveTo>
                    <a:pt x="0" y="150069"/>
                  </a:moveTo>
                  <a:lnTo>
                    <a:pt x="7364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890853" y="1238196"/>
              <a:ext cx="73648" cy="150069"/>
            </a:xfrm>
            <a:custGeom>
              <a:avLst/>
              <a:pathLst>
                <a:path w="73648" h="150069">
                  <a:moveTo>
                    <a:pt x="0" y="150069"/>
                  </a:moveTo>
                  <a:lnTo>
                    <a:pt x="7364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890853" y="1238196"/>
              <a:ext cx="73648" cy="150069"/>
            </a:xfrm>
            <a:custGeom>
              <a:avLst/>
              <a:pathLst>
                <a:path w="73648" h="150069">
                  <a:moveTo>
                    <a:pt x="0" y="150069"/>
                  </a:moveTo>
                  <a:lnTo>
                    <a:pt x="7364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890853" y="1238196"/>
              <a:ext cx="73648" cy="150069"/>
            </a:xfrm>
            <a:custGeom>
              <a:avLst/>
              <a:pathLst>
                <a:path w="73648" h="150069">
                  <a:moveTo>
                    <a:pt x="0" y="150069"/>
                  </a:moveTo>
                  <a:lnTo>
                    <a:pt x="7364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890853" y="1086697"/>
              <a:ext cx="240796" cy="318659"/>
            </a:xfrm>
            <a:custGeom>
              <a:avLst/>
              <a:pathLst>
                <a:path w="240796" h="318659">
                  <a:moveTo>
                    <a:pt x="0" y="301568"/>
                  </a:moveTo>
                  <a:lnTo>
                    <a:pt x="4828" y="303843"/>
                  </a:lnTo>
                  <a:lnTo>
                    <a:pt x="9728" y="305963"/>
                  </a:lnTo>
                  <a:lnTo>
                    <a:pt x="14692" y="307925"/>
                  </a:lnTo>
                  <a:lnTo>
                    <a:pt x="19716" y="309727"/>
                  </a:lnTo>
                  <a:lnTo>
                    <a:pt x="24796" y="311369"/>
                  </a:lnTo>
                  <a:lnTo>
                    <a:pt x="29925" y="312847"/>
                  </a:lnTo>
                  <a:lnTo>
                    <a:pt x="35099" y="314161"/>
                  </a:lnTo>
                  <a:lnTo>
                    <a:pt x="40312" y="315308"/>
                  </a:lnTo>
                  <a:lnTo>
                    <a:pt x="45559" y="316289"/>
                  </a:lnTo>
                  <a:lnTo>
                    <a:pt x="50835" y="317102"/>
                  </a:lnTo>
                  <a:lnTo>
                    <a:pt x="56134" y="317746"/>
                  </a:lnTo>
                  <a:lnTo>
                    <a:pt x="61451" y="318220"/>
                  </a:lnTo>
                  <a:lnTo>
                    <a:pt x="66780" y="318525"/>
                  </a:lnTo>
                  <a:lnTo>
                    <a:pt x="72116" y="318659"/>
                  </a:lnTo>
                  <a:lnTo>
                    <a:pt x="77454" y="318623"/>
                  </a:lnTo>
                  <a:lnTo>
                    <a:pt x="82788" y="318416"/>
                  </a:lnTo>
                  <a:lnTo>
                    <a:pt x="88113" y="318039"/>
                  </a:lnTo>
                  <a:lnTo>
                    <a:pt x="93423" y="317492"/>
                  </a:lnTo>
                  <a:lnTo>
                    <a:pt x="98712" y="316776"/>
                  </a:lnTo>
                  <a:lnTo>
                    <a:pt x="103977" y="315892"/>
                  </a:lnTo>
                  <a:lnTo>
                    <a:pt x="109210" y="314840"/>
                  </a:lnTo>
                  <a:lnTo>
                    <a:pt x="114407" y="313621"/>
                  </a:lnTo>
                  <a:lnTo>
                    <a:pt x="119562" y="312237"/>
                  </a:lnTo>
                  <a:lnTo>
                    <a:pt x="124671" y="310689"/>
                  </a:lnTo>
                  <a:lnTo>
                    <a:pt x="129728" y="308979"/>
                  </a:lnTo>
                  <a:lnTo>
                    <a:pt x="134727" y="307108"/>
                  </a:lnTo>
                  <a:lnTo>
                    <a:pt x="139664" y="305078"/>
                  </a:lnTo>
                  <a:lnTo>
                    <a:pt x="144534" y="302892"/>
                  </a:lnTo>
                  <a:lnTo>
                    <a:pt x="149332" y="300552"/>
                  </a:lnTo>
                  <a:lnTo>
                    <a:pt x="154052" y="298059"/>
                  </a:lnTo>
                  <a:lnTo>
                    <a:pt x="158690" y="295418"/>
                  </a:lnTo>
                  <a:lnTo>
                    <a:pt x="163242" y="292629"/>
                  </a:lnTo>
                  <a:lnTo>
                    <a:pt x="167702" y="289696"/>
                  </a:lnTo>
                  <a:lnTo>
                    <a:pt x="172067" y="286623"/>
                  </a:lnTo>
                  <a:lnTo>
                    <a:pt x="176331" y="283412"/>
                  </a:lnTo>
                  <a:lnTo>
                    <a:pt x="180490" y="280066"/>
                  </a:lnTo>
                  <a:lnTo>
                    <a:pt x="184541" y="276589"/>
                  </a:lnTo>
                  <a:lnTo>
                    <a:pt x="188478" y="272985"/>
                  </a:lnTo>
                  <a:lnTo>
                    <a:pt x="192298" y="269257"/>
                  </a:lnTo>
                  <a:lnTo>
                    <a:pt x="195997" y="265408"/>
                  </a:lnTo>
                  <a:lnTo>
                    <a:pt x="199572" y="261444"/>
                  </a:lnTo>
                  <a:lnTo>
                    <a:pt x="203018" y="257367"/>
                  </a:lnTo>
                  <a:lnTo>
                    <a:pt x="206332" y="253183"/>
                  </a:lnTo>
                  <a:lnTo>
                    <a:pt x="209511" y="248895"/>
                  </a:lnTo>
                  <a:lnTo>
                    <a:pt x="212552" y="244507"/>
                  </a:lnTo>
                  <a:lnTo>
                    <a:pt x="215450" y="240025"/>
                  </a:lnTo>
                  <a:lnTo>
                    <a:pt x="218205" y="235452"/>
                  </a:lnTo>
                  <a:lnTo>
                    <a:pt x="220811" y="230794"/>
                  </a:lnTo>
                  <a:lnTo>
                    <a:pt x="223268" y="226055"/>
                  </a:lnTo>
                  <a:lnTo>
                    <a:pt x="225572" y="221240"/>
                  </a:lnTo>
                  <a:lnTo>
                    <a:pt x="227721" y="216354"/>
                  </a:lnTo>
                  <a:lnTo>
                    <a:pt x="229714" y="211401"/>
                  </a:lnTo>
                  <a:lnTo>
                    <a:pt x="231547" y="206388"/>
                  </a:lnTo>
                  <a:lnTo>
                    <a:pt x="233219" y="201319"/>
                  </a:lnTo>
                  <a:lnTo>
                    <a:pt x="234728" y="196198"/>
                  </a:lnTo>
                  <a:lnTo>
                    <a:pt x="236073" y="191033"/>
                  </a:lnTo>
                  <a:lnTo>
                    <a:pt x="237252" y="185827"/>
                  </a:lnTo>
                  <a:lnTo>
                    <a:pt x="238265" y="180586"/>
                  </a:lnTo>
                  <a:lnTo>
                    <a:pt x="239110" y="175315"/>
                  </a:lnTo>
                  <a:lnTo>
                    <a:pt x="239786" y="170020"/>
                  </a:lnTo>
                  <a:lnTo>
                    <a:pt x="240292" y="164706"/>
                  </a:lnTo>
                  <a:lnTo>
                    <a:pt x="240629" y="159379"/>
                  </a:lnTo>
                  <a:lnTo>
                    <a:pt x="240796" y="154043"/>
                  </a:lnTo>
                  <a:lnTo>
                    <a:pt x="240792" y="148705"/>
                  </a:lnTo>
                  <a:lnTo>
                    <a:pt x="240617" y="143370"/>
                  </a:lnTo>
                  <a:lnTo>
                    <a:pt x="240273" y="138043"/>
                  </a:lnTo>
                  <a:lnTo>
                    <a:pt x="239758" y="132730"/>
                  </a:lnTo>
                  <a:lnTo>
                    <a:pt x="239074" y="127436"/>
                  </a:lnTo>
                  <a:lnTo>
                    <a:pt x="238222" y="122167"/>
                  </a:lnTo>
                  <a:lnTo>
                    <a:pt x="237201" y="116927"/>
                  </a:lnTo>
                  <a:lnTo>
                    <a:pt x="236014" y="111723"/>
                  </a:lnTo>
                  <a:lnTo>
                    <a:pt x="234661" y="106559"/>
                  </a:lnTo>
                  <a:lnTo>
                    <a:pt x="233144" y="101441"/>
                  </a:lnTo>
                  <a:lnTo>
                    <a:pt x="231465" y="96374"/>
                  </a:lnTo>
                  <a:lnTo>
                    <a:pt x="229624" y="91364"/>
                  </a:lnTo>
                  <a:lnTo>
                    <a:pt x="227625" y="86414"/>
                  </a:lnTo>
                  <a:lnTo>
                    <a:pt x="225468" y="81531"/>
                  </a:lnTo>
                  <a:lnTo>
                    <a:pt x="223157" y="76720"/>
                  </a:lnTo>
                  <a:lnTo>
                    <a:pt x="220693" y="71984"/>
                  </a:lnTo>
                  <a:lnTo>
                    <a:pt x="218079" y="67330"/>
                  </a:lnTo>
                  <a:lnTo>
                    <a:pt x="215318" y="62761"/>
                  </a:lnTo>
                  <a:lnTo>
                    <a:pt x="212413" y="58283"/>
                  </a:lnTo>
                  <a:lnTo>
                    <a:pt x="209366" y="53900"/>
                  </a:lnTo>
                  <a:lnTo>
                    <a:pt x="206181" y="49617"/>
                  </a:lnTo>
                  <a:lnTo>
                    <a:pt x="202860" y="45437"/>
                  </a:lnTo>
                  <a:lnTo>
                    <a:pt x="199408" y="41366"/>
                  </a:lnTo>
                  <a:lnTo>
                    <a:pt x="195828" y="37407"/>
                  </a:lnTo>
                  <a:lnTo>
                    <a:pt x="192123" y="33564"/>
                  </a:lnTo>
                  <a:lnTo>
                    <a:pt x="188297" y="29841"/>
                  </a:lnTo>
                  <a:lnTo>
                    <a:pt x="184354" y="26243"/>
                  </a:lnTo>
                  <a:lnTo>
                    <a:pt x="180299" y="22772"/>
                  </a:lnTo>
                  <a:lnTo>
                    <a:pt x="176134" y="19433"/>
                  </a:lnTo>
                  <a:lnTo>
                    <a:pt x="171865" y="16228"/>
                  </a:lnTo>
                  <a:lnTo>
                    <a:pt x="167497" y="13161"/>
                  </a:lnTo>
                  <a:lnTo>
                    <a:pt x="163032" y="10235"/>
                  </a:lnTo>
                  <a:lnTo>
                    <a:pt x="158476" y="7453"/>
                  </a:lnTo>
                  <a:lnTo>
                    <a:pt x="153834" y="4818"/>
                  </a:lnTo>
                  <a:lnTo>
                    <a:pt x="149110" y="2333"/>
                  </a:lnTo>
                  <a:lnTo>
                    <a:pt x="144309" y="0"/>
                  </a:lnTo>
                  <a:lnTo>
                    <a:pt x="73648" y="1514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964501" y="1071028"/>
              <a:ext cx="70661" cy="167167"/>
            </a:xfrm>
            <a:custGeom>
              <a:avLst/>
              <a:pathLst>
                <a:path w="70661" h="167167">
                  <a:moveTo>
                    <a:pt x="70661" y="15668"/>
                  </a:moveTo>
                  <a:lnTo>
                    <a:pt x="65105" y="13199"/>
                  </a:lnTo>
                  <a:lnTo>
                    <a:pt x="59464" y="10933"/>
                  </a:lnTo>
                  <a:lnTo>
                    <a:pt x="53744" y="8875"/>
                  </a:lnTo>
                  <a:lnTo>
                    <a:pt x="47953" y="7025"/>
                  </a:lnTo>
                  <a:lnTo>
                    <a:pt x="42098" y="5387"/>
                  </a:lnTo>
                  <a:lnTo>
                    <a:pt x="36188" y="3964"/>
                  </a:lnTo>
                  <a:lnTo>
                    <a:pt x="30230" y="2756"/>
                  </a:lnTo>
                  <a:lnTo>
                    <a:pt x="24232" y="1765"/>
                  </a:lnTo>
                  <a:lnTo>
                    <a:pt x="18202" y="993"/>
                  </a:lnTo>
                  <a:lnTo>
                    <a:pt x="12148" y="442"/>
                  </a:lnTo>
                  <a:lnTo>
                    <a:pt x="6078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383565" y="1322571"/>
              <a:ext cx="105154" cy="167167"/>
            </a:xfrm>
            <a:custGeom>
              <a:avLst/>
              <a:pathLst>
                <a:path w="105154" h="167167">
                  <a:moveTo>
                    <a:pt x="105154" y="0"/>
                  </a:moveTo>
                  <a:lnTo>
                    <a:pt x="99469" y="96"/>
                  </a:lnTo>
                  <a:lnTo>
                    <a:pt x="93791" y="386"/>
                  </a:lnTo>
                  <a:lnTo>
                    <a:pt x="88125" y="869"/>
                  </a:lnTo>
                  <a:lnTo>
                    <a:pt x="82479" y="1545"/>
                  </a:lnTo>
                  <a:lnTo>
                    <a:pt x="76860" y="2412"/>
                  </a:lnTo>
                  <a:lnTo>
                    <a:pt x="71273" y="3469"/>
                  </a:lnTo>
                  <a:lnTo>
                    <a:pt x="65725" y="4716"/>
                  </a:lnTo>
                  <a:lnTo>
                    <a:pt x="60223" y="6151"/>
                  </a:lnTo>
                  <a:lnTo>
                    <a:pt x="54773" y="7772"/>
                  </a:lnTo>
                  <a:lnTo>
                    <a:pt x="49381" y="9578"/>
                  </a:lnTo>
                  <a:lnTo>
                    <a:pt x="44054" y="11566"/>
                  </a:lnTo>
                  <a:lnTo>
                    <a:pt x="38798" y="13734"/>
                  </a:lnTo>
                  <a:lnTo>
                    <a:pt x="33618" y="16079"/>
                  </a:lnTo>
                  <a:lnTo>
                    <a:pt x="28521" y="18600"/>
                  </a:lnTo>
                  <a:lnTo>
                    <a:pt x="23512" y="21292"/>
                  </a:lnTo>
                  <a:lnTo>
                    <a:pt x="18599" y="24153"/>
                  </a:lnTo>
                  <a:lnTo>
                    <a:pt x="13785" y="27179"/>
                  </a:lnTo>
                  <a:lnTo>
                    <a:pt x="9077" y="30368"/>
                  </a:lnTo>
                  <a:lnTo>
                    <a:pt x="4480" y="33714"/>
                  </a:lnTo>
                  <a:lnTo>
                    <a:pt x="0" y="37215"/>
                  </a:lnTo>
                  <a:lnTo>
                    <a:pt x="10515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383565" y="1359787"/>
              <a:ext cx="105154" cy="129951"/>
            </a:xfrm>
            <a:custGeom>
              <a:avLst/>
              <a:pathLst>
                <a:path w="105154" h="129951">
                  <a:moveTo>
                    <a:pt x="0" y="0"/>
                  </a:moveTo>
                  <a:lnTo>
                    <a:pt x="105154" y="1299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383565" y="1359787"/>
              <a:ext cx="105154" cy="129951"/>
            </a:xfrm>
            <a:custGeom>
              <a:avLst/>
              <a:pathLst>
                <a:path w="105154" h="129951">
                  <a:moveTo>
                    <a:pt x="0" y="0"/>
                  </a:moveTo>
                  <a:lnTo>
                    <a:pt x="105154" y="1299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383565" y="1359787"/>
              <a:ext cx="105154" cy="129951"/>
            </a:xfrm>
            <a:custGeom>
              <a:avLst/>
              <a:pathLst>
                <a:path w="105154" h="129951">
                  <a:moveTo>
                    <a:pt x="0" y="0"/>
                  </a:moveTo>
                  <a:lnTo>
                    <a:pt x="105154" y="1299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383565" y="1359787"/>
              <a:ext cx="105154" cy="129951"/>
            </a:xfrm>
            <a:custGeom>
              <a:avLst/>
              <a:pathLst>
                <a:path w="105154" h="129951">
                  <a:moveTo>
                    <a:pt x="0" y="0"/>
                  </a:moveTo>
                  <a:lnTo>
                    <a:pt x="105154" y="1299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383565" y="1359787"/>
              <a:ext cx="105154" cy="129951"/>
            </a:xfrm>
            <a:custGeom>
              <a:avLst/>
              <a:pathLst>
                <a:path w="105154" h="129951">
                  <a:moveTo>
                    <a:pt x="0" y="0"/>
                  </a:moveTo>
                  <a:lnTo>
                    <a:pt x="105154" y="1299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383565" y="1359787"/>
              <a:ext cx="105154" cy="129951"/>
            </a:xfrm>
            <a:custGeom>
              <a:avLst/>
              <a:pathLst>
                <a:path w="105154" h="129951">
                  <a:moveTo>
                    <a:pt x="0" y="0"/>
                  </a:moveTo>
                  <a:lnTo>
                    <a:pt x="105154" y="1299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383565" y="1359787"/>
              <a:ext cx="105154" cy="129951"/>
            </a:xfrm>
            <a:custGeom>
              <a:avLst/>
              <a:pathLst>
                <a:path w="105154" h="129951">
                  <a:moveTo>
                    <a:pt x="0" y="0"/>
                  </a:moveTo>
                  <a:lnTo>
                    <a:pt x="105154" y="1299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383565" y="1359787"/>
              <a:ext cx="105154" cy="129951"/>
            </a:xfrm>
            <a:custGeom>
              <a:avLst/>
              <a:pathLst>
                <a:path w="105154" h="129951">
                  <a:moveTo>
                    <a:pt x="0" y="0"/>
                  </a:moveTo>
                  <a:lnTo>
                    <a:pt x="105154" y="1299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383565" y="1359787"/>
              <a:ext cx="105154" cy="129951"/>
            </a:xfrm>
            <a:custGeom>
              <a:avLst/>
              <a:pathLst>
                <a:path w="105154" h="129951">
                  <a:moveTo>
                    <a:pt x="0" y="0"/>
                  </a:moveTo>
                  <a:lnTo>
                    <a:pt x="105154" y="1299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383565" y="1359787"/>
              <a:ext cx="105154" cy="129951"/>
            </a:xfrm>
            <a:custGeom>
              <a:avLst/>
              <a:pathLst>
                <a:path w="105154" h="129951">
                  <a:moveTo>
                    <a:pt x="0" y="0"/>
                  </a:moveTo>
                  <a:lnTo>
                    <a:pt x="105154" y="1299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383565" y="1359787"/>
              <a:ext cx="105154" cy="129951"/>
            </a:xfrm>
            <a:custGeom>
              <a:avLst/>
              <a:pathLst>
                <a:path w="105154" h="129951">
                  <a:moveTo>
                    <a:pt x="0" y="0"/>
                  </a:moveTo>
                  <a:lnTo>
                    <a:pt x="105154" y="1299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383565" y="1359787"/>
              <a:ext cx="105154" cy="129951"/>
            </a:xfrm>
            <a:custGeom>
              <a:avLst/>
              <a:pathLst>
                <a:path w="105154" h="129951">
                  <a:moveTo>
                    <a:pt x="0" y="0"/>
                  </a:moveTo>
                  <a:lnTo>
                    <a:pt x="105154" y="1299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383565" y="1359787"/>
              <a:ext cx="105154" cy="129951"/>
            </a:xfrm>
            <a:custGeom>
              <a:avLst/>
              <a:pathLst>
                <a:path w="105154" h="129951">
                  <a:moveTo>
                    <a:pt x="0" y="0"/>
                  </a:moveTo>
                  <a:lnTo>
                    <a:pt x="105154" y="1299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383565" y="1359787"/>
              <a:ext cx="105154" cy="129951"/>
            </a:xfrm>
            <a:custGeom>
              <a:avLst/>
              <a:pathLst>
                <a:path w="105154" h="129951">
                  <a:moveTo>
                    <a:pt x="0" y="0"/>
                  </a:moveTo>
                  <a:lnTo>
                    <a:pt x="105154" y="1299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383565" y="1359787"/>
              <a:ext cx="105154" cy="129951"/>
            </a:xfrm>
            <a:custGeom>
              <a:avLst/>
              <a:pathLst>
                <a:path w="105154" h="129951">
                  <a:moveTo>
                    <a:pt x="0" y="0"/>
                  </a:moveTo>
                  <a:lnTo>
                    <a:pt x="105154" y="1299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383565" y="1359787"/>
              <a:ext cx="105154" cy="129951"/>
            </a:xfrm>
            <a:custGeom>
              <a:avLst/>
              <a:pathLst>
                <a:path w="105154" h="129951">
                  <a:moveTo>
                    <a:pt x="0" y="0"/>
                  </a:moveTo>
                  <a:lnTo>
                    <a:pt x="105154" y="1299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321553" y="1359787"/>
              <a:ext cx="334323" cy="297111"/>
            </a:xfrm>
            <a:custGeom>
              <a:avLst/>
              <a:pathLst>
                <a:path w="334323" h="297111">
                  <a:moveTo>
                    <a:pt x="62012" y="0"/>
                  </a:moveTo>
                  <a:lnTo>
                    <a:pt x="57928" y="3413"/>
                  </a:lnTo>
                  <a:lnTo>
                    <a:pt x="53955" y="6955"/>
                  </a:lnTo>
                  <a:lnTo>
                    <a:pt x="50097" y="10622"/>
                  </a:lnTo>
                  <a:lnTo>
                    <a:pt x="46357" y="14409"/>
                  </a:lnTo>
                  <a:lnTo>
                    <a:pt x="42740" y="18314"/>
                  </a:lnTo>
                  <a:lnTo>
                    <a:pt x="39249" y="22332"/>
                  </a:lnTo>
                  <a:lnTo>
                    <a:pt x="35887" y="26459"/>
                  </a:lnTo>
                  <a:lnTo>
                    <a:pt x="32659" y="30691"/>
                  </a:lnTo>
                  <a:lnTo>
                    <a:pt x="29567" y="35023"/>
                  </a:lnTo>
                  <a:lnTo>
                    <a:pt x="26615" y="39452"/>
                  </a:lnTo>
                  <a:lnTo>
                    <a:pt x="23805" y="43972"/>
                  </a:lnTo>
                  <a:lnTo>
                    <a:pt x="21140" y="48580"/>
                  </a:lnTo>
                  <a:lnTo>
                    <a:pt x="18624" y="53270"/>
                  </a:lnTo>
                  <a:lnTo>
                    <a:pt x="16258" y="58038"/>
                  </a:lnTo>
                  <a:lnTo>
                    <a:pt x="14045" y="62879"/>
                  </a:lnTo>
                  <a:lnTo>
                    <a:pt x="11987" y="67788"/>
                  </a:lnTo>
                  <a:lnTo>
                    <a:pt x="10087" y="72759"/>
                  </a:lnTo>
                  <a:lnTo>
                    <a:pt x="8346" y="77789"/>
                  </a:lnTo>
                  <a:lnTo>
                    <a:pt x="6766" y="82872"/>
                  </a:lnTo>
                  <a:lnTo>
                    <a:pt x="5348" y="88002"/>
                  </a:lnTo>
                  <a:lnTo>
                    <a:pt x="4095" y="93175"/>
                  </a:lnTo>
                  <a:lnTo>
                    <a:pt x="3007" y="98386"/>
                  </a:lnTo>
                  <a:lnTo>
                    <a:pt x="2085" y="103628"/>
                  </a:lnTo>
                  <a:lnTo>
                    <a:pt x="1331" y="108897"/>
                  </a:lnTo>
                  <a:lnTo>
                    <a:pt x="744" y="114187"/>
                  </a:lnTo>
                  <a:lnTo>
                    <a:pt x="327" y="119493"/>
                  </a:lnTo>
                  <a:lnTo>
                    <a:pt x="78" y="124810"/>
                  </a:lnTo>
                  <a:lnTo>
                    <a:pt x="0" y="130132"/>
                  </a:lnTo>
                  <a:lnTo>
                    <a:pt x="90" y="135454"/>
                  </a:lnTo>
                  <a:lnTo>
                    <a:pt x="350" y="140770"/>
                  </a:lnTo>
                  <a:lnTo>
                    <a:pt x="779" y="146076"/>
                  </a:lnTo>
                  <a:lnTo>
                    <a:pt x="1377" y="151365"/>
                  </a:lnTo>
                  <a:lnTo>
                    <a:pt x="2142" y="156632"/>
                  </a:lnTo>
                  <a:lnTo>
                    <a:pt x="3075" y="161872"/>
                  </a:lnTo>
                  <a:lnTo>
                    <a:pt x="4175" y="167080"/>
                  </a:lnTo>
                  <a:lnTo>
                    <a:pt x="5439" y="172250"/>
                  </a:lnTo>
                  <a:lnTo>
                    <a:pt x="6868" y="177377"/>
                  </a:lnTo>
                  <a:lnTo>
                    <a:pt x="8459" y="182457"/>
                  </a:lnTo>
                  <a:lnTo>
                    <a:pt x="10211" y="187483"/>
                  </a:lnTo>
                  <a:lnTo>
                    <a:pt x="12122" y="192450"/>
                  </a:lnTo>
                  <a:lnTo>
                    <a:pt x="14191" y="197355"/>
                  </a:lnTo>
                  <a:lnTo>
                    <a:pt x="16414" y="202191"/>
                  </a:lnTo>
                  <a:lnTo>
                    <a:pt x="18790" y="206953"/>
                  </a:lnTo>
                  <a:lnTo>
                    <a:pt x="21317" y="211638"/>
                  </a:lnTo>
                  <a:lnTo>
                    <a:pt x="23992" y="216240"/>
                  </a:lnTo>
                  <a:lnTo>
                    <a:pt x="26811" y="220754"/>
                  </a:lnTo>
                  <a:lnTo>
                    <a:pt x="29773" y="225177"/>
                  </a:lnTo>
                  <a:lnTo>
                    <a:pt x="32875" y="229503"/>
                  </a:lnTo>
                  <a:lnTo>
                    <a:pt x="36112" y="233728"/>
                  </a:lnTo>
                  <a:lnTo>
                    <a:pt x="39482" y="237847"/>
                  </a:lnTo>
                  <a:lnTo>
                    <a:pt x="42982" y="241857"/>
                  </a:lnTo>
                  <a:lnTo>
                    <a:pt x="46608" y="245754"/>
                  </a:lnTo>
                  <a:lnTo>
                    <a:pt x="50355" y="249534"/>
                  </a:lnTo>
                  <a:lnTo>
                    <a:pt x="54222" y="253192"/>
                  </a:lnTo>
                  <a:lnTo>
                    <a:pt x="58202" y="256725"/>
                  </a:lnTo>
                  <a:lnTo>
                    <a:pt x="62294" y="260130"/>
                  </a:lnTo>
                  <a:lnTo>
                    <a:pt x="66491" y="263403"/>
                  </a:lnTo>
                  <a:lnTo>
                    <a:pt x="70791" y="266540"/>
                  </a:lnTo>
                  <a:lnTo>
                    <a:pt x="75188" y="269539"/>
                  </a:lnTo>
                  <a:lnTo>
                    <a:pt x="79679" y="272397"/>
                  </a:lnTo>
                  <a:lnTo>
                    <a:pt x="84258" y="275110"/>
                  </a:lnTo>
                  <a:lnTo>
                    <a:pt x="88921" y="277676"/>
                  </a:lnTo>
                  <a:lnTo>
                    <a:pt x="93664" y="280092"/>
                  </a:lnTo>
                  <a:lnTo>
                    <a:pt x="98481" y="282356"/>
                  </a:lnTo>
                  <a:lnTo>
                    <a:pt x="103368" y="284465"/>
                  </a:lnTo>
                  <a:lnTo>
                    <a:pt x="108319" y="286418"/>
                  </a:lnTo>
                  <a:lnTo>
                    <a:pt x="113331" y="288212"/>
                  </a:lnTo>
                  <a:lnTo>
                    <a:pt x="118396" y="289846"/>
                  </a:lnTo>
                  <a:lnTo>
                    <a:pt x="123511" y="291318"/>
                  </a:lnTo>
                  <a:lnTo>
                    <a:pt x="128671" y="292626"/>
                  </a:lnTo>
                  <a:lnTo>
                    <a:pt x="133869" y="293769"/>
                  </a:lnTo>
                  <a:lnTo>
                    <a:pt x="139101" y="294746"/>
                  </a:lnTo>
                  <a:lnTo>
                    <a:pt x="144362" y="295556"/>
                  </a:lnTo>
                  <a:lnTo>
                    <a:pt x="149646" y="296198"/>
                  </a:lnTo>
                  <a:lnTo>
                    <a:pt x="154947" y="296671"/>
                  </a:lnTo>
                  <a:lnTo>
                    <a:pt x="160261" y="296976"/>
                  </a:lnTo>
                  <a:lnTo>
                    <a:pt x="165582" y="297111"/>
                  </a:lnTo>
                  <a:lnTo>
                    <a:pt x="170905" y="297077"/>
                  </a:lnTo>
                  <a:lnTo>
                    <a:pt x="176224" y="296873"/>
                  </a:lnTo>
                  <a:lnTo>
                    <a:pt x="181533" y="296500"/>
                  </a:lnTo>
                  <a:lnTo>
                    <a:pt x="186828" y="295958"/>
                  </a:lnTo>
                  <a:lnTo>
                    <a:pt x="192103" y="295248"/>
                  </a:lnTo>
                  <a:lnTo>
                    <a:pt x="197353" y="294370"/>
                  </a:lnTo>
                  <a:lnTo>
                    <a:pt x="202572" y="293326"/>
                  </a:lnTo>
                  <a:lnTo>
                    <a:pt x="207755" y="292116"/>
                  </a:lnTo>
                  <a:lnTo>
                    <a:pt x="212898" y="290742"/>
                  </a:lnTo>
                  <a:lnTo>
                    <a:pt x="217993" y="289204"/>
                  </a:lnTo>
                  <a:lnTo>
                    <a:pt x="223038" y="287505"/>
                  </a:lnTo>
                  <a:lnTo>
                    <a:pt x="228025" y="285647"/>
                  </a:lnTo>
                  <a:lnTo>
                    <a:pt x="232951" y="283630"/>
                  </a:lnTo>
                  <a:lnTo>
                    <a:pt x="237810" y="281458"/>
                  </a:lnTo>
                  <a:lnTo>
                    <a:pt x="242598" y="279132"/>
                  </a:lnTo>
                  <a:lnTo>
                    <a:pt x="247309" y="276655"/>
                  </a:lnTo>
                  <a:lnTo>
                    <a:pt x="251939" y="274030"/>
                  </a:lnTo>
                  <a:lnTo>
                    <a:pt x="256483" y="271258"/>
                  </a:lnTo>
                  <a:lnTo>
                    <a:pt x="260936" y="268343"/>
                  </a:lnTo>
                  <a:lnTo>
                    <a:pt x="265295" y="265287"/>
                  </a:lnTo>
                  <a:lnTo>
                    <a:pt x="269553" y="262095"/>
                  </a:lnTo>
                  <a:lnTo>
                    <a:pt x="273708" y="258768"/>
                  </a:lnTo>
                  <a:lnTo>
                    <a:pt x="277755" y="255311"/>
                  </a:lnTo>
                  <a:lnTo>
                    <a:pt x="281690" y="251727"/>
                  </a:lnTo>
                  <a:lnTo>
                    <a:pt x="285509" y="248019"/>
                  </a:lnTo>
                  <a:lnTo>
                    <a:pt x="289208" y="244192"/>
                  </a:lnTo>
                  <a:lnTo>
                    <a:pt x="292783" y="240248"/>
                  </a:lnTo>
                  <a:lnTo>
                    <a:pt x="296231" y="236193"/>
                  </a:lnTo>
                  <a:lnTo>
                    <a:pt x="299548" y="232030"/>
                  </a:lnTo>
                  <a:lnTo>
                    <a:pt x="302731" y="227764"/>
                  </a:lnTo>
                  <a:lnTo>
                    <a:pt x="305776" y="223399"/>
                  </a:lnTo>
                  <a:lnTo>
                    <a:pt x="308681" y="218939"/>
                  </a:lnTo>
                  <a:lnTo>
                    <a:pt x="311442" y="214388"/>
                  </a:lnTo>
                  <a:lnTo>
                    <a:pt x="314057" y="209752"/>
                  </a:lnTo>
                  <a:lnTo>
                    <a:pt x="316523" y="205036"/>
                  </a:lnTo>
                  <a:lnTo>
                    <a:pt x="318838" y="200243"/>
                  </a:lnTo>
                  <a:lnTo>
                    <a:pt x="320999" y="195378"/>
                  </a:lnTo>
                  <a:lnTo>
                    <a:pt x="323004" y="190448"/>
                  </a:lnTo>
                  <a:lnTo>
                    <a:pt x="324851" y="185456"/>
                  </a:lnTo>
                  <a:lnTo>
                    <a:pt x="326538" y="180408"/>
                  </a:lnTo>
                  <a:lnTo>
                    <a:pt x="328063" y="175308"/>
                  </a:lnTo>
                  <a:lnTo>
                    <a:pt x="329426" y="170163"/>
                  </a:lnTo>
                  <a:lnTo>
                    <a:pt x="330624" y="164977"/>
                  </a:lnTo>
                  <a:lnTo>
                    <a:pt x="331656" y="159755"/>
                  </a:lnTo>
                  <a:lnTo>
                    <a:pt x="332521" y="154504"/>
                  </a:lnTo>
                  <a:lnTo>
                    <a:pt x="333219" y="149227"/>
                  </a:lnTo>
                  <a:lnTo>
                    <a:pt x="333749" y="143931"/>
                  </a:lnTo>
                  <a:lnTo>
                    <a:pt x="334109" y="138620"/>
                  </a:lnTo>
                  <a:lnTo>
                    <a:pt x="334301" y="133301"/>
                  </a:lnTo>
                  <a:lnTo>
                    <a:pt x="334323" y="127978"/>
                  </a:lnTo>
                  <a:lnTo>
                    <a:pt x="334175" y="122658"/>
                  </a:lnTo>
                  <a:lnTo>
                    <a:pt x="333858" y="117345"/>
                  </a:lnTo>
                  <a:lnTo>
                    <a:pt x="333372" y="112044"/>
                  </a:lnTo>
                  <a:lnTo>
                    <a:pt x="332718" y="106762"/>
                  </a:lnTo>
                  <a:lnTo>
                    <a:pt x="331896" y="101503"/>
                  </a:lnTo>
                  <a:lnTo>
                    <a:pt x="330907" y="96273"/>
                  </a:lnTo>
                  <a:lnTo>
                    <a:pt x="329752" y="91077"/>
                  </a:lnTo>
                  <a:lnTo>
                    <a:pt x="328432" y="85921"/>
                  </a:lnTo>
                  <a:lnTo>
                    <a:pt x="326948" y="80809"/>
                  </a:lnTo>
                  <a:lnTo>
                    <a:pt x="325303" y="75747"/>
                  </a:lnTo>
                  <a:lnTo>
                    <a:pt x="323497" y="70741"/>
                  </a:lnTo>
                  <a:lnTo>
                    <a:pt x="321533" y="65794"/>
                  </a:lnTo>
                  <a:lnTo>
                    <a:pt x="319412" y="60912"/>
                  </a:lnTo>
                  <a:lnTo>
                    <a:pt x="317137" y="56100"/>
                  </a:lnTo>
                  <a:lnTo>
                    <a:pt x="314710" y="51363"/>
                  </a:lnTo>
                  <a:lnTo>
                    <a:pt x="312133" y="46705"/>
                  </a:lnTo>
                  <a:lnTo>
                    <a:pt x="309409" y="42132"/>
                  </a:lnTo>
                  <a:lnTo>
                    <a:pt x="167167" y="1299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488720" y="1322571"/>
              <a:ext cx="142242" cy="167167"/>
            </a:xfrm>
            <a:custGeom>
              <a:avLst/>
              <a:pathLst>
                <a:path w="142242" h="167167">
                  <a:moveTo>
                    <a:pt x="142242" y="79348"/>
                  </a:moveTo>
                  <a:lnTo>
                    <a:pt x="139283" y="74727"/>
                  </a:lnTo>
                  <a:lnTo>
                    <a:pt x="136173" y="70205"/>
                  </a:lnTo>
                  <a:lnTo>
                    <a:pt x="132918" y="65788"/>
                  </a:lnTo>
                  <a:lnTo>
                    <a:pt x="129518" y="61480"/>
                  </a:lnTo>
                  <a:lnTo>
                    <a:pt x="125980" y="57285"/>
                  </a:lnTo>
                  <a:lnTo>
                    <a:pt x="122305" y="53210"/>
                  </a:lnTo>
                  <a:lnTo>
                    <a:pt x="118499" y="49257"/>
                  </a:lnTo>
                  <a:lnTo>
                    <a:pt x="114565" y="45431"/>
                  </a:lnTo>
                  <a:lnTo>
                    <a:pt x="110507" y="41736"/>
                  </a:lnTo>
                  <a:lnTo>
                    <a:pt x="106331" y="38176"/>
                  </a:lnTo>
                  <a:lnTo>
                    <a:pt x="102040" y="34756"/>
                  </a:lnTo>
                  <a:lnTo>
                    <a:pt x="97639" y="31478"/>
                  </a:lnTo>
                  <a:lnTo>
                    <a:pt x="93132" y="28346"/>
                  </a:lnTo>
                  <a:lnTo>
                    <a:pt x="88526" y="25364"/>
                  </a:lnTo>
                  <a:lnTo>
                    <a:pt x="83824" y="22535"/>
                  </a:lnTo>
                  <a:lnTo>
                    <a:pt x="79031" y="19861"/>
                  </a:lnTo>
                  <a:lnTo>
                    <a:pt x="74154" y="17347"/>
                  </a:lnTo>
                  <a:lnTo>
                    <a:pt x="69196" y="14993"/>
                  </a:lnTo>
                  <a:lnTo>
                    <a:pt x="64164" y="12804"/>
                  </a:lnTo>
                  <a:lnTo>
                    <a:pt x="59063" y="10781"/>
                  </a:lnTo>
                  <a:lnTo>
                    <a:pt x="53898" y="8927"/>
                  </a:lnTo>
                  <a:lnTo>
                    <a:pt x="48675" y="7243"/>
                  </a:lnTo>
                  <a:lnTo>
                    <a:pt x="43400" y="5732"/>
                  </a:lnTo>
                  <a:lnTo>
                    <a:pt x="38078" y="4394"/>
                  </a:lnTo>
                  <a:lnTo>
                    <a:pt x="32714" y="3232"/>
                  </a:lnTo>
                  <a:lnTo>
                    <a:pt x="27316" y="2246"/>
                  </a:lnTo>
                  <a:lnTo>
                    <a:pt x="21888" y="1439"/>
                  </a:lnTo>
                  <a:lnTo>
                    <a:pt x="16437" y="810"/>
                  </a:lnTo>
                  <a:lnTo>
                    <a:pt x="10967" y="360"/>
                  </a:lnTo>
                  <a:lnTo>
                    <a:pt x="5486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028756" y="1681503"/>
              <a:ext cx="57768" cy="167167"/>
            </a:xfrm>
            <a:custGeom>
              <a:avLst/>
              <a:pathLst>
                <a:path w="57768" h="167167">
                  <a:moveTo>
                    <a:pt x="57768" y="0"/>
                  </a:moveTo>
                  <a:lnTo>
                    <a:pt x="51871" y="104"/>
                  </a:lnTo>
                  <a:lnTo>
                    <a:pt x="45981" y="416"/>
                  </a:lnTo>
                  <a:lnTo>
                    <a:pt x="40106" y="935"/>
                  </a:lnTo>
                  <a:lnTo>
                    <a:pt x="34252" y="1662"/>
                  </a:lnTo>
                  <a:lnTo>
                    <a:pt x="28428" y="2594"/>
                  </a:lnTo>
                  <a:lnTo>
                    <a:pt x="22641" y="3732"/>
                  </a:lnTo>
                  <a:lnTo>
                    <a:pt x="16897" y="5073"/>
                  </a:lnTo>
                  <a:lnTo>
                    <a:pt x="11204" y="6615"/>
                  </a:lnTo>
                  <a:lnTo>
                    <a:pt x="5569" y="8358"/>
                  </a:lnTo>
                  <a:lnTo>
                    <a:pt x="0" y="10298"/>
                  </a:lnTo>
                  <a:lnTo>
                    <a:pt x="5776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028756" y="1691802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028756" y="1691802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028756" y="1691802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028756" y="1691802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028756" y="1691802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028756" y="1691802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028756" y="1691802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028756" y="1691802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028756" y="1691802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028756" y="1691802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028756" y="1691802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028756" y="1691802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028756" y="1691802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028756" y="1691802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028756" y="1691802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28756" y="1691802"/>
              <a:ext cx="57768" cy="156868"/>
            </a:xfrm>
            <a:custGeom>
              <a:avLst/>
              <a:pathLst>
                <a:path w="57768" h="156868">
                  <a:moveTo>
                    <a:pt x="0" y="0"/>
                  </a:moveTo>
                  <a:lnTo>
                    <a:pt x="57768" y="1568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919371" y="1681503"/>
              <a:ext cx="334302" cy="334334"/>
            </a:xfrm>
            <a:custGeom>
              <a:avLst/>
              <a:pathLst>
                <a:path w="334302" h="334334">
                  <a:moveTo>
                    <a:pt x="109385" y="10298"/>
                  </a:moveTo>
                  <a:lnTo>
                    <a:pt x="104440" y="12209"/>
                  </a:lnTo>
                  <a:lnTo>
                    <a:pt x="99558" y="14275"/>
                  </a:lnTo>
                  <a:lnTo>
                    <a:pt x="94744" y="16496"/>
                  </a:lnTo>
                  <a:lnTo>
                    <a:pt x="90003" y="18867"/>
                  </a:lnTo>
                  <a:lnTo>
                    <a:pt x="85340" y="21388"/>
                  </a:lnTo>
                  <a:lnTo>
                    <a:pt x="80758" y="24055"/>
                  </a:lnTo>
                  <a:lnTo>
                    <a:pt x="76264" y="26867"/>
                  </a:lnTo>
                  <a:lnTo>
                    <a:pt x="71861" y="29819"/>
                  </a:lnTo>
                  <a:lnTo>
                    <a:pt x="67554" y="32910"/>
                  </a:lnTo>
                  <a:lnTo>
                    <a:pt x="63347" y="36135"/>
                  </a:lnTo>
                  <a:lnTo>
                    <a:pt x="59245" y="39493"/>
                  </a:lnTo>
                  <a:lnTo>
                    <a:pt x="55251" y="42978"/>
                  </a:lnTo>
                  <a:lnTo>
                    <a:pt x="51369" y="46589"/>
                  </a:lnTo>
                  <a:lnTo>
                    <a:pt x="47604" y="50321"/>
                  </a:lnTo>
                  <a:lnTo>
                    <a:pt x="43959" y="54170"/>
                  </a:lnTo>
                  <a:lnTo>
                    <a:pt x="40438" y="58133"/>
                  </a:lnTo>
                  <a:lnTo>
                    <a:pt x="37045" y="62206"/>
                  </a:lnTo>
                  <a:lnTo>
                    <a:pt x="33782" y="66384"/>
                  </a:lnTo>
                  <a:lnTo>
                    <a:pt x="30654" y="70664"/>
                  </a:lnTo>
                  <a:lnTo>
                    <a:pt x="27663" y="75040"/>
                  </a:lnTo>
                  <a:lnTo>
                    <a:pt x="24812" y="79510"/>
                  </a:lnTo>
                  <a:lnTo>
                    <a:pt x="22104" y="84067"/>
                  </a:lnTo>
                  <a:lnTo>
                    <a:pt x="19542" y="88708"/>
                  </a:lnTo>
                  <a:lnTo>
                    <a:pt x="17128" y="93428"/>
                  </a:lnTo>
                  <a:lnTo>
                    <a:pt x="14866" y="98222"/>
                  </a:lnTo>
                  <a:lnTo>
                    <a:pt x="12756" y="103085"/>
                  </a:lnTo>
                  <a:lnTo>
                    <a:pt x="10802" y="108013"/>
                  </a:lnTo>
                  <a:lnTo>
                    <a:pt x="9005" y="113000"/>
                  </a:lnTo>
                  <a:lnTo>
                    <a:pt x="7367" y="118042"/>
                  </a:lnTo>
                  <a:lnTo>
                    <a:pt x="5889" y="123133"/>
                  </a:lnTo>
                  <a:lnTo>
                    <a:pt x="4574" y="128269"/>
                  </a:lnTo>
                  <a:lnTo>
                    <a:pt x="3423" y="133443"/>
                  </a:lnTo>
                  <a:lnTo>
                    <a:pt x="2436" y="138652"/>
                  </a:lnTo>
                  <a:lnTo>
                    <a:pt x="1614" y="143889"/>
                  </a:lnTo>
                  <a:lnTo>
                    <a:pt x="960" y="149149"/>
                  </a:lnTo>
                  <a:lnTo>
                    <a:pt x="472" y="154428"/>
                  </a:lnTo>
                  <a:lnTo>
                    <a:pt x="152" y="159720"/>
                  </a:lnTo>
                  <a:lnTo>
                    <a:pt x="0" y="165019"/>
                  </a:lnTo>
                  <a:lnTo>
                    <a:pt x="15" y="170320"/>
                  </a:lnTo>
                  <a:lnTo>
                    <a:pt x="199" y="175618"/>
                  </a:lnTo>
                  <a:lnTo>
                    <a:pt x="551" y="180907"/>
                  </a:lnTo>
                  <a:lnTo>
                    <a:pt x="1071" y="186183"/>
                  </a:lnTo>
                  <a:lnTo>
                    <a:pt x="1757" y="191439"/>
                  </a:lnTo>
                  <a:lnTo>
                    <a:pt x="2610" y="196671"/>
                  </a:lnTo>
                  <a:lnTo>
                    <a:pt x="3628" y="201874"/>
                  </a:lnTo>
                  <a:lnTo>
                    <a:pt x="4811" y="207041"/>
                  </a:lnTo>
                  <a:lnTo>
                    <a:pt x="6157" y="212169"/>
                  </a:lnTo>
                  <a:lnTo>
                    <a:pt x="7665" y="217251"/>
                  </a:lnTo>
                  <a:lnTo>
                    <a:pt x="9333" y="222283"/>
                  </a:lnTo>
                  <a:lnTo>
                    <a:pt x="11160" y="227259"/>
                  </a:lnTo>
                  <a:lnTo>
                    <a:pt x="13144" y="232175"/>
                  </a:lnTo>
                  <a:lnTo>
                    <a:pt x="15283" y="237026"/>
                  </a:lnTo>
                  <a:lnTo>
                    <a:pt x="17574" y="241806"/>
                  </a:lnTo>
                  <a:lnTo>
                    <a:pt x="20016" y="246511"/>
                  </a:lnTo>
                  <a:lnTo>
                    <a:pt x="22606" y="251137"/>
                  </a:lnTo>
                  <a:lnTo>
                    <a:pt x="25341" y="255678"/>
                  </a:lnTo>
                  <a:lnTo>
                    <a:pt x="28219" y="260130"/>
                  </a:lnTo>
                  <a:lnTo>
                    <a:pt x="31236" y="264489"/>
                  </a:lnTo>
                  <a:lnTo>
                    <a:pt x="34390" y="268749"/>
                  </a:lnTo>
                  <a:lnTo>
                    <a:pt x="37678" y="272908"/>
                  </a:lnTo>
                  <a:lnTo>
                    <a:pt x="41096" y="276960"/>
                  </a:lnTo>
                  <a:lnTo>
                    <a:pt x="44641" y="280902"/>
                  </a:lnTo>
                  <a:lnTo>
                    <a:pt x="48308" y="284729"/>
                  </a:lnTo>
                  <a:lnTo>
                    <a:pt x="52096" y="288438"/>
                  </a:lnTo>
                  <a:lnTo>
                    <a:pt x="55999" y="292026"/>
                  </a:lnTo>
                  <a:lnTo>
                    <a:pt x="60014" y="295487"/>
                  </a:lnTo>
                  <a:lnTo>
                    <a:pt x="64136" y="298820"/>
                  </a:lnTo>
                  <a:lnTo>
                    <a:pt x="68363" y="302020"/>
                  </a:lnTo>
                  <a:lnTo>
                    <a:pt x="72688" y="305085"/>
                  </a:lnTo>
                  <a:lnTo>
                    <a:pt x="77109" y="308011"/>
                  </a:lnTo>
                  <a:lnTo>
                    <a:pt x="81620" y="310795"/>
                  </a:lnTo>
                  <a:lnTo>
                    <a:pt x="86217" y="313435"/>
                  </a:lnTo>
                  <a:lnTo>
                    <a:pt x="90895" y="315928"/>
                  </a:lnTo>
                  <a:lnTo>
                    <a:pt x="95651" y="318271"/>
                  </a:lnTo>
                  <a:lnTo>
                    <a:pt x="100478" y="320462"/>
                  </a:lnTo>
                  <a:lnTo>
                    <a:pt x="105372" y="322499"/>
                  </a:lnTo>
                  <a:lnTo>
                    <a:pt x="110328" y="324380"/>
                  </a:lnTo>
                  <a:lnTo>
                    <a:pt x="115342" y="326103"/>
                  </a:lnTo>
                  <a:lnTo>
                    <a:pt x="120407" y="327665"/>
                  </a:lnTo>
                  <a:lnTo>
                    <a:pt x="125520" y="329067"/>
                  </a:lnTo>
                  <a:lnTo>
                    <a:pt x="130674" y="330306"/>
                  </a:lnTo>
                  <a:lnTo>
                    <a:pt x="135865" y="331380"/>
                  </a:lnTo>
                  <a:lnTo>
                    <a:pt x="141088" y="332290"/>
                  </a:lnTo>
                  <a:lnTo>
                    <a:pt x="146337" y="333033"/>
                  </a:lnTo>
                  <a:lnTo>
                    <a:pt x="151606" y="333610"/>
                  </a:lnTo>
                  <a:lnTo>
                    <a:pt x="156892" y="334019"/>
                  </a:lnTo>
                  <a:lnTo>
                    <a:pt x="162187" y="334261"/>
                  </a:lnTo>
                  <a:lnTo>
                    <a:pt x="167488" y="334334"/>
                  </a:lnTo>
                  <a:lnTo>
                    <a:pt x="172788" y="334239"/>
                  </a:lnTo>
                  <a:lnTo>
                    <a:pt x="178083" y="333977"/>
                  </a:lnTo>
                  <a:lnTo>
                    <a:pt x="183367" y="333546"/>
                  </a:lnTo>
                  <a:lnTo>
                    <a:pt x="188634" y="332949"/>
                  </a:lnTo>
                  <a:lnTo>
                    <a:pt x="193880" y="332184"/>
                  </a:lnTo>
                  <a:lnTo>
                    <a:pt x="199099" y="331254"/>
                  </a:lnTo>
                  <a:lnTo>
                    <a:pt x="204285" y="330158"/>
                  </a:lnTo>
                  <a:lnTo>
                    <a:pt x="209435" y="328899"/>
                  </a:lnTo>
                  <a:lnTo>
                    <a:pt x="214542" y="327477"/>
                  </a:lnTo>
                  <a:lnTo>
                    <a:pt x="219601" y="325894"/>
                  </a:lnTo>
                  <a:lnTo>
                    <a:pt x="224607" y="324151"/>
                  </a:lnTo>
                  <a:lnTo>
                    <a:pt x="229556" y="322250"/>
                  </a:lnTo>
                  <a:lnTo>
                    <a:pt x="234442" y="320194"/>
                  </a:lnTo>
                  <a:lnTo>
                    <a:pt x="239260" y="317983"/>
                  </a:lnTo>
                  <a:lnTo>
                    <a:pt x="244006" y="315621"/>
                  </a:lnTo>
                  <a:lnTo>
                    <a:pt x="248675" y="313109"/>
                  </a:lnTo>
                  <a:lnTo>
                    <a:pt x="253261" y="310451"/>
                  </a:lnTo>
                  <a:lnTo>
                    <a:pt x="257761" y="307649"/>
                  </a:lnTo>
                  <a:lnTo>
                    <a:pt x="262170" y="304705"/>
                  </a:lnTo>
                  <a:lnTo>
                    <a:pt x="266483" y="301623"/>
                  </a:lnTo>
                  <a:lnTo>
                    <a:pt x="270696" y="298406"/>
                  </a:lnTo>
                  <a:lnTo>
                    <a:pt x="274806" y="295057"/>
                  </a:lnTo>
                  <a:lnTo>
                    <a:pt x="278807" y="291579"/>
                  </a:lnTo>
                  <a:lnTo>
                    <a:pt x="282695" y="287977"/>
                  </a:lnTo>
                  <a:lnTo>
                    <a:pt x="286468" y="284252"/>
                  </a:lnTo>
                  <a:lnTo>
                    <a:pt x="290120" y="280410"/>
                  </a:lnTo>
                  <a:lnTo>
                    <a:pt x="293649" y="276454"/>
                  </a:lnTo>
                  <a:lnTo>
                    <a:pt x="297051" y="272388"/>
                  </a:lnTo>
                  <a:lnTo>
                    <a:pt x="300322" y="268217"/>
                  </a:lnTo>
                  <a:lnTo>
                    <a:pt x="303459" y="263943"/>
                  </a:lnTo>
                  <a:lnTo>
                    <a:pt x="306459" y="259573"/>
                  </a:lnTo>
                  <a:lnTo>
                    <a:pt x="309319" y="255109"/>
                  </a:lnTo>
                  <a:lnTo>
                    <a:pt x="312036" y="250557"/>
                  </a:lnTo>
                  <a:lnTo>
                    <a:pt x="314607" y="245921"/>
                  </a:lnTo>
                  <a:lnTo>
                    <a:pt x="317030" y="241206"/>
                  </a:lnTo>
                  <a:lnTo>
                    <a:pt x="319302" y="236417"/>
                  </a:lnTo>
                  <a:lnTo>
                    <a:pt x="321422" y="231558"/>
                  </a:lnTo>
                  <a:lnTo>
                    <a:pt x="323386" y="226634"/>
                  </a:lnTo>
                  <a:lnTo>
                    <a:pt x="325193" y="221650"/>
                  </a:lnTo>
                  <a:lnTo>
                    <a:pt x="326841" y="216612"/>
                  </a:lnTo>
                  <a:lnTo>
                    <a:pt x="328328" y="211524"/>
                  </a:lnTo>
                  <a:lnTo>
                    <a:pt x="329654" y="206391"/>
                  </a:lnTo>
                  <a:lnTo>
                    <a:pt x="330816" y="201219"/>
                  </a:lnTo>
                  <a:lnTo>
                    <a:pt x="331813" y="196012"/>
                  </a:lnTo>
                  <a:lnTo>
                    <a:pt x="332645" y="190777"/>
                  </a:lnTo>
                  <a:lnTo>
                    <a:pt x="333310" y="185517"/>
                  </a:lnTo>
                  <a:lnTo>
                    <a:pt x="333809" y="180240"/>
                  </a:lnTo>
                  <a:lnTo>
                    <a:pt x="334139" y="174949"/>
                  </a:lnTo>
                  <a:lnTo>
                    <a:pt x="334302" y="169650"/>
                  </a:lnTo>
                  <a:lnTo>
                    <a:pt x="334297" y="164349"/>
                  </a:lnTo>
                  <a:lnTo>
                    <a:pt x="334123" y="159051"/>
                  </a:lnTo>
                  <a:lnTo>
                    <a:pt x="333782" y="153760"/>
                  </a:lnTo>
                  <a:lnTo>
                    <a:pt x="333273" y="148484"/>
                  </a:lnTo>
                  <a:lnTo>
                    <a:pt x="332597" y="143226"/>
                  </a:lnTo>
                  <a:lnTo>
                    <a:pt x="331755" y="137992"/>
                  </a:lnTo>
                  <a:lnTo>
                    <a:pt x="330747" y="132788"/>
                  </a:lnTo>
                  <a:lnTo>
                    <a:pt x="329575" y="127618"/>
                  </a:lnTo>
                  <a:lnTo>
                    <a:pt x="328239" y="122488"/>
                  </a:lnTo>
                  <a:lnTo>
                    <a:pt x="326741" y="117402"/>
                  </a:lnTo>
                  <a:lnTo>
                    <a:pt x="325083" y="112367"/>
                  </a:lnTo>
                  <a:lnTo>
                    <a:pt x="323266" y="107387"/>
                  </a:lnTo>
                  <a:lnTo>
                    <a:pt x="321292" y="102467"/>
                  </a:lnTo>
                  <a:lnTo>
                    <a:pt x="319163" y="97612"/>
                  </a:lnTo>
                  <a:lnTo>
                    <a:pt x="316882" y="92827"/>
                  </a:lnTo>
                  <a:lnTo>
                    <a:pt x="314449" y="88117"/>
                  </a:lnTo>
                  <a:lnTo>
                    <a:pt x="311869" y="83487"/>
                  </a:lnTo>
                  <a:lnTo>
                    <a:pt x="309142" y="78940"/>
                  </a:lnTo>
                  <a:lnTo>
                    <a:pt x="306274" y="74482"/>
                  </a:lnTo>
                  <a:lnTo>
                    <a:pt x="303265" y="70118"/>
                  </a:lnTo>
                  <a:lnTo>
                    <a:pt x="300119" y="65851"/>
                  </a:lnTo>
                  <a:lnTo>
                    <a:pt x="296840" y="61686"/>
                  </a:lnTo>
                  <a:lnTo>
                    <a:pt x="293430" y="57627"/>
                  </a:lnTo>
                  <a:lnTo>
                    <a:pt x="289893" y="53678"/>
                  </a:lnTo>
                  <a:lnTo>
                    <a:pt x="286233" y="49843"/>
                  </a:lnTo>
                  <a:lnTo>
                    <a:pt x="282453" y="46126"/>
                  </a:lnTo>
                  <a:lnTo>
                    <a:pt x="278557" y="42531"/>
                  </a:lnTo>
                  <a:lnTo>
                    <a:pt x="274549" y="39061"/>
                  </a:lnTo>
                  <a:lnTo>
                    <a:pt x="270433" y="35721"/>
                  </a:lnTo>
                  <a:lnTo>
                    <a:pt x="266214" y="32512"/>
                  </a:lnTo>
                  <a:lnTo>
                    <a:pt x="261894" y="29439"/>
                  </a:lnTo>
                  <a:lnTo>
                    <a:pt x="257479" y="26504"/>
                  </a:lnTo>
                  <a:lnTo>
                    <a:pt x="252974" y="23711"/>
                  </a:lnTo>
                  <a:lnTo>
                    <a:pt x="248382" y="21061"/>
                  </a:lnTo>
                  <a:lnTo>
                    <a:pt x="243709" y="18559"/>
                  </a:lnTo>
                  <a:lnTo>
                    <a:pt x="238958" y="16207"/>
                  </a:lnTo>
                  <a:lnTo>
                    <a:pt x="234135" y="14006"/>
                  </a:lnTo>
                  <a:lnTo>
                    <a:pt x="229245" y="11959"/>
                  </a:lnTo>
                  <a:lnTo>
                    <a:pt x="224293" y="10068"/>
                  </a:lnTo>
                  <a:lnTo>
                    <a:pt x="219283" y="8335"/>
                  </a:lnTo>
                  <a:lnTo>
                    <a:pt x="214220" y="6762"/>
                  </a:lnTo>
                  <a:lnTo>
                    <a:pt x="209111" y="5351"/>
                  </a:lnTo>
                  <a:lnTo>
                    <a:pt x="203959" y="4102"/>
                  </a:lnTo>
                  <a:lnTo>
                    <a:pt x="198770" y="3017"/>
                  </a:lnTo>
                  <a:lnTo>
                    <a:pt x="193549" y="2097"/>
                  </a:lnTo>
                  <a:lnTo>
                    <a:pt x="188302" y="1343"/>
                  </a:lnTo>
                  <a:lnTo>
                    <a:pt x="183033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88290" y="2126963"/>
              <a:ext cx="92996" cy="167167"/>
            </a:xfrm>
            <a:custGeom>
              <a:avLst/>
              <a:pathLst>
                <a:path w="92996" h="167167">
                  <a:moveTo>
                    <a:pt x="92996" y="0"/>
                  </a:moveTo>
                  <a:lnTo>
                    <a:pt x="87196" y="100"/>
                  </a:lnTo>
                  <a:lnTo>
                    <a:pt x="81404" y="402"/>
                  </a:lnTo>
                  <a:lnTo>
                    <a:pt x="75625" y="905"/>
                  </a:lnTo>
                  <a:lnTo>
                    <a:pt x="69866" y="1607"/>
                  </a:lnTo>
                  <a:lnTo>
                    <a:pt x="64136" y="2510"/>
                  </a:lnTo>
                  <a:lnTo>
                    <a:pt x="58441" y="3610"/>
                  </a:lnTo>
                  <a:lnTo>
                    <a:pt x="52787" y="4907"/>
                  </a:lnTo>
                  <a:lnTo>
                    <a:pt x="47182" y="6400"/>
                  </a:lnTo>
                  <a:lnTo>
                    <a:pt x="41631" y="8087"/>
                  </a:lnTo>
                  <a:lnTo>
                    <a:pt x="36143" y="9964"/>
                  </a:lnTo>
                  <a:lnTo>
                    <a:pt x="30723" y="12032"/>
                  </a:lnTo>
                  <a:lnTo>
                    <a:pt x="25378" y="14286"/>
                  </a:lnTo>
                  <a:lnTo>
                    <a:pt x="20114" y="16724"/>
                  </a:lnTo>
                  <a:lnTo>
                    <a:pt x="14939" y="19343"/>
                  </a:lnTo>
                  <a:lnTo>
                    <a:pt x="9857" y="22140"/>
                  </a:lnTo>
                  <a:lnTo>
                    <a:pt x="4875" y="25112"/>
                  </a:lnTo>
                  <a:lnTo>
                    <a:pt x="0" y="28255"/>
                  </a:lnTo>
                  <a:lnTo>
                    <a:pt x="9299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88290" y="2155219"/>
              <a:ext cx="92996" cy="138911"/>
            </a:xfrm>
            <a:custGeom>
              <a:avLst/>
              <a:pathLst>
                <a:path w="92996" h="138911">
                  <a:moveTo>
                    <a:pt x="0" y="0"/>
                  </a:moveTo>
                  <a:lnTo>
                    <a:pt x="92996" y="1389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88290" y="2155219"/>
              <a:ext cx="92996" cy="138911"/>
            </a:xfrm>
            <a:custGeom>
              <a:avLst/>
              <a:pathLst>
                <a:path w="92996" h="138911">
                  <a:moveTo>
                    <a:pt x="0" y="0"/>
                  </a:moveTo>
                  <a:lnTo>
                    <a:pt x="92996" y="1389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88290" y="2155219"/>
              <a:ext cx="92996" cy="138911"/>
            </a:xfrm>
            <a:custGeom>
              <a:avLst/>
              <a:pathLst>
                <a:path w="92996" h="138911">
                  <a:moveTo>
                    <a:pt x="0" y="0"/>
                  </a:moveTo>
                  <a:lnTo>
                    <a:pt x="92996" y="1389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88290" y="2155219"/>
              <a:ext cx="92996" cy="138911"/>
            </a:xfrm>
            <a:custGeom>
              <a:avLst/>
              <a:pathLst>
                <a:path w="92996" h="138911">
                  <a:moveTo>
                    <a:pt x="0" y="0"/>
                  </a:moveTo>
                  <a:lnTo>
                    <a:pt x="92996" y="1389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88290" y="2155219"/>
              <a:ext cx="92996" cy="138911"/>
            </a:xfrm>
            <a:custGeom>
              <a:avLst/>
              <a:pathLst>
                <a:path w="92996" h="138911">
                  <a:moveTo>
                    <a:pt x="0" y="0"/>
                  </a:moveTo>
                  <a:lnTo>
                    <a:pt x="92996" y="1389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88290" y="2155219"/>
              <a:ext cx="92996" cy="138911"/>
            </a:xfrm>
            <a:custGeom>
              <a:avLst/>
              <a:pathLst>
                <a:path w="92996" h="138911">
                  <a:moveTo>
                    <a:pt x="0" y="0"/>
                  </a:moveTo>
                  <a:lnTo>
                    <a:pt x="92996" y="1389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88290" y="2155219"/>
              <a:ext cx="92996" cy="138911"/>
            </a:xfrm>
            <a:custGeom>
              <a:avLst/>
              <a:pathLst>
                <a:path w="92996" h="138911">
                  <a:moveTo>
                    <a:pt x="0" y="0"/>
                  </a:moveTo>
                  <a:lnTo>
                    <a:pt x="92996" y="1389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88290" y="2155219"/>
              <a:ext cx="92996" cy="138911"/>
            </a:xfrm>
            <a:custGeom>
              <a:avLst/>
              <a:pathLst>
                <a:path w="92996" h="138911">
                  <a:moveTo>
                    <a:pt x="0" y="0"/>
                  </a:moveTo>
                  <a:lnTo>
                    <a:pt x="92996" y="1389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88290" y="2155219"/>
              <a:ext cx="92996" cy="138911"/>
            </a:xfrm>
            <a:custGeom>
              <a:avLst/>
              <a:pathLst>
                <a:path w="92996" h="138911">
                  <a:moveTo>
                    <a:pt x="0" y="0"/>
                  </a:moveTo>
                  <a:lnTo>
                    <a:pt x="92996" y="1389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88290" y="2155219"/>
              <a:ext cx="92996" cy="138911"/>
            </a:xfrm>
            <a:custGeom>
              <a:avLst/>
              <a:pathLst>
                <a:path w="92996" h="138911">
                  <a:moveTo>
                    <a:pt x="0" y="0"/>
                  </a:moveTo>
                  <a:lnTo>
                    <a:pt x="92996" y="1389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88290" y="2155219"/>
              <a:ext cx="92996" cy="138911"/>
            </a:xfrm>
            <a:custGeom>
              <a:avLst/>
              <a:pathLst>
                <a:path w="92996" h="138911">
                  <a:moveTo>
                    <a:pt x="0" y="0"/>
                  </a:moveTo>
                  <a:lnTo>
                    <a:pt x="92996" y="1389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688290" y="2155219"/>
              <a:ext cx="92996" cy="138911"/>
            </a:xfrm>
            <a:custGeom>
              <a:avLst/>
              <a:pathLst>
                <a:path w="92996" h="138911">
                  <a:moveTo>
                    <a:pt x="0" y="0"/>
                  </a:moveTo>
                  <a:lnTo>
                    <a:pt x="92996" y="1389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688290" y="2155219"/>
              <a:ext cx="92996" cy="138911"/>
            </a:xfrm>
            <a:custGeom>
              <a:avLst/>
              <a:pathLst>
                <a:path w="92996" h="138911">
                  <a:moveTo>
                    <a:pt x="0" y="0"/>
                  </a:moveTo>
                  <a:lnTo>
                    <a:pt x="92996" y="1389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688290" y="2155219"/>
              <a:ext cx="92996" cy="138911"/>
            </a:xfrm>
            <a:custGeom>
              <a:avLst/>
              <a:pathLst>
                <a:path w="92996" h="138911">
                  <a:moveTo>
                    <a:pt x="0" y="0"/>
                  </a:moveTo>
                  <a:lnTo>
                    <a:pt x="92996" y="1389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614120" y="2127752"/>
              <a:ext cx="334322" cy="333538"/>
            </a:xfrm>
            <a:custGeom>
              <a:avLst/>
              <a:pathLst>
                <a:path w="334322" h="333538">
                  <a:moveTo>
                    <a:pt x="74170" y="27466"/>
                  </a:moveTo>
                  <a:lnTo>
                    <a:pt x="69825" y="30475"/>
                  </a:lnTo>
                  <a:lnTo>
                    <a:pt x="65578" y="33620"/>
                  </a:lnTo>
                  <a:lnTo>
                    <a:pt x="61432" y="36898"/>
                  </a:lnTo>
                  <a:lnTo>
                    <a:pt x="57392" y="40305"/>
                  </a:lnTo>
                  <a:lnTo>
                    <a:pt x="53462" y="43838"/>
                  </a:lnTo>
                  <a:lnTo>
                    <a:pt x="49645" y="47494"/>
                  </a:lnTo>
                  <a:lnTo>
                    <a:pt x="45946" y="51268"/>
                  </a:lnTo>
                  <a:lnTo>
                    <a:pt x="42367" y="55157"/>
                  </a:lnTo>
                  <a:lnTo>
                    <a:pt x="38914" y="59158"/>
                  </a:lnTo>
                  <a:lnTo>
                    <a:pt x="35589" y="63266"/>
                  </a:lnTo>
                  <a:lnTo>
                    <a:pt x="32395" y="67477"/>
                  </a:lnTo>
                  <a:lnTo>
                    <a:pt x="29336" y="71786"/>
                  </a:lnTo>
                  <a:lnTo>
                    <a:pt x="26415" y="76191"/>
                  </a:lnTo>
                  <a:lnTo>
                    <a:pt x="23634" y="80685"/>
                  </a:lnTo>
                  <a:lnTo>
                    <a:pt x="20997" y="85265"/>
                  </a:lnTo>
                  <a:lnTo>
                    <a:pt x="18506" y="89926"/>
                  </a:lnTo>
                  <a:lnTo>
                    <a:pt x="16164" y="94664"/>
                  </a:lnTo>
                  <a:lnTo>
                    <a:pt x="13972" y="99473"/>
                  </a:lnTo>
                  <a:lnTo>
                    <a:pt x="11934" y="104349"/>
                  </a:lnTo>
                  <a:lnTo>
                    <a:pt x="10051" y="109287"/>
                  </a:lnTo>
                  <a:lnTo>
                    <a:pt x="8324" y="114282"/>
                  </a:lnTo>
                  <a:lnTo>
                    <a:pt x="6757" y="119329"/>
                  </a:lnTo>
                  <a:lnTo>
                    <a:pt x="5350" y="124423"/>
                  </a:lnTo>
                  <a:lnTo>
                    <a:pt x="4104" y="129560"/>
                  </a:lnTo>
                  <a:lnTo>
                    <a:pt x="3022" y="134732"/>
                  </a:lnTo>
                  <a:lnTo>
                    <a:pt x="2104" y="139937"/>
                  </a:lnTo>
                  <a:lnTo>
                    <a:pt x="1350" y="145168"/>
                  </a:lnTo>
                  <a:lnTo>
                    <a:pt x="763" y="150420"/>
                  </a:lnTo>
                  <a:lnTo>
                    <a:pt x="342" y="155688"/>
                  </a:lnTo>
                  <a:lnTo>
                    <a:pt x="87" y="160967"/>
                  </a:lnTo>
                  <a:lnTo>
                    <a:pt x="0" y="166251"/>
                  </a:lnTo>
                  <a:lnTo>
                    <a:pt x="79" y="171536"/>
                  </a:lnTo>
                  <a:lnTo>
                    <a:pt x="326" y="176815"/>
                  </a:lnTo>
                  <a:lnTo>
                    <a:pt x="739" y="182084"/>
                  </a:lnTo>
                  <a:lnTo>
                    <a:pt x="1319" y="187337"/>
                  </a:lnTo>
                  <a:lnTo>
                    <a:pt x="2064" y="192569"/>
                  </a:lnTo>
                  <a:lnTo>
                    <a:pt x="2974" y="197775"/>
                  </a:lnTo>
                  <a:lnTo>
                    <a:pt x="4049" y="202950"/>
                  </a:lnTo>
                  <a:lnTo>
                    <a:pt x="5286" y="208088"/>
                  </a:lnTo>
                  <a:lnTo>
                    <a:pt x="6686" y="213184"/>
                  </a:lnTo>
                  <a:lnTo>
                    <a:pt x="8246" y="218234"/>
                  </a:lnTo>
                  <a:lnTo>
                    <a:pt x="9964" y="223231"/>
                  </a:lnTo>
                  <a:lnTo>
                    <a:pt x="11840" y="228172"/>
                  </a:lnTo>
                  <a:lnTo>
                    <a:pt x="13871" y="233051"/>
                  </a:lnTo>
                  <a:lnTo>
                    <a:pt x="16055" y="237864"/>
                  </a:lnTo>
                  <a:lnTo>
                    <a:pt x="18390" y="242605"/>
                  </a:lnTo>
                  <a:lnTo>
                    <a:pt x="20874" y="247270"/>
                  </a:lnTo>
                  <a:lnTo>
                    <a:pt x="23505" y="251854"/>
                  </a:lnTo>
                  <a:lnTo>
                    <a:pt x="26278" y="256352"/>
                  </a:lnTo>
                  <a:lnTo>
                    <a:pt x="29193" y="260761"/>
                  </a:lnTo>
                  <a:lnTo>
                    <a:pt x="32245" y="265075"/>
                  </a:lnTo>
                  <a:lnTo>
                    <a:pt x="35433" y="269291"/>
                  </a:lnTo>
                  <a:lnTo>
                    <a:pt x="38752" y="273404"/>
                  </a:lnTo>
                  <a:lnTo>
                    <a:pt x="42199" y="277410"/>
                  </a:lnTo>
                  <a:lnTo>
                    <a:pt x="45771" y="281304"/>
                  </a:lnTo>
                  <a:lnTo>
                    <a:pt x="49465" y="285084"/>
                  </a:lnTo>
                  <a:lnTo>
                    <a:pt x="53276" y="288746"/>
                  </a:lnTo>
                  <a:lnTo>
                    <a:pt x="57201" y="292285"/>
                  </a:lnTo>
                  <a:lnTo>
                    <a:pt x="61236" y="295698"/>
                  </a:lnTo>
                  <a:lnTo>
                    <a:pt x="65377" y="298982"/>
                  </a:lnTo>
                  <a:lnTo>
                    <a:pt x="69620" y="302133"/>
                  </a:lnTo>
                  <a:lnTo>
                    <a:pt x="73960" y="305149"/>
                  </a:lnTo>
                  <a:lnTo>
                    <a:pt x="78393" y="308026"/>
                  </a:lnTo>
                  <a:lnTo>
                    <a:pt x="82915" y="310761"/>
                  </a:lnTo>
                  <a:lnTo>
                    <a:pt x="87521" y="313353"/>
                  </a:lnTo>
                  <a:lnTo>
                    <a:pt x="92207" y="315797"/>
                  </a:lnTo>
                  <a:lnTo>
                    <a:pt x="96968" y="318092"/>
                  </a:lnTo>
                  <a:lnTo>
                    <a:pt x="101799" y="320235"/>
                  </a:lnTo>
                  <a:lnTo>
                    <a:pt x="106695" y="322224"/>
                  </a:lnTo>
                  <a:lnTo>
                    <a:pt x="111651" y="324058"/>
                  </a:lnTo>
                  <a:lnTo>
                    <a:pt x="116664" y="325734"/>
                  </a:lnTo>
                  <a:lnTo>
                    <a:pt x="121726" y="327251"/>
                  </a:lnTo>
                  <a:lnTo>
                    <a:pt x="126834" y="328607"/>
                  </a:lnTo>
                  <a:lnTo>
                    <a:pt x="131983" y="329801"/>
                  </a:lnTo>
                  <a:lnTo>
                    <a:pt x="137166" y="330831"/>
                  </a:lnTo>
                  <a:lnTo>
                    <a:pt x="142380" y="331698"/>
                  </a:lnTo>
                  <a:lnTo>
                    <a:pt x="147618" y="332399"/>
                  </a:lnTo>
                  <a:lnTo>
                    <a:pt x="152876" y="332934"/>
                  </a:lnTo>
                  <a:lnTo>
                    <a:pt x="158148" y="333302"/>
                  </a:lnTo>
                  <a:lnTo>
                    <a:pt x="163429" y="333504"/>
                  </a:lnTo>
                  <a:lnTo>
                    <a:pt x="168714" y="333538"/>
                  </a:lnTo>
                  <a:lnTo>
                    <a:pt x="173997" y="333406"/>
                  </a:lnTo>
                  <a:lnTo>
                    <a:pt x="179274" y="333107"/>
                  </a:lnTo>
                  <a:lnTo>
                    <a:pt x="184538" y="332641"/>
                  </a:lnTo>
                  <a:lnTo>
                    <a:pt x="189785" y="332008"/>
                  </a:lnTo>
                  <a:lnTo>
                    <a:pt x="195009" y="331211"/>
                  </a:lnTo>
                  <a:lnTo>
                    <a:pt x="200206" y="330248"/>
                  </a:lnTo>
                  <a:lnTo>
                    <a:pt x="205370" y="329122"/>
                  </a:lnTo>
                  <a:lnTo>
                    <a:pt x="210495" y="327833"/>
                  </a:lnTo>
                  <a:lnTo>
                    <a:pt x="215577" y="326382"/>
                  </a:lnTo>
                  <a:lnTo>
                    <a:pt x="220611" y="324772"/>
                  </a:lnTo>
                  <a:lnTo>
                    <a:pt x="225591" y="323004"/>
                  </a:lnTo>
                  <a:lnTo>
                    <a:pt x="230513" y="321079"/>
                  </a:lnTo>
                  <a:lnTo>
                    <a:pt x="235371" y="318999"/>
                  </a:lnTo>
                  <a:lnTo>
                    <a:pt x="240162" y="316767"/>
                  </a:lnTo>
                  <a:lnTo>
                    <a:pt x="244879" y="314384"/>
                  </a:lnTo>
                  <a:lnTo>
                    <a:pt x="249519" y="311853"/>
                  </a:lnTo>
                  <a:lnTo>
                    <a:pt x="254076" y="309177"/>
                  </a:lnTo>
                  <a:lnTo>
                    <a:pt x="258547" y="306359"/>
                  </a:lnTo>
                  <a:lnTo>
                    <a:pt x="262926" y="303400"/>
                  </a:lnTo>
                  <a:lnTo>
                    <a:pt x="267210" y="300305"/>
                  </a:lnTo>
                  <a:lnTo>
                    <a:pt x="271393" y="297075"/>
                  </a:lnTo>
                  <a:lnTo>
                    <a:pt x="275473" y="293715"/>
                  </a:lnTo>
                  <a:lnTo>
                    <a:pt x="279444" y="290228"/>
                  </a:lnTo>
                  <a:lnTo>
                    <a:pt x="283303" y="286617"/>
                  </a:lnTo>
                  <a:lnTo>
                    <a:pt x="287046" y="282886"/>
                  </a:lnTo>
                  <a:lnTo>
                    <a:pt x="290669" y="279038"/>
                  </a:lnTo>
                  <a:lnTo>
                    <a:pt x="294168" y="275078"/>
                  </a:lnTo>
                  <a:lnTo>
                    <a:pt x="297541" y="271009"/>
                  </a:lnTo>
                  <a:lnTo>
                    <a:pt x="300783" y="266835"/>
                  </a:lnTo>
                  <a:lnTo>
                    <a:pt x="303892" y="262561"/>
                  </a:lnTo>
                  <a:lnTo>
                    <a:pt x="306864" y="258191"/>
                  </a:lnTo>
                  <a:lnTo>
                    <a:pt x="309696" y="253729"/>
                  </a:lnTo>
                  <a:lnTo>
                    <a:pt x="312387" y="249180"/>
                  </a:lnTo>
                  <a:lnTo>
                    <a:pt x="314931" y="244548"/>
                  </a:lnTo>
                  <a:lnTo>
                    <a:pt x="317329" y="239838"/>
                  </a:lnTo>
                  <a:lnTo>
                    <a:pt x="319576" y="235055"/>
                  </a:lnTo>
                  <a:lnTo>
                    <a:pt x="321670" y="230203"/>
                  </a:lnTo>
                  <a:lnTo>
                    <a:pt x="323611" y="225287"/>
                  </a:lnTo>
                  <a:lnTo>
                    <a:pt x="325395" y="220312"/>
                  </a:lnTo>
                  <a:lnTo>
                    <a:pt x="327021" y="215284"/>
                  </a:lnTo>
                  <a:lnTo>
                    <a:pt x="328487" y="210206"/>
                  </a:lnTo>
                  <a:lnTo>
                    <a:pt x="329791" y="205085"/>
                  </a:lnTo>
                  <a:lnTo>
                    <a:pt x="330934" y="199925"/>
                  </a:lnTo>
                  <a:lnTo>
                    <a:pt x="331912" y="194731"/>
                  </a:lnTo>
                  <a:lnTo>
                    <a:pt x="332726" y="189509"/>
                  </a:lnTo>
                  <a:lnTo>
                    <a:pt x="333375" y="184264"/>
                  </a:lnTo>
                  <a:lnTo>
                    <a:pt x="333857" y="179001"/>
                  </a:lnTo>
                  <a:lnTo>
                    <a:pt x="334173" y="173726"/>
                  </a:lnTo>
                  <a:lnTo>
                    <a:pt x="334322" y="168443"/>
                  </a:lnTo>
                  <a:lnTo>
                    <a:pt x="334303" y="163158"/>
                  </a:lnTo>
                  <a:lnTo>
                    <a:pt x="334118" y="157876"/>
                  </a:lnTo>
                  <a:lnTo>
                    <a:pt x="333766" y="152603"/>
                  </a:lnTo>
                  <a:lnTo>
                    <a:pt x="333247" y="147343"/>
                  </a:lnTo>
                  <a:lnTo>
                    <a:pt x="332562" y="142103"/>
                  </a:lnTo>
                  <a:lnTo>
                    <a:pt x="331712" y="136887"/>
                  </a:lnTo>
                  <a:lnTo>
                    <a:pt x="330698" y="131700"/>
                  </a:lnTo>
                  <a:lnTo>
                    <a:pt x="329520" y="126548"/>
                  </a:lnTo>
                  <a:lnTo>
                    <a:pt x="328180" y="121436"/>
                  </a:lnTo>
                  <a:lnTo>
                    <a:pt x="326679" y="116369"/>
                  </a:lnTo>
                  <a:lnTo>
                    <a:pt x="325018" y="111351"/>
                  </a:lnTo>
                  <a:lnTo>
                    <a:pt x="323200" y="106389"/>
                  </a:lnTo>
                  <a:lnTo>
                    <a:pt x="321225" y="101487"/>
                  </a:lnTo>
                  <a:lnTo>
                    <a:pt x="319097" y="96649"/>
                  </a:lnTo>
                  <a:lnTo>
                    <a:pt x="316817" y="91881"/>
                  </a:lnTo>
                  <a:lnTo>
                    <a:pt x="314387" y="87188"/>
                  </a:lnTo>
                  <a:lnTo>
                    <a:pt x="311811" y="82574"/>
                  </a:lnTo>
                  <a:lnTo>
                    <a:pt x="309089" y="78043"/>
                  </a:lnTo>
                  <a:lnTo>
                    <a:pt x="306226" y="73601"/>
                  </a:lnTo>
                  <a:lnTo>
                    <a:pt x="303224" y="69252"/>
                  </a:lnTo>
                  <a:lnTo>
                    <a:pt x="300085" y="64999"/>
                  </a:lnTo>
                  <a:lnTo>
                    <a:pt x="296814" y="60848"/>
                  </a:lnTo>
                  <a:lnTo>
                    <a:pt x="293414" y="56803"/>
                  </a:lnTo>
                  <a:lnTo>
                    <a:pt x="289887" y="52867"/>
                  </a:lnTo>
                  <a:lnTo>
                    <a:pt x="286237" y="49044"/>
                  </a:lnTo>
                  <a:lnTo>
                    <a:pt x="282469" y="45339"/>
                  </a:lnTo>
                  <a:lnTo>
                    <a:pt x="278585" y="41755"/>
                  </a:lnTo>
                  <a:lnTo>
                    <a:pt x="274590" y="38295"/>
                  </a:lnTo>
                  <a:lnTo>
                    <a:pt x="270487" y="34963"/>
                  </a:lnTo>
                  <a:lnTo>
                    <a:pt x="266281" y="31763"/>
                  </a:lnTo>
                  <a:lnTo>
                    <a:pt x="261977" y="28697"/>
                  </a:lnTo>
                  <a:lnTo>
                    <a:pt x="257577" y="25769"/>
                  </a:lnTo>
                  <a:lnTo>
                    <a:pt x="253087" y="22981"/>
                  </a:lnTo>
                  <a:lnTo>
                    <a:pt x="248511" y="20337"/>
                  </a:lnTo>
                  <a:lnTo>
                    <a:pt x="243854" y="17838"/>
                  </a:lnTo>
                  <a:lnTo>
                    <a:pt x="239120" y="15488"/>
                  </a:lnTo>
                  <a:lnTo>
                    <a:pt x="234315" y="13289"/>
                  </a:lnTo>
                  <a:lnTo>
                    <a:pt x="229442" y="11243"/>
                  </a:lnTo>
                  <a:lnTo>
                    <a:pt x="224507" y="9352"/>
                  </a:lnTo>
                  <a:lnTo>
                    <a:pt x="219514" y="7618"/>
                  </a:lnTo>
                  <a:lnTo>
                    <a:pt x="214470" y="6043"/>
                  </a:lnTo>
                  <a:lnTo>
                    <a:pt x="209378" y="4628"/>
                  </a:lnTo>
                  <a:lnTo>
                    <a:pt x="204243" y="3374"/>
                  </a:lnTo>
                  <a:lnTo>
                    <a:pt x="199072" y="2284"/>
                  </a:lnTo>
                  <a:lnTo>
                    <a:pt x="193869" y="1357"/>
                  </a:lnTo>
                  <a:lnTo>
                    <a:pt x="188639" y="595"/>
                  </a:lnTo>
                  <a:lnTo>
                    <a:pt x="183388" y="0"/>
                  </a:lnTo>
                  <a:lnTo>
                    <a:pt x="167167" y="1663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2126963"/>
              <a:ext cx="16221" cy="167167"/>
            </a:xfrm>
            <a:custGeom>
              <a:avLst/>
              <a:pathLst>
                <a:path w="16221" h="167167">
                  <a:moveTo>
                    <a:pt x="16221" y="788"/>
                  </a:moveTo>
                  <a:lnTo>
                    <a:pt x="8120" y="1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423601" y="2633064"/>
              <a:ext cx="334294" cy="334334"/>
            </a:xfrm>
            <a:custGeom>
              <a:avLst/>
              <a:pathLst>
                <a:path w="334294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4" y="757"/>
                  </a:lnTo>
                  <a:lnTo>
                    <a:pt x="145982" y="1345"/>
                  </a:lnTo>
                  <a:lnTo>
                    <a:pt x="140731" y="2100"/>
                  </a:lnTo>
                  <a:lnTo>
                    <a:pt x="135506" y="3021"/>
                  </a:lnTo>
                  <a:lnTo>
                    <a:pt x="130314" y="4108"/>
                  </a:lnTo>
                  <a:lnTo>
                    <a:pt x="125158" y="5359"/>
                  </a:lnTo>
                  <a:lnTo>
                    <a:pt x="120045" y="6772"/>
                  </a:lnTo>
                  <a:lnTo>
                    <a:pt x="114979" y="8348"/>
                  </a:lnTo>
                  <a:lnTo>
                    <a:pt x="109966" y="10083"/>
                  </a:lnTo>
                  <a:lnTo>
                    <a:pt x="105010" y="11977"/>
                  </a:lnTo>
                  <a:lnTo>
                    <a:pt x="100117" y="14026"/>
                  </a:lnTo>
                  <a:lnTo>
                    <a:pt x="95292" y="16230"/>
                  </a:lnTo>
                  <a:lnTo>
                    <a:pt x="90538" y="18586"/>
                  </a:lnTo>
                  <a:lnTo>
                    <a:pt x="85862" y="21092"/>
                  </a:lnTo>
                  <a:lnTo>
                    <a:pt x="81268" y="23745"/>
                  </a:lnTo>
                  <a:lnTo>
                    <a:pt x="76760" y="26542"/>
                  </a:lnTo>
                  <a:lnTo>
                    <a:pt x="72344" y="29481"/>
                  </a:lnTo>
                  <a:lnTo>
                    <a:pt x="68023" y="32559"/>
                  </a:lnTo>
                  <a:lnTo>
                    <a:pt x="63801" y="35772"/>
                  </a:lnTo>
                  <a:lnTo>
                    <a:pt x="59684" y="39117"/>
                  </a:lnTo>
                  <a:lnTo>
                    <a:pt x="55675" y="42591"/>
                  </a:lnTo>
                  <a:lnTo>
                    <a:pt x="51778" y="46191"/>
                  </a:lnTo>
                  <a:lnTo>
                    <a:pt x="47997" y="49913"/>
                  </a:lnTo>
                  <a:lnTo>
                    <a:pt x="44337" y="53753"/>
                  </a:lnTo>
                  <a:lnTo>
                    <a:pt x="40800" y="57707"/>
                  </a:lnTo>
                  <a:lnTo>
                    <a:pt x="37390" y="61771"/>
                  </a:lnTo>
                  <a:lnTo>
                    <a:pt x="34111" y="65941"/>
                  </a:lnTo>
                  <a:lnTo>
                    <a:pt x="30966" y="70214"/>
                  </a:lnTo>
                  <a:lnTo>
                    <a:pt x="27958" y="74584"/>
                  </a:lnTo>
                  <a:lnTo>
                    <a:pt x="25091" y="79047"/>
                  </a:lnTo>
                  <a:lnTo>
                    <a:pt x="22366" y="83599"/>
                  </a:lnTo>
                  <a:lnTo>
                    <a:pt x="19787" y="88235"/>
                  </a:lnTo>
                  <a:lnTo>
                    <a:pt x="17357" y="92951"/>
                  </a:lnTo>
                  <a:lnTo>
                    <a:pt x="15077" y="97741"/>
                  </a:lnTo>
                  <a:lnTo>
                    <a:pt x="12951" y="102602"/>
                  </a:lnTo>
                  <a:lnTo>
                    <a:pt x="10980" y="107527"/>
                  </a:lnTo>
                  <a:lnTo>
                    <a:pt x="9166" y="112512"/>
                  </a:lnTo>
                  <a:lnTo>
                    <a:pt x="7511" y="117553"/>
                  </a:lnTo>
                  <a:lnTo>
                    <a:pt x="6017" y="122643"/>
                  </a:lnTo>
                  <a:lnTo>
                    <a:pt x="4686" y="127778"/>
                  </a:lnTo>
                  <a:lnTo>
                    <a:pt x="3518" y="132953"/>
                  </a:lnTo>
                  <a:lnTo>
                    <a:pt x="2514" y="138163"/>
                  </a:lnTo>
                  <a:lnTo>
                    <a:pt x="1677" y="143401"/>
                  </a:lnTo>
                  <a:lnTo>
                    <a:pt x="1006" y="148664"/>
                  </a:lnTo>
                  <a:lnTo>
                    <a:pt x="503" y="153945"/>
                  </a:lnTo>
                  <a:lnTo>
                    <a:pt x="167" y="159239"/>
                  </a:lnTo>
                  <a:lnTo>
                    <a:pt x="0" y="164542"/>
                  </a:lnTo>
                  <a:lnTo>
                    <a:pt x="0" y="169847"/>
                  </a:lnTo>
                  <a:lnTo>
                    <a:pt x="170" y="175149"/>
                  </a:lnTo>
                  <a:lnTo>
                    <a:pt x="507" y="180444"/>
                  </a:lnTo>
                  <a:lnTo>
                    <a:pt x="1012" y="185725"/>
                  </a:lnTo>
                  <a:lnTo>
                    <a:pt x="1685" y="190987"/>
                  </a:lnTo>
                  <a:lnTo>
                    <a:pt x="2524" y="196225"/>
                  </a:lnTo>
                  <a:lnTo>
                    <a:pt x="3529" y="201434"/>
                  </a:lnTo>
                  <a:lnTo>
                    <a:pt x="4699" y="206609"/>
                  </a:lnTo>
                  <a:lnTo>
                    <a:pt x="6032" y="211744"/>
                  </a:lnTo>
                  <a:lnTo>
                    <a:pt x="7527" y="216834"/>
                  </a:lnTo>
                  <a:lnTo>
                    <a:pt x="9184" y="221873"/>
                  </a:lnTo>
                  <a:lnTo>
                    <a:pt x="10999" y="226858"/>
                  </a:lnTo>
                  <a:lnTo>
                    <a:pt x="12972" y="231783"/>
                  </a:lnTo>
                  <a:lnTo>
                    <a:pt x="15100" y="236643"/>
                  </a:lnTo>
                  <a:lnTo>
                    <a:pt x="17381" y="241432"/>
                  </a:lnTo>
                  <a:lnTo>
                    <a:pt x="19813" y="246147"/>
                  </a:lnTo>
                  <a:lnTo>
                    <a:pt x="22393" y="250782"/>
                  </a:lnTo>
                  <a:lnTo>
                    <a:pt x="25119" y="255333"/>
                  </a:lnTo>
                  <a:lnTo>
                    <a:pt x="27989" y="259796"/>
                  </a:lnTo>
                  <a:lnTo>
                    <a:pt x="30998" y="264165"/>
                  </a:lnTo>
                  <a:lnTo>
                    <a:pt x="34144" y="268436"/>
                  </a:lnTo>
                  <a:lnTo>
                    <a:pt x="37425" y="272605"/>
                  </a:lnTo>
                  <a:lnTo>
                    <a:pt x="40836" y="276668"/>
                  </a:lnTo>
                  <a:lnTo>
                    <a:pt x="44374" y="280621"/>
                  </a:lnTo>
                  <a:lnTo>
                    <a:pt x="48036" y="284460"/>
                  </a:lnTo>
                  <a:lnTo>
                    <a:pt x="51818" y="288180"/>
                  </a:lnTo>
                  <a:lnTo>
                    <a:pt x="55716" y="291779"/>
                  </a:lnTo>
                  <a:lnTo>
                    <a:pt x="59726" y="295252"/>
                  </a:lnTo>
                  <a:lnTo>
                    <a:pt x="63844" y="298596"/>
                  </a:lnTo>
                  <a:lnTo>
                    <a:pt x="68067" y="301808"/>
                  </a:lnTo>
                  <a:lnTo>
                    <a:pt x="72389" y="304884"/>
                  </a:lnTo>
                  <a:lnTo>
                    <a:pt x="76806" y="307821"/>
                  </a:lnTo>
                  <a:lnTo>
                    <a:pt x="81315" y="310617"/>
                  </a:lnTo>
                  <a:lnTo>
                    <a:pt x="85910" y="313268"/>
                  </a:lnTo>
                  <a:lnTo>
                    <a:pt x="90587" y="315773"/>
                  </a:lnTo>
                  <a:lnTo>
                    <a:pt x="95341" y="318127"/>
                  </a:lnTo>
                  <a:lnTo>
                    <a:pt x="100167" y="320330"/>
                  </a:lnTo>
                  <a:lnTo>
                    <a:pt x="105061" y="322378"/>
                  </a:lnTo>
                  <a:lnTo>
                    <a:pt x="110017" y="324270"/>
                  </a:lnTo>
                  <a:lnTo>
                    <a:pt x="115031" y="326003"/>
                  </a:lnTo>
                  <a:lnTo>
                    <a:pt x="120098" y="327577"/>
                  </a:lnTo>
                  <a:lnTo>
                    <a:pt x="125211" y="328989"/>
                  </a:lnTo>
                  <a:lnTo>
                    <a:pt x="130367" y="330238"/>
                  </a:lnTo>
                  <a:lnTo>
                    <a:pt x="135560" y="331323"/>
                  </a:lnTo>
                  <a:lnTo>
                    <a:pt x="140785" y="332243"/>
                  </a:lnTo>
                  <a:lnTo>
                    <a:pt x="146036" y="332996"/>
                  </a:lnTo>
                  <a:lnTo>
                    <a:pt x="151309" y="333582"/>
                  </a:lnTo>
                  <a:lnTo>
                    <a:pt x="156597" y="334001"/>
                  </a:lnTo>
                  <a:lnTo>
                    <a:pt x="161897" y="334252"/>
                  </a:lnTo>
                  <a:lnTo>
                    <a:pt x="167201" y="334334"/>
                  </a:lnTo>
                  <a:lnTo>
                    <a:pt x="172506" y="334248"/>
                  </a:lnTo>
                  <a:lnTo>
                    <a:pt x="177805" y="333994"/>
                  </a:lnTo>
                  <a:lnTo>
                    <a:pt x="183093" y="333572"/>
                  </a:lnTo>
                  <a:lnTo>
                    <a:pt x="188365" y="332982"/>
                  </a:lnTo>
                  <a:lnTo>
                    <a:pt x="193616" y="332225"/>
                  </a:lnTo>
                  <a:lnTo>
                    <a:pt x="198840" y="331302"/>
                  </a:lnTo>
                  <a:lnTo>
                    <a:pt x="204032" y="330214"/>
                  </a:lnTo>
                  <a:lnTo>
                    <a:pt x="209187" y="328962"/>
                  </a:lnTo>
                  <a:lnTo>
                    <a:pt x="214300" y="327546"/>
                  </a:lnTo>
                  <a:lnTo>
                    <a:pt x="219365" y="325969"/>
                  </a:lnTo>
                  <a:lnTo>
                    <a:pt x="224378" y="324232"/>
                  </a:lnTo>
                  <a:lnTo>
                    <a:pt x="229333" y="322337"/>
                  </a:lnTo>
                  <a:lnTo>
                    <a:pt x="234226" y="320286"/>
                  </a:lnTo>
                  <a:lnTo>
                    <a:pt x="239051" y="318080"/>
                  </a:lnTo>
                  <a:lnTo>
                    <a:pt x="243803" y="315722"/>
                  </a:lnTo>
                  <a:lnTo>
                    <a:pt x="248478" y="313215"/>
                  </a:lnTo>
                  <a:lnTo>
                    <a:pt x="253072" y="310561"/>
                  </a:lnTo>
                  <a:lnTo>
                    <a:pt x="257578" y="307762"/>
                  </a:lnTo>
                  <a:lnTo>
                    <a:pt x="261994" y="304822"/>
                  </a:lnTo>
                  <a:lnTo>
                    <a:pt x="266314" y="301743"/>
                  </a:lnTo>
                  <a:lnTo>
                    <a:pt x="270535" y="298528"/>
                  </a:lnTo>
                  <a:lnTo>
                    <a:pt x="274651" y="295182"/>
                  </a:lnTo>
                  <a:lnTo>
                    <a:pt x="278659" y="291706"/>
                  </a:lnTo>
                  <a:lnTo>
                    <a:pt x="282554" y="288105"/>
                  </a:lnTo>
                  <a:lnTo>
                    <a:pt x="286334" y="284382"/>
                  </a:lnTo>
                  <a:lnTo>
                    <a:pt x="289993" y="280541"/>
                  </a:lnTo>
                  <a:lnTo>
                    <a:pt x="293529" y="276586"/>
                  </a:lnTo>
                  <a:lnTo>
                    <a:pt x="296937" y="272520"/>
                  </a:lnTo>
                  <a:lnTo>
                    <a:pt x="300215" y="268349"/>
                  </a:lnTo>
                  <a:lnTo>
                    <a:pt x="303358" y="264075"/>
                  </a:lnTo>
                  <a:lnTo>
                    <a:pt x="306365" y="259704"/>
                  </a:lnTo>
                  <a:lnTo>
                    <a:pt x="309231" y="255240"/>
                  </a:lnTo>
                  <a:lnTo>
                    <a:pt x="311954" y="250687"/>
                  </a:lnTo>
                  <a:lnTo>
                    <a:pt x="314531" y="246050"/>
                  </a:lnTo>
                  <a:lnTo>
                    <a:pt x="316960" y="241334"/>
                  </a:lnTo>
                  <a:lnTo>
                    <a:pt x="319238" y="236543"/>
                  </a:lnTo>
                  <a:lnTo>
                    <a:pt x="321363" y="231682"/>
                  </a:lnTo>
                  <a:lnTo>
                    <a:pt x="323332" y="226756"/>
                  </a:lnTo>
                  <a:lnTo>
                    <a:pt x="325145" y="221770"/>
                  </a:lnTo>
                  <a:lnTo>
                    <a:pt x="326798" y="216729"/>
                  </a:lnTo>
                  <a:lnTo>
                    <a:pt x="328290" y="211638"/>
                  </a:lnTo>
                  <a:lnTo>
                    <a:pt x="329620" y="206502"/>
                  </a:lnTo>
                  <a:lnTo>
                    <a:pt x="330786" y="201327"/>
                  </a:lnTo>
                  <a:lnTo>
                    <a:pt x="331788" y="196117"/>
                  </a:lnTo>
                  <a:lnTo>
                    <a:pt x="332624" y="190878"/>
                  </a:lnTo>
                  <a:lnTo>
                    <a:pt x="333293" y="185616"/>
                  </a:lnTo>
                  <a:lnTo>
                    <a:pt x="333794" y="180334"/>
                  </a:lnTo>
                  <a:lnTo>
                    <a:pt x="334128" y="175040"/>
                  </a:lnTo>
                  <a:lnTo>
                    <a:pt x="334294" y="169737"/>
                  </a:lnTo>
                  <a:lnTo>
                    <a:pt x="334291" y="164432"/>
                  </a:lnTo>
                  <a:lnTo>
                    <a:pt x="334120" y="159130"/>
                  </a:lnTo>
                  <a:lnTo>
                    <a:pt x="333781" y="153836"/>
                  </a:lnTo>
                  <a:lnTo>
                    <a:pt x="333274" y="148555"/>
                  </a:lnTo>
                  <a:lnTo>
                    <a:pt x="332600" y="143293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590748" y="2776357"/>
              <a:ext cx="165453" cy="23874"/>
            </a:xfrm>
            <a:custGeom>
              <a:avLst/>
              <a:pathLst>
                <a:path w="165453" h="23874">
                  <a:moveTo>
                    <a:pt x="165453" y="0"/>
                  </a:moveTo>
                  <a:lnTo>
                    <a:pt x="0" y="238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590748" y="2776357"/>
              <a:ext cx="165453" cy="23874"/>
            </a:xfrm>
            <a:custGeom>
              <a:avLst/>
              <a:pathLst>
                <a:path w="165453" h="23874">
                  <a:moveTo>
                    <a:pt x="165453" y="0"/>
                  </a:moveTo>
                  <a:lnTo>
                    <a:pt x="0" y="238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590748" y="2776357"/>
              <a:ext cx="165453" cy="23874"/>
            </a:xfrm>
            <a:custGeom>
              <a:avLst/>
              <a:pathLst>
                <a:path w="165453" h="23874">
                  <a:moveTo>
                    <a:pt x="165453" y="0"/>
                  </a:moveTo>
                  <a:lnTo>
                    <a:pt x="0" y="238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590748" y="2776357"/>
              <a:ext cx="165453" cy="23874"/>
            </a:xfrm>
            <a:custGeom>
              <a:avLst/>
              <a:pathLst>
                <a:path w="165453" h="23874">
                  <a:moveTo>
                    <a:pt x="165453" y="0"/>
                  </a:moveTo>
                  <a:lnTo>
                    <a:pt x="0" y="2387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590748" y="2776357"/>
              <a:ext cx="165453" cy="23874"/>
            </a:xfrm>
            <a:custGeom>
              <a:avLst/>
              <a:pathLst>
                <a:path w="165453" h="23874">
                  <a:moveTo>
                    <a:pt x="165453" y="0"/>
                  </a:moveTo>
                  <a:lnTo>
                    <a:pt x="0" y="238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590748" y="2776357"/>
              <a:ext cx="165453" cy="23874"/>
            </a:xfrm>
            <a:custGeom>
              <a:avLst/>
              <a:pathLst>
                <a:path w="165453" h="23874">
                  <a:moveTo>
                    <a:pt x="165453" y="0"/>
                  </a:moveTo>
                  <a:lnTo>
                    <a:pt x="0" y="238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590748" y="2776357"/>
              <a:ext cx="165453" cy="23874"/>
            </a:xfrm>
            <a:custGeom>
              <a:avLst/>
              <a:pathLst>
                <a:path w="165453" h="23874">
                  <a:moveTo>
                    <a:pt x="165453" y="0"/>
                  </a:moveTo>
                  <a:lnTo>
                    <a:pt x="0" y="2387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590748" y="2776357"/>
              <a:ext cx="165453" cy="23874"/>
            </a:xfrm>
            <a:custGeom>
              <a:avLst/>
              <a:pathLst>
                <a:path w="165453" h="23874">
                  <a:moveTo>
                    <a:pt x="165453" y="0"/>
                  </a:moveTo>
                  <a:lnTo>
                    <a:pt x="0" y="238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590748" y="2776357"/>
              <a:ext cx="165453" cy="23874"/>
            </a:xfrm>
            <a:custGeom>
              <a:avLst/>
              <a:pathLst>
                <a:path w="165453" h="23874">
                  <a:moveTo>
                    <a:pt x="165453" y="0"/>
                  </a:moveTo>
                  <a:lnTo>
                    <a:pt x="0" y="238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590748" y="2776357"/>
              <a:ext cx="165453" cy="23874"/>
            </a:xfrm>
            <a:custGeom>
              <a:avLst/>
              <a:pathLst>
                <a:path w="165453" h="23874">
                  <a:moveTo>
                    <a:pt x="165453" y="0"/>
                  </a:moveTo>
                  <a:lnTo>
                    <a:pt x="0" y="238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90748" y="2776357"/>
              <a:ext cx="165453" cy="23874"/>
            </a:xfrm>
            <a:custGeom>
              <a:avLst/>
              <a:pathLst>
                <a:path w="165453" h="23874">
                  <a:moveTo>
                    <a:pt x="165453" y="0"/>
                  </a:moveTo>
                  <a:lnTo>
                    <a:pt x="0" y="238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90748" y="2776357"/>
              <a:ext cx="165453" cy="23874"/>
            </a:xfrm>
            <a:custGeom>
              <a:avLst/>
              <a:pathLst>
                <a:path w="165453" h="23874">
                  <a:moveTo>
                    <a:pt x="165453" y="0"/>
                  </a:moveTo>
                  <a:lnTo>
                    <a:pt x="0" y="238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90748" y="2776357"/>
              <a:ext cx="165453" cy="23874"/>
            </a:xfrm>
            <a:custGeom>
              <a:avLst/>
              <a:pathLst>
                <a:path w="165453" h="23874">
                  <a:moveTo>
                    <a:pt x="165453" y="0"/>
                  </a:moveTo>
                  <a:lnTo>
                    <a:pt x="0" y="238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90748" y="2638188"/>
              <a:ext cx="165453" cy="162043"/>
            </a:xfrm>
            <a:custGeom>
              <a:avLst/>
              <a:pathLst>
                <a:path w="165453" h="162043">
                  <a:moveTo>
                    <a:pt x="165453" y="138169"/>
                  </a:moveTo>
                  <a:lnTo>
                    <a:pt x="164583" y="132763"/>
                  </a:lnTo>
                  <a:lnTo>
                    <a:pt x="163535" y="127388"/>
                  </a:lnTo>
                  <a:lnTo>
                    <a:pt x="162313" y="122051"/>
                  </a:lnTo>
                  <a:lnTo>
                    <a:pt x="160916" y="116756"/>
                  </a:lnTo>
                  <a:lnTo>
                    <a:pt x="159346" y="111510"/>
                  </a:lnTo>
                  <a:lnTo>
                    <a:pt x="157606" y="106319"/>
                  </a:lnTo>
                  <a:lnTo>
                    <a:pt x="155696" y="101187"/>
                  </a:lnTo>
                  <a:lnTo>
                    <a:pt x="153620" y="96120"/>
                  </a:lnTo>
                  <a:lnTo>
                    <a:pt x="151378" y="91124"/>
                  </a:lnTo>
                  <a:lnTo>
                    <a:pt x="148974" y="86204"/>
                  </a:lnTo>
                  <a:lnTo>
                    <a:pt x="146410" y="81366"/>
                  </a:lnTo>
                  <a:lnTo>
                    <a:pt x="143690" y="76614"/>
                  </a:lnTo>
                  <a:lnTo>
                    <a:pt x="140815" y="71954"/>
                  </a:lnTo>
                  <a:lnTo>
                    <a:pt x="137789" y="67390"/>
                  </a:lnTo>
                  <a:lnTo>
                    <a:pt x="134615" y="62928"/>
                  </a:lnTo>
                  <a:lnTo>
                    <a:pt x="131296" y="58573"/>
                  </a:lnTo>
                  <a:lnTo>
                    <a:pt x="127837" y="54328"/>
                  </a:lnTo>
                  <a:lnTo>
                    <a:pt x="124241" y="50199"/>
                  </a:lnTo>
                  <a:lnTo>
                    <a:pt x="120511" y="46190"/>
                  </a:lnTo>
                  <a:lnTo>
                    <a:pt x="116652" y="42305"/>
                  </a:lnTo>
                  <a:lnTo>
                    <a:pt x="112668" y="38549"/>
                  </a:lnTo>
                  <a:lnTo>
                    <a:pt x="108563" y="34925"/>
                  </a:lnTo>
                  <a:lnTo>
                    <a:pt x="104341" y="31438"/>
                  </a:lnTo>
                  <a:lnTo>
                    <a:pt x="100008" y="28090"/>
                  </a:lnTo>
                  <a:lnTo>
                    <a:pt x="95567" y="24887"/>
                  </a:lnTo>
                  <a:lnTo>
                    <a:pt x="91024" y="21830"/>
                  </a:lnTo>
                  <a:lnTo>
                    <a:pt x="86383" y="18925"/>
                  </a:lnTo>
                  <a:lnTo>
                    <a:pt x="81649" y="16172"/>
                  </a:lnTo>
                  <a:lnTo>
                    <a:pt x="76828" y="13576"/>
                  </a:lnTo>
                  <a:lnTo>
                    <a:pt x="71924" y="11140"/>
                  </a:lnTo>
                  <a:lnTo>
                    <a:pt x="66943" y="8865"/>
                  </a:lnTo>
                  <a:lnTo>
                    <a:pt x="61891" y="6755"/>
                  </a:lnTo>
                  <a:lnTo>
                    <a:pt x="56771" y="4811"/>
                  </a:lnTo>
                  <a:lnTo>
                    <a:pt x="51591" y="3036"/>
                  </a:lnTo>
                  <a:lnTo>
                    <a:pt x="46356" y="1432"/>
                  </a:lnTo>
                  <a:lnTo>
                    <a:pt x="41071" y="0"/>
                  </a:lnTo>
                  <a:lnTo>
                    <a:pt x="0" y="1620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90748" y="2633064"/>
              <a:ext cx="41071" cy="167167"/>
            </a:xfrm>
            <a:custGeom>
              <a:avLst/>
              <a:pathLst>
                <a:path w="41071" h="167167">
                  <a:moveTo>
                    <a:pt x="41071" y="5123"/>
                  </a:moveTo>
                  <a:lnTo>
                    <a:pt x="34334" y="3563"/>
                  </a:lnTo>
                  <a:lnTo>
                    <a:pt x="27538" y="2283"/>
                  </a:lnTo>
                  <a:lnTo>
                    <a:pt x="20694" y="1285"/>
                  </a:lnTo>
                  <a:lnTo>
                    <a:pt x="13816" y="571"/>
                  </a:lnTo>
                  <a:lnTo>
                    <a:pt x="6914" y="14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358822" y="3170392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1" y="334"/>
                  </a:lnTo>
                  <a:lnTo>
                    <a:pt x="151320" y="751"/>
                  </a:lnTo>
                  <a:lnTo>
                    <a:pt x="146066" y="1335"/>
                  </a:lnTo>
                  <a:lnTo>
                    <a:pt x="140833" y="2085"/>
                  </a:lnTo>
                  <a:lnTo>
                    <a:pt x="135626" y="3000"/>
                  </a:lnTo>
                  <a:lnTo>
                    <a:pt x="130450" y="4079"/>
                  </a:lnTo>
                  <a:lnTo>
                    <a:pt x="125311" y="5322"/>
                  </a:lnTo>
                  <a:lnTo>
                    <a:pt x="120215" y="6726"/>
                  </a:lnTo>
                  <a:lnTo>
                    <a:pt x="115165" y="8291"/>
                  </a:lnTo>
                  <a:lnTo>
                    <a:pt x="110167" y="10014"/>
                  </a:lnTo>
                  <a:lnTo>
                    <a:pt x="105226" y="11895"/>
                  </a:lnTo>
                  <a:lnTo>
                    <a:pt x="100347" y="13931"/>
                  </a:lnTo>
                  <a:lnTo>
                    <a:pt x="95535" y="16120"/>
                  </a:lnTo>
                  <a:lnTo>
                    <a:pt x="90794" y="18461"/>
                  </a:lnTo>
                  <a:lnTo>
                    <a:pt x="86130" y="20950"/>
                  </a:lnTo>
                  <a:lnTo>
                    <a:pt x="81547" y="23585"/>
                  </a:lnTo>
                  <a:lnTo>
                    <a:pt x="77049" y="26364"/>
                  </a:lnTo>
                  <a:lnTo>
                    <a:pt x="72642" y="29284"/>
                  </a:lnTo>
                  <a:lnTo>
                    <a:pt x="68329" y="32342"/>
                  </a:lnTo>
                  <a:lnTo>
                    <a:pt x="64115" y="35534"/>
                  </a:lnTo>
                  <a:lnTo>
                    <a:pt x="60004" y="38858"/>
                  </a:lnTo>
                  <a:lnTo>
                    <a:pt x="56000" y="42311"/>
                  </a:lnTo>
                  <a:lnTo>
                    <a:pt x="52108" y="45888"/>
                  </a:lnTo>
                  <a:lnTo>
                    <a:pt x="48330" y="49587"/>
                  </a:lnTo>
                  <a:lnTo>
                    <a:pt x="44672" y="53403"/>
                  </a:lnTo>
                  <a:lnTo>
                    <a:pt x="41136" y="57333"/>
                  </a:lnTo>
                  <a:lnTo>
                    <a:pt x="37726" y="61373"/>
                  </a:lnTo>
                  <a:lnTo>
                    <a:pt x="34445" y="65519"/>
                  </a:lnTo>
                  <a:lnTo>
                    <a:pt x="31297" y="69767"/>
                  </a:lnTo>
                  <a:lnTo>
                    <a:pt x="28285" y="74111"/>
                  </a:lnTo>
                  <a:lnTo>
                    <a:pt x="25412" y="78549"/>
                  </a:lnTo>
                  <a:lnTo>
                    <a:pt x="22680" y="83076"/>
                  </a:lnTo>
                  <a:lnTo>
                    <a:pt x="20094" y="87687"/>
                  </a:lnTo>
                  <a:lnTo>
                    <a:pt x="17654" y="92377"/>
                  </a:lnTo>
                  <a:lnTo>
                    <a:pt x="15364" y="97142"/>
                  </a:lnTo>
                  <a:lnTo>
                    <a:pt x="13225" y="101977"/>
                  </a:lnTo>
                  <a:lnTo>
                    <a:pt x="11241" y="106877"/>
                  </a:lnTo>
                  <a:lnTo>
                    <a:pt x="9412" y="111837"/>
                  </a:lnTo>
                  <a:lnTo>
                    <a:pt x="7742" y="116853"/>
                  </a:lnTo>
                  <a:lnTo>
                    <a:pt x="6230" y="121919"/>
                  </a:lnTo>
                  <a:lnTo>
                    <a:pt x="4880" y="127031"/>
                  </a:lnTo>
                  <a:lnTo>
                    <a:pt x="3692" y="132182"/>
                  </a:lnTo>
                  <a:lnTo>
                    <a:pt x="2667" y="137369"/>
                  </a:lnTo>
                  <a:lnTo>
                    <a:pt x="1807" y="142585"/>
                  </a:lnTo>
                  <a:lnTo>
                    <a:pt x="1113" y="147826"/>
                  </a:lnTo>
                  <a:lnTo>
                    <a:pt x="584" y="153087"/>
                  </a:lnTo>
                  <a:lnTo>
                    <a:pt x="222" y="158361"/>
                  </a:lnTo>
                  <a:lnTo>
                    <a:pt x="27" y="163644"/>
                  </a:lnTo>
                  <a:lnTo>
                    <a:pt x="0" y="168931"/>
                  </a:lnTo>
                  <a:lnTo>
                    <a:pt x="139" y="174216"/>
                  </a:lnTo>
                  <a:lnTo>
                    <a:pt x="445" y="179494"/>
                  </a:lnTo>
                  <a:lnTo>
                    <a:pt x="918" y="184759"/>
                  </a:lnTo>
                  <a:lnTo>
                    <a:pt x="1558" y="190007"/>
                  </a:lnTo>
                  <a:lnTo>
                    <a:pt x="2363" y="195232"/>
                  </a:lnTo>
                  <a:lnTo>
                    <a:pt x="3333" y="200429"/>
                  </a:lnTo>
                  <a:lnTo>
                    <a:pt x="4467" y="205593"/>
                  </a:lnTo>
                  <a:lnTo>
                    <a:pt x="5763" y="210718"/>
                  </a:lnTo>
                  <a:lnTo>
                    <a:pt x="7221" y="215800"/>
                  </a:lnTo>
                  <a:lnTo>
                    <a:pt x="8839" y="220833"/>
                  </a:lnTo>
                  <a:lnTo>
                    <a:pt x="10615" y="225813"/>
                  </a:lnTo>
                  <a:lnTo>
                    <a:pt x="12548" y="230734"/>
                  </a:lnTo>
                  <a:lnTo>
                    <a:pt x="14635" y="235591"/>
                  </a:lnTo>
                  <a:lnTo>
                    <a:pt x="16875" y="240380"/>
                  </a:lnTo>
                  <a:lnTo>
                    <a:pt x="19265" y="245095"/>
                  </a:lnTo>
                  <a:lnTo>
                    <a:pt x="21804" y="249733"/>
                  </a:lnTo>
                  <a:lnTo>
                    <a:pt x="24487" y="254288"/>
                  </a:lnTo>
                  <a:lnTo>
                    <a:pt x="27313" y="258756"/>
                  </a:lnTo>
                  <a:lnTo>
                    <a:pt x="30280" y="263132"/>
                  </a:lnTo>
                  <a:lnTo>
                    <a:pt x="33383" y="267413"/>
                  </a:lnTo>
                  <a:lnTo>
                    <a:pt x="36619" y="271593"/>
                  </a:lnTo>
                  <a:lnTo>
                    <a:pt x="39987" y="275668"/>
                  </a:lnTo>
                  <a:lnTo>
                    <a:pt x="43481" y="279635"/>
                  </a:lnTo>
                  <a:lnTo>
                    <a:pt x="47100" y="283490"/>
                  </a:lnTo>
                  <a:lnTo>
                    <a:pt x="50838" y="287228"/>
                  </a:lnTo>
                  <a:lnTo>
                    <a:pt x="54693" y="290846"/>
                  </a:lnTo>
                  <a:lnTo>
                    <a:pt x="58660" y="294341"/>
                  </a:lnTo>
                  <a:lnTo>
                    <a:pt x="62736" y="297708"/>
                  </a:lnTo>
                  <a:lnTo>
                    <a:pt x="66916" y="300945"/>
                  </a:lnTo>
                  <a:lnTo>
                    <a:pt x="71196" y="304048"/>
                  </a:lnTo>
                  <a:lnTo>
                    <a:pt x="75573" y="307014"/>
                  </a:lnTo>
                  <a:lnTo>
                    <a:pt x="80041" y="309840"/>
                  </a:lnTo>
                  <a:lnTo>
                    <a:pt x="84596" y="312523"/>
                  </a:lnTo>
                  <a:lnTo>
                    <a:pt x="89233" y="315061"/>
                  </a:lnTo>
                  <a:lnTo>
                    <a:pt x="93949" y="317452"/>
                  </a:lnTo>
                  <a:lnTo>
                    <a:pt x="98738" y="319691"/>
                  </a:lnTo>
                  <a:lnTo>
                    <a:pt x="103595" y="321779"/>
                  </a:lnTo>
                  <a:lnTo>
                    <a:pt x="108516" y="323711"/>
                  </a:lnTo>
                  <a:lnTo>
                    <a:pt x="113496" y="325487"/>
                  </a:lnTo>
                  <a:lnTo>
                    <a:pt x="118529" y="327105"/>
                  </a:lnTo>
                  <a:lnTo>
                    <a:pt x="123611" y="328563"/>
                  </a:lnTo>
                  <a:lnTo>
                    <a:pt x="128736" y="329859"/>
                  </a:lnTo>
                  <a:lnTo>
                    <a:pt x="133900" y="330993"/>
                  </a:lnTo>
                  <a:lnTo>
                    <a:pt x="139097" y="331962"/>
                  </a:lnTo>
                  <a:lnTo>
                    <a:pt x="144322" y="332767"/>
                  </a:lnTo>
                  <a:lnTo>
                    <a:pt x="149570" y="333407"/>
                  </a:lnTo>
                  <a:lnTo>
                    <a:pt x="154836" y="333880"/>
                  </a:lnTo>
                  <a:lnTo>
                    <a:pt x="160114" y="334186"/>
                  </a:lnTo>
                  <a:lnTo>
                    <a:pt x="165398" y="334325"/>
                  </a:lnTo>
                  <a:lnTo>
                    <a:pt x="170685" y="334297"/>
                  </a:lnTo>
                  <a:lnTo>
                    <a:pt x="175968" y="334102"/>
                  </a:lnTo>
                  <a:lnTo>
                    <a:pt x="181243" y="333740"/>
                  </a:lnTo>
                  <a:lnTo>
                    <a:pt x="186503" y="333211"/>
                  </a:lnTo>
                  <a:lnTo>
                    <a:pt x="191744" y="332516"/>
                  </a:lnTo>
                  <a:lnTo>
                    <a:pt x="196960" y="331656"/>
                  </a:lnTo>
                  <a:lnTo>
                    <a:pt x="202147" y="330632"/>
                  </a:lnTo>
                  <a:lnTo>
                    <a:pt x="207298" y="329443"/>
                  </a:lnTo>
                  <a:lnTo>
                    <a:pt x="212410" y="328093"/>
                  </a:lnTo>
                  <a:lnTo>
                    <a:pt x="217476" y="326582"/>
                  </a:lnTo>
                  <a:lnTo>
                    <a:pt x="222492" y="324911"/>
                  </a:lnTo>
                  <a:lnTo>
                    <a:pt x="227452" y="323082"/>
                  </a:lnTo>
                  <a:lnTo>
                    <a:pt x="232352" y="321098"/>
                  </a:lnTo>
                  <a:lnTo>
                    <a:pt x="237187" y="318959"/>
                  </a:lnTo>
                  <a:lnTo>
                    <a:pt x="241952" y="316669"/>
                  </a:lnTo>
                  <a:lnTo>
                    <a:pt x="246642" y="314229"/>
                  </a:lnTo>
                  <a:lnTo>
                    <a:pt x="251253" y="311642"/>
                  </a:lnTo>
                  <a:lnTo>
                    <a:pt x="255779" y="308910"/>
                  </a:lnTo>
                  <a:lnTo>
                    <a:pt x="260217" y="306037"/>
                  </a:lnTo>
                  <a:lnTo>
                    <a:pt x="264562" y="303025"/>
                  </a:lnTo>
                  <a:lnTo>
                    <a:pt x="268809" y="299877"/>
                  </a:lnTo>
                  <a:lnTo>
                    <a:pt x="272955" y="296596"/>
                  </a:lnTo>
                  <a:lnTo>
                    <a:pt x="276995" y="293186"/>
                  </a:lnTo>
                  <a:lnTo>
                    <a:pt x="280925" y="289650"/>
                  </a:lnTo>
                  <a:lnTo>
                    <a:pt x="284741" y="285991"/>
                  </a:lnTo>
                  <a:lnTo>
                    <a:pt x="288440" y="282213"/>
                  </a:lnTo>
                  <a:lnTo>
                    <a:pt x="292017" y="278321"/>
                  </a:lnTo>
                  <a:lnTo>
                    <a:pt x="295469" y="274317"/>
                  </a:lnTo>
                  <a:lnTo>
                    <a:pt x="298793" y="270206"/>
                  </a:lnTo>
                  <a:lnTo>
                    <a:pt x="301986" y="265992"/>
                  </a:lnTo>
                  <a:lnTo>
                    <a:pt x="305043" y="261679"/>
                  </a:lnTo>
                  <a:lnTo>
                    <a:pt x="307963" y="257271"/>
                  </a:lnTo>
                  <a:lnTo>
                    <a:pt x="310742" y="252774"/>
                  </a:lnTo>
                  <a:lnTo>
                    <a:pt x="313377" y="248191"/>
                  </a:lnTo>
                  <a:lnTo>
                    <a:pt x="315866" y="243526"/>
                  </a:lnTo>
                  <a:lnTo>
                    <a:pt x="318206" y="238786"/>
                  </a:lnTo>
                  <a:lnTo>
                    <a:pt x="320395" y="233973"/>
                  </a:lnTo>
                  <a:lnTo>
                    <a:pt x="322431" y="229094"/>
                  </a:lnTo>
                  <a:lnTo>
                    <a:pt x="324312" y="224153"/>
                  </a:lnTo>
                  <a:lnTo>
                    <a:pt x="326035" y="219155"/>
                  </a:lnTo>
                  <a:lnTo>
                    <a:pt x="327600" y="214105"/>
                  </a:lnTo>
                  <a:lnTo>
                    <a:pt x="329004" y="209009"/>
                  </a:lnTo>
                  <a:lnTo>
                    <a:pt x="330246" y="203870"/>
                  </a:lnTo>
                  <a:lnTo>
                    <a:pt x="331325" y="198694"/>
                  </a:lnTo>
                  <a:lnTo>
                    <a:pt x="332240" y="193487"/>
                  </a:lnTo>
                  <a:lnTo>
                    <a:pt x="332990" y="188254"/>
                  </a:lnTo>
                  <a:lnTo>
                    <a:pt x="333574" y="182999"/>
                  </a:lnTo>
                  <a:lnTo>
                    <a:pt x="333991" y="177729"/>
                  </a:lnTo>
                  <a:lnTo>
                    <a:pt x="334242" y="172448"/>
                  </a:lnTo>
                  <a:lnTo>
                    <a:pt x="334325" y="167162"/>
                  </a:lnTo>
                  <a:lnTo>
                    <a:pt x="334241" y="161876"/>
                  </a:lnTo>
                  <a:lnTo>
                    <a:pt x="333990" y="156595"/>
                  </a:lnTo>
                  <a:lnTo>
                    <a:pt x="333573" y="151325"/>
                  </a:lnTo>
                  <a:lnTo>
                    <a:pt x="332989" y="146071"/>
                  </a:lnTo>
                  <a:lnTo>
                    <a:pt x="332239" y="140837"/>
                  </a:lnTo>
                  <a:lnTo>
                    <a:pt x="331323" y="135630"/>
                  </a:lnTo>
                  <a:lnTo>
                    <a:pt x="330244" y="130455"/>
                  </a:lnTo>
                  <a:lnTo>
                    <a:pt x="329002" y="125316"/>
                  </a:lnTo>
                  <a:lnTo>
                    <a:pt x="327597" y="120219"/>
                  </a:lnTo>
                  <a:lnTo>
                    <a:pt x="326032" y="115169"/>
                  </a:lnTo>
                  <a:lnTo>
                    <a:pt x="324309" y="110172"/>
                  </a:lnTo>
                  <a:lnTo>
                    <a:pt x="322428" y="105231"/>
                  </a:lnTo>
                  <a:lnTo>
                    <a:pt x="320392" y="100352"/>
                  </a:lnTo>
                  <a:lnTo>
                    <a:pt x="318202" y="95540"/>
                  </a:lnTo>
                  <a:lnTo>
                    <a:pt x="315862" y="90799"/>
                  </a:lnTo>
                  <a:lnTo>
                    <a:pt x="313373" y="86135"/>
                  </a:lnTo>
                  <a:lnTo>
                    <a:pt x="310737" y="81552"/>
                  </a:lnTo>
                  <a:lnTo>
                    <a:pt x="307958" y="77055"/>
                  </a:lnTo>
                  <a:lnTo>
                    <a:pt x="305038" y="72647"/>
                  </a:lnTo>
                  <a:lnTo>
                    <a:pt x="301980" y="68335"/>
                  </a:lnTo>
                  <a:lnTo>
                    <a:pt x="298788" y="64121"/>
                  </a:lnTo>
                  <a:lnTo>
                    <a:pt x="295463" y="60010"/>
                  </a:lnTo>
                  <a:lnTo>
                    <a:pt x="292011" y="56006"/>
                  </a:lnTo>
                  <a:lnTo>
                    <a:pt x="288433" y="52114"/>
                  </a:lnTo>
                  <a:lnTo>
                    <a:pt x="284734" y="48336"/>
                  </a:lnTo>
                  <a:lnTo>
                    <a:pt x="280918" y="44678"/>
                  </a:lnTo>
                  <a:lnTo>
                    <a:pt x="276988" y="41142"/>
                  </a:lnTo>
                  <a:lnTo>
                    <a:pt x="272948" y="37732"/>
                  </a:lnTo>
                  <a:lnTo>
                    <a:pt x="268802" y="34451"/>
                  </a:lnTo>
                  <a:lnTo>
                    <a:pt x="264554" y="31304"/>
                  </a:lnTo>
                  <a:lnTo>
                    <a:pt x="260209" y="28292"/>
                  </a:lnTo>
                  <a:lnTo>
                    <a:pt x="255771" y="25419"/>
                  </a:lnTo>
                  <a:lnTo>
                    <a:pt x="251245" y="22687"/>
                  </a:lnTo>
                  <a:lnTo>
                    <a:pt x="246634" y="20101"/>
                  </a:lnTo>
                  <a:lnTo>
                    <a:pt x="241944" y="17661"/>
                  </a:lnTo>
                  <a:lnTo>
                    <a:pt x="237179" y="15371"/>
                  </a:lnTo>
                  <a:lnTo>
                    <a:pt x="232344" y="13233"/>
                  </a:lnTo>
                  <a:lnTo>
                    <a:pt x="227443" y="11248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25980" y="3181641"/>
              <a:ext cx="60285" cy="155918"/>
            </a:xfrm>
            <a:custGeom>
              <a:avLst/>
              <a:pathLst>
                <a:path w="60285" h="155918">
                  <a:moveTo>
                    <a:pt x="60285" y="0"/>
                  </a:moveTo>
                  <a:lnTo>
                    <a:pt x="0" y="1559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25980" y="3181641"/>
              <a:ext cx="60285" cy="155918"/>
            </a:xfrm>
            <a:custGeom>
              <a:avLst/>
              <a:pathLst>
                <a:path w="60285" h="155918">
                  <a:moveTo>
                    <a:pt x="60285" y="0"/>
                  </a:moveTo>
                  <a:lnTo>
                    <a:pt x="0" y="1559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25980" y="3181641"/>
              <a:ext cx="60285" cy="155918"/>
            </a:xfrm>
            <a:custGeom>
              <a:avLst/>
              <a:pathLst>
                <a:path w="60285" h="155918">
                  <a:moveTo>
                    <a:pt x="60285" y="0"/>
                  </a:moveTo>
                  <a:lnTo>
                    <a:pt x="0" y="1559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3181641"/>
              <a:ext cx="60285" cy="155918"/>
            </a:xfrm>
            <a:custGeom>
              <a:avLst/>
              <a:pathLst>
                <a:path w="60285" h="155918">
                  <a:moveTo>
                    <a:pt x="60285" y="0"/>
                  </a:moveTo>
                  <a:lnTo>
                    <a:pt x="0" y="1559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3181641"/>
              <a:ext cx="60285" cy="155918"/>
            </a:xfrm>
            <a:custGeom>
              <a:avLst/>
              <a:pathLst>
                <a:path w="60285" h="155918">
                  <a:moveTo>
                    <a:pt x="60285" y="0"/>
                  </a:moveTo>
                  <a:lnTo>
                    <a:pt x="0" y="1559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3181641"/>
              <a:ext cx="60285" cy="155918"/>
            </a:xfrm>
            <a:custGeom>
              <a:avLst/>
              <a:pathLst>
                <a:path w="60285" h="155918">
                  <a:moveTo>
                    <a:pt x="60285" y="0"/>
                  </a:moveTo>
                  <a:lnTo>
                    <a:pt x="0" y="1559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3181641"/>
              <a:ext cx="60285" cy="155918"/>
            </a:xfrm>
            <a:custGeom>
              <a:avLst/>
              <a:pathLst>
                <a:path w="60285" h="155918">
                  <a:moveTo>
                    <a:pt x="60285" y="0"/>
                  </a:moveTo>
                  <a:lnTo>
                    <a:pt x="0" y="1559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3181641"/>
              <a:ext cx="60285" cy="155918"/>
            </a:xfrm>
            <a:custGeom>
              <a:avLst/>
              <a:pathLst>
                <a:path w="60285" h="155918">
                  <a:moveTo>
                    <a:pt x="60285" y="0"/>
                  </a:moveTo>
                  <a:lnTo>
                    <a:pt x="0" y="1559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3181641"/>
              <a:ext cx="60285" cy="155918"/>
            </a:xfrm>
            <a:custGeom>
              <a:avLst/>
              <a:pathLst>
                <a:path w="60285" h="155918">
                  <a:moveTo>
                    <a:pt x="60285" y="0"/>
                  </a:moveTo>
                  <a:lnTo>
                    <a:pt x="0" y="1559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3181641"/>
              <a:ext cx="60285" cy="155918"/>
            </a:xfrm>
            <a:custGeom>
              <a:avLst/>
              <a:pathLst>
                <a:path w="60285" h="155918">
                  <a:moveTo>
                    <a:pt x="60285" y="0"/>
                  </a:moveTo>
                  <a:lnTo>
                    <a:pt x="0" y="1559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3181641"/>
              <a:ext cx="60285" cy="155918"/>
            </a:xfrm>
            <a:custGeom>
              <a:avLst/>
              <a:pathLst>
                <a:path w="60285" h="155918">
                  <a:moveTo>
                    <a:pt x="60285" y="0"/>
                  </a:moveTo>
                  <a:lnTo>
                    <a:pt x="0" y="1559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3181641"/>
              <a:ext cx="60285" cy="155918"/>
            </a:xfrm>
            <a:custGeom>
              <a:avLst/>
              <a:pathLst>
                <a:path w="60285" h="155918">
                  <a:moveTo>
                    <a:pt x="60285" y="0"/>
                  </a:moveTo>
                  <a:lnTo>
                    <a:pt x="0" y="1559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3176198"/>
              <a:ext cx="60285" cy="161361"/>
            </a:xfrm>
            <a:custGeom>
              <a:avLst/>
              <a:pathLst>
                <a:path w="60285" h="161361">
                  <a:moveTo>
                    <a:pt x="60285" y="5442"/>
                  </a:moveTo>
                  <a:lnTo>
                    <a:pt x="52051" y="2504"/>
                  </a:lnTo>
                  <a:lnTo>
                    <a:pt x="43674" y="0"/>
                  </a:lnTo>
                  <a:lnTo>
                    <a:pt x="0" y="1613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3170392"/>
              <a:ext cx="43674" cy="167167"/>
            </a:xfrm>
            <a:custGeom>
              <a:avLst/>
              <a:pathLst>
                <a:path w="43674" h="167167">
                  <a:moveTo>
                    <a:pt x="43674" y="5805"/>
                  </a:moveTo>
                  <a:lnTo>
                    <a:pt x="37551" y="4272"/>
                  </a:lnTo>
                  <a:lnTo>
                    <a:pt x="31374" y="2970"/>
                  </a:lnTo>
                  <a:lnTo>
                    <a:pt x="25153" y="1903"/>
                  </a:lnTo>
                  <a:lnTo>
                    <a:pt x="18896" y="1071"/>
                  </a:lnTo>
                  <a:lnTo>
                    <a:pt x="12612" y="476"/>
                  </a:lnTo>
                  <a:lnTo>
                    <a:pt x="6310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423597" y="3707720"/>
              <a:ext cx="334308" cy="334333"/>
            </a:xfrm>
            <a:custGeom>
              <a:avLst/>
              <a:pathLst>
                <a:path w="334308" h="334333">
                  <a:moveTo>
                    <a:pt x="167150" y="0"/>
                  </a:moveTo>
                  <a:lnTo>
                    <a:pt x="161852" y="83"/>
                  </a:lnTo>
                  <a:lnTo>
                    <a:pt x="156559" y="335"/>
                  </a:lnTo>
                  <a:lnTo>
                    <a:pt x="151277" y="755"/>
                  </a:lnTo>
                  <a:lnTo>
                    <a:pt x="146011" y="1341"/>
                  </a:lnTo>
                  <a:lnTo>
                    <a:pt x="140766" y="2095"/>
                  </a:lnTo>
                  <a:lnTo>
                    <a:pt x="135547" y="3014"/>
                  </a:lnTo>
                  <a:lnTo>
                    <a:pt x="130361" y="4098"/>
                  </a:lnTo>
                  <a:lnTo>
                    <a:pt x="125211" y="5346"/>
                  </a:lnTo>
                  <a:lnTo>
                    <a:pt x="120103" y="6756"/>
                  </a:lnTo>
                  <a:lnTo>
                    <a:pt x="115043" y="8328"/>
                  </a:lnTo>
                  <a:lnTo>
                    <a:pt x="110035" y="10059"/>
                  </a:lnTo>
                  <a:lnTo>
                    <a:pt x="105084" y="11948"/>
                  </a:lnTo>
                  <a:lnTo>
                    <a:pt x="100196" y="13993"/>
                  </a:lnTo>
                  <a:lnTo>
                    <a:pt x="95375" y="16192"/>
                  </a:lnTo>
                  <a:lnTo>
                    <a:pt x="90626" y="18543"/>
                  </a:lnTo>
                  <a:lnTo>
                    <a:pt x="85954" y="21043"/>
                  </a:lnTo>
                  <a:lnTo>
                    <a:pt x="81364" y="23690"/>
                  </a:lnTo>
                  <a:lnTo>
                    <a:pt x="76860" y="26481"/>
                  </a:lnTo>
                  <a:lnTo>
                    <a:pt x="72446" y="29413"/>
                  </a:lnTo>
                  <a:lnTo>
                    <a:pt x="68128" y="32484"/>
                  </a:lnTo>
                  <a:lnTo>
                    <a:pt x="63909" y="35690"/>
                  </a:lnTo>
                  <a:lnTo>
                    <a:pt x="59794" y="39028"/>
                  </a:lnTo>
                  <a:lnTo>
                    <a:pt x="55787" y="42495"/>
                  </a:lnTo>
                  <a:lnTo>
                    <a:pt x="51891" y="46087"/>
                  </a:lnTo>
                  <a:lnTo>
                    <a:pt x="48112" y="49801"/>
                  </a:lnTo>
                  <a:lnTo>
                    <a:pt x="44452" y="53633"/>
                  </a:lnTo>
                  <a:lnTo>
                    <a:pt x="40915" y="57578"/>
                  </a:lnTo>
                  <a:lnTo>
                    <a:pt x="37505" y="61634"/>
                  </a:lnTo>
                  <a:lnTo>
                    <a:pt x="34226" y="65796"/>
                  </a:lnTo>
                  <a:lnTo>
                    <a:pt x="31080" y="70060"/>
                  </a:lnTo>
                  <a:lnTo>
                    <a:pt x="28070" y="74421"/>
                  </a:lnTo>
                  <a:lnTo>
                    <a:pt x="25201" y="78876"/>
                  </a:lnTo>
                  <a:lnTo>
                    <a:pt x="22474" y="83419"/>
                  </a:lnTo>
                  <a:lnTo>
                    <a:pt x="19892" y="88046"/>
                  </a:lnTo>
                  <a:lnTo>
                    <a:pt x="17459" y="92753"/>
                  </a:lnTo>
                  <a:lnTo>
                    <a:pt x="15175" y="97535"/>
                  </a:lnTo>
                  <a:lnTo>
                    <a:pt x="13045" y="102386"/>
                  </a:lnTo>
                  <a:lnTo>
                    <a:pt x="11069" y="107303"/>
                  </a:lnTo>
                  <a:lnTo>
                    <a:pt x="9250" y="112280"/>
                  </a:lnTo>
                  <a:lnTo>
                    <a:pt x="7590" y="117312"/>
                  </a:lnTo>
                  <a:lnTo>
                    <a:pt x="6090" y="122394"/>
                  </a:lnTo>
                  <a:lnTo>
                    <a:pt x="4752" y="127521"/>
                  </a:lnTo>
                  <a:lnTo>
                    <a:pt x="3577" y="132688"/>
                  </a:lnTo>
                  <a:lnTo>
                    <a:pt x="2567" y="137890"/>
                  </a:lnTo>
                  <a:lnTo>
                    <a:pt x="1721" y="143120"/>
                  </a:lnTo>
                  <a:lnTo>
                    <a:pt x="1042" y="148376"/>
                  </a:lnTo>
                  <a:lnTo>
                    <a:pt x="530" y="153650"/>
                  </a:lnTo>
                  <a:lnTo>
                    <a:pt x="185" y="158937"/>
                  </a:lnTo>
                  <a:lnTo>
                    <a:pt x="9" y="164233"/>
                  </a:lnTo>
                  <a:lnTo>
                    <a:pt x="0" y="169532"/>
                  </a:lnTo>
                  <a:lnTo>
                    <a:pt x="158" y="174828"/>
                  </a:lnTo>
                  <a:lnTo>
                    <a:pt x="485" y="180117"/>
                  </a:lnTo>
                  <a:lnTo>
                    <a:pt x="979" y="185393"/>
                  </a:lnTo>
                  <a:lnTo>
                    <a:pt x="1640" y="190650"/>
                  </a:lnTo>
                  <a:lnTo>
                    <a:pt x="2468" y="195884"/>
                  </a:lnTo>
                  <a:lnTo>
                    <a:pt x="3461" y="201089"/>
                  </a:lnTo>
                  <a:lnTo>
                    <a:pt x="4618" y="206260"/>
                  </a:lnTo>
                  <a:lnTo>
                    <a:pt x="5939" y="211391"/>
                  </a:lnTo>
                  <a:lnTo>
                    <a:pt x="7421" y="216478"/>
                  </a:lnTo>
                  <a:lnTo>
                    <a:pt x="9064" y="221516"/>
                  </a:lnTo>
                  <a:lnTo>
                    <a:pt x="10866" y="226499"/>
                  </a:lnTo>
                  <a:lnTo>
                    <a:pt x="12825" y="231422"/>
                  </a:lnTo>
                  <a:lnTo>
                    <a:pt x="14939" y="236281"/>
                  </a:lnTo>
                  <a:lnTo>
                    <a:pt x="17206" y="241071"/>
                  </a:lnTo>
                  <a:lnTo>
                    <a:pt x="19624" y="245786"/>
                  </a:lnTo>
                  <a:lnTo>
                    <a:pt x="22190" y="250422"/>
                  </a:lnTo>
                  <a:lnTo>
                    <a:pt x="24901" y="254974"/>
                  </a:lnTo>
                  <a:lnTo>
                    <a:pt x="27755" y="259439"/>
                  </a:lnTo>
                  <a:lnTo>
                    <a:pt x="30750" y="263810"/>
                  </a:lnTo>
                  <a:lnTo>
                    <a:pt x="33881" y="268085"/>
                  </a:lnTo>
                  <a:lnTo>
                    <a:pt x="37147" y="272258"/>
                  </a:lnTo>
                  <a:lnTo>
                    <a:pt x="40543" y="276325"/>
                  </a:lnTo>
                  <a:lnTo>
                    <a:pt x="44066" y="280283"/>
                  </a:lnTo>
                  <a:lnTo>
                    <a:pt x="47713" y="284127"/>
                  </a:lnTo>
                  <a:lnTo>
                    <a:pt x="51480" y="287854"/>
                  </a:lnTo>
                  <a:lnTo>
                    <a:pt x="55363" y="291459"/>
                  </a:lnTo>
                  <a:lnTo>
                    <a:pt x="59358" y="294940"/>
                  </a:lnTo>
                  <a:lnTo>
                    <a:pt x="63462" y="298292"/>
                  </a:lnTo>
                  <a:lnTo>
                    <a:pt x="67670" y="301512"/>
                  </a:lnTo>
                  <a:lnTo>
                    <a:pt x="71978" y="304598"/>
                  </a:lnTo>
                  <a:lnTo>
                    <a:pt x="76381" y="307545"/>
                  </a:lnTo>
                  <a:lnTo>
                    <a:pt x="80876" y="310351"/>
                  </a:lnTo>
                  <a:lnTo>
                    <a:pt x="85457" y="313014"/>
                  </a:lnTo>
                  <a:lnTo>
                    <a:pt x="90121" y="315529"/>
                  </a:lnTo>
                  <a:lnTo>
                    <a:pt x="94862" y="317896"/>
                  </a:lnTo>
                  <a:lnTo>
                    <a:pt x="99675" y="320112"/>
                  </a:lnTo>
                  <a:lnTo>
                    <a:pt x="104556" y="322173"/>
                  </a:lnTo>
                  <a:lnTo>
                    <a:pt x="109500" y="324079"/>
                  </a:lnTo>
                  <a:lnTo>
                    <a:pt x="114503" y="325828"/>
                  </a:lnTo>
                  <a:lnTo>
                    <a:pt x="119557" y="327416"/>
                  </a:lnTo>
                  <a:lnTo>
                    <a:pt x="124660" y="328844"/>
                  </a:lnTo>
                  <a:lnTo>
                    <a:pt x="129806" y="330110"/>
                  </a:lnTo>
                  <a:lnTo>
                    <a:pt x="134989" y="331211"/>
                  </a:lnTo>
                  <a:lnTo>
                    <a:pt x="140204" y="332148"/>
                  </a:lnTo>
                  <a:lnTo>
                    <a:pt x="145446" y="332919"/>
                  </a:lnTo>
                  <a:lnTo>
                    <a:pt x="150711" y="333524"/>
                  </a:lnTo>
                  <a:lnTo>
                    <a:pt x="155991" y="333962"/>
                  </a:lnTo>
                  <a:lnTo>
                    <a:pt x="161283" y="334231"/>
                  </a:lnTo>
                  <a:lnTo>
                    <a:pt x="166581" y="334333"/>
                  </a:lnTo>
                  <a:lnTo>
                    <a:pt x="171879" y="334267"/>
                  </a:lnTo>
                  <a:lnTo>
                    <a:pt x="177173" y="334034"/>
                  </a:lnTo>
                  <a:lnTo>
                    <a:pt x="182457" y="333632"/>
                  </a:lnTo>
                  <a:lnTo>
                    <a:pt x="187725" y="333063"/>
                  </a:lnTo>
                  <a:lnTo>
                    <a:pt x="192972" y="332328"/>
                  </a:lnTo>
                  <a:lnTo>
                    <a:pt x="198194" y="331427"/>
                  </a:lnTo>
                  <a:lnTo>
                    <a:pt x="203384" y="330360"/>
                  </a:lnTo>
                  <a:lnTo>
                    <a:pt x="208538" y="329130"/>
                  </a:lnTo>
                  <a:lnTo>
                    <a:pt x="213651" y="327737"/>
                  </a:lnTo>
                  <a:lnTo>
                    <a:pt x="218716" y="326182"/>
                  </a:lnTo>
                  <a:lnTo>
                    <a:pt x="223730" y="324468"/>
                  </a:lnTo>
                  <a:lnTo>
                    <a:pt x="228687" y="322596"/>
                  </a:lnTo>
                  <a:lnTo>
                    <a:pt x="233582" y="320567"/>
                  </a:lnTo>
                  <a:lnTo>
                    <a:pt x="238411" y="318385"/>
                  </a:lnTo>
                  <a:lnTo>
                    <a:pt x="243168" y="316050"/>
                  </a:lnTo>
                  <a:lnTo>
                    <a:pt x="247848" y="313566"/>
                  </a:lnTo>
                  <a:lnTo>
                    <a:pt x="252447" y="310935"/>
                  </a:lnTo>
                  <a:lnTo>
                    <a:pt x="256961" y="308160"/>
                  </a:lnTo>
                  <a:lnTo>
                    <a:pt x="261385" y="305242"/>
                  </a:lnTo>
                  <a:lnTo>
                    <a:pt x="265713" y="302186"/>
                  </a:lnTo>
                  <a:lnTo>
                    <a:pt x="269943" y="298995"/>
                  </a:lnTo>
                  <a:lnTo>
                    <a:pt x="274070" y="295671"/>
                  </a:lnTo>
                  <a:lnTo>
                    <a:pt x="278089" y="292217"/>
                  </a:lnTo>
                  <a:lnTo>
                    <a:pt x="281996" y="288639"/>
                  </a:lnTo>
                  <a:lnTo>
                    <a:pt x="285788" y="284938"/>
                  </a:lnTo>
                  <a:lnTo>
                    <a:pt x="289461" y="281118"/>
                  </a:lnTo>
                  <a:lnTo>
                    <a:pt x="293011" y="277185"/>
                  </a:lnTo>
                  <a:lnTo>
                    <a:pt x="296435" y="273140"/>
                  </a:lnTo>
                  <a:lnTo>
                    <a:pt x="299729" y="268990"/>
                  </a:lnTo>
                  <a:lnTo>
                    <a:pt x="302889" y="264737"/>
                  </a:lnTo>
                  <a:lnTo>
                    <a:pt x="305913" y="260386"/>
                  </a:lnTo>
                  <a:lnTo>
                    <a:pt x="308798" y="255941"/>
                  </a:lnTo>
                  <a:lnTo>
                    <a:pt x="311541" y="251407"/>
                  </a:lnTo>
                  <a:lnTo>
                    <a:pt x="314138" y="246788"/>
                  </a:lnTo>
                  <a:lnTo>
                    <a:pt x="316588" y="242090"/>
                  </a:lnTo>
                  <a:lnTo>
                    <a:pt x="318887" y="237316"/>
                  </a:lnTo>
                  <a:lnTo>
                    <a:pt x="321034" y="232472"/>
                  </a:lnTo>
                  <a:lnTo>
                    <a:pt x="323027" y="227562"/>
                  </a:lnTo>
                  <a:lnTo>
                    <a:pt x="324862" y="222591"/>
                  </a:lnTo>
                  <a:lnTo>
                    <a:pt x="326540" y="217565"/>
                  </a:lnTo>
                  <a:lnTo>
                    <a:pt x="328057" y="212488"/>
                  </a:lnTo>
                  <a:lnTo>
                    <a:pt x="329412" y="207365"/>
                  </a:lnTo>
                  <a:lnTo>
                    <a:pt x="330605" y="202203"/>
                  </a:lnTo>
                  <a:lnTo>
                    <a:pt x="331633" y="197005"/>
                  </a:lnTo>
                  <a:lnTo>
                    <a:pt x="332496" y="191776"/>
                  </a:lnTo>
                  <a:lnTo>
                    <a:pt x="333193" y="186524"/>
                  </a:lnTo>
                  <a:lnTo>
                    <a:pt x="333723" y="181251"/>
                  </a:lnTo>
                  <a:lnTo>
                    <a:pt x="334086" y="175965"/>
                  </a:lnTo>
                  <a:lnTo>
                    <a:pt x="334281" y="170670"/>
                  </a:lnTo>
                  <a:lnTo>
                    <a:pt x="334308" y="165371"/>
                  </a:lnTo>
                  <a:lnTo>
                    <a:pt x="334167" y="160074"/>
                  </a:lnTo>
                  <a:lnTo>
                    <a:pt x="333858" y="154784"/>
                  </a:lnTo>
                  <a:lnTo>
                    <a:pt x="333382" y="149507"/>
                  </a:lnTo>
                  <a:lnTo>
                    <a:pt x="332739" y="144248"/>
                  </a:lnTo>
                  <a:lnTo>
                    <a:pt x="331929" y="139011"/>
                  </a:lnTo>
                  <a:lnTo>
                    <a:pt x="330954" y="133803"/>
                  </a:lnTo>
                  <a:lnTo>
                    <a:pt x="329815" y="128628"/>
                  </a:lnTo>
                  <a:lnTo>
                    <a:pt x="328511" y="123492"/>
                  </a:lnTo>
                  <a:lnTo>
                    <a:pt x="327046" y="118400"/>
                  </a:lnTo>
                  <a:lnTo>
                    <a:pt x="325420" y="113356"/>
                  </a:lnTo>
                  <a:lnTo>
                    <a:pt x="323635" y="108367"/>
                  </a:lnTo>
                  <a:lnTo>
                    <a:pt x="321693" y="103437"/>
                  </a:lnTo>
                  <a:lnTo>
                    <a:pt x="319596" y="98571"/>
                  </a:lnTo>
                  <a:lnTo>
                    <a:pt x="317345" y="93774"/>
                  </a:lnTo>
                  <a:lnTo>
                    <a:pt x="314943" y="89051"/>
                  </a:lnTo>
                  <a:lnTo>
                    <a:pt x="312393" y="84406"/>
                  </a:lnTo>
                  <a:lnTo>
                    <a:pt x="309697" y="79844"/>
                  </a:lnTo>
                  <a:lnTo>
                    <a:pt x="306858" y="75370"/>
                  </a:lnTo>
                  <a:lnTo>
                    <a:pt x="303879" y="70989"/>
                  </a:lnTo>
                  <a:lnTo>
                    <a:pt x="300762" y="66704"/>
                  </a:lnTo>
                  <a:lnTo>
                    <a:pt x="297511" y="62519"/>
                  </a:lnTo>
                  <a:lnTo>
                    <a:pt x="294129" y="58440"/>
                  </a:lnTo>
                  <a:lnTo>
                    <a:pt x="290619" y="54471"/>
                  </a:lnTo>
                  <a:lnTo>
                    <a:pt x="286985" y="50614"/>
                  </a:lnTo>
                  <a:lnTo>
                    <a:pt x="283231" y="46875"/>
                  </a:lnTo>
                  <a:lnTo>
                    <a:pt x="279360" y="43256"/>
                  </a:lnTo>
                  <a:lnTo>
                    <a:pt x="275377" y="39762"/>
                  </a:lnTo>
                  <a:lnTo>
                    <a:pt x="271284" y="36396"/>
                  </a:lnTo>
                  <a:lnTo>
                    <a:pt x="267087" y="33161"/>
                  </a:lnTo>
                  <a:lnTo>
                    <a:pt x="262790" y="30061"/>
                  </a:lnTo>
                  <a:lnTo>
                    <a:pt x="258397" y="27099"/>
                  </a:lnTo>
                  <a:lnTo>
                    <a:pt x="253911" y="24277"/>
                  </a:lnTo>
                  <a:lnTo>
                    <a:pt x="249339" y="21599"/>
                  </a:lnTo>
                  <a:lnTo>
                    <a:pt x="244684" y="19068"/>
                  </a:lnTo>
                  <a:lnTo>
                    <a:pt x="239952" y="16685"/>
                  </a:lnTo>
                  <a:lnTo>
                    <a:pt x="235146" y="14453"/>
                  </a:lnTo>
                  <a:lnTo>
                    <a:pt x="230272" y="12375"/>
                  </a:lnTo>
                  <a:lnTo>
                    <a:pt x="225334" y="10452"/>
                  </a:lnTo>
                  <a:lnTo>
                    <a:pt x="220338" y="8687"/>
                  </a:lnTo>
                  <a:lnTo>
                    <a:pt x="215288" y="7080"/>
                  </a:lnTo>
                  <a:lnTo>
                    <a:pt x="210190" y="5635"/>
                  </a:lnTo>
                  <a:lnTo>
                    <a:pt x="205049" y="4352"/>
                  </a:lnTo>
                  <a:lnTo>
                    <a:pt x="199870" y="3233"/>
                  </a:lnTo>
                  <a:lnTo>
                    <a:pt x="194658" y="2278"/>
                  </a:lnTo>
                  <a:lnTo>
                    <a:pt x="189418" y="1489"/>
                  </a:lnTo>
                  <a:lnTo>
                    <a:pt x="184156" y="867"/>
                  </a:lnTo>
                  <a:lnTo>
                    <a:pt x="178877" y="411"/>
                  </a:lnTo>
                  <a:lnTo>
                    <a:pt x="173586" y="123"/>
                  </a:lnTo>
                  <a:lnTo>
                    <a:pt x="168289" y="3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90748" y="3707724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90748" y="3707724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90748" y="3707724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90748" y="3707724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90748" y="3707724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90748" y="3707724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90748" y="3707724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90748" y="3707724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90748" y="3707724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90748" y="3707724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90748" y="3707724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90748" y="3707720"/>
              <a:ext cx="1138" cy="167167"/>
            </a:xfrm>
            <a:custGeom>
              <a:avLst/>
              <a:pathLst>
                <a:path w="1138" h="167167">
                  <a:moveTo>
                    <a:pt x="1138" y="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614137" y="4213821"/>
              <a:ext cx="334308" cy="334333"/>
            </a:xfrm>
            <a:custGeom>
              <a:avLst/>
              <a:pathLst>
                <a:path w="334308" h="334333">
                  <a:moveTo>
                    <a:pt x="167150" y="0"/>
                  </a:moveTo>
                  <a:lnTo>
                    <a:pt x="161852" y="83"/>
                  </a:lnTo>
                  <a:lnTo>
                    <a:pt x="156559" y="335"/>
                  </a:lnTo>
                  <a:lnTo>
                    <a:pt x="151277" y="755"/>
                  </a:lnTo>
                  <a:lnTo>
                    <a:pt x="146011" y="1341"/>
                  </a:lnTo>
                  <a:lnTo>
                    <a:pt x="140766" y="2095"/>
                  </a:lnTo>
                  <a:lnTo>
                    <a:pt x="135547" y="3014"/>
                  </a:lnTo>
                  <a:lnTo>
                    <a:pt x="130361" y="4098"/>
                  </a:lnTo>
                  <a:lnTo>
                    <a:pt x="125211" y="5346"/>
                  </a:lnTo>
                  <a:lnTo>
                    <a:pt x="120103" y="6756"/>
                  </a:lnTo>
                  <a:lnTo>
                    <a:pt x="115043" y="8328"/>
                  </a:lnTo>
                  <a:lnTo>
                    <a:pt x="110035" y="10059"/>
                  </a:lnTo>
                  <a:lnTo>
                    <a:pt x="105084" y="11948"/>
                  </a:lnTo>
                  <a:lnTo>
                    <a:pt x="100196" y="13993"/>
                  </a:lnTo>
                  <a:lnTo>
                    <a:pt x="95375" y="16192"/>
                  </a:lnTo>
                  <a:lnTo>
                    <a:pt x="90626" y="18543"/>
                  </a:lnTo>
                  <a:lnTo>
                    <a:pt x="85954" y="21043"/>
                  </a:lnTo>
                  <a:lnTo>
                    <a:pt x="81364" y="23690"/>
                  </a:lnTo>
                  <a:lnTo>
                    <a:pt x="76860" y="26481"/>
                  </a:lnTo>
                  <a:lnTo>
                    <a:pt x="72446" y="29413"/>
                  </a:lnTo>
                  <a:lnTo>
                    <a:pt x="68128" y="32484"/>
                  </a:lnTo>
                  <a:lnTo>
                    <a:pt x="63909" y="35690"/>
                  </a:lnTo>
                  <a:lnTo>
                    <a:pt x="59794" y="39028"/>
                  </a:lnTo>
                  <a:lnTo>
                    <a:pt x="55787" y="42495"/>
                  </a:lnTo>
                  <a:lnTo>
                    <a:pt x="51891" y="46087"/>
                  </a:lnTo>
                  <a:lnTo>
                    <a:pt x="48112" y="49801"/>
                  </a:lnTo>
                  <a:lnTo>
                    <a:pt x="44452" y="53633"/>
                  </a:lnTo>
                  <a:lnTo>
                    <a:pt x="40915" y="57578"/>
                  </a:lnTo>
                  <a:lnTo>
                    <a:pt x="37505" y="61634"/>
                  </a:lnTo>
                  <a:lnTo>
                    <a:pt x="34226" y="65796"/>
                  </a:lnTo>
                  <a:lnTo>
                    <a:pt x="31080" y="70060"/>
                  </a:lnTo>
                  <a:lnTo>
                    <a:pt x="28070" y="74421"/>
                  </a:lnTo>
                  <a:lnTo>
                    <a:pt x="25201" y="78876"/>
                  </a:lnTo>
                  <a:lnTo>
                    <a:pt x="22474" y="83419"/>
                  </a:lnTo>
                  <a:lnTo>
                    <a:pt x="19892" y="88046"/>
                  </a:lnTo>
                  <a:lnTo>
                    <a:pt x="17459" y="92753"/>
                  </a:lnTo>
                  <a:lnTo>
                    <a:pt x="15175" y="97535"/>
                  </a:lnTo>
                  <a:lnTo>
                    <a:pt x="13045" y="102386"/>
                  </a:lnTo>
                  <a:lnTo>
                    <a:pt x="11069" y="107303"/>
                  </a:lnTo>
                  <a:lnTo>
                    <a:pt x="9250" y="112280"/>
                  </a:lnTo>
                  <a:lnTo>
                    <a:pt x="7590" y="117312"/>
                  </a:lnTo>
                  <a:lnTo>
                    <a:pt x="6090" y="122394"/>
                  </a:lnTo>
                  <a:lnTo>
                    <a:pt x="4752" y="127521"/>
                  </a:lnTo>
                  <a:lnTo>
                    <a:pt x="3577" y="132688"/>
                  </a:lnTo>
                  <a:lnTo>
                    <a:pt x="2567" y="137890"/>
                  </a:lnTo>
                  <a:lnTo>
                    <a:pt x="1721" y="143120"/>
                  </a:lnTo>
                  <a:lnTo>
                    <a:pt x="1042" y="148376"/>
                  </a:lnTo>
                  <a:lnTo>
                    <a:pt x="530" y="153650"/>
                  </a:lnTo>
                  <a:lnTo>
                    <a:pt x="185" y="158937"/>
                  </a:lnTo>
                  <a:lnTo>
                    <a:pt x="9" y="164233"/>
                  </a:lnTo>
                  <a:lnTo>
                    <a:pt x="0" y="169532"/>
                  </a:lnTo>
                  <a:lnTo>
                    <a:pt x="158" y="174828"/>
                  </a:lnTo>
                  <a:lnTo>
                    <a:pt x="485" y="180117"/>
                  </a:lnTo>
                  <a:lnTo>
                    <a:pt x="979" y="185393"/>
                  </a:lnTo>
                  <a:lnTo>
                    <a:pt x="1640" y="190650"/>
                  </a:lnTo>
                  <a:lnTo>
                    <a:pt x="2468" y="195884"/>
                  </a:lnTo>
                  <a:lnTo>
                    <a:pt x="3461" y="201089"/>
                  </a:lnTo>
                  <a:lnTo>
                    <a:pt x="4618" y="206260"/>
                  </a:lnTo>
                  <a:lnTo>
                    <a:pt x="5939" y="211391"/>
                  </a:lnTo>
                  <a:lnTo>
                    <a:pt x="7421" y="216478"/>
                  </a:lnTo>
                  <a:lnTo>
                    <a:pt x="9064" y="221516"/>
                  </a:lnTo>
                  <a:lnTo>
                    <a:pt x="10866" y="226499"/>
                  </a:lnTo>
                  <a:lnTo>
                    <a:pt x="12825" y="231422"/>
                  </a:lnTo>
                  <a:lnTo>
                    <a:pt x="14939" y="236281"/>
                  </a:lnTo>
                  <a:lnTo>
                    <a:pt x="17206" y="241071"/>
                  </a:lnTo>
                  <a:lnTo>
                    <a:pt x="19624" y="245786"/>
                  </a:lnTo>
                  <a:lnTo>
                    <a:pt x="22190" y="250422"/>
                  </a:lnTo>
                  <a:lnTo>
                    <a:pt x="24901" y="254974"/>
                  </a:lnTo>
                  <a:lnTo>
                    <a:pt x="27755" y="259439"/>
                  </a:lnTo>
                  <a:lnTo>
                    <a:pt x="30750" y="263810"/>
                  </a:lnTo>
                  <a:lnTo>
                    <a:pt x="33881" y="268085"/>
                  </a:lnTo>
                  <a:lnTo>
                    <a:pt x="37147" y="272258"/>
                  </a:lnTo>
                  <a:lnTo>
                    <a:pt x="40543" y="276325"/>
                  </a:lnTo>
                  <a:lnTo>
                    <a:pt x="44066" y="280283"/>
                  </a:lnTo>
                  <a:lnTo>
                    <a:pt x="47713" y="284127"/>
                  </a:lnTo>
                  <a:lnTo>
                    <a:pt x="51480" y="287854"/>
                  </a:lnTo>
                  <a:lnTo>
                    <a:pt x="55363" y="291459"/>
                  </a:lnTo>
                  <a:lnTo>
                    <a:pt x="59358" y="294940"/>
                  </a:lnTo>
                  <a:lnTo>
                    <a:pt x="63462" y="298292"/>
                  </a:lnTo>
                  <a:lnTo>
                    <a:pt x="67670" y="301512"/>
                  </a:lnTo>
                  <a:lnTo>
                    <a:pt x="71978" y="304598"/>
                  </a:lnTo>
                  <a:lnTo>
                    <a:pt x="76381" y="307545"/>
                  </a:lnTo>
                  <a:lnTo>
                    <a:pt x="80876" y="310351"/>
                  </a:lnTo>
                  <a:lnTo>
                    <a:pt x="85457" y="313014"/>
                  </a:lnTo>
                  <a:lnTo>
                    <a:pt x="90121" y="315529"/>
                  </a:lnTo>
                  <a:lnTo>
                    <a:pt x="94862" y="317896"/>
                  </a:lnTo>
                  <a:lnTo>
                    <a:pt x="99675" y="320112"/>
                  </a:lnTo>
                  <a:lnTo>
                    <a:pt x="104556" y="322173"/>
                  </a:lnTo>
                  <a:lnTo>
                    <a:pt x="109500" y="324079"/>
                  </a:lnTo>
                  <a:lnTo>
                    <a:pt x="114503" y="325828"/>
                  </a:lnTo>
                  <a:lnTo>
                    <a:pt x="119557" y="327416"/>
                  </a:lnTo>
                  <a:lnTo>
                    <a:pt x="124660" y="328844"/>
                  </a:lnTo>
                  <a:lnTo>
                    <a:pt x="129806" y="330110"/>
                  </a:lnTo>
                  <a:lnTo>
                    <a:pt x="134989" y="331211"/>
                  </a:lnTo>
                  <a:lnTo>
                    <a:pt x="140204" y="332148"/>
                  </a:lnTo>
                  <a:lnTo>
                    <a:pt x="145446" y="332919"/>
                  </a:lnTo>
                  <a:lnTo>
                    <a:pt x="150711" y="333524"/>
                  </a:lnTo>
                  <a:lnTo>
                    <a:pt x="155991" y="333962"/>
                  </a:lnTo>
                  <a:lnTo>
                    <a:pt x="161283" y="334231"/>
                  </a:lnTo>
                  <a:lnTo>
                    <a:pt x="166581" y="334333"/>
                  </a:lnTo>
                  <a:lnTo>
                    <a:pt x="171879" y="334267"/>
                  </a:lnTo>
                  <a:lnTo>
                    <a:pt x="177173" y="334034"/>
                  </a:lnTo>
                  <a:lnTo>
                    <a:pt x="182457" y="333632"/>
                  </a:lnTo>
                  <a:lnTo>
                    <a:pt x="187725" y="333063"/>
                  </a:lnTo>
                  <a:lnTo>
                    <a:pt x="192972" y="332328"/>
                  </a:lnTo>
                  <a:lnTo>
                    <a:pt x="198194" y="331427"/>
                  </a:lnTo>
                  <a:lnTo>
                    <a:pt x="203384" y="330360"/>
                  </a:lnTo>
                  <a:lnTo>
                    <a:pt x="208538" y="329130"/>
                  </a:lnTo>
                  <a:lnTo>
                    <a:pt x="213651" y="327737"/>
                  </a:lnTo>
                  <a:lnTo>
                    <a:pt x="218716" y="326182"/>
                  </a:lnTo>
                  <a:lnTo>
                    <a:pt x="223730" y="324468"/>
                  </a:lnTo>
                  <a:lnTo>
                    <a:pt x="228687" y="322596"/>
                  </a:lnTo>
                  <a:lnTo>
                    <a:pt x="233582" y="320567"/>
                  </a:lnTo>
                  <a:lnTo>
                    <a:pt x="238411" y="318385"/>
                  </a:lnTo>
                  <a:lnTo>
                    <a:pt x="243168" y="316050"/>
                  </a:lnTo>
                  <a:lnTo>
                    <a:pt x="247848" y="313566"/>
                  </a:lnTo>
                  <a:lnTo>
                    <a:pt x="252447" y="310935"/>
                  </a:lnTo>
                  <a:lnTo>
                    <a:pt x="256961" y="308160"/>
                  </a:lnTo>
                  <a:lnTo>
                    <a:pt x="261385" y="305242"/>
                  </a:lnTo>
                  <a:lnTo>
                    <a:pt x="265713" y="302186"/>
                  </a:lnTo>
                  <a:lnTo>
                    <a:pt x="269943" y="298995"/>
                  </a:lnTo>
                  <a:lnTo>
                    <a:pt x="274070" y="295671"/>
                  </a:lnTo>
                  <a:lnTo>
                    <a:pt x="278089" y="292217"/>
                  </a:lnTo>
                  <a:lnTo>
                    <a:pt x="281996" y="288639"/>
                  </a:lnTo>
                  <a:lnTo>
                    <a:pt x="285788" y="284938"/>
                  </a:lnTo>
                  <a:lnTo>
                    <a:pt x="289461" y="281118"/>
                  </a:lnTo>
                  <a:lnTo>
                    <a:pt x="293011" y="277185"/>
                  </a:lnTo>
                  <a:lnTo>
                    <a:pt x="296435" y="273140"/>
                  </a:lnTo>
                  <a:lnTo>
                    <a:pt x="299729" y="268990"/>
                  </a:lnTo>
                  <a:lnTo>
                    <a:pt x="302889" y="264737"/>
                  </a:lnTo>
                  <a:lnTo>
                    <a:pt x="305913" y="260386"/>
                  </a:lnTo>
                  <a:lnTo>
                    <a:pt x="308798" y="255941"/>
                  </a:lnTo>
                  <a:lnTo>
                    <a:pt x="311541" y="251407"/>
                  </a:lnTo>
                  <a:lnTo>
                    <a:pt x="314138" y="246788"/>
                  </a:lnTo>
                  <a:lnTo>
                    <a:pt x="316588" y="242090"/>
                  </a:lnTo>
                  <a:lnTo>
                    <a:pt x="318887" y="237316"/>
                  </a:lnTo>
                  <a:lnTo>
                    <a:pt x="321034" y="232472"/>
                  </a:lnTo>
                  <a:lnTo>
                    <a:pt x="323027" y="227562"/>
                  </a:lnTo>
                  <a:lnTo>
                    <a:pt x="324862" y="222591"/>
                  </a:lnTo>
                  <a:lnTo>
                    <a:pt x="326540" y="217565"/>
                  </a:lnTo>
                  <a:lnTo>
                    <a:pt x="328057" y="212488"/>
                  </a:lnTo>
                  <a:lnTo>
                    <a:pt x="329412" y="207365"/>
                  </a:lnTo>
                  <a:lnTo>
                    <a:pt x="330605" y="202203"/>
                  </a:lnTo>
                  <a:lnTo>
                    <a:pt x="331633" y="197005"/>
                  </a:lnTo>
                  <a:lnTo>
                    <a:pt x="332496" y="191776"/>
                  </a:lnTo>
                  <a:lnTo>
                    <a:pt x="333193" y="186524"/>
                  </a:lnTo>
                  <a:lnTo>
                    <a:pt x="333723" y="181251"/>
                  </a:lnTo>
                  <a:lnTo>
                    <a:pt x="334086" y="175965"/>
                  </a:lnTo>
                  <a:lnTo>
                    <a:pt x="334281" y="170670"/>
                  </a:lnTo>
                  <a:lnTo>
                    <a:pt x="334308" y="165371"/>
                  </a:lnTo>
                  <a:lnTo>
                    <a:pt x="334167" y="160074"/>
                  </a:lnTo>
                  <a:lnTo>
                    <a:pt x="333858" y="154784"/>
                  </a:lnTo>
                  <a:lnTo>
                    <a:pt x="333382" y="149507"/>
                  </a:lnTo>
                  <a:lnTo>
                    <a:pt x="332739" y="144248"/>
                  </a:lnTo>
                  <a:lnTo>
                    <a:pt x="331929" y="139011"/>
                  </a:lnTo>
                  <a:lnTo>
                    <a:pt x="330954" y="133803"/>
                  </a:lnTo>
                  <a:lnTo>
                    <a:pt x="329815" y="128628"/>
                  </a:lnTo>
                  <a:lnTo>
                    <a:pt x="328511" y="123492"/>
                  </a:lnTo>
                  <a:lnTo>
                    <a:pt x="327046" y="118400"/>
                  </a:lnTo>
                  <a:lnTo>
                    <a:pt x="325420" y="113356"/>
                  </a:lnTo>
                  <a:lnTo>
                    <a:pt x="323635" y="108367"/>
                  </a:lnTo>
                  <a:lnTo>
                    <a:pt x="321693" y="103437"/>
                  </a:lnTo>
                  <a:lnTo>
                    <a:pt x="319596" y="98571"/>
                  </a:lnTo>
                  <a:lnTo>
                    <a:pt x="317345" y="93774"/>
                  </a:lnTo>
                  <a:lnTo>
                    <a:pt x="314943" y="89051"/>
                  </a:lnTo>
                  <a:lnTo>
                    <a:pt x="312393" y="84406"/>
                  </a:lnTo>
                  <a:lnTo>
                    <a:pt x="309697" y="79844"/>
                  </a:lnTo>
                  <a:lnTo>
                    <a:pt x="306858" y="75370"/>
                  </a:lnTo>
                  <a:lnTo>
                    <a:pt x="303879" y="70989"/>
                  </a:lnTo>
                  <a:lnTo>
                    <a:pt x="300762" y="66704"/>
                  </a:lnTo>
                  <a:lnTo>
                    <a:pt x="297511" y="62519"/>
                  </a:lnTo>
                  <a:lnTo>
                    <a:pt x="294129" y="58440"/>
                  </a:lnTo>
                  <a:lnTo>
                    <a:pt x="290619" y="54471"/>
                  </a:lnTo>
                  <a:lnTo>
                    <a:pt x="286985" y="50614"/>
                  </a:lnTo>
                  <a:lnTo>
                    <a:pt x="283231" y="46875"/>
                  </a:lnTo>
                  <a:lnTo>
                    <a:pt x="279360" y="43256"/>
                  </a:lnTo>
                  <a:lnTo>
                    <a:pt x="275377" y="39762"/>
                  </a:lnTo>
                  <a:lnTo>
                    <a:pt x="271284" y="36396"/>
                  </a:lnTo>
                  <a:lnTo>
                    <a:pt x="267087" y="33161"/>
                  </a:lnTo>
                  <a:lnTo>
                    <a:pt x="262790" y="30061"/>
                  </a:lnTo>
                  <a:lnTo>
                    <a:pt x="258397" y="27099"/>
                  </a:lnTo>
                  <a:lnTo>
                    <a:pt x="253911" y="24277"/>
                  </a:lnTo>
                  <a:lnTo>
                    <a:pt x="249339" y="21599"/>
                  </a:lnTo>
                  <a:lnTo>
                    <a:pt x="244684" y="19068"/>
                  </a:lnTo>
                  <a:lnTo>
                    <a:pt x="239952" y="16685"/>
                  </a:lnTo>
                  <a:lnTo>
                    <a:pt x="235146" y="14453"/>
                  </a:lnTo>
                  <a:lnTo>
                    <a:pt x="230272" y="12375"/>
                  </a:lnTo>
                  <a:lnTo>
                    <a:pt x="225334" y="10452"/>
                  </a:lnTo>
                  <a:lnTo>
                    <a:pt x="220338" y="8687"/>
                  </a:lnTo>
                  <a:lnTo>
                    <a:pt x="215288" y="7080"/>
                  </a:lnTo>
                  <a:lnTo>
                    <a:pt x="210190" y="5635"/>
                  </a:lnTo>
                  <a:lnTo>
                    <a:pt x="205049" y="4352"/>
                  </a:lnTo>
                  <a:lnTo>
                    <a:pt x="199870" y="3233"/>
                  </a:lnTo>
                  <a:lnTo>
                    <a:pt x="194658" y="2278"/>
                  </a:lnTo>
                  <a:lnTo>
                    <a:pt x="189418" y="1489"/>
                  </a:lnTo>
                  <a:lnTo>
                    <a:pt x="184156" y="867"/>
                  </a:lnTo>
                  <a:lnTo>
                    <a:pt x="178877" y="411"/>
                  </a:lnTo>
                  <a:lnTo>
                    <a:pt x="173586" y="123"/>
                  </a:lnTo>
                  <a:lnTo>
                    <a:pt x="168289" y="3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781287" y="4213825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781287" y="4213825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781287" y="4213825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781287" y="4213825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781287" y="4213825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781287" y="4213825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781287" y="4213825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781287" y="4213825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781287" y="4213825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781287" y="4213825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781287" y="4213821"/>
              <a:ext cx="1138" cy="167167"/>
            </a:xfrm>
            <a:custGeom>
              <a:avLst/>
              <a:pathLst>
                <a:path w="1138" h="167167">
                  <a:moveTo>
                    <a:pt x="1138" y="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2925149" y="4659281"/>
              <a:ext cx="161374" cy="167167"/>
            </a:xfrm>
            <a:custGeom>
              <a:avLst/>
              <a:pathLst>
                <a:path w="161374" h="167167">
                  <a:moveTo>
                    <a:pt x="161374" y="0"/>
                  </a:moveTo>
                  <a:lnTo>
                    <a:pt x="155914" y="89"/>
                  </a:lnTo>
                  <a:lnTo>
                    <a:pt x="150460" y="356"/>
                  </a:lnTo>
                  <a:lnTo>
                    <a:pt x="145017" y="802"/>
                  </a:lnTo>
                  <a:lnTo>
                    <a:pt x="139592" y="1425"/>
                  </a:lnTo>
                  <a:lnTo>
                    <a:pt x="134189" y="2225"/>
                  </a:lnTo>
                  <a:lnTo>
                    <a:pt x="128816" y="3201"/>
                  </a:lnTo>
                  <a:lnTo>
                    <a:pt x="123478" y="4352"/>
                  </a:lnTo>
                  <a:lnTo>
                    <a:pt x="118180" y="5676"/>
                  </a:lnTo>
                  <a:lnTo>
                    <a:pt x="112928" y="7173"/>
                  </a:lnTo>
                  <a:lnTo>
                    <a:pt x="107728" y="8841"/>
                  </a:lnTo>
                  <a:lnTo>
                    <a:pt x="102585" y="10678"/>
                  </a:lnTo>
                  <a:lnTo>
                    <a:pt x="97505" y="12682"/>
                  </a:lnTo>
                  <a:lnTo>
                    <a:pt x="92493" y="14850"/>
                  </a:lnTo>
                  <a:lnTo>
                    <a:pt x="87555" y="17182"/>
                  </a:lnTo>
                  <a:lnTo>
                    <a:pt x="82695" y="19673"/>
                  </a:lnTo>
                  <a:lnTo>
                    <a:pt x="77919" y="22322"/>
                  </a:lnTo>
                  <a:lnTo>
                    <a:pt x="73233" y="25125"/>
                  </a:lnTo>
                  <a:lnTo>
                    <a:pt x="68640" y="28080"/>
                  </a:lnTo>
                  <a:lnTo>
                    <a:pt x="64146" y="31183"/>
                  </a:lnTo>
                  <a:lnTo>
                    <a:pt x="59757" y="34431"/>
                  </a:lnTo>
                  <a:lnTo>
                    <a:pt x="55475" y="37821"/>
                  </a:lnTo>
                  <a:lnTo>
                    <a:pt x="51307" y="41349"/>
                  </a:lnTo>
                  <a:lnTo>
                    <a:pt x="47256" y="45012"/>
                  </a:lnTo>
                  <a:lnTo>
                    <a:pt x="43327" y="48804"/>
                  </a:lnTo>
                  <a:lnTo>
                    <a:pt x="39524" y="52724"/>
                  </a:lnTo>
                  <a:lnTo>
                    <a:pt x="35850" y="56765"/>
                  </a:lnTo>
                  <a:lnTo>
                    <a:pt x="32311" y="60924"/>
                  </a:lnTo>
                  <a:lnTo>
                    <a:pt x="28910" y="65196"/>
                  </a:lnTo>
                  <a:lnTo>
                    <a:pt x="25650" y="69577"/>
                  </a:lnTo>
                  <a:lnTo>
                    <a:pt x="22535" y="74063"/>
                  </a:lnTo>
                  <a:lnTo>
                    <a:pt x="19567" y="78647"/>
                  </a:lnTo>
                  <a:lnTo>
                    <a:pt x="16752" y="83326"/>
                  </a:lnTo>
                  <a:lnTo>
                    <a:pt x="14090" y="88095"/>
                  </a:lnTo>
                  <a:lnTo>
                    <a:pt x="11586" y="92948"/>
                  </a:lnTo>
                  <a:lnTo>
                    <a:pt x="9242" y="97880"/>
                  </a:lnTo>
                  <a:lnTo>
                    <a:pt x="7060" y="102887"/>
                  </a:lnTo>
                  <a:lnTo>
                    <a:pt x="5043" y="107961"/>
                  </a:lnTo>
                  <a:lnTo>
                    <a:pt x="3192" y="113099"/>
                  </a:lnTo>
                  <a:lnTo>
                    <a:pt x="1511" y="118295"/>
                  </a:lnTo>
                  <a:lnTo>
                    <a:pt x="0" y="123543"/>
                  </a:lnTo>
                  <a:lnTo>
                    <a:pt x="161374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2925149" y="4782825"/>
              <a:ext cx="161374" cy="43624"/>
            </a:xfrm>
            <a:custGeom>
              <a:avLst/>
              <a:pathLst>
                <a:path w="161374" h="43624">
                  <a:moveTo>
                    <a:pt x="0" y="0"/>
                  </a:moveTo>
                  <a:lnTo>
                    <a:pt x="161374" y="436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2925149" y="4782825"/>
              <a:ext cx="161374" cy="43624"/>
            </a:xfrm>
            <a:custGeom>
              <a:avLst/>
              <a:pathLst>
                <a:path w="161374" h="43624">
                  <a:moveTo>
                    <a:pt x="0" y="0"/>
                  </a:moveTo>
                  <a:lnTo>
                    <a:pt x="161374" y="436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925149" y="4782825"/>
              <a:ext cx="161374" cy="43624"/>
            </a:xfrm>
            <a:custGeom>
              <a:avLst/>
              <a:pathLst>
                <a:path w="161374" h="43624">
                  <a:moveTo>
                    <a:pt x="0" y="0"/>
                  </a:moveTo>
                  <a:lnTo>
                    <a:pt x="161374" y="436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925149" y="4782825"/>
              <a:ext cx="161374" cy="43624"/>
            </a:xfrm>
            <a:custGeom>
              <a:avLst/>
              <a:pathLst>
                <a:path w="161374" h="43624">
                  <a:moveTo>
                    <a:pt x="0" y="0"/>
                  </a:moveTo>
                  <a:lnTo>
                    <a:pt x="161374" y="436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925149" y="4782825"/>
              <a:ext cx="161374" cy="43624"/>
            </a:xfrm>
            <a:custGeom>
              <a:avLst/>
              <a:pathLst>
                <a:path w="161374" h="43624">
                  <a:moveTo>
                    <a:pt x="0" y="0"/>
                  </a:moveTo>
                  <a:lnTo>
                    <a:pt x="161374" y="436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925149" y="4782825"/>
              <a:ext cx="161374" cy="43624"/>
            </a:xfrm>
            <a:custGeom>
              <a:avLst/>
              <a:pathLst>
                <a:path w="161374" h="43624">
                  <a:moveTo>
                    <a:pt x="0" y="0"/>
                  </a:moveTo>
                  <a:lnTo>
                    <a:pt x="161374" y="436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925149" y="4782825"/>
              <a:ext cx="161374" cy="43624"/>
            </a:xfrm>
            <a:custGeom>
              <a:avLst/>
              <a:pathLst>
                <a:path w="161374" h="43624">
                  <a:moveTo>
                    <a:pt x="0" y="0"/>
                  </a:moveTo>
                  <a:lnTo>
                    <a:pt x="161374" y="436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925149" y="4782825"/>
              <a:ext cx="161374" cy="43624"/>
            </a:xfrm>
            <a:custGeom>
              <a:avLst/>
              <a:pathLst>
                <a:path w="161374" h="43624">
                  <a:moveTo>
                    <a:pt x="0" y="0"/>
                  </a:moveTo>
                  <a:lnTo>
                    <a:pt x="161374" y="436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925149" y="4782825"/>
              <a:ext cx="161374" cy="43624"/>
            </a:xfrm>
            <a:custGeom>
              <a:avLst/>
              <a:pathLst>
                <a:path w="161374" h="43624">
                  <a:moveTo>
                    <a:pt x="0" y="0"/>
                  </a:moveTo>
                  <a:lnTo>
                    <a:pt x="161374" y="436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920898" y="4782825"/>
              <a:ext cx="165626" cy="43624"/>
            </a:xfrm>
            <a:custGeom>
              <a:avLst/>
              <a:pathLst>
                <a:path w="165626" h="43624">
                  <a:moveTo>
                    <a:pt x="4251" y="0"/>
                  </a:moveTo>
                  <a:lnTo>
                    <a:pt x="2536" y="6930"/>
                  </a:lnTo>
                  <a:lnTo>
                    <a:pt x="1117" y="13928"/>
                  </a:lnTo>
                  <a:lnTo>
                    <a:pt x="0" y="20979"/>
                  </a:lnTo>
                  <a:lnTo>
                    <a:pt x="165626" y="436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919364" y="4659281"/>
              <a:ext cx="334312" cy="334333"/>
            </a:xfrm>
            <a:custGeom>
              <a:avLst/>
              <a:pathLst>
                <a:path w="334312" h="334333">
                  <a:moveTo>
                    <a:pt x="1533" y="144522"/>
                  </a:moveTo>
                  <a:lnTo>
                    <a:pt x="899" y="149781"/>
                  </a:lnTo>
                  <a:lnTo>
                    <a:pt x="432" y="155058"/>
                  </a:lnTo>
                  <a:lnTo>
                    <a:pt x="132" y="160346"/>
                  </a:lnTo>
                  <a:lnTo>
                    <a:pt x="0" y="165641"/>
                  </a:lnTo>
                  <a:lnTo>
                    <a:pt x="35" y="170938"/>
                  </a:lnTo>
                  <a:lnTo>
                    <a:pt x="238" y="176231"/>
                  </a:lnTo>
                  <a:lnTo>
                    <a:pt x="609" y="181515"/>
                  </a:lnTo>
                  <a:lnTo>
                    <a:pt x="1148" y="186785"/>
                  </a:lnTo>
                  <a:lnTo>
                    <a:pt x="1853" y="192035"/>
                  </a:lnTo>
                  <a:lnTo>
                    <a:pt x="2723" y="197260"/>
                  </a:lnTo>
                  <a:lnTo>
                    <a:pt x="3759" y="202454"/>
                  </a:lnTo>
                  <a:lnTo>
                    <a:pt x="4959" y="207614"/>
                  </a:lnTo>
                  <a:lnTo>
                    <a:pt x="6322" y="212732"/>
                  </a:lnTo>
                  <a:lnTo>
                    <a:pt x="7847" y="217805"/>
                  </a:lnTo>
                  <a:lnTo>
                    <a:pt x="9531" y="222827"/>
                  </a:lnTo>
                  <a:lnTo>
                    <a:pt x="11374" y="227793"/>
                  </a:lnTo>
                  <a:lnTo>
                    <a:pt x="13373" y="232699"/>
                  </a:lnTo>
                  <a:lnTo>
                    <a:pt x="15526" y="237538"/>
                  </a:lnTo>
                  <a:lnTo>
                    <a:pt x="17832" y="242307"/>
                  </a:lnTo>
                  <a:lnTo>
                    <a:pt x="20287" y="247000"/>
                  </a:lnTo>
                  <a:lnTo>
                    <a:pt x="22890" y="251614"/>
                  </a:lnTo>
                  <a:lnTo>
                    <a:pt x="25638" y="256142"/>
                  </a:lnTo>
                  <a:lnTo>
                    <a:pt x="28528" y="260581"/>
                  </a:lnTo>
                  <a:lnTo>
                    <a:pt x="31558" y="264927"/>
                  </a:lnTo>
                  <a:lnTo>
                    <a:pt x="34723" y="269174"/>
                  </a:lnTo>
                  <a:lnTo>
                    <a:pt x="38021" y="273319"/>
                  </a:lnTo>
                  <a:lnTo>
                    <a:pt x="41449" y="277357"/>
                  </a:lnTo>
                  <a:lnTo>
                    <a:pt x="45004" y="281284"/>
                  </a:lnTo>
                  <a:lnTo>
                    <a:pt x="48680" y="285097"/>
                  </a:lnTo>
                  <a:lnTo>
                    <a:pt x="52476" y="288792"/>
                  </a:lnTo>
                  <a:lnTo>
                    <a:pt x="56387" y="292364"/>
                  </a:lnTo>
                  <a:lnTo>
                    <a:pt x="60409" y="295811"/>
                  </a:lnTo>
                  <a:lnTo>
                    <a:pt x="64539" y="299128"/>
                  </a:lnTo>
                  <a:lnTo>
                    <a:pt x="68771" y="302314"/>
                  </a:lnTo>
                  <a:lnTo>
                    <a:pt x="73102" y="305363"/>
                  </a:lnTo>
                  <a:lnTo>
                    <a:pt x="77528" y="308274"/>
                  </a:lnTo>
                  <a:lnTo>
                    <a:pt x="82044" y="311043"/>
                  </a:lnTo>
                  <a:lnTo>
                    <a:pt x="86645" y="313667"/>
                  </a:lnTo>
                  <a:lnTo>
                    <a:pt x="91327" y="316144"/>
                  </a:lnTo>
                  <a:lnTo>
                    <a:pt x="96085" y="318472"/>
                  </a:lnTo>
                  <a:lnTo>
                    <a:pt x="100914" y="320648"/>
                  </a:lnTo>
                  <a:lnTo>
                    <a:pt x="105810" y="322670"/>
                  </a:lnTo>
                  <a:lnTo>
                    <a:pt x="110768" y="324536"/>
                  </a:lnTo>
                  <a:lnTo>
                    <a:pt x="115782" y="326243"/>
                  </a:lnTo>
                  <a:lnTo>
                    <a:pt x="120848" y="327791"/>
                  </a:lnTo>
                  <a:lnTo>
                    <a:pt x="125960" y="329178"/>
                  </a:lnTo>
                  <a:lnTo>
                    <a:pt x="131114" y="330402"/>
                  </a:lnTo>
                  <a:lnTo>
                    <a:pt x="136303" y="331462"/>
                  </a:lnTo>
                  <a:lnTo>
                    <a:pt x="141524" y="332357"/>
                  </a:lnTo>
                  <a:lnTo>
                    <a:pt x="146771" y="333086"/>
                  </a:lnTo>
                  <a:lnTo>
                    <a:pt x="152038" y="333649"/>
                  </a:lnTo>
                  <a:lnTo>
                    <a:pt x="157320" y="334045"/>
                  </a:lnTo>
                  <a:lnTo>
                    <a:pt x="162612" y="334273"/>
                  </a:lnTo>
                  <a:lnTo>
                    <a:pt x="167909" y="334333"/>
                  </a:lnTo>
                  <a:lnTo>
                    <a:pt x="173205" y="334225"/>
                  </a:lnTo>
                  <a:lnTo>
                    <a:pt x="178494" y="333950"/>
                  </a:lnTo>
                  <a:lnTo>
                    <a:pt x="183773" y="333507"/>
                  </a:lnTo>
                  <a:lnTo>
                    <a:pt x="189035" y="332897"/>
                  </a:lnTo>
                  <a:lnTo>
                    <a:pt x="194274" y="332121"/>
                  </a:lnTo>
                  <a:lnTo>
                    <a:pt x="199487" y="331179"/>
                  </a:lnTo>
                  <a:lnTo>
                    <a:pt x="204667" y="330072"/>
                  </a:lnTo>
                  <a:lnTo>
                    <a:pt x="209810" y="328802"/>
                  </a:lnTo>
                  <a:lnTo>
                    <a:pt x="214909" y="327370"/>
                  </a:lnTo>
                  <a:lnTo>
                    <a:pt x="219961" y="325777"/>
                  </a:lnTo>
                  <a:lnTo>
                    <a:pt x="224960" y="324024"/>
                  </a:lnTo>
                  <a:lnTo>
                    <a:pt x="229900" y="322114"/>
                  </a:lnTo>
                  <a:lnTo>
                    <a:pt x="234778" y="320049"/>
                  </a:lnTo>
                  <a:lnTo>
                    <a:pt x="239588" y="317829"/>
                  </a:lnTo>
                  <a:lnTo>
                    <a:pt x="244325" y="315459"/>
                  </a:lnTo>
                  <a:lnTo>
                    <a:pt x="248984" y="312940"/>
                  </a:lnTo>
                  <a:lnTo>
                    <a:pt x="253562" y="310274"/>
                  </a:lnTo>
                  <a:lnTo>
                    <a:pt x="258052" y="307465"/>
                  </a:lnTo>
                  <a:lnTo>
                    <a:pt x="262452" y="304515"/>
                  </a:lnTo>
                  <a:lnTo>
                    <a:pt x="266755" y="301427"/>
                  </a:lnTo>
                  <a:lnTo>
                    <a:pt x="270959" y="298204"/>
                  </a:lnTo>
                  <a:lnTo>
                    <a:pt x="275059" y="294850"/>
                  </a:lnTo>
                  <a:lnTo>
                    <a:pt x="279050" y="291367"/>
                  </a:lnTo>
                  <a:lnTo>
                    <a:pt x="282929" y="287760"/>
                  </a:lnTo>
                  <a:lnTo>
                    <a:pt x="286691" y="284031"/>
                  </a:lnTo>
                  <a:lnTo>
                    <a:pt x="290334" y="280185"/>
                  </a:lnTo>
                  <a:lnTo>
                    <a:pt x="293853" y="276226"/>
                  </a:lnTo>
                  <a:lnTo>
                    <a:pt x="297244" y="272158"/>
                  </a:lnTo>
                  <a:lnTo>
                    <a:pt x="300505" y="267983"/>
                  </a:lnTo>
                  <a:lnTo>
                    <a:pt x="303633" y="263708"/>
                  </a:lnTo>
                  <a:lnTo>
                    <a:pt x="306623" y="259336"/>
                  </a:lnTo>
                  <a:lnTo>
                    <a:pt x="309473" y="254871"/>
                  </a:lnTo>
                  <a:lnTo>
                    <a:pt x="312180" y="250318"/>
                  </a:lnTo>
                  <a:lnTo>
                    <a:pt x="314742" y="245682"/>
                  </a:lnTo>
                  <a:lnTo>
                    <a:pt x="317155" y="240966"/>
                  </a:lnTo>
                  <a:lnTo>
                    <a:pt x="319418" y="236177"/>
                  </a:lnTo>
                  <a:lnTo>
                    <a:pt x="321528" y="231319"/>
                  </a:lnTo>
                  <a:lnTo>
                    <a:pt x="323483" y="226396"/>
                  </a:lnTo>
                  <a:lnTo>
                    <a:pt x="325281" y="221413"/>
                  </a:lnTo>
                  <a:lnTo>
                    <a:pt x="326920" y="216376"/>
                  </a:lnTo>
                  <a:lnTo>
                    <a:pt x="328399" y="211290"/>
                  </a:lnTo>
                  <a:lnTo>
                    <a:pt x="329716" y="206159"/>
                  </a:lnTo>
                  <a:lnTo>
                    <a:pt x="330870" y="200989"/>
                  </a:lnTo>
                  <a:lnTo>
                    <a:pt x="331859" y="195786"/>
                  </a:lnTo>
                  <a:lnTo>
                    <a:pt x="332684" y="190553"/>
                  </a:lnTo>
                  <a:lnTo>
                    <a:pt x="333341" y="185297"/>
                  </a:lnTo>
                  <a:lnTo>
                    <a:pt x="333832" y="180023"/>
                  </a:lnTo>
                  <a:lnTo>
                    <a:pt x="334156" y="174736"/>
                  </a:lnTo>
                  <a:lnTo>
                    <a:pt x="334312" y="169441"/>
                  </a:lnTo>
                  <a:lnTo>
                    <a:pt x="334300" y="164144"/>
                  </a:lnTo>
                  <a:lnTo>
                    <a:pt x="334120" y="158850"/>
                  </a:lnTo>
                  <a:lnTo>
                    <a:pt x="333773" y="153565"/>
                  </a:lnTo>
                  <a:lnTo>
                    <a:pt x="333258" y="148293"/>
                  </a:lnTo>
                  <a:lnTo>
                    <a:pt x="332577" y="143040"/>
                  </a:lnTo>
                  <a:lnTo>
                    <a:pt x="331730" y="137811"/>
                  </a:lnTo>
                  <a:lnTo>
                    <a:pt x="330717" y="132612"/>
                  </a:lnTo>
                  <a:lnTo>
                    <a:pt x="329540" y="127447"/>
                  </a:lnTo>
                  <a:lnTo>
                    <a:pt x="328200" y="122322"/>
                  </a:lnTo>
                  <a:lnTo>
                    <a:pt x="326698" y="117243"/>
                  </a:lnTo>
                  <a:lnTo>
                    <a:pt x="325037" y="112213"/>
                  </a:lnTo>
                  <a:lnTo>
                    <a:pt x="323216" y="107239"/>
                  </a:lnTo>
                  <a:lnTo>
                    <a:pt x="321239" y="102325"/>
                  </a:lnTo>
                  <a:lnTo>
                    <a:pt x="319108" y="97476"/>
                  </a:lnTo>
                  <a:lnTo>
                    <a:pt x="316823" y="92696"/>
                  </a:lnTo>
                  <a:lnTo>
                    <a:pt x="314389" y="87992"/>
                  </a:lnTo>
                  <a:lnTo>
                    <a:pt x="311806" y="83367"/>
                  </a:lnTo>
                  <a:lnTo>
                    <a:pt x="309079" y="78826"/>
                  </a:lnTo>
                  <a:lnTo>
                    <a:pt x="306209" y="74374"/>
                  </a:lnTo>
                  <a:lnTo>
                    <a:pt x="303199" y="70016"/>
                  </a:lnTo>
                  <a:lnTo>
                    <a:pt x="300053" y="65754"/>
                  </a:lnTo>
                  <a:lnTo>
                    <a:pt x="296773" y="61595"/>
                  </a:lnTo>
                  <a:lnTo>
                    <a:pt x="293363" y="57541"/>
                  </a:lnTo>
                  <a:lnTo>
                    <a:pt x="289826" y="53598"/>
                  </a:lnTo>
                  <a:lnTo>
                    <a:pt x="286167" y="49769"/>
                  </a:lnTo>
                  <a:lnTo>
                    <a:pt x="282387" y="46057"/>
                  </a:lnTo>
                  <a:lnTo>
                    <a:pt x="278492" y="42467"/>
                  </a:lnTo>
                  <a:lnTo>
                    <a:pt x="274486" y="39002"/>
                  </a:lnTo>
                  <a:lnTo>
                    <a:pt x="270371" y="35666"/>
                  </a:lnTo>
                  <a:lnTo>
                    <a:pt x="266153" y="32462"/>
                  </a:lnTo>
                  <a:lnTo>
                    <a:pt x="261836" y="29394"/>
                  </a:lnTo>
                  <a:lnTo>
                    <a:pt x="257423" y="26463"/>
                  </a:lnTo>
                  <a:lnTo>
                    <a:pt x="252920" y="23674"/>
                  </a:lnTo>
                  <a:lnTo>
                    <a:pt x="248330" y="21029"/>
                  </a:lnTo>
                  <a:lnTo>
                    <a:pt x="243660" y="18531"/>
                  </a:lnTo>
                  <a:lnTo>
                    <a:pt x="238912" y="16182"/>
                  </a:lnTo>
                  <a:lnTo>
                    <a:pt x="234092" y="13984"/>
                  </a:lnTo>
                  <a:lnTo>
                    <a:pt x="229206" y="11940"/>
                  </a:lnTo>
                  <a:lnTo>
                    <a:pt x="224256" y="10052"/>
                  </a:lnTo>
                  <a:lnTo>
                    <a:pt x="219250" y="8322"/>
                  </a:lnTo>
                  <a:lnTo>
                    <a:pt x="214191" y="6752"/>
                  </a:lnTo>
                  <a:lnTo>
                    <a:pt x="209085" y="5342"/>
                  </a:lnTo>
                  <a:lnTo>
                    <a:pt x="203937" y="4095"/>
                  </a:lnTo>
                  <a:lnTo>
                    <a:pt x="198752" y="3012"/>
                  </a:lnTo>
                  <a:lnTo>
                    <a:pt x="193535" y="2093"/>
                  </a:lnTo>
                  <a:lnTo>
                    <a:pt x="188292" y="1341"/>
                  </a:lnTo>
                  <a:lnTo>
                    <a:pt x="183028" y="754"/>
                  </a:lnTo>
                  <a:lnTo>
                    <a:pt x="177747" y="335"/>
                  </a:lnTo>
                  <a:lnTo>
                    <a:pt x="172456" y="83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487168" y="5018213"/>
              <a:ext cx="1552" cy="167167"/>
            </a:xfrm>
            <a:custGeom>
              <a:avLst/>
              <a:pathLst>
                <a:path w="1552" h="167167">
                  <a:moveTo>
                    <a:pt x="1552" y="0"/>
                  </a:moveTo>
                  <a:lnTo>
                    <a:pt x="0" y="7"/>
                  </a:lnTo>
                  <a:lnTo>
                    <a:pt x="155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487168" y="5018220"/>
              <a:ext cx="1552" cy="167160"/>
            </a:xfrm>
            <a:custGeom>
              <a:avLst/>
              <a:pathLst>
                <a:path w="1552" h="167160">
                  <a:moveTo>
                    <a:pt x="0" y="0"/>
                  </a:moveTo>
                  <a:lnTo>
                    <a:pt x="1552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487168" y="5018220"/>
              <a:ext cx="1552" cy="167160"/>
            </a:xfrm>
            <a:custGeom>
              <a:avLst/>
              <a:pathLst>
                <a:path w="1552" h="167160">
                  <a:moveTo>
                    <a:pt x="0" y="0"/>
                  </a:moveTo>
                  <a:lnTo>
                    <a:pt x="1552" y="1671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487168" y="5018220"/>
              <a:ext cx="1552" cy="167160"/>
            </a:xfrm>
            <a:custGeom>
              <a:avLst/>
              <a:pathLst>
                <a:path w="1552" h="167160">
                  <a:moveTo>
                    <a:pt x="0" y="0"/>
                  </a:moveTo>
                  <a:lnTo>
                    <a:pt x="1552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487168" y="5018220"/>
              <a:ext cx="1552" cy="167160"/>
            </a:xfrm>
            <a:custGeom>
              <a:avLst/>
              <a:pathLst>
                <a:path w="1552" h="167160">
                  <a:moveTo>
                    <a:pt x="0" y="0"/>
                  </a:moveTo>
                  <a:lnTo>
                    <a:pt x="1552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487168" y="5018220"/>
              <a:ext cx="1552" cy="167160"/>
            </a:xfrm>
            <a:custGeom>
              <a:avLst/>
              <a:pathLst>
                <a:path w="1552" h="167160">
                  <a:moveTo>
                    <a:pt x="0" y="0"/>
                  </a:moveTo>
                  <a:lnTo>
                    <a:pt x="1552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487168" y="5018220"/>
              <a:ext cx="1552" cy="167160"/>
            </a:xfrm>
            <a:custGeom>
              <a:avLst/>
              <a:pathLst>
                <a:path w="1552" h="167160">
                  <a:moveTo>
                    <a:pt x="0" y="0"/>
                  </a:moveTo>
                  <a:lnTo>
                    <a:pt x="1552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487168" y="5018220"/>
              <a:ext cx="1552" cy="167160"/>
            </a:xfrm>
            <a:custGeom>
              <a:avLst/>
              <a:pathLst>
                <a:path w="1552" h="167160">
                  <a:moveTo>
                    <a:pt x="0" y="0"/>
                  </a:moveTo>
                  <a:lnTo>
                    <a:pt x="1552" y="1671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487168" y="5018220"/>
              <a:ext cx="1552" cy="167160"/>
            </a:xfrm>
            <a:custGeom>
              <a:avLst/>
              <a:pathLst>
                <a:path w="1552" h="167160">
                  <a:moveTo>
                    <a:pt x="0" y="0"/>
                  </a:moveTo>
                  <a:lnTo>
                    <a:pt x="1552" y="1671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321566" y="5018220"/>
              <a:ext cx="334317" cy="334327"/>
            </a:xfrm>
            <a:custGeom>
              <a:avLst/>
              <a:pathLst>
                <a:path w="334317" h="334327">
                  <a:moveTo>
                    <a:pt x="165602" y="0"/>
                  </a:moveTo>
                  <a:lnTo>
                    <a:pt x="160319" y="132"/>
                  </a:lnTo>
                  <a:lnTo>
                    <a:pt x="155043" y="432"/>
                  </a:lnTo>
                  <a:lnTo>
                    <a:pt x="149780" y="898"/>
                  </a:lnTo>
                  <a:lnTo>
                    <a:pt x="144534" y="1530"/>
                  </a:lnTo>
                  <a:lnTo>
                    <a:pt x="139310" y="2327"/>
                  </a:lnTo>
                  <a:lnTo>
                    <a:pt x="134114" y="3290"/>
                  </a:lnTo>
                  <a:lnTo>
                    <a:pt x="128951" y="4416"/>
                  </a:lnTo>
                  <a:lnTo>
                    <a:pt x="123827" y="5705"/>
                  </a:lnTo>
                  <a:lnTo>
                    <a:pt x="118746" y="7155"/>
                  </a:lnTo>
                  <a:lnTo>
                    <a:pt x="113713" y="8765"/>
                  </a:lnTo>
                  <a:lnTo>
                    <a:pt x="108733" y="10533"/>
                  </a:lnTo>
                  <a:lnTo>
                    <a:pt x="103812" y="12458"/>
                  </a:lnTo>
                  <a:lnTo>
                    <a:pt x="98954" y="14537"/>
                  </a:lnTo>
                  <a:lnTo>
                    <a:pt x="94164" y="16769"/>
                  </a:lnTo>
                  <a:lnTo>
                    <a:pt x="89447" y="19151"/>
                  </a:lnTo>
                  <a:lnTo>
                    <a:pt x="84808" y="21681"/>
                  </a:lnTo>
                  <a:lnTo>
                    <a:pt x="80251" y="24356"/>
                  </a:lnTo>
                  <a:lnTo>
                    <a:pt x="75781" y="27174"/>
                  </a:lnTo>
                  <a:lnTo>
                    <a:pt x="71403" y="30132"/>
                  </a:lnTo>
                  <a:lnTo>
                    <a:pt x="67120" y="33227"/>
                  </a:lnTo>
                  <a:lnTo>
                    <a:pt x="62936" y="36455"/>
                  </a:lnTo>
                  <a:lnTo>
                    <a:pt x="58857" y="39814"/>
                  </a:lnTo>
                  <a:lnTo>
                    <a:pt x="54887" y="43301"/>
                  </a:lnTo>
                  <a:lnTo>
                    <a:pt x="51028" y="46911"/>
                  </a:lnTo>
                  <a:lnTo>
                    <a:pt x="47285" y="50641"/>
                  </a:lnTo>
                  <a:lnTo>
                    <a:pt x="43663" y="54488"/>
                  </a:lnTo>
                  <a:lnTo>
                    <a:pt x="40163" y="58447"/>
                  </a:lnTo>
                  <a:lnTo>
                    <a:pt x="36791" y="62515"/>
                  </a:lnTo>
                  <a:lnTo>
                    <a:pt x="33548" y="66688"/>
                  </a:lnTo>
                  <a:lnTo>
                    <a:pt x="30440" y="70961"/>
                  </a:lnTo>
                  <a:lnTo>
                    <a:pt x="27467" y="75330"/>
                  </a:lnTo>
                  <a:lnTo>
                    <a:pt x="24635" y="79791"/>
                  </a:lnTo>
                  <a:lnTo>
                    <a:pt x="21945" y="84339"/>
                  </a:lnTo>
                  <a:lnTo>
                    <a:pt x="19400" y="88970"/>
                  </a:lnTo>
                  <a:lnTo>
                    <a:pt x="17002" y="93679"/>
                  </a:lnTo>
                  <a:lnTo>
                    <a:pt x="14755" y="98461"/>
                  </a:lnTo>
                  <a:lnTo>
                    <a:pt x="12660" y="103312"/>
                  </a:lnTo>
                  <a:lnTo>
                    <a:pt x="10719" y="108227"/>
                  </a:lnTo>
                  <a:lnTo>
                    <a:pt x="8934" y="113201"/>
                  </a:lnTo>
                  <a:lnTo>
                    <a:pt x="7308" y="118228"/>
                  </a:lnTo>
                  <a:lnTo>
                    <a:pt x="5841" y="123305"/>
                  </a:lnTo>
                  <a:lnTo>
                    <a:pt x="4536" y="128425"/>
                  </a:lnTo>
                  <a:lnTo>
                    <a:pt x="3393" y="133584"/>
                  </a:lnTo>
                  <a:lnTo>
                    <a:pt x="2413" y="138777"/>
                  </a:lnTo>
                  <a:lnTo>
                    <a:pt x="1599" y="143998"/>
                  </a:lnTo>
                  <a:lnTo>
                    <a:pt x="949" y="149242"/>
                  </a:lnTo>
                  <a:lnTo>
                    <a:pt x="466" y="154504"/>
                  </a:lnTo>
                  <a:lnTo>
                    <a:pt x="149" y="159779"/>
                  </a:lnTo>
                  <a:lnTo>
                    <a:pt x="0" y="165061"/>
                  </a:lnTo>
                  <a:lnTo>
                    <a:pt x="17" y="170345"/>
                  </a:lnTo>
                  <a:lnTo>
                    <a:pt x="201" y="175626"/>
                  </a:lnTo>
                  <a:lnTo>
                    <a:pt x="552" y="180898"/>
                  </a:lnTo>
                  <a:lnTo>
                    <a:pt x="1069" y="186157"/>
                  </a:lnTo>
                  <a:lnTo>
                    <a:pt x="1753" y="191397"/>
                  </a:lnTo>
                  <a:lnTo>
                    <a:pt x="2601" y="196613"/>
                  </a:lnTo>
                  <a:lnTo>
                    <a:pt x="3614" y="201799"/>
                  </a:lnTo>
                  <a:lnTo>
                    <a:pt x="4791" y="206950"/>
                  </a:lnTo>
                  <a:lnTo>
                    <a:pt x="6130" y="212062"/>
                  </a:lnTo>
                  <a:lnTo>
                    <a:pt x="7629" y="217129"/>
                  </a:lnTo>
                  <a:lnTo>
                    <a:pt x="9288" y="222146"/>
                  </a:lnTo>
                  <a:lnTo>
                    <a:pt x="11105" y="227108"/>
                  </a:lnTo>
                  <a:lnTo>
                    <a:pt x="13078" y="232010"/>
                  </a:lnTo>
                  <a:lnTo>
                    <a:pt x="15204" y="236847"/>
                  </a:lnTo>
                  <a:lnTo>
                    <a:pt x="17483" y="241615"/>
                  </a:lnTo>
                  <a:lnTo>
                    <a:pt x="19911" y="246308"/>
                  </a:lnTo>
                  <a:lnTo>
                    <a:pt x="22486" y="250923"/>
                  </a:lnTo>
                  <a:lnTo>
                    <a:pt x="25206" y="255453"/>
                  </a:lnTo>
                  <a:lnTo>
                    <a:pt x="28067" y="259895"/>
                  </a:lnTo>
                  <a:lnTo>
                    <a:pt x="31068" y="264245"/>
                  </a:lnTo>
                  <a:lnTo>
                    <a:pt x="34204" y="268498"/>
                  </a:lnTo>
                  <a:lnTo>
                    <a:pt x="37474" y="272649"/>
                  </a:lnTo>
                  <a:lnTo>
                    <a:pt x="40873" y="276695"/>
                  </a:lnTo>
                  <a:lnTo>
                    <a:pt x="44398" y="280632"/>
                  </a:lnTo>
                  <a:lnTo>
                    <a:pt x="48045" y="284455"/>
                  </a:lnTo>
                  <a:lnTo>
                    <a:pt x="51812" y="288161"/>
                  </a:lnTo>
                  <a:lnTo>
                    <a:pt x="55694" y="291746"/>
                  </a:lnTo>
                  <a:lnTo>
                    <a:pt x="59687" y="295206"/>
                  </a:lnTo>
                  <a:lnTo>
                    <a:pt x="63788" y="298539"/>
                  </a:lnTo>
                  <a:lnTo>
                    <a:pt x="67992" y="301740"/>
                  </a:lnTo>
                  <a:lnTo>
                    <a:pt x="72295" y="304807"/>
                  </a:lnTo>
                  <a:lnTo>
                    <a:pt x="76693" y="307737"/>
                  </a:lnTo>
                  <a:lnTo>
                    <a:pt x="81181" y="310525"/>
                  </a:lnTo>
                  <a:lnTo>
                    <a:pt x="85756" y="313171"/>
                  </a:lnTo>
                  <a:lnTo>
                    <a:pt x="90411" y="315671"/>
                  </a:lnTo>
                  <a:lnTo>
                    <a:pt x="95143" y="318022"/>
                  </a:lnTo>
                  <a:lnTo>
                    <a:pt x="99947" y="320223"/>
                  </a:lnTo>
                  <a:lnTo>
                    <a:pt x="104819" y="322270"/>
                  </a:lnTo>
                  <a:lnTo>
                    <a:pt x="109752" y="324163"/>
                  </a:lnTo>
                  <a:lnTo>
                    <a:pt x="114743" y="325899"/>
                  </a:lnTo>
                  <a:lnTo>
                    <a:pt x="119787" y="327476"/>
                  </a:lnTo>
                  <a:lnTo>
                    <a:pt x="124877" y="328893"/>
                  </a:lnTo>
                  <a:lnTo>
                    <a:pt x="130010" y="330148"/>
                  </a:lnTo>
                  <a:lnTo>
                    <a:pt x="135180" y="331241"/>
                  </a:lnTo>
                  <a:lnTo>
                    <a:pt x="140382" y="332170"/>
                  </a:lnTo>
                  <a:lnTo>
                    <a:pt x="145611" y="332933"/>
                  </a:lnTo>
                  <a:lnTo>
                    <a:pt x="150861" y="333531"/>
                  </a:lnTo>
                  <a:lnTo>
                    <a:pt x="156127" y="333963"/>
                  </a:lnTo>
                  <a:lnTo>
                    <a:pt x="161405" y="334228"/>
                  </a:lnTo>
                  <a:lnTo>
                    <a:pt x="166688" y="334327"/>
                  </a:lnTo>
                  <a:lnTo>
                    <a:pt x="171972" y="334258"/>
                  </a:lnTo>
                  <a:lnTo>
                    <a:pt x="177251" y="334022"/>
                  </a:lnTo>
                  <a:lnTo>
                    <a:pt x="182520" y="333619"/>
                  </a:lnTo>
                  <a:lnTo>
                    <a:pt x="187773" y="333051"/>
                  </a:lnTo>
                  <a:lnTo>
                    <a:pt x="193006" y="332316"/>
                  </a:lnTo>
                  <a:lnTo>
                    <a:pt x="198213" y="331417"/>
                  </a:lnTo>
                  <a:lnTo>
                    <a:pt x="203389" y="330353"/>
                  </a:lnTo>
                  <a:lnTo>
                    <a:pt x="208529" y="329126"/>
                  </a:lnTo>
                  <a:lnTo>
                    <a:pt x="213627" y="327737"/>
                  </a:lnTo>
                  <a:lnTo>
                    <a:pt x="218679" y="326188"/>
                  </a:lnTo>
                  <a:lnTo>
                    <a:pt x="223680" y="324480"/>
                  </a:lnTo>
                  <a:lnTo>
                    <a:pt x="228624" y="322615"/>
                  </a:lnTo>
                  <a:lnTo>
                    <a:pt x="233506" y="320595"/>
                  </a:lnTo>
                  <a:lnTo>
                    <a:pt x="238323" y="318421"/>
                  </a:lnTo>
                  <a:lnTo>
                    <a:pt x="243068" y="316096"/>
                  </a:lnTo>
                  <a:lnTo>
                    <a:pt x="247737" y="313622"/>
                  </a:lnTo>
                  <a:lnTo>
                    <a:pt x="252326" y="311002"/>
                  </a:lnTo>
                  <a:lnTo>
                    <a:pt x="256830" y="308238"/>
                  </a:lnTo>
                  <a:lnTo>
                    <a:pt x="261244" y="305334"/>
                  </a:lnTo>
                  <a:lnTo>
                    <a:pt x="265564" y="302291"/>
                  </a:lnTo>
                  <a:lnTo>
                    <a:pt x="269786" y="299113"/>
                  </a:lnTo>
                  <a:lnTo>
                    <a:pt x="273905" y="295803"/>
                  </a:lnTo>
                  <a:lnTo>
                    <a:pt x="277918" y="292365"/>
                  </a:lnTo>
                  <a:lnTo>
                    <a:pt x="281820" y="288801"/>
                  </a:lnTo>
                  <a:lnTo>
                    <a:pt x="285607" y="285117"/>
                  </a:lnTo>
                  <a:lnTo>
                    <a:pt x="289276" y="281314"/>
                  </a:lnTo>
                  <a:lnTo>
                    <a:pt x="292823" y="277397"/>
                  </a:lnTo>
                  <a:lnTo>
                    <a:pt x="296244" y="273370"/>
                  </a:lnTo>
                  <a:lnTo>
                    <a:pt x="299537" y="269237"/>
                  </a:lnTo>
                  <a:lnTo>
                    <a:pt x="302697" y="265002"/>
                  </a:lnTo>
                  <a:lnTo>
                    <a:pt x="305721" y="260669"/>
                  </a:lnTo>
                  <a:lnTo>
                    <a:pt x="308608" y="256243"/>
                  </a:lnTo>
                  <a:lnTo>
                    <a:pt x="311353" y="251727"/>
                  </a:lnTo>
                  <a:lnTo>
                    <a:pt x="313953" y="247128"/>
                  </a:lnTo>
                  <a:lnTo>
                    <a:pt x="316407" y="242448"/>
                  </a:lnTo>
                  <a:lnTo>
                    <a:pt x="318712" y="237693"/>
                  </a:lnTo>
                  <a:lnTo>
                    <a:pt x="320866" y="232867"/>
                  </a:lnTo>
                  <a:lnTo>
                    <a:pt x="322866" y="227976"/>
                  </a:lnTo>
                  <a:lnTo>
                    <a:pt x="324710" y="223025"/>
                  </a:lnTo>
                  <a:lnTo>
                    <a:pt x="326397" y="218017"/>
                  </a:lnTo>
                  <a:lnTo>
                    <a:pt x="327925" y="212958"/>
                  </a:lnTo>
                  <a:lnTo>
                    <a:pt x="329292" y="207854"/>
                  </a:lnTo>
                  <a:lnTo>
                    <a:pt x="330498" y="202709"/>
                  </a:lnTo>
                  <a:lnTo>
                    <a:pt x="331539" y="197529"/>
                  </a:lnTo>
                  <a:lnTo>
                    <a:pt x="332417" y="192318"/>
                  </a:lnTo>
                  <a:lnTo>
                    <a:pt x="333130" y="187082"/>
                  </a:lnTo>
                  <a:lnTo>
                    <a:pt x="333677" y="181826"/>
                  </a:lnTo>
                  <a:lnTo>
                    <a:pt x="334057" y="176556"/>
                  </a:lnTo>
                  <a:lnTo>
                    <a:pt x="334271" y="171276"/>
                  </a:lnTo>
                  <a:lnTo>
                    <a:pt x="334317" y="165992"/>
                  </a:lnTo>
                  <a:lnTo>
                    <a:pt x="334197" y="160709"/>
                  </a:lnTo>
                  <a:lnTo>
                    <a:pt x="333909" y="155433"/>
                  </a:lnTo>
                  <a:lnTo>
                    <a:pt x="333455" y="150168"/>
                  </a:lnTo>
                  <a:lnTo>
                    <a:pt x="332835" y="144921"/>
                  </a:lnTo>
                  <a:lnTo>
                    <a:pt x="332050" y="139695"/>
                  </a:lnTo>
                  <a:lnTo>
                    <a:pt x="331099" y="134497"/>
                  </a:lnTo>
                  <a:lnTo>
                    <a:pt x="329985" y="129332"/>
                  </a:lnTo>
                  <a:lnTo>
                    <a:pt x="328708" y="124204"/>
                  </a:lnTo>
                  <a:lnTo>
                    <a:pt x="327270" y="119120"/>
                  </a:lnTo>
                  <a:lnTo>
                    <a:pt x="325671" y="114083"/>
                  </a:lnTo>
                  <a:lnTo>
                    <a:pt x="323915" y="109100"/>
                  </a:lnTo>
                  <a:lnTo>
                    <a:pt x="322001" y="104174"/>
                  </a:lnTo>
                  <a:lnTo>
                    <a:pt x="319933" y="99311"/>
                  </a:lnTo>
                  <a:lnTo>
                    <a:pt x="317712" y="94516"/>
                  </a:lnTo>
                  <a:lnTo>
                    <a:pt x="315341" y="89794"/>
                  </a:lnTo>
                  <a:lnTo>
                    <a:pt x="312822" y="85149"/>
                  </a:lnTo>
                  <a:lnTo>
                    <a:pt x="310157" y="80586"/>
                  </a:lnTo>
                  <a:lnTo>
                    <a:pt x="307349" y="76110"/>
                  </a:lnTo>
                  <a:lnTo>
                    <a:pt x="304402" y="71724"/>
                  </a:lnTo>
                  <a:lnTo>
                    <a:pt x="301317" y="67434"/>
                  </a:lnTo>
                  <a:lnTo>
                    <a:pt x="298098" y="63243"/>
                  </a:lnTo>
                  <a:lnTo>
                    <a:pt x="294748" y="59157"/>
                  </a:lnTo>
                  <a:lnTo>
                    <a:pt x="291271" y="55178"/>
                  </a:lnTo>
                  <a:lnTo>
                    <a:pt x="287669" y="51311"/>
                  </a:lnTo>
                  <a:lnTo>
                    <a:pt x="283948" y="47560"/>
                  </a:lnTo>
                  <a:lnTo>
                    <a:pt x="280109" y="43928"/>
                  </a:lnTo>
                  <a:lnTo>
                    <a:pt x="276158" y="40420"/>
                  </a:lnTo>
                  <a:lnTo>
                    <a:pt x="272098" y="37038"/>
                  </a:lnTo>
                  <a:lnTo>
                    <a:pt x="267933" y="33786"/>
                  </a:lnTo>
                  <a:lnTo>
                    <a:pt x="263667" y="30667"/>
                  </a:lnTo>
                  <a:lnTo>
                    <a:pt x="259305" y="27685"/>
                  </a:lnTo>
                  <a:lnTo>
                    <a:pt x="254850" y="24842"/>
                  </a:lnTo>
                  <a:lnTo>
                    <a:pt x="250308" y="22142"/>
                  </a:lnTo>
                  <a:lnTo>
                    <a:pt x="245683" y="19586"/>
                  </a:lnTo>
                  <a:lnTo>
                    <a:pt x="240980" y="17178"/>
                  </a:lnTo>
                  <a:lnTo>
                    <a:pt x="236203" y="14919"/>
                  </a:lnTo>
                  <a:lnTo>
                    <a:pt x="231357" y="12813"/>
                  </a:lnTo>
                  <a:lnTo>
                    <a:pt x="226446" y="10861"/>
                  </a:lnTo>
                  <a:lnTo>
                    <a:pt x="221477" y="9065"/>
                  </a:lnTo>
                  <a:lnTo>
                    <a:pt x="216453" y="7427"/>
                  </a:lnTo>
                  <a:lnTo>
                    <a:pt x="211380" y="5949"/>
                  </a:lnTo>
                  <a:lnTo>
                    <a:pt x="206262" y="4631"/>
                  </a:lnTo>
                  <a:lnTo>
                    <a:pt x="201106" y="3476"/>
                  </a:lnTo>
                  <a:lnTo>
                    <a:pt x="195915" y="2485"/>
                  </a:lnTo>
                  <a:lnTo>
                    <a:pt x="190696" y="1658"/>
                  </a:lnTo>
                  <a:lnTo>
                    <a:pt x="185454" y="997"/>
                  </a:lnTo>
                  <a:lnTo>
                    <a:pt x="180193" y="502"/>
                  </a:lnTo>
                  <a:lnTo>
                    <a:pt x="174919" y="173"/>
                  </a:lnTo>
                  <a:lnTo>
                    <a:pt x="169637" y="11"/>
                  </a:lnTo>
                  <a:lnTo>
                    <a:pt x="167154" y="1671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488720" y="5018213"/>
              <a:ext cx="2483" cy="167167"/>
            </a:xfrm>
            <a:custGeom>
              <a:avLst/>
              <a:pathLst>
                <a:path w="2483" h="167167">
                  <a:moveTo>
                    <a:pt x="2483" y="1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800757" y="5269756"/>
              <a:ext cx="163743" cy="167167"/>
            </a:xfrm>
            <a:custGeom>
              <a:avLst/>
              <a:pathLst>
                <a:path w="163743" h="167167">
                  <a:moveTo>
                    <a:pt x="163743" y="0"/>
                  </a:moveTo>
                  <a:lnTo>
                    <a:pt x="158299" y="88"/>
                  </a:lnTo>
                  <a:lnTo>
                    <a:pt x="152861" y="354"/>
                  </a:lnTo>
                  <a:lnTo>
                    <a:pt x="147434" y="797"/>
                  </a:lnTo>
                  <a:lnTo>
                    <a:pt x="142024" y="1416"/>
                  </a:lnTo>
                  <a:lnTo>
                    <a:pt x="136638" y="2212"/>
                  </a:lnTo>
                  <a:lnTo>
                    <a:pt x="131280" y="3182"/>
                  </a:lnTo>
                  <a:lnTo>
                    <a:pt x="125957" y="4326"/>
                  </a:lnTo>
                  <a:lnTo>
                    <a:pt x="120674" y="5643"/>
                  </a:lnTo>
                  <a:lnTo>
                    <a:pt x="115436" y="7131"/>
                  </a:lnTo>
                  <a:lnTo>
                    <a:pt x="110250" y="8790"/>
                  </a:lnTo>
                  <a:lnTo>
                    <a:pt x="105120" y="10616"/>
                  </a:lnTo>
                  <a:lnTo>
                    <a:pt x="100053" y="12608"/>
                  </a:lnTo>
                  <a:lnTo>
                    <a:pt x="95053" y="14764"/>
                  </a:lnTo>
                  <a:lnTo>
                    <a:pt x="90126" y="17082"/>
                  </a:lnTo>
                  <a:lnTo>
                    <a:pt x="85277" y="19559"/>
                  </a:lnTo>
                  <a:lnTo>
                    <a:pt x="80512" y="22193"/>
                  </a:lnTo>
                  <a:lnTo>
                    <a:pt x="75835" y="24980"/>
                  </a:lnTo>
                  <a:lnTo>
                    <a:pt x="71251" y="27919"/>
                  </a:lnTo>
                  <a:lnTo>
                    <a:pt x="66765" y="31005"/>
                  </a:lnTo>
                  <a:lnTo>
                    <a:pt x="62382" y="34235"/>
                  </a:lnTo>
                  <a:lnTo>
                    <a:pt x="58106" y="37607"/>
                  </a:lnTo>
                  <a:lnTo>
                    <a:pt x="53943" y="41116"/>
                  </a:lnTo>
                  <a:lnTo>
                    <a:pt x="49896" y="44759"/>
                  </a:lnTo>
                  <a:lnTo>
                    <a:pt x="45970" y="48531"/>
                  </a:lnTo>
                  <a:lnTo>
                    <a:pt x="42169" y="52430"/>
                  </a:lnTo>
                  <a:lnTo>
                    <a:pt x="38497" y="56450"/>
                  </a:lnTo>
                  <a:lnTo>
                    <a:pt x="34957" y="60588"/>
                  </a:lnTo>
                  <a:lnTo>
                    <a:pt x="31555" y="64838"/>
                  </a:lnTo>
                  <a:lnTo>
                    <a:pt x="28292" y="69198"/>
                  </a:lnTo>
                  <a:lnTo>
                    <a:pt x="25174" y="73661"/>
                  </a:lnTo>
                  <a:lnTo>
                    <a:pt x="22202" y="78223"/>
                  </a:lnTo>
                  <a:lnTo>
                    <a:pt x="19380" y="82880"/>
                  </a:lnTo>
                  <a:lnTo>
                    <a:pt x="16712" y="87626"/>
                  </a:lnTo>
                  <a:lnTo>
                    <a:pt x="14200" y="92457"/>
                  </a:lnTo>
                  <a:lnTo>
                    <a:pt x="11846" y="97367"/>
                  </a:lnTo>
                  <a:lnTo>
                    <a:pt x="9653" y="102351"/>
                  </a:lnTo>
                  <a:lnTo>
                    <a:pt x="7624" y="107403"/>
                  </a:lnTo>
                  <a:lnTo>
                    <a:pt x="5760" y="112519"/>
                  </a:lnTo>
                  <a:lnTo>
                    <a:pt x="4065" y="117693"/>
                  </a:lnTo>
                  <a:lnTo>
                    <a:pt x="2538" y="122920"/>
                  </a:lnTo>
                  <a:lnTo>
                    <a:pt x="1183" y="128193"/>
                  </a:lnTo>
                  <a:lnTo>
                    <a:pt x="0" y="133508"/>
                  </a:lnTo>
                  <a:lnTo>
                    <a:pt x="16374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797346" y="5269756"/>
              <a:ext cx="334303" cy="334334"/>
            </a:xfrm>
            <a:custGeom>
              <a:avLst/>
              <a:pathLst>
                <a:path w="334303" h="334334">
                  <a:moveTo>
                    <a:pt x="3410" y="133508"/>
                  </a:moveTo>
                  <a:lnTo>
                    <a:pt x="2425" y="138717"/>
                  </a:lnTo>
                  <a:lnTo>
                    <a:pt x="1606" y="143954"/>
                  </a:lnTo>
                  <a:lnTo>
                    <a:pt x="953" y="149214"/>
                  </a:lnTo>
                  <a:lnTo>
                    <a:pt x="468" y="154493"/>
                  </a:lnTo>
                  <a:lnTo>
                    <a:pt x="150" y="159784"/>
                  </a:lnTo>
                  <a:lnTo>
                    <a:pt x="0" y="165082"/>
                  </a:lnTo>
                  <a:lnTo>
                    <a:pt x="17" y="170383"/>
                  </a:lnTo>
                  <a:lnTo>
                    <a:pt x="203" y="175681"/>
                  </a:lnTo>
                  <a:lnTo>
                    <a:pt x="557" y="180969"/>
                  </a:lnTo>
                  <a:lnTo>
                    <a:pt x="1079" y="186244"/>
                  </a:lnTo>
                  <a:lnTo>
                    <a:pt x="1767" y="191500"/>
                  </a:lnTo>
                  <a:lnTo>
                    <a:pt x="2622" y="196732"/>
                  </a:lnTo>
                  <a:lnTo>
                    <a:pt x="3642" y="201933"/>
                  </a:lnTo>
                  <a:lnTo>
                    <a:pt x="4826" y="207100"/>
                  </a:lnTo>
                  <a:lnTo>
                    <a:pt x="6174" y="212227"/>
                  </a:lnTo>
                  <a:lnTo>
                    <a:pt x="7683" y="217308"/>
                  </a:lnTo>
                  <a:lnTo>
                    <a:pt x="9353" y="222339"/>
                  </a:lnTo>
                  <a:lnTo>
                    <a:pt x="11182" y="227314"/>
                  </a:lnTo>
                  <a:lnTo>
                    <a:pt x="13167" y="232229"/>
                  </a:lnTo>
                  <a:lnTo>
                    <a:pt x="15307" y="237078"/>
                  </a:lnTo>
                  <a:lnTo>
                    <a:pt x="17600" y="241858"/>
                  </a:lnTo>
                  <a:lnTo>
                    <a:pt x="20044" y="246562"/>
                  </a:lnTo>
                  <a:lnTo>
                    <a:pt x="22635" y="251186"/>
                  </a:lnTo>
                  <a:lnTo>
                    <a:pt x="25371" y="255726"/>
                  </a:lnTo>
                  <a:lnTo>
                    <a:pt x="28250" y="260176"/>
                  </a:lnTo>
                  <a:lnTo>
                    <a:pt x="31269" y="264534"/>
                  </a:lnTo>
                  <a:lnTo>
                    <a:pt x="34424" y="268793"/>
                  </a:lnTo>
                  <a:lnTo>
                    <a:pt x="37713" y="272950"/>
                  </a:lnTo>
                  <a:lnTo>
                    <a:pt x="41132" y="277001"/>
                  </a:lnTo>
                  <a:lnTo>
                    <a:pt x="44678" y="280941"/>
                  </a:lnTo>
                  <a:lnTo>
                    <a:pt x="48347" y="284767"/>
                  </a:lnTo>
                  <a:lnTo>
                    <a:pt x="52135" y="288475"/>
                  </a:lnTo>
                  <a:lnTo>
                    <a:pt x="56039" y="292060"/>
                  </a:lnTo>
                  <a:lnTo>
                    <a:pt x="60054" y="295520"/>
                  </a:lnTo>
                  <a:lnTo>
                    <a:pt x="64178" y="298852"/>
                  </a:lnTo>
                  <a:lnTo>
                    <a:pt x="68405" y="302050"/>
                  </a:lnTo>
                  <a:lnTo>
                    <a:pt x="72731" y="305113"/>
                  </a:lnTo>
                  <a:lnTo>
                    <a:pt x="77152" y="308038"/>
                  </a:lnTo>
                  <a:lnTo>
                    <a:pt x="81663" y="310820"/>
                  </a:lnTo>
                  <a:lnTo>
                    <a:pt x="86261" y="313459"/>
                  </a:lnTo>
                  <a:lnTo>
                    <a:pt x="90940" y="315950"/>
                  </a:lnTo>
                  <a:lnTo>
                    <a:pt x="95695" y="318291"/>
                  </a:lnTo>
                  <a:lnTo>
                    <a:pt x="100523" y="320481"/>
                  </a:lnTo>
                  <a:lnTo>
                    <a:pt x="105417" y="322517"/>
                  </a:lnTo>
                  <a:lnTo>
                    <a:pt x="110373" y="324396"/>
                  </a:lnTo>
                  <a:lnTo>
                    <a:pt x="115387" y="326117"/>
                  </a:lnTo>
                  <a:lnTo>
                    <a:pt x="120452" y="327678"/>
                  </a:lnTo>
                  <a:lnTo>
                    <a:pt x="125565" y="329078"/>
                  </a:lnTo>
                  <a:lnTo>
                    <a:pt x="130719" y="330316"/>
                  </a:lnTo>
                  <a:lnTo>
                    <a:pt x="135910" y="331389"/>
                  </a:lnTo>
                  <a:lnTo>
                    <a:pt x="141133" y="332297"/>
                  </a:lnTo>
                  <a:lnTo>
                    <a:pt x="146381" y="333039"/>
                  </a:lnTo>
                  <a:lnTo>
                    <a:pt x="151651" y="333614"/>
                  </a:lnTo>
                  <a:lnTo>
                    <a:pt x="156936" y="334022"/>
                  </a:lnTo>
                  <a:lnTo>
                    <a:pt x="162231" y="334262"/>
                  </a:lnTo>
                  <a:lnTo>
                    <a:pt x="167531" y="334334"/>
                  </a:lnTo>
                  <a:lnTo>
                    <a:pt x="172831" y="334238"/>
                  </a:lnTo>
                  <a:lnTo>
                    <a:pt x="178125" y="333974"/>
                  </a:lnTo>
                  <a:lnTo>
                    <a:pt x="183408" y="333542"/>
                  </a:lnTo>
                  <a:lnTo>
                    <a:pt x="188675" y="332943"/>
                  </a:lnTo>
                  <a:lnTo>
                    <a:pt x="193920" y="332178"/>
                  </a:lnTo>
                  <a:lnTo>
                    <a:pt x="199138" y="331246"/>
                  </a:lnTo>
                  <a:lnTo>
                    <a:pt x="204325" y="330149"/>
                  </a:lnTo>
                  <a:lnTo>
                    <a:pt x="209473" y="328889"/>
                  </a:lnTo>
                  <a:lnTo>
                    <a:pt x="214579" y="327466"/>
                  </a:lnTo>
                  <a:lnTo>
                    <a:pt x="219638" y="325882"/>
                  </a:lnTo>
                  <a:lnTo>
                    <a:pt x="224644" y="324138"/>
                  </a:lnTo>
                  <a:lnTo>
                    <a:pt x="229591" y="322236"/>
                  </a:lnTo>
                  <a:lnTo>
                    <a:pt x="234477" y="320179"/>
                  </a:lnTo>
                  <a:lnTo>
                    <a:pt x="239294" y="317967"/>
                  </a:lnTo>
                  <a:lnTo>
                    <a:pt x="244039" y="315604"/>
                  </a:lnTo>
                  <a:lnTo>
                    <a:pt x="248706" y="313092"/>
                  </a:lnTo>
                  <a:lnTo>
                    <a:pt x="253292" y="310433"/>
                  </a:lnTo>
                  <a:lnTo>
                    <a:pt x="257791" y="307630"/>
                  </a:lnTo>
                  <a:lnTo>
                    <a:pt x="262199" y="304686"/>
                  </a:lnTo>
                  <a:lnTo>
                    <a:pt x="266511" y="301603"/>
                  </a:lnTo>
                  <a:lnTo>
                    <a:pt x="270723" y="298386"/>
                  </a:lnTo>
                  <a:lnTo>
                    <a:pt x="274832" y="295036"/>
                  </a:lnTo>
                  <a:lnTo>
                    <a:pt x="278832" y="291558"/>
                  </a:lnTo>
                  <a:lnTo>
                    <a:pt x="282719" y="287954"/>
                  </a:lnTo>
                  <a:lnTo>
                    <a:pt x="286491" y="284230"/>
                  </a:lnTo>
                  <a:lnTo>
                    <a:pt x="290142" y="280387"/>
                  </a:lnTo>
                  <a:lnTo>
                    <a:pt x="293670" y="276431"/>
                  </a:lnTo>
                  <a:lnTo>
                    <a:pt x="297071" y="272365"/>
                  </a:lnTo>
                  <a:lnTo>
                    <a:pt x="300341" y="268193"/>
                  </a:lnTo>
                  <a:lnTo>
                    <a:pt x="303477" y="263919"/>
                  </a:lnTo>
                  <a:lnTo>
                    <a:pt x="306476" y="259549"/>
                  </a:lnTo>
                  <a:lnTo>
                    <a:pt x="309335" y="255085"/>
                  </a:lnTo>
                  <a:lnTo>
                    <a:pt x="312051" y="250533"/>
                  </a:lnTo>
                  <a:lnTo>
                    <a:pt x="314621" y="245897"/>
                  </a:lnTo>
                  <a:lnTo>
                    <a:pt x="317043" y="241182"/>
                  </a:lnTo>
                  <a:lnTo>
                    <a:pt x="319314" y="236392"/>
                  </a:lnTo>
                  <a:lnTo>
                    <a:pt x="321433" y="231533"/>
                  </a:lnTo>
                  <a:lnTo>
                    <a:pt x="323396" y="226610"/>
                  </a:lnTo>
                  <a:lnTo>
                    <a:pt x="325202" y="221626"/>
                  </a:lnTo>
                  <a:lnTo>
                    <a:pt x="326849" y="216588"/>
                  </a:lnTo>
                  <a:lnTo>
                    <a:pt x="328336" y="211500"/>
                  </a:lnTo>
                  <a:lnTo>
                    <a:pt x="329660" y="206367"/>
                  </a:lnTo>
                  <a:lnTo>
                    <a:pt x="330821" y="201195"/>
                  </a:lnTo>
                  <a:lnTo>
                    <a:pt x="331818" y="195989"/>
                  </a:lnTo>
                  <a:lnTo>
                    <a:pt x="332649" y="190754"/>
                  </a:lnTo>
                  <a:lnTo>
                    <a:pt x="333314" y="185495"/>
                  </a:lnTo>
                  <a:lnTo>
                    <a:pt x="333811" y="180217"/>
                  </a:lnTo>
                  <a:lnTo>
                    <a:pt x="334141" y="174927"/>
                  </a:lnTo>
                  <a:lnTo>
                    <a:pt x="334303" y="169629"/>
                  </a:lnTo>
                  <a:lnTo>
                    <a:pt x="334297" y="164328"/>
                  </a:lnTo>
                  <a:lnTo>
                    <a:pt x="334123" y="159030"/>
                  </a:lnTo>
                  <a:lnTo>
                    <a:pt x="333781" y="153740"/>
                  </a:lnTo>
                  <a:lnTo>
                    <a:pt x="333272" y="148464"/>
                  </a:lnTo>
                  <a:lnTo>
                    <a:pt x="332595" y="143207"/>
                  </a:lnTo>
                  <a:lnTo>
                    <a:pt x="331753" y="137974"/>
                  </a:lnTo>
                  <a:lnTo>
                    <a:pt x="330744" y="132770"/>
                  </a:lnTo>
                  <a:lnTo>
                    <a:pt x="329571" y="127600"/>
                  </a:lnTo>
                  <a:lnTo>
                    <a:pt x="328235" y="122471"/>
                  </a:lnTo>
                  <a:lnTo>
                    <a:pt x="326737" y="117386"/>
                  </a:lnTo>
                  <a:lnTo>
                    <a:pt x="325079" y="112351"/>
                  </a:lnTo>
                  <a:lnTo>
                    <a:pt x="323261" y="107372"/>
                  </a:lnTo>
                  <a:lnTo>
                    <a:pt x="321287" y="102453"/>
                  </a:lnTo>
                  <a:lnTo>
                    <a:pt x="319158" y="97598"/>
                  </a:lnTo>
                  <a:lnTo>
                    <a:pt x="316876" y="92814"/>
                  </a:lnTo>
                  <a:lnTo>
                    <a:pt x="314443" y="88104"/>
                  </a:lnTo>
                  <a:lnTo>
                    <a:pt x="311862" y="83474"/>
                  </a:lnTo>
                  <a:lnTo>
                    <a:pt x="309136" y="78928"/>
                  </a:lnTo>
                  <a:lnTo>
                    <a:pt x="306267" y="74471"/>
                  </a:lnTo>
                  <a:lnTo>
                    <a:pt x="303258" y="70107"/>
                  </a:lnTo>
                  <a:lnTo>
                    <a:pt x="300112" y="65841"/>
                  </a:lnTo>
                  <a:lnTo>
                    <a:pt x="296833" y="61676"/>
                  </a:lnTo>
                  <a:lnTo>
                    <a:pt x="293423" y="57618"/>
                  </a:lnTo>
                  <a:lnTo>
                    <a:pt x="289887" y="53670"/>
                  </a:lnTo>
                  <a:lnTo>
                    <a:pt x="286226" y="49835"/>
                  </a:lnTo>
                  <a:lnTo>
                    <a:pt x="282446" y="46119"/>
                  </a:lnTo>
                  <a:lnTo>
                    <a:pt x="278551" y="42525"/>
                  </a:lnTo>
                  <a:lnTo>
                    <a:pt x="274543" y="39055"/>
                  </a:lnTo>
                  <a:lnTo>
                    <a:pt x="270427" y="35715"/>
                  </a:lnTo>
                  <a:lnTo>
                    <a:pt x="266207" y="32507"/>
                  </a:lnTo>
                  <a:lnTo>
                    <a:pt x="261888" y="29434"/>
                  </a:lnTo>
                  <a:lnTo>
                    <a:pt x="257474" y="26500"/>
                  </a:lnTo>
                  <a:lnTo>
                    <a:pt x="252968" y="23707"/>
                  </a:lnTo>
                  <a:lnTo>
                    <a:pt x="248377" y="21058"/>
                  </a:lnTo>
                  <a:lnTo>
                    <a:pt x="243704" y="18556"/>
                  </a:lnTo>
                  <a:lnTo>
                    <a:pt x="238953" y="16204"/>
                  </a:lnTo>
                  <a:lnTo>
                    <a:pt x="234131" y="14004"/>
                  </a:lnTo>
                  <a:lnTo>
                    <a:pt x="229241" y="11957"/>
                  </a:lnTo>
                  <a:lnTo>
                    <a:pt x="224289" y="10067"/>
                  </a:lnTo>
                  <a:lnTo>
                    <a:pt x="219280" y="8334"/>
                  </a:lnTo>
                  <a:lnTo>
                    <a:pt x="214218" y="6761"/>
                  </a:lnTo>
                  <a:lnTo>
                    <a:pt x="209108" y="5350"/>
                  </a:lnTo>
                  <a:lnTo>
                    <a:pt x="203957" y="4101"/>
                  </a:lnTo>
                  <a:lnTo>
                    <a:pt x="198768" y="3016"/>
                  </a:lnTo>
                  <a:lnTo>
                    <a:pt x="193548" y="2096"/>
                  </a:lnTo>
                  <a:lnTo>
                    <a:pt x="188301" y="1342"/>
                  </a:lnTo>
                  <a:lnTo>
                    <a:pt x="183033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4458303" y="5399291"/>
              <a:ext cx="27912" cy="167167"/>
            </a:xfrm>
            <a:custGeom>
              <a:avLst/>
              <a:pathLst>
                <a:path w="27912" h="167167">
                  <a:moveTo>
                    <a:pt x="27912" y="0"/>
                  </a:moveTo>
                  <a:lnTo>
                    <a:pt x="20903" y="146"/>
                  </a:lnTo>
                  <a:lnTo>
                    <a:pt x="13906" y="587"/>
                  </a:lnTo>
                  <a:lnTo>
                    <a:pt x="6935" y="1321"/>
                  </a:lnTo>
                  <a:lnTo>
                    <a:pt x="0" y="2346"/>
                  </a:lnTo>
                  <a:lnTo>
                    <a:pt x="2791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4458303" y="5401638"/>
              <a:ext cx="27912" cy="164820"/>
            </a:xfrm>
            <a:custGeom>
              <a:avLst/>
              <a:pathLst>
                <a:path w="27912" h="164820">
                  <a:moveTo>
                    <a:pt x="0" y="0"/>
                  </a:moveTo>
                  <a:lnTo>
                    <a:pt x="27912" y="1648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4458303" y="5401638"/>
              <a:ext cx="27912" cy="164820"/>
            </a:xfrm>
            <a:custGeom>
              <a:avLst/>
              <a:pathLst>
                <a:path w="27912" h="164820">
                  <a:moveTo>
                    <a:pt x="0" y="0"/>
                  </a:moveTo>
                  <a:lnTo>
                    <a:pt x="27912" y="1648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458303" y="5401638"/>
              <a:ext cx="27912" cy="164820"/>
            </a:xfrm>
            <a:custGeom>
              <a:avLst/>
              <a:pathLst>
                <a:path w="27912" h="164820">
                  <a:moveTo>
                    <a:pt x="0" y="0"/>
                  </a:moveTo>
                  <a:lnTo>
                    <a:pt x="27912" y="1648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458303" y="5401638"/>
              <a:ext cx="27912" cy="164820"/>
            </a:xfrm>
            <a:custGeom>
              <a:avLst/>
              <a:pathLst>
                <a:path w="27912" h="164820">
                  <a:moveTo>
                    <a:pt x="0" y="0"/>
                  </a:moveTo>
                  <a:lnTo>
                    <a:pt x="27912" y="1648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458303" y="5401638"/>
              <a:ext cx="27912" cy="164820"/>
            </a:xfrm>
            <a:custGeom>
              <a:avLst/>
              <a:pathLst>
                <a:path w="27912" h="164820">
                  <a:moveTo>
                    <a:pt x="0" y="0"/>
                  </a:moveTo>
                  <a:lnTo>
                    <a:pt x="27912" y="1648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458303" y="5401638"/>
              <a:ext cx="27912" cy="164820"/>
            </a:xfrm>
            <a:custGeom>
              <a:avLst/>
              <a:pathLst>
                <a:path w="27912" h="164820">
                  <a:moveTo>
                    <a:pt x="0" y="0"/>
                  </a:moveTo>
                  <a:lnTo>
                    <a:pt x="27912" y="1648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319062" y="5401638"/>
              <a:ext cx="334319" cy="331986"/>
            </a:xfrm>
            <a:custGeom>
              <a:avLst/>
              <a:pathLst>
                <a:path w="334319" h="331986">
                  <a:moveTo>
                    <a:pt x="139240" y="0"/>
                  </a:moveTo>
                  <a:lnTo>
                    <a:pt x="134048" y="963"/>
                  </a:lnTo>
                  <a:lnTo>
                    <a:pt x="128889" y="2091"/>
                  </a:lnTo>
                  <a:lnTo>
                    <a:pt x="123769" y="3380"/>
                  </a:lnTo>
                  <a:lnTo>
                    <a:pt x="118691" y="4831"/>
                  </a:lnTo>
                  <a:lnTo>
                    <a:pt x="113662" y="6442"/>
                  </a:lnTo>
                  <a:lnTo>
                    <a:pt x="108686" y="8210"/>
                  </a:lnTo>
                  <a:lnTo>
                    <a:pt x="103769" y="10135"/>
                  </a:lnTo>
                  <a:lnTo>
                    <a:pt x="98915" y="12214"/>
                  </a:lnTo>
                  <a:lnTo>
                    <a:pt x="94129" y="14446"/>
                  </a:lnTo>
                  <a:lnTo>
                    <a:pt x="89416" y="16827"/>
                  </a:lnTo>
                  <a:lnTo>
                    <a:pt x="84780" y="19356"/>
                  </a:lnTo>
                  <a:lnTo>
                    <a:pt x="80227" y="22031"/>
                  </a:lnTo>
                  <a:lnTo>
                    <a:pt x="75760" y="24848"/>
                  </a:lnTo>
                  <a:lnTo>
                    <a:pt x="71385" y="27804"/>
                  </a:lnTo>
                  <a:lnTo>
                    <a:pt x="67105" y="30897"/>
                  </a:lnTo>
                  <a:lnTo>
                    <a:pt x="62925" y="34124"/>
                  </a:lnTo>
                  <a:lnTo>
                    <a:pt x="58849" y="37481"/>
                  </a:lnTo>
                  <a:lnTo>
                    <a:pt x="54881" y="40966"/>
                  </a:lnTo>
                  <a:lnTo>
                    <a:pt x="51025" y="44574"/>
                  </a:lnTo>
                  <a:lnTo>
                    <a:pt x="47285" y="48302"/>
                  </a:lnTo>
                  <a:lnTo>
                    <a:pt x="43664" y="52146"/>
                  </a:lnTo>
                  <a:lnTo>
                    <a:pt x="40167" y="56102"/>
                  </a:lnTo>
                  <a:lnTo>
                    <a:pt x="36796" y="60167"/>
                  </a:lnTo>
                  <a:lnTo>
                    <a:pt x="33556" y="64337"/>
                  </a:lnTo>
                  <a:lnTo>
                    <a:pt x="30449" y="68607"/>
                  </a:lnTo>
                  <a:lnTo>
                    <a:pt x="27478" y="72973"/>
                  </a:lnTo>
                  <a:lnTo>
                    <a:pt x="24647" y="77430"/>
                  </a:lnTo>
                  <a:lnTo>
                    <a:pt x="21958" y="81975"/>
                  </a:lnTo>
                  <a:lnTo>
                    <a:pt x="19413" y="86602"/>
                  </a:lnTo>
                  <a:lnTo>
                    <a:pt x="17017" y="91308"/>
                  </a:lnTo>
                  <a:lnTo>
                    <a:pt x="14770" y="96086"/>
                  </a:lnTo>
                  <a:lnTo>
                    <a:pt x="12675" y="100934"/>
                  </a:lnTo>
                  <a:lnTo>
                    <a:pt x="10734" y="105845"/>
                  </a:lnTo>
                  <a:lnTo>
                    <a:pt x="8949" y="110815"/>
                  </a:lnTo>
                  <a:lnTo>
                    <a:pt x="7322" y="115839"/>
                  </a:lnTo>
                  <a:lnTo>
                    <a:pt x="5855" y="120911"/>
                  </a:lnTo>
                  <a:lnTo>
                    <a:pt x="4549" y="126028"/>
                  </a:lnTo>
                  <a:lnTo>
                    <a:pt x="3404" y="131183"/>
                  </a:lnTo>
                  <a:lnTo>
                    <a:pt x="2424" y="136372"/>
                  </a:lnTo>
                  <a:lnTo>
                    <a:pt x="1607" y="141589"/>
                  </a:lnTo>
                  <a:lnTo>
                    <a:pt x="956" y="146829"/>
                  </a:lnTo>
                  <a:lnTo>
                    <a:pt x="471" y="152088"/>
                  </a:lnTo>
                  <a:lnTo>
                    <a:pt x="152" y="157359"/>
                  </a:lnTo>
                  <a:lnTo>
                    <a:pt x="0" y="162637"/>
                  </a:lnTo>
                  <a:lnTo>
                    <a:pt x="14" y="167918"/>
                  </a:lnTo>
                  <a:lnTo>
                    <a:pt x="195" y="173195"/>
                  </a:lnTo>
                  <a:lnTo>
                    <a:pt x="543" y="178465"/>
                  </a:lnTo>
                  <a:lnTo>
                    <a:pt x="1057" y="183720"/>
                  </a:lnTo>
                  <a:lnTo>
                    <a:pt x="1737" y="188957"/>
                  </a:lnTo>
                  <a:lnTo>
                    <a:pt x="2582" y="194170"/>
                  </a:lnTo>
                  <a:lnTo>
                    <a:pt x="3591" y="199353"/>
                  </a:lnTo>
                  <a:lnTo>
                    <a:pt x="4763" y="204502"/>
                  </a:lnTo>
                  <a:lnTo>
                    <a:pt x="6098" y="209611"/>
                  </a:lnTo>
                  <a:lnTo>
                    <a:pt x="7593" y="214676"/>
                  </a:lnTo>
                  <a:lnTo>
                    <a:pt x="9247" y="219691"/>
                  </a:lnTo>
                  <a:lnTo>
                    <a:pt x="11059" y="224651"/>
                  </a:lnTo>
                  <a:lnTo>
                    <a:pt x="13027" y="229551"/>
                  </a:lnTo>
                  <a:lnTo>
                    <a:pt x="15148" y="234387"/>
                  </a:lnTo>
                  <a:lnTo>
                    <a:pt x="17421" y="239153"/>
                  </a:lnTo>
                  <a:lnTo>
                    <a:pt x="19844" y="243846"/>
                  </a:lnTo>
                  <a:lnTo>
                    <a:pt x="22413" y="248459"/>
                  </a:lnTo>
                  <a:lnTo>
                    <a:pt x="25127" y="252989"/>
                  </a:lnTo>
                  <a:lnTo>
                    <a:pt x="27983" y="257431"/>
                  </a:lnTo>
                  <a:lnTo>
                    <a:pt x="30977" y="261780"/>
                  </a:lnTo>
                  <a:lnTo>
                    <a:pt x="34108" y="266033"/>
                  </a:lnTo>
                  <a:lnTo>
                    <a:pt x="37371" y="270185"/>
                  </a:lnTo>
                  <a:lnTo>
                    <a:pt x="40764" y="274231"/>
                  </a:lnTo>
                  <a:lnTo>
                    <a:pt x="44283" y="278169"/>
                  </a:lnTo>
                  <a:lnTo>
                    <a:pt x="47924" y="281993"/>
                  </a:lnTo>
                  <a:lnTo>
                    <a:pt x="51684" y="285700"/>
                  </a:lnTo>
                  <a:lnTo>
                    <a:pt x="55560" y="289287"/>
                  </a:lnTo>
                  <a:lnTo>
                    <a:pt x="59547" y="292750"/>
                  </a:lnTo>
                  <a:lnTo>
                    <a:pt x="63641" y="296085"/>
                  </a:lnTo>
                  <a:lnTo>
                    <a:pt x="67839" y="299289"/>
                  </a:lnTo>
                  <a:lnTo>
                    <a:pt x="72136" y="302358"/>
                  </a:lnTo>
                  <a:lnTo>
                    <a:pt x="76527" y="305291"/>
                  </a:lnTo>
                  <a:lnTo>
                    <a:pt x="81009" y="308083"/>
                  </a:lnTo>
                  <a:lnTo>
                    <a:pt x="85577" y="310733"/>
                  </a:lnTo>
                  <a:lnTo>
                    <a:pt x="90227" y="313236"/>
                  </a:lnTo>
                  <a:lnTo>
                    <a:pt x="94953" y="315592"/>
                  </a:lnTo>
                  <a:lnTo>
                    <a:pt x="99751" y="317797"/>
                  </a:lnTo>
                  <a:lnTo>
                    <a:pt x="104617" y="319850"/>
                  </a:lnTo>
                  <a:lnTo>
                    <a:pt x="109544" y="321748"/>
                  </a:lnTo>
                  <a:lnTo>
                    <a:pt x="114530" y="323489"/>
                  </a:lnTo>
                  <a:lnTo>
                    <a:pt x="119568" y="325072"/>
                  </a:lnTo>
                  <a:lnTo>
                    <a:pt x="124653" y="326495"/>
                  </a:lnTo>
                  <a:lnTo>
                    <a:pt x="129781" y="327757"/>
                  </a:lnTo>
                  <a:lnTo>
                    <a:pt x="134946" y="328856"/>
                  </a:lnTo>
                  <a:lnTo>
                    <a:pt x="140143" y="329791"/>
                  </a:lnTo>
                  <a:lnTo>
                    <a:pt x="145367" y="330562"/>
                  </a:lnTo>
                  <a:lnTo>
                    <a:pt x="150613" y="331167"/>
                  </a:lnTo>
                  <a:lnTo>
                    <a:pt x="155875" y="331607"/>
                  </a:lnTo>
                  <a:lnTo>
                    <a:pt x="161149" y="331880"/>
                  </a:lnTo>
                  <a:lnTo>
                    <a:pt x="166428" y="331986"/>
                  </a:lnTo>
                  <a:lnTo>
                    <a:pt x="171709" y="331926"/>
                  </a:lnTo>
                  <a:lnTo>
                    <a:pt x="176984" y="331698"/>
                  </a:lnTo>
                  <a:lnTo>
                    <a:pt x="182250" y="331304"/>
                  </a:lnTo>
                  <a:lnTo>
                    <a:pt x="187501" y="330745"/>
                  </a:lnTo>
                  <a:lnTo>
                    <a:pt x="192732" y="330019"/>
                  </a:lnTo>
                  <a:lnTo>
                    <a:pt x="197937" y="329129"/>
                  </a:lnTo>
                  <a:lnTo>
                    <a:pt x="203111" y="328074"/>
                  </a:lnTo>
                  <a:lnTo>
                    <a:pt x="208250" y="326857"/>
                  </a:lnTo>
                  <a:lnTo>
                    <a:pt x="213347" y="325478"/>
                  </a:lnTo>
                  <a:lnTo>
                    <a:pt x="218399" y="323939"/>
                  </a:lnTo>
                  <a:lnTo>
                    <a:pt x="223399" y="322241"/>
                  </a:lnTo>
                  <a:lnTo>
                    <a:pt x="228343" y="320386"/>
                  </a:lnTo>
                  <a:lnTo>
                    <a:pt x="233226" y="318376"/>
                  </a:lnTo>
                  <a:lnTo>
                    <a:pt x="238043" y="316212"/>
                  </a:lnTo>
                  <a:lnTo>
                    <a:pt x="242789" y="313897"/>
                  </a:lnTo>
                  <a:lnTo>
                    <a:pt x="247460" y="311434"/>
                  </a:lnTo>
                  <a:lnTo>
                    <a:pt x="252051" y="308824"/>
                  </a:lnTo>
                  <a:lnTo>
                    <a:pt x="256557" y="306071"/>
                  </a:lnTo>
                  <a:lnTo>
                    <a:pt x="260974" y="303177"/>
                  </a:lnTo>
                  <a:lnTo>
                    <a:pt x="265297" y="300144"/>
                  </a:lnTo>
                  <a:lnTo>
                    <a:pt x="269522" y="296977"/>
                  </a:lnTo>
                  <a:lnTo>
                    <a:pt x="273646" y="293678"/>
                  </a:lnTo>
                  <a:lnTo>
                    <a:pt x="277662" y="290250"/>
                  </a:lnTo>
                  <a:lnTo>
                    <a:pt x="281569" y="286697"/>
                  </a:lnTo>
                  <a:lnTo>
                    <a:pt x="285361" y="283022"/>
                  </a:lnTo>
                  <a:lnTo>
                    <a:pt x="289036" y="279229"/>
                  </a:lnTo>
                  <a:lnTo>
                    <a:pt x="292589" y="275323"/>
                  </a:lnTo>
                  <a:lnTo>
                    <a:pt x="296016" y="271305"/>
                  </a:lnTo>
                  <a:lnTo>
                    <a:pt x="299315" y="267182"/>
                  </a:lnTo>
                  <a:lnTo>
                    <a:pt x="302483" y="262957"/>
                  </a:lnTo>
                  <a:lnTo>
                    <a:pt x="305515" y="258633"/>
                  </a:lnTo>
                  <a:lnTo>
                    <a:pt x="308409" y="254216"/>
                  </a:lnTo>
                  <a:lnTo>
                    <a:pt x="311162" y="249710"/>
                  </a:lnTo>
                  <a:lnTo>
                    <a:pt x="313771" y="245119"/>
                  </a:lnTo>
                  <a:lnTo>
                    <a:pt x="316234" y="240448"/>
                  </a:lnTo>
                  <a:lnTo>
                    <a:pt x="318549" y="235702"/>
                  </a:lnTo>
                  <a:lnTo>
                    <a:pt x="320712" y="230884"/>
                  </a:lnTo>
                  <a:lnTo>
                    <a:pt x="322722" y="226001"/>
                  </a:lnTo>
                  <a:lnTo>
                    <a:pt x="324577" y="221057"/>
                  </a:lnTo>
                  <a:lnTo>
                    <a:pt x="326275" y="216057"/>
                  </a:lnTo>
                  <a:lnTo>
                    <a:pt x="327813" y="211005"/>
                  </a:lnTo>
                  <a:lnTo>
                    <a:pt x="329192" y="205908"/>
                  </a:lnTo>
                  <a:lnTo>
                    <a:pt x="330409" y="200769"/>
                  </a:lnTo>
                  <a:lnTo>
                    <a:pt x="331463" y="195595"/>
                  </a:lnTo>
                  <a:lnTo>
                    <a:pt x="332353" y="190390"/>
                  </a:lnTo>
                  <a:lnTo>
                    <a:pt x="333078" y="185159"/>
                  </a:lnTo>
                  <a:lnTo>
                    <a:pt x="333638" y="179908"/>
                  </a:lnTo>
                  <a:lnTo>
                    <a:pt x="334031" y="174642"/>
                  </a:lnTo>
                  <a:lnTo>
                    <a:pt x="334258" y="169366"/>
                  </a:lnTo>
                  <a:lnTo>
                    <a:pt x="334319" y="164086"/>
                  </a:lnTo>
                  <a:lnTo>
                    <a:pt x="334212" y="158806"/>
                  </a:lnTo>
                  <a:lnTo>
                    <a:pt x="333939" y="153533"/>
                  </a:lnTo>
                  <a:lnTo>
                    <a:pt x="333499" y="148270"/>
                  </a:lnTo>
                  <a:lnTo>
                    <a:pt x="332893" y="143025"/>
                  </a:lnTo>
                  <a:lnTo>
                    <a:pt x="332122" y="137800"/>
                  </a:lnTo>
                  <a:lnTo>
                    <a:pt x="331186" y="132603"/>
                  </a:lnTo>
                  <a:lnTo>
                    <a:pt x="330087" y="127438"/>
                  </a:lnTo>
                  <a:lnTo>
                    <a:pt x="328825" y="122311"/>
                  </a:lnTo>
                  <a:lnTo>
                    <a:pt x="327402" y="117226"/>
                  </a:lnTo>
                  <a:lnTo>
                    <a:pt x="325818" y="112188"/>
                  </a:lnTo>
                  <a:lnTo>
                    <a:pt x="324077" y="107203"/>
                  </a:lnTo>
                  <a:lnTo>
                    <a:pt x="322179" y="102275"/>
                  </a:lnTo>
                  <a:lnTo>
                    <a:pt x="320126" y="97410"/>
                  </a:lnTo>
                  <a:lnTo>
                    <a:pt x="317920" y="92611"/>
                  </a:lnTo>
                  <a:lnTo>
                    <a:pt x="315564" y="87885"/>
                  </a:lnTo>
                  <a:lnTo>
                    <a:pt x="313060" y="83236"/>
                  </a:lnTo>
                  <a:lnTo>
                    <a:pt x="310411" y="78668"/>
                  </a:lnTo>
                  <a:lnTo>
                    <a:pt x="307618" y="74187"/>
                  </a:lnTo>
                  <a:lnTo>
                    <a:pt x="304685" y="69795"/>
                  </a:lnTo>
                  <a:lnTo>
                    <a:pt x="301615" y="65499"/>
                  </a:lnTo>
                  <a:lnTo>
                    <a:pt x="298411" y="61301"/>
                  </a:lnTo>
                  <a:lnTo>
                    <a:pt x="295076" y="57207"/>
                  </a:lnTo>
                  <a:lnTo>
                    <a:pt x="291613" y="53220"/>
                  </a:lnTo>
                  <a:lnTo>
                    <a:pt x="288026" y="49345"/>
                  </a:lnTo>
                  <a:lnTo>
                    <a:pt x="284318" y="45585"/>
                  </a:lnTo>
                  <a:lnTo>
                    <a:pt x="280494" y="41943"/>
                  </a:lnTo>
                  <a:lnTo>
                    <a:pt x="276556" y="38425"/>
                  </a:lnTo>
                  <a:lnTo>
                    <a:pt x="272509" y="35032"/>
                  </a:lnTo>
                  <a:lnTo>
                    <a:pt x="268358" y="31769"/>
                  </a:lnTo>
                  <a:lnTo>
                    <a:pt x="264105" y="28639"/>
                  </a:lnTo>
                  <a:lnTo>
                    <a:pt x="259755" y="25645"/>
                  </a:lnTo>
                  <a:lnTo>
                    <a:pt x="255313" y="22789"/>
                  </a:lnTo>
                  <a:lnTo>
                    <a:pt x="250783" y="20076"/>
                  </a:lnTo>
                  <a:lnTo>
                    <a:pt x="246169" y="17506"/>
                  </a:lnTo>
                  <a:lnTo>
                    <a:pt x="241477" y="15084"/>
                  </a:lnTo>
                  <a:lnTo>
                    <a:pt x="236710" y="12811"/>
                  </a:lnTo>
                  <a:lnTo>
                    <a:pt x="231874" y="10690"/>
                  </a:lnTo>
                  <a:lnTo>
                    <a:pt x="226974" y="8723"/>
                  </a:lnTo>
                  <a:lnTo>
                    <a:pt x="222014" y="6911"/>
                  </a:lnTo>
                  <a:lnTo>
                    <a:pt x="216999" y="5257"/>
                  </a:lnTo>
                  <a:lnTo>
                    <a:pt x="211934" y="3762"/>
                  </a:lnTo>
                  <a:lnTo>
                    <a:pt x="206825" y="2428"/>
                  </a:lnTo>
                  <a:lnTo>
                    <a:pt x="201676" y="1256"/>
                  </a:lnTo>
                  <a:lnTo>
                    <a:pt x="196492" y="248"/>
                  </a:lnTo>
                  <a:lnTo>
                    <a:pt x="167153" y="164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486215" y="5399291"/>
              <a:ext cx="29339" cy="167167"/>
            </a:xfrm>
            <a:custGeom>
              <a:avLst/>
              <a:pathLst>
                <a:path w="29339" h="167167">
                  <a:moveTo>
                    <a:pt x="29339" y="2594"/>
                  </a:moveTo>
                  <a:lnTo>
                    <a:pt x="22054" y="1461"/>
                  </a:lnTo>
                  <a:lnTo>
                    <a:pt x="14727" y="649"/>
                  </a:lnTo>
                  <a:lnTo>
                    <a:pt x="7370" y="16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4856377" y="5399291"/>
              <a:ext cx="167166" cy="291477"/>
            </a:xfrm>
            <a:custGeom>
              <a:avLst/>
              <a:pathLst>
                <a:path w="167166" h="291477">
                  <a:moveTo>
                    <a:pt x="167166" y="0"/>
                  </a:moveTo>
                  <a:lnTo>
                    <a:pt x="161797" y="86"/>
                  </a:lnTo>
                  <a:lnTo>
                    <a:pt x="156433" y="344"/>
                  </a:lnTo>
                  <a:lnTo>
                    <a:pt x="151081" y="775"/>
                  </a:lnTo>
                  <a:lnTo>
                    <a:pt x="145745" y="1378"/>
                  </a:lnTo>
                  <a:lnTo>
                    <a:pt x="140431" y="2151"/>
                  </a:lnTo>
                  <a:lnTo>
                    <a:pt x="135145" y="3095"/>
                  </a:lnTo>
                  <a:lnTo>
                    <a:pt x="129892" y="4208"/>
                  </a:lnTo>
                  <a:lnTo>
                    <a:pt x="124677" y="5489"/>
                  </a:lnTo>
                  <a:lnTo>
                    <a:pt x="119506" y="6937"/>
                  </a:lnTo>
                  <a:lnTo>
                    <a:pt x="114385" y="8551"/>
                  </a:lnTo>
                  <a:lnTo>
                    <a:pt x="109317" y="10328"/>
                  </a:lnTo>
                  <a:lnTo>
                    <a:pt x="104310" y="12267"/>
                  </a:lnTo>
                  <a:lnTo>
                    <a:pt x="99367" y="14366"/>
                  </a:lnTo>
                  <a:lnTo>
                    <a:pt x="94494" y="16622"/>
                  </a:lnTo>
                  <a:lnTo>
                    <a:pt x="89697" y="19034"/>
                  </a:lnTo>
                  <a:lnTo>
                    <a:pt x="84979" y="21598"/>
                  </a:lnTo>
                  <a:lnTo>
                    <a:pt x="80346" y="24313"/>
                  </a:lnTo>
                  <a:lnTo>
                    <a:pt x="75802" y="27175"/>
                  </a:lnTo>
                  <a:lnTo>
                    <a:pt x="71353" y="30182"/>
                  </a:lnTo>
                  <a:lnTo>
                    <a:pt x="67003" y="33330"/>
                  </a:lnTo>
                  <a:lnTo>
                    <a:pt x="62756" y="36616"/>
                  </a:lnTo>
                  <a:lnTo>
                    <a:pt x="58617" y="40037"/>
                  </a:lnTo>
                  <a:lnTo>
                    <a:pt x="54590" y="43589"/>
                  </a:lnTo>
                  <a:lnTo>
                    <a:pt x="50679" y="47268"/>
                  </a:lnTo>
                  <a:lnTo>
                    <a:pt x="46888" y="51072"/>
                  </a:lnTo>
                  <a:lnTo>
                    <a:pt x="43221" y="54995"/>
                  </a:lnTo>
                  <a:lnTo>
                    <a:pt x="39682" y="59033"/>
                  </a:lnTo>
                  <a:lnTo>
                    <a:pt x="36275" y="63184"/>
                  </a:lnTo>
                  <a:lnTo>
                    <a:pt x="33003" y="67441"/>
                  </a:lnTo>
                  <a:lnTo>
                    <a:pt x="29869" y="71802"/>
                  </a:lnTo>
                  <a:lnTo>
                    <a:pt x="26877" y="76261"/>
                  </a:lnTo>
                  <a:lnTo>
                    <a:pt x="24030" y="80814"/>
                  </a:lnTo>
                  <a:lnTo>
                    <a:pt x="21330" y="85455"/>
                  </a:lnTo>
                  <a:lnTo>
                    <a:pt x="18781" y="90182"/>
                  </a:lnTo>
                  <a:lnTo>
                    <a:pt x="16385" y="94987"/>
                  </a:lnTo>
                  <a:lnTo>
                    <a:pt x="14144" y="99867"/>
                  </a:lnTo>
                  <a:lnTo>
                    <a:pt x="12062" y="104817"/>
                  </a:lnTo>
                  <a:lnTo>
                    <a:pt x="10139" y="109830"/>
                  </a:lnTo>
                  <a:lnTo>
                    <a:pt x="8379" y="114903"/>
                  </a:lnTo>
                  <a:lnTo>
                    <a:pt x="6782" y="120030"/>
                  </a:lnTo>
                  <a:lnTo>
                    <a:pt x="5351" y="125206"/>
                  </a:lnTo>
                  <a:lnTo>
                    <a:pt x="4086" y="130425"/>
                  </a:lnTo>
                  <a:lnTo>
                    <a:pt x="2990" y="135682"/>
                  </a:lnTo>
                  <a:lnTo>
                    <a:pt x="2064" y="140971"/>
                  </a:lnTo>
                  <a:lnTo>
                    <a:pt x="1308" y="146287"/>
                  </a:lnTo>
                  <a:lnTo>
                    <a:pt x="723" y="151625"/>
                  </a:lnTo>
                  <a:lnTo>
                    <a:pt x="309" y="156979"/>
                  </a:lnTo>
                  <a:lnTo>
                    <a:pt x="68" y="162343"/>
                  </a:lnTo>
                  <a:lnTo>
                    <a:pt x="0" y="167713"/>
                  </a:lnTo>
                  <a:lnTo>
                    <a:pt x="103" y="173081"/>
                  </a:lnTo>
                  <a:lnTo>
                    <a:pt x="379" y="178444"/>
                  </a:lnTo>
                  <a:lnTo>
                    <a:pt x="828" y="183795"/>
                  </a:lnTo>
                  <a:lnTo>
                    <a:pt x="1448" y="189129"/>
                  </a:lnTo>
                  <a:lnTo>
                    <a:pt x="2238" y="194440"/>
                  </a:lnTo>
                  <a:lnTo>
                    <a:pt x="3200" y="199723"/>
                  </a:lnTo>
                  <a:lnTo>
                    <a:pt x="4330" y="204973"/>
                  </a:lnTo>
                  <a:lnTo>
                    <a:pt x="5628" y="210183"/>
                  </a:lnTo>
                  <a:lnTo>
                    <a:pt x="7093" y="215350"/>
                  </a:lnTo>
                  <a:lnTo>
                    <a:pt x="8723" y="220466"/>
                  </a:lnTo>
                  <a:lnTo>
                    <a:pt x="10517" y="225527"/>
                  </a:lnTo>
                  <a:lnTo>
                    <a:pt x="12472" y="230529"/>
                  </a:lnTo>
                  <a:lnTo>
                    <a:pt x="14587" y="235464"/>
                  </a:lnTo>
                  <a:lnTo>
                    <a:pt x="16859" y="240330"/>
                  </a:lnTo>
                  <a:lnTo>
                    <a:pt x="19287" y="245119"/>
                  </a:lnTo>
                  <a:lnTo>
                    <a:pt x="21867" y="249829"/>
                  </a:lnTo>
                  <a:lnTo>
                    <a:pt x="24596" y="254453"/>
                  </a:lnTo>
                  <a:lnTo>
                    <a:pt x="27473" y="258987"/>
                  </a:lnTo>
                  <a:lnTo>
                    <a:pt x="30495" y="263426"/>
                  </a:lnTo>
                  <a:lnTo>
                    <a:pt x="33657" y="267766"/>
                  </a:lnTo>
                  <a:lnTo>
                    <a:pt x="36957" y="272002"/>
                  </a:lnTo>
                  <a:lnTo>
                    <a:pt x="40391" y="276130"/>
                  </a:lnTo>
                  <a:lnTo>
                    <a:pt x="43956" y="280146"/>
                  </a:lnTo>
                  <a:lnTo>
                    <a:pt x="47648" y="284045"/>
                  </a:lnTo>
                  <a:lnTo>
                    <a:pt x="51464" y="287823"/>
                  </a:lnTo>
                  <a:lnTo>
                    <a:pt x="55399" y="291477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4911777" y="5566459"/>
              <a:ext cx="111767" cy="124310"/>
            </a:xfrm>
            <a:custGeom>
              <a:avLst/>
              <a:pathLst>
                <a:path w="111767" h="124310">
                  <a:moveTo>
                    <a:pt x="0" y="124310"/>
                  </a:moveTo>
                  <a:lnTo>
                    <a:pt x="11176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4911777" y="5566459"/>
              <a:ext cx="111767" cy="124310"/>
            </a:xfrm>
            <a:custGeom>
              <a:avLst/>
              <a:pathLst>
                <a:path w="111767" h="124310">
                  <a:moveTo>
                    <a:pt x="0" y="124310"/>
                  </a:moveTo>
                  <a:lnTo>
                    <a:pt x="11176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4911777" y="5566459"/>
              <a:ext cx="111767" cy="124310"/>
            </a:xfrm>
            <a:custGeom>
              <a:avLst/>
              <a:pathLst>
                <a:path w="111767" h="124310">
                  <a:moveTo>
                    <a:pt x="0" y="124310"/>
                  </a:moveTo>
                  <a:lnTo>
                    <a:pt x="11176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911777" y="5566459"/>
              <a:ext cx="111767" cy="124310"/>
            </a:xfrm>
            <a:custGeom>
              <a:avLst/>
              <a:pathLst>
                <a:path w="111767" h="124310">
                  <a:moveTo>
                    <a:pt x="0" y="124310"/>
                  </a:moveTo>
                  <a:lnTo>
                    <a:pt x="11176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911777" y="5566459"/>
              <a:ext cx="111767" cy="124310"/>
            </a:xfrm>
            <a:custGeom>
              <a:avLst/>
              <a:pathLst>
                <a:path w="111767" h="124310">
                  <a:moveTo>
                    <a:pt x="0" y="124310"/>
                  </a:moveTo>
                  <a:lnTo>
                    <a:pt x="11176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911777" y="5566459"/>
              <a:ext cx="111767" cy="167142"/>
            </a:xfrm>
            <a:custGeom>
              <a:avLst/>
              <a:pathLst>
                <a:path w="111767" h="167142">
                  <a:moveTo>
                    <a:pt x="0" y="124310"/>
                  </a:moveTo>
                  <a:lnTo>
                    <a:pt x="4296" y="128042"/>
                  </a:lnTo>
                  <a:lnTo>
                    <a:pt x="8717" y="131627"/>
                  </a:lnTo>
                  <a:lnTo>
                    <a:pt x="13257" y="135058"/>
                  </a:lnTo>
                  <a:lnTo>
                    <a:pt x="17912" y="138333"/>
                  </a:lnTo>
                  <a:lnTo>
                    <a:pt x="22675" y="141448"/>
                  </a:lnTo>
                  <a:lnTo>
                    <a:pt x="27541" y="144399"/>
                  </a:lnTo>
                  <a:lnTo>
                    <a:pt x="32506" y="147182"/>
                  </a:lnTo>
                  <a:lnTo>
                    <a:pt x="37562" y="149795"/>
                  </a:lnTo>
                  <a:lnTo>
                    <a:pt x="42704" y="152234"/>
                  </a:lnTo>
                  <a:lnTo>
                    <a:pt x="47926" y="154496"/>
                  </a:lnTo>
                  <a:lnTo>
                    <a:pt x="53222" y="156580"/>
                  </a:lnTo>
                  <a:lnTo>
                    <a:pt x="58586" y="158482"/>
                  </a:lnTo>
                  <a:lnTo>
                    <a:pt x="64012" y="160201"/>
                  </a:lnTo>
                  <a:lnTo>
                    <a:pt x="69493" y="161733"/>
                  </a:lnTo>
                  <a:lnTo>
                    <a:pt x="75022" y="163079"/>
                  </a:lnTo>
                  <a:lnTo>
                    <a:pt x="80595" y="164235"/>
                  </a:lnTo>
                  <a:lnTo>
                    <a:pt x="86204" y="165201"/>
                  </a:lnTo>
                  <a:lnTo>
                    <a:pt x="91842" y="165975"/>
                  </a:lnTo>
                  <a:lnTo>
                    <a:pt x="97503" y="166557"/>
                  </a:lnTo>
                  <a:lnTo>
                    <a:pt x="103181" y="166946"/>
                  </a:lnTo>
                  <a:lnTo>
                    <a:pt x="108869" y="167142"/>
                  </a:lnTo>
                  <a:lnTo>
                    <a:pt x="11176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5020646" y="5399291"/>
              <a:ext cx="170060" cy="334317"/>
            </a:xfrm>
            <a:custGeom>
              <a:avLst/>
              <a:pathLst>
                <a:path w="170060" h="334317">
                  <a:moveTo>
                    <a:pt x="0" y="334309"/>
                  </a:moveTo>
                  <a:lnTo>
                    <a:pt x="5333" y="334317"/>
                  </a:lnTo>
                  <a:lnTo>
                    <a:pt x="10665" y="334154"/>
                  </a:lnTo>
                  <a:lnTo>
                    <a:pt x="15988" y="333821"/>
                  </a:lnTo>
                  <a:lnTo>
                    <a:pt x="21298" y="333319"/>
                  </a:lnTo>
                  <a:lnTo>
                    <a:pt x="26589" y="332647"/>
                  </a:lnTo>
                  <a:lnTo>
                    <a:pt x="31857" y="331807"/>
                  </a:lnTo>
                  <a:lnTo>
                    <a:pt x="37094" y="330799"/>
                  </a:lnTo>
                  <a:lnTo>
                    <a:pt x="42297" y="329625"/>
                  </a:lnTo>
                  <a:lnTo>
                    <a:pt x="47460" y="328285"/>
                  </a:lnTo>
                  <a:lnTo>
                    <a:pt x="52578" y="326781"/>
                  </a:lnTo>
                  <a:lnTo>
                    <a:pt x="57645" y="325115"/>
                  </a:lnTo>
                  <a:lnTo>
                    <a:pt x="62656" y="323288"/>
                  </a:lnTo>
                  <a:lnTo>
                    <a:pt x="67606" y="321302"/>
                  </a:lnTo>
                  <a:lnTo>
                    <a:pt x="72490" y="319159"/>
                  </a:lnTo>
                  <a:lnTo>
                    <a:pt x="77304" y="316862"/>
                  </a:lnTo>
                  <a:lnTo>
                    <a:pt x="82042" y="314412"/>
                  </a:lnTo>
                  <a:lnTo>
                    <a:pt x="86699" y="311812"/>
                  </a:lnTo>
                  <a:lnTo>
                    <a:pt x="91271" y="309065"/>
                  </a:lnTo>
                  <a:lnTo>
                    <a:pt x="95753" y="306173"/>
                  </a:lnTo>
                  <a:lnTo>
                    <a:pt x="100140" y="303140"/>
                  </a:lnTo>
                  <a:lnTo>
                    <a:pt x="104429" y="299968"/>
                  </a:lnTo>
                  <a:lnTo>
                    <a:pt x="108614" y="296662"/>
                  </a:lnTo>
                  <a:lnTo>
                    <a:pt x="112691" y="293223"/>
                  </a:lnTo>
                  <a:lnTo>
                    <a:pt x="116657" y="289656"/>
                  </a:lnTo>
                  <a:lnTo>
                    <a:pt x="120507" y="285964"/>
                  </a:lnTo>
                  <a:lnTo>
                    <a:pt x="124237" y="282152"/>
                  </a:lnTo>
                  <a:lnTo>
                    <a:pt x="127844" y="278222"/>
                  </a:lnTo>
                  <a:lnTo>
                    <a:pt x="131323" y="274179"/>
                  </a:lnTo>
                  <a:lnTo>
                    <a:pt x="134672" y="270028"/>
                  </a:lnTo>
                  <a:lnTo>
                    <a:pt x="137886" y="265771"/>
                  </a:lnTo>
                  <a:lnTo>
                    <a:pt x="140963" y="261415"/>
                  </a:lnTo>
                  <a:lnTo>
                    <a:pt x="143900" y="256962"/>
                  </a:lnTo>
                  <a:lnTo>
                    <a:pt x="146693" y="252418"/>
                  </a:lnTo>
                  <a:lnTo>
                    <a:pt x="149339" y="247787"/>
                  </a:lnTo>
                  <a:lnTo>
                    <a:pt x="151837" y="243074"/>
                  </a:lnTo>
                  <a:lnTo>
                    <a:pt x="154183" y="238284"/>
                  </a:lnTo>
                  <a:lnTo>
                    <a:pt x="156374" y="233421"/>
                  </a:lnTo>
                  <a:lnTo>
                    <a:pt x="158410" y="228491"/>
                  </a:lnTo>
                  <a:lnTo>
                    <a:pt x="160287" y="223498"/>
                  </a:lnTo>
                  <a:lnTo>
                    <a:pt x="162004" y="218449"/>
                  </a:lnTo>
                  <a:lnTo>
                    <a:pt x="163559" y="213347"/>
                  </a:lnTo>
                  <a:lnTo>
                    <a:pt x="164951" y="208197"/>
                  </a:lnTo>
                  <a:lnTo>
                    <a:pt x="166177" y="203007"/>
                  </a:lnTo>
                  <a:lnTo>
                    <a:pt x="167237" y="197779"/>
                  </a:lnTo>
                  <a:lnTo>
                    <a:pt x="168130" y="192521"/>
                  </a:lnTo>
                  <a:lnTo>
                    <a:pt x="168855" y="187236"/>
                  </a:lnTo>
                  <a:lnTo>
                    <a:pt x="169411" y="181932"/>
                  </a:lnTo>
                  <a:lnTo>
                    <a:pt x="169797" y="176612"/>
                  </a:lnTo>
                  <a:lnTo>
                    <a:pt x="170014" y="171282"/>
                  </a:lnTo>
                  <a:lnTo>
                    <a:pt x="170060" y="165949"/>
                  </a:lnTo>
                  <a:lnTo>
                    <a:pt x="169936" y="160616"/>
                  </a:lnTo>
                  <a:lnTo>
                    <a:pt x="169642" y="155291"/>
                  </a:lnTo>
                  <a:lnTo>
                    <a:pt x="169178" y="149977"/>
                  </a:lnTo>
                  <a:lnTo>
                    <a:pt x="168545" y="144681"/>
                  </a:lnTo>
                  <a:lnTo>
                    <a:pt x="167743" y="139408"/>
                  </a:lnTo>
                  <a:lnTo>
                    <a:pt x="166774" y="134163"/>
                  </a:lnTo>
                  <a:lnTo>
                    <a:pt x="165638" y="128951"/>
                  </a:lnTo>
                  <a:lnTo>
                    <a:pt x="164335" y="123779"/>
                  </a:lnTo>
                  <a:lnTo>
                    <a:pt x="162869" y="118651"/>
                  </a:lnTo>
                  <a:lnTo>
                    <a:pt x="161240" y="113572"/>
                  </a:lnTo>
                  <a:lnTo>
                    <a:pt x="159449" y="108547"/>
                  </a:lnTo>
                  <a:lnTo>
                    <a:pt x="157500" y="103583"/>
                  </a:lnTo>
                  <a:lnTo>
                    <a:pt x="155392" y="98683"/>
                  </a:lnTo>
                  <a:lnTo>
                    <a:pt x="153130" y="93853"/>
                  </a:lnTo>
                  <a:lnTo>
                    <a:pt x="150715" y="89097"/>
                  </a:lnTo>
                  <a:lnTo>
                    <a:pt x="148149" y="84421"/>
                  </a:lnTo>
                  <a:lnTo>
                    <a:pt x="145435" y="79829"/>
                  </a:lnTo>
                  <a:lnTo>
                    <a:pt x="142576" y="75326"/>
                  </a:lnTo>
                  <a:lnTo>
                    <a:pt x="139575" y="70917"/>
                  </a:lnTo>
                  <a:lnTo>
                    <a:pt x="136435" y="66605"/>
                  </a:lnTo>
                  <a:lnTo>
                    <a:pt x="133158" y="62396"/>
                  </a:lnTo>
                  <a:lnTo>
                    <a:pt x="129750" y="58294"/>
                  </a:lnTo>
                  <a:lnTo>
                    <a:pt x="126212" y="54302"/>
                  </a:lnTo>
                  <a:lnTo>
                    <a:pt x="122548" y="50426"/>
                  </a:lnTo>
                  <a:lnTo>
                    <a:pt x="118763" y="46668"/>
                  </a:lnTo>
                  <a:lnTo>
                    <a:pt x="114860" y="43033"/>
                  </a:lnTo>
                  <a:lnTo>
                    <a:pt x="110842" y="39524"/>
                  </a:lnTo>
                  <a:lnTo>
                    <a:pt x="106715" y="36145"/>
                  </a:lnTo>
                  <a:lnTo>
                    <a:pt x="102483" y="32900"/>
                  </a:lnTo>
                  <a:lnTo>
                    <a:pt x="98148" y="29791"/>
                  </a:lnTo>
                  <a:lnTo>
                    <a:pt x="93717" y="26822"/>
                  </a:lnTo>
                  <a:lnTo>
                    <a:pt x="89194" y="23996"/>
                  </a:lnTo>
                  <a:lnTo>
                    <a:pt x="84582" y="21316"/>
                  </a:lnTo>
                  <a:lnTo>
                    <a:pt x="79887" y="18784"/>
                  </a:lnTo>
                  <a:lnTo>
                    <a:pt x="75114" y="16404"/>
                  </a:lnTo>
                  <a:lnTo>
                    <a:pt x="70268" y="14176"/>
                  </a:lnTo>
                  <a:lnTo>
                    <a:pt x="65353" y="12105"/>
                  </a:lnTo>
                  <a:lnTo>
                    <a:pt x="60374" y="10191"/>
                  </a:lnTo>
                  <a:lnTo>
                    <a:pt x="55337" y="8438"/>
                  </a:lnTo>
                  <a:lnTo>
                    <a:pt x="50246" y="6845"/>
                  </a:lnTo>
                  <a:lnTo>
                    <a:pt x="45107" y="5416"/>
                  </a:lnTo>
                  <a:lnTo>
                    <a:pt x="39925" y="4152"/>
                  </a:lnTo>
                  <a:lnTo>
                    <a:pt x="34706" y="3054"/>
                  </a:lnTo>
                  <a:lnTo>
                    <a:pt x="29454" y="2122"/>
                  </a:lnTo>
                  <a:lnTo>
                    <a:pt x="24175" y="1359"/>
                  </a:lnTo>
                  <a:lnTo>
                    <a:pt x="18875" y="765"/>
                  </a:lnTo>
                  <a:lnTo>
                    <a:pt x="13558" y="340"/>
                  </a:lnTo>
                  <a:lnTo>
                    <a:pt x="8230" y="85"/>
                  </a:lnTo>
                  <a:lnTo>
                    <a:pt x="2897" y="0"/>
                  </a:lnTo>
                  <a:lnTo>
                    <a:pt x="289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5426233" y="5269756"/>
              <a:ext cx="119025" cy="167167"/>
            </a:xfrm>
            <a:custGeom>
              <a:avLst/>
              <a:pathLst>
                <a:path w="119025" h="167167">
                  <a:moveTo>
                    <a:pt x="119025" y="0"/>
                  </a:moveTo>
                  <a:lnTo>
                    <a:pt x="113507" y="91"/>
                  </a:lnTo>
                  <a:lnTo>
                    <a:pt x="107995" y="364"/>
                  </a:lnTo>
                  <a:lnTo>
                    <a:pt x="102495" y="819"/>
                  </a:lnTo>
                  <a:lnTo>
                    <a:pt x="97013" y="1455"/>
                  </a:lnTo>
                  <a:lnTo>
                    <a:pt x="91555" y="2272"/>
                  </a:lnTo>
                  <a:lnTo>
                    <a:pt x="86127" y="3269"/>
                  </a:lnTo>
                  <a:lnTo>
                    <a:pt x="80735" y="4444"/>
                  </a:lnTo>
                  <a:lnTo>
                    <a:pt x="75384" y="5796"/>
                  </a:lnTo>
                  <a:lnTo>
                    <a:pt x="70081" y="7325"/>
                  </a:lnTo>
                  <a:lnTo>
                    <a:pt x="64832" y="9028"/>
                  </a:lnTo>
                  <a:lnTo>
                    <a:pt x="59641" y="10903"/>
                  </a:lnTo>
                  <a:lnTo>
                    <a:pt x="54515" y="12948"/>
                  </a:lnTo>
                  <a:lnTo>
                    <a:pt x="49460" y="15161"/>
                  </a:lnTo>
                  <a:lnTo>
                    <a:pt x="44480" y="17541"/>
                  </a:lnTo>
                  <a:lnTo>
                    <a:pt x="39582" y="20083"/>
                  </a:lnTo>
                  <a:lnTo>
                    <a:pt x="34770" y="22785"/>
                  </a:lnTo>
                  <a:lnTo>
                    <a:pt x="30050" y="25645"/>
                  </a:lnTo>
                  <a:lnTo>
                    <a:pt x="25427" y="28659"/>
                  </a:lnTo>
                  <a:lnTo>
                    <a:pt x="20906" y="31824"/>
                  </a:lnTo>
                  <a:lnTo>
                    <a:pt x="16492" y="35137"/>
                  </a:lnTo>
                  <a:lnTo>
                    <a:pt x="12190" y="38593"/>
                  </a:lnTo>
                  <a:lnTo>
                    <a:pt x="8004" y="42190"/>
                  </a:lnTo>
                  <a:lnTo>
                    <a:pt x="3939" y="45923"/>
                  </a:lnTo>
                  <a:lnTo>
                    <a:pt x="0" y="49788"/>
                  </a:lnTo>
                  <a:lnTo>
                    <a:pt x="11902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5426233" y="5319544"/>
              <a:ext cx="119025" cy="117379"/>
            </a:xfrm>
            <a:custGeom>
              <a:avLst/>
              <a:pathLst>
                <a:path w="119025" h="117379">
                  <a:moveTo>
                    <a:pt x="0" y="0"/>
                  </a:moveTo>
                  <a:lnTo>
                    <a:pt x="119025" y="1173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5426233" y="5319544"/>
              <a:ext cx="119025" cy="117379"/>
            </a:xfrm>
            <a:custGeom>
              <a:avLst/>
              <a:pathLst>
                <a:path w="119025" h="117379">
                  <a:moveTo>
                    <a:pt x="0" y="0"/>
                  </a:moveTo>
                  <a:lnTo>
                    <a:pt x="119025" y="1173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5426233" y="5319544"/>
              <a:ext cx="119025" cy="117379"/>
            </a:xfrm>
            <a:custGeom>
              <a:avLst/>
              <a:pathLst>
                <a:path w="119025" h="117379">
                  <a:moveTo>
                    <a:pt x="0" y="0"/>
                  </a:moveTo>
                  <a:lnTo>
                    <a:pt x="119025" y="1173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426233" y="5319544"/>
              <a:ext cx="119025" cy="117379"/>
            </a:xfrm>
            <a:custGeom>
              <a:avLst/>
              <a:pathLst>
                <a:path w="119025" h="117379">
                  <a:moveTo>
                    <a:pt x="0" y="0"/>
                  </a:moveTo>
                  <a:lnTo>
                    <a:pt x="119025" y="1173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393174" y="5319544"/>
              <a:ext cx="152084" cy="117379"/>
            </a:xfrm>
            <a:custGeom>
              <a:avLst/>
              <a:pathLst>
                <a:path w="152084" h="117379">
                  <a:moveTo>
                    <a:pt x="33058" y="0"/>
                  </a:moveTo>
                  <a:lnTo>
                    <a:pt x="29019" y="4241"/>
                  </a:lnTo>
                  <a:lnTo>
                    <a:pt x="25132" y="8621"/>
                  </a:lnTo>
                  <a:lnTo>
                    <a:pt x="21400" y="13135"/>
                  </a:lnTo>
                  <a:lnTo>
                    <a:pt x="17828" y="17777"/>
                  </a:lnTo>
                  <a:lnTo>
                    <a:pt x="14422" y="22541"/>
                  </a:lnTo>
                  <a:lnTo>
                    <a:pt x="11184" y="27422"/>
                  </a:lnTo>
                  <a:lnTo>
                    <a:pt x="8119" y="32413"/>
                  </a:lnTo>
                  <a:lnTo>
                    <a:pt x="5231" y="37508"/>
                  </a:lnTo>
                  <a:lnTo>
                    <a:pt x="2524" y="42701"/>
                  </a:lnTo>
                  <a:lnTo>
                    <a:pt x="0" y="47986"/>
                  </a:lnTo>
                  <a:lnTo>
                    <a:pt x="152084" y="1173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378111" y="5269756"/>
              <a:ext cx="334293" cy="334334"/>
            </a:xfrm>
            <a:custGeom>
              <a:avLst/>
              <a:pathLst>
                <a:path w="334293" h="334334">
                  <a:moveTo>
                    <a:pt x="15062" y="97774"/>
                  </a:moveTo>
                  <a:lnTo>
                    <a:pt x="12937" y="102634"/>
                  </a:lnTo>
                  <a:lnTo>
                    <a:pt x="10968" y="107559"/>
                  </a:lnTo>
                  <a:lnTo>
                    <a:pt x="9155" y="112544"/>
                  </a:lnTo>
                  <a:lnTo>
                    <a:pt x="7502" y="117584"/>
                  </a:lnTo>
                  <a:lnTo>
                    <a:pt x="6009" y="122674"/>
                  </a:lnTo>
                  <a:lnTo>
                    <a:pt x="4679" y="127809"/>
                  </a:lnTo>
                  <a:lnTo>
                    <a:pt x="3512" y="132983"/>
                  </a:lnTo>
                  <a:lnTo>
                    <a:pt x="2510" y="138191"/>
                  </a:lnTo>
                  <a:lnTo>
                    <a:pt x="1673" y="143429"/>
                  </a:lnTo>
                  <a:lnTo>
                    <a:pt x="1003" y="148691"/>
                  </a:lnTo>
                  <a:lnTo>
                    <a:pt x="501" y="153971"/>
                  </a:lnTo>
                  <a:lnTo>
                    <a:pt x="166" y="159265"/>
                  </a:lnTo>
                  <a:lnTo>
                    <a:pt x="0" y="164567"/>
                  </a:lnTo>
                  <a:lnTo>
                    <a:pt x="1" y="169871"/>
                  </a:lnTo>
                  <a:lnTo>
                    <a:pt x="171" y="175172"/>
                  </a:lnTo>
                  <a:lnTo>
                    <a:pt x="509" y="180466"/>
                  </a:lnTo>
                  <a:lnTo>
                    <a:pt x="1015" y="185746"/>
                  </a:lnTo>
                  <a:lnTo>
                    <a:pt x="1688" y="191007"/>
                  </a:lnTo>
                  <a:lnTo>
                    <a:pt x="2528" y="196244"/>
                  </a:lnTo>
                  <a:lnTo>
                    <a:pt x="3533" y="201452"/>
                  </a:lnTo>
                  <a:lnTo>
                    <a:pt x="4703" y="206626"/>
                  </a:lnTo>
                  <a:lnTo>
                    <a:pt x="6037" y="211760"/>
                  </a:lnTo>
                  <a:lnTo>
                    <a:pt x="7533" y="216849"/>
                  </a:lnTo>
                  <a:lnTo>
                    <a:pt x="9189" y="221887"/>
                  </a:lnTo>
                  <a:lnTo>
                    <a:pt x="11005" y="226871"/>
                  </a:lnTo>
                  <a:lnTo>
                    <a:pt x="12977" y="231795"/>
                  </a:lnTo>
                  <a:lnTo>
                    <a:pt x="15105" y="236654"/>
                  </a:lnTo>
                  <a:lnTo>
                    <a:pt x="17386" y="241442"/>
                  </a:lnTo>
                  <a:lnTo>
                    <a:pt x="19818" y="246156"/>
                  </a:lnTo>
                  <a:lnTo>
                    <a:pt x="22398" y="250790"/>
                  </a:lnTo>
                  <a:lnTo>
                    <a:pt x="25124" y="255341"/>
                  </a:lnTo>
                  <a:lnTo>
                    <a:pt x="27993" y="259802"/>
                  </a:lnTo>
                  <a:lnTo>
                    <a:pt x="31002" y="264170"/>
                  </a:lnTo>
                  <a:lnTo>
                    <a:pt x="34148" y="268441"/>
                  </a:lnTo>
                  <a:lnTo>
                    <a:pt x="37428" y="272609"/>
                  </a:lnTo>
                  <a:lnTo>
                    <a:pt x="40839" y="276672"/>
                  </a:lnTo>
                  <a:lnTo>
                    <a:pt x="44376" y="280624"/>
                  </a:lnTo>
                  <a:lnTo>
                    <a:pt x="48038" y="284461"/>
                  </a:lnTo>
                  <a:lnTo>
                    <a:pt x="51819" y="288181"/>
                  </a:lnTo>
                  <a:lnTo>
                    <a:pt x="55716" y="291779"/>
                  </a:lnTo>
                  <a:lnTo>
                    <a:pt x="59726" y="295252"/>
                  </a:lnTo>
                  <a:lnTo>
                    <a:pt x="63844" y="298595"/>
                  </a:lnTo>
                  <a:lnTo>
                    <a:pt x="68065" y="301806"/>
                  </a:lnTo>
                  <a:lnTo>
                    <a:pt x="72387" y="304882"/>
                  </a:lnTo>
                  <a:lnTo>
                    <a:pt x="76803" y="307819"/>
                  </a:lnTo>
                  <a:lnTo>
                    <a:pt x="81311" y="310615"/>
                  </a:lnTo>
                  <a:lnTo>
                    <a:pt x="85905" y="313266"/>
                  </a:lnTo>
                  <a:lnTo>
                    <a:pt x="90581" y="315769"/>
                  </a:lnTo>
                  <a:lnTo>
                    <a:pt x="95335" y="318124"/>
                  </a:lnTo>
                  <a:lnTo>
                    <a:pt x="100160" y="320326"/>
                  </a:lnTo>
                  <a:lnTo>
                    <a:pt x="105053" y="322374"/>
                  </a:lnTo>
                  <a:lnTo>
                    <a:pt x="110008" y="324266"/>
                  </a:lnTo>
                  <a:lnTo>
                    <a:pt x="115021" y="326000"/>
                  </a:lnTo>
                  <a:lnTo>
                    <a:pt x="120086" y="327574"/>
                  </a:lnTo>
                  <a:lnTo>
                    <a:pt x="125199" y="328986"/>
                  </a:lnTo>
                  <a:lnTo>
                    <a:pt x="130354" y="330235"/>
                  </a:lnTo>
                  <a:lnTo>
                    <a:pt x="135546" y="331320"/>
                  </a:lnTo>
                  <a:lnTo>
                    <a:pt x="140770" y="332240"/>
                  </a:lnTo>
                  <a:lnTo>
                    <a:pt x="146020" y="332994"/>
                  </a:lnTo>
                  <a:lnTo>
                    <a:pt x="151292" y="333581"/>
                  </a:lnTo>
                  <a:lnTo>
                    <a:pt x="156579" y="334000"/>
                  </a:lnTo>
                  <a:lnTo>
                    <a:pt x="161878" y="334251"/>
                  </a:lnTo>
                  <a:lnTo>
                    <a:pt x="167181" y="334334"/>
                  </a:lnTo>
                  <a:lnTo>
                    <a:pt x="172485" y="334249"/>
                  </a:lnTo>
                  <a:lnTo>
                    <a:pt x="177783" y="333996"/>
                  </a:lnTo>
                  <a:lnTo>
                    <a:pt x="183070" y="333574"/>
                  </a:lnTo>
                  <a:lnTo>
                    <a:pt x="188342" y="332985"/>
                  </a:lnTo>
                  <a:lnTo>
                    <a:pt x="193592" y="332229"/>
                  </a:lnTo>
                  <a:lnTo>
                    <a:pt x="198815" y="331307"/>
                  </a:lnTo>
                  <a:lnTo>
                    <a:pt x="204007" y="330220"/>
                  </a:lnTo>
                  <a:lnTo>
                    <a:pt x="209161" y="328968"/>
                  </a:lnTo>
                  <a:lnTo>
                    <a:pt x="214273" y="327554"/>
                  </a:lnTo>
                  <a:lnTo>
                    <a:pt x="219338" y="325978"/>
                  </a:lnTo>
                  <a:lnTo>
                    <a:pt x="224350" y="324242"/>
                  </a:lnTo>
                  <a:lnTo>
                    <a:pt x="229305" y="322349"/>
                  </a:lnTo>
                  <a:lnTo>
                    <a:pt x="234197" y="320298"/>
                  </a:lnTo>
                  <a:lnTo>
                    <a:pt x="239021" y="318094"/>
                  </a:lnTo>
                  <a:lnTo>
                    <a:pt x="243773" y="315738"/>
                  </a:lnTo>
                  <a:lnTo>
                    <a:pt x="248448" y="313232"/>
                  </a:lnTo>
                  <a:lnTo>
                    <a:pt x="253041" y="310579"/>
                  </a:lnTo>
                  <a:lnTo>
                    <a:pt x="257548" y="307782"/>
                  </a:lnTo>
                  <a:lnTo>
                    <a:pt x="261964" y="304843"/>
                  </a:lnTo>
                  <a:lnTo>
                    <a:pt x="266284" y="301766"/>
                  </a:lnTo>
                  <a:lnTo>
                    <a:pt x="270504" y="298553"/>
                  </a:lnTo>
                  <a:lnTo>
                    <a:pt x="274620" y="295207"/>
                  </a:lnTo>
                  <a:lnTo>
                    <a:pt x="278629" y="291733"/>
                  </a:lnTo>
                  <a:lnTo>
                    <a:pt x="282524" y="288134"/>
                  </a:lnTo>
                  <a:lnTo>
                    <a:pt x="286304" y="284412"/>
                  </a:lnTo>
                  <a:lnTo>
                    <a:pt x="289964" y="280573"/>
                  </a:lnTo>
                  <a:lnTo>
                    <a:pt x="293500" y="276619"/>
                  </a:lnTo>
                  <a:lnTo>
                    <a:pt x="296909" y="272556"/>
                  </a:lnTo>
                  <a:lnTo>
                    <a:pt x="300187" y="268386"/>
                  </a:lnTo>
                  <a:lnTo>
                    <a:pt x="303331" y="264114"/>
                  </a:lnTo>
                  <a:lnTo>
                    <a:pt x="306338" y="259745"/>
                  </a:lnTo>
                  <a:lnTo>
                    <a:pt x="309205" y="255282"/>
                  </a:lnTo>
                  <a:lnTo>
                    <a:pt x="311929" y="250731"/>
                  </a:lnTo>
                  <a:lnTo>
                    <a:pt x="314508" y="246095"/>
                  </a:lnTo>
                  <a:lnTo>
                    <a:pt x="316938" y="241380"/>
                  </a:lnTo>
                  <a:lnTo>
                    <a:pt x="319217" y="236591"/>
                  </a:lnTo>
                  <a:lnTo>
                    <a:pt x="321343" y="231731"/>
                  </a:lnTo>
                  <a:lnTo>
                    <a:pt x="323313" y="226807"/>
                  </a:lnTo>
                  <a:lnTo>
                    <a:pt x="325127" y="221822"/>
                  </a:lnTo>
                  <a:lnTo>
                    <a:pt x="326781" y="216783"/>
                  </a:lnTo>
                  <a:lnTo>
                    <a:pt x="328275" y="211693"/>
                  </a:lnTo>
                  <a:lnTo>
                    <a:pt x="329607" y="206559"/>
                  </a:lnTo>
                  <a:lnTo>
                    <a:pt x="330775" y="201385"/>
                  </a:lnTo>
                  <a:lnTo>
                    <a:pt x="331778" y="196176"/>
                  </a:lnTo>
                  <a:lnTo>
                    <a:pt x="332615" y="190939"/>
                  </a:lnTo>
                  <a:lnTo>
                    <a:pt x="333286" y="185677"/>
                  </a:lnTo>
                  <a:lnTo>
                    <a:pt x="333790" y="180397"/>
                  </a:lnTo>
                  <a:lnTo>
                    <a:pt x="334126" y="175103"/>
                  </a:lnTo>
                  <a:lnTo>
                    <a:pt x="334293" y="169802"/>
                  </a:lnTo>
                  <a:lnTo>
                    <a:pt x="334293" y="164498"/>
                  </a:lnTo>
                  <a:lnTo>
                    <a:pt x="334124" y="159196"/>
                  </a:lnTo>
                  <a:lnTo>
                    <a:pt x="333787" y="153903"/>
                  </a:lnTo>
                  <a:lnTo>
                    <a:pt x="333282" y="148622"/>
                  </a:lnTo>
                  <a:lnTo>
                    <a:pt x="332610" y="143361"/>
                  </a:lnTo>
                  <a:lnTo>
                    <a:pt x="331772" y="138124"/>
                  </a:lnTo>
                  <a:lnTo>
                    <a:pt x="330768" y="132915"/>
                  </a:lnTo>
                  <a:lnTo>
                    <a:pt x="329599" y="127742"/>
                  </a:lnTo>
                  <a:lnTo>
                    <a:pt x="328266" y="122607"/>
                  </a:lnTo>
                  <a:lnTo>
                    <a:pt x="326771" y="117518"/>
                  </a:lnTo>
                  <a:lnTo>
                    <a:pt x="325116" y="112479"/>
                  </a:lnTo>
                  <a:lnTo>
                    <a:pt x="323301" y="107495"/>
                  </a:lnTo>
                  <a:lnTo>
                    <a:pt x="321329" y="102571"/>
                  </a:lnTo>
                  <a:lnTo>
                    <a:pt x="319202" y="97712"/>
                  </a:lnTo>
                  <a:lnTo>
                    <a:pt x="316922" y="92923"/>
                  </a:lnTo>
                  <a:lnTo>
                    <a:pt x="314491" y="88208"/>
                  </a:lnTo>
                  <a:lnTo>
                    <a:pt x="311912" y="83573"/>
                  </a:lnTo>
                  <a:lnTo>
                    <a:pt x="309187" y="79023"/>
                  </a:lnTo>
                  <a:lnTo>
                    <a:pt x="306319" y="74561"/>
                  </a:lnTo>
                  <a:lnTo>
                    <a:pt x="303311" y="70192"/>
                  </a:lnTo>
                  <a:lnTo>
                    <a:pt x="300166" y="65921"/>
                  </a:lnTo>
                  <a:lnTo>
                    <a:pt x="296887" y="61751"/>
                  </a:lnTo>
                  <a:lnTo>
                    <a:pt x="293477" y="57688"/>
                  </a:lnTo>
                  <a:lnTo>
                    <a:pt x="289940" y="53736"/>
                  </a:lnTo>
                  <a:lnTo>
                    <a:pt x="286280" y="49897"/>
                  </a:lnTo>
                  <a:lnTo>
                    <a:pt x="282499" y="46176"/>
                  </a:lnTo>
                  <a:lnTo>
                    <a:pt x="278603" y="42578"/>
                  </a:lnTo>
                  <a:lnTo>
                    <a:pt x="274594" y="39104"/>
                  </a:lnTo>
                  <a:lnTo>
                    <a:pt x="270477" y="35760"/>
                  </a:lnTo>
                  <a:lnTo>
                    <a:pt x="266256" y="32548"/>
                  </a:lnTo>
                  <a:lnTo>
                    <a:pt x="261935" y="29471"/>
                  </a:lnTo>
                  <a:lnTo>
                    <a:pt x="257519" y="26533"/>
                  </a:lnTo>
                  <a:lnTo>
                    <a:pt x="253012" y="23737"/>
                  </a:lnTo>
                  <a:lnTo>
                    <a:pt x="248418" y="21085"/>
                  </a:lnTo>
                  <a:lnTo>
                    <a:pt x="243743" y="18580"/>
                  </a:lnTo>
                  <a:lnTo>
                    <a:pt x="238990" y="16225"/>
                  </a:lnTo>
                  <a:lnTo>
                    <a:pt x="234165" y="14022"/>
                  </a:lnTo>
                  <a:lnTo>
                    <a:pt x="229273" y="11972"/>
                  </a:lnTo>
                  <a:lnTo>
                    <a:pt x="224318" y="10080"/>
                  </a:lnTo>
                  <a:lnTo>
                    <a:pt x="219305" y="8345"/>
                  </a:lnTo>
                  <a:lnTo>
                    <a:pt x="214240" y="6770"/>
                  </a:lnTo>
                  <a:lnTo>
                    <a:pt x="209128" y="5357"/>
                  </a:lnTo>
                  <a:lnTo>
                    <a:pt x="203973" y="4106"/>
                  </a:lnTo>
                  <a:lnTo>
                    <a:pt x="198781" y="3020"/>
                  </a:lnTo>
                  <a:lnTo>
                    <a:pt x="193558" y="2099"/>
                  </a:lnTo>
                  <a:lnTo>
                    <a:pt x="188307" y="1344"/>
                  </a:lnTo>
                  <a:lnTo>
                    <a:pt x="183036" y="756"/>
                  </a:lnTo>
                  <a:lnTo>
                    <a:pt x="177748" y="336"/>
                  </a:lnTo>
                  <a:lnTo>
                    <a:pt x="172450" y="84"/>
                  </a:lnTo>
                  <a:lnTo>
                    <a:pt x="167147" y="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5862638" y="5018213"/>
              <a:ext cx="158400" cy="167167"/>
            </a:xfrm>
            <a:custGeom>
              <a:avLst/>
              <a:pathLst>
                <a:path w="158400" h="167167">
                  <a:moveTo>
                    <a:pt x="158400" y="0"/>
                  </a:moveTo>
                  <a:lnTo>
                    <a:pt x="152922" y="89"/>
                  </a:lnTo>
                  <a:lnTo>
                    <a:pt x="147449" y="359"/>
                  </a:lnTo>
                  <a:lnTo>
                    <a:pt x="141989" y="807"/>
                  </a:lnTo>
                  <a:lnTo>
                    <a:pt x="136546" y="1434"/>
                  </a:lnTo>
                  <a:lnTo>
                    <a:pt x="131127" y="2239"/>
                  </a:lnTo>
                  <a:lnTo>
                    <a:pt x="125737" y="3222"/>
                  </a:lnTo>
                  <a:lnTo>
                    <a:pt x="120382" y="4380"/>
                  </a:lnTo>
                  <a:lnTo>
                    <a:pt x="115067" y="5713"/>
                  </a:lnTo>
                  <a:lnTo>
                    <a:pt x="109800" y="7220"/>
                  </a:lnTo>
                  <a:lnTo>
                    <a:pt x="104584" y="8899"/>
                  </a:lnTo>
                  <a:lnTo>
                    <a:pt x="99427" y="10747"/>
                  </a:lnTo>
                  <a:lnTo>
                    <a:pt x="94333" y="12764"/>
                  </a:lnTo>
                  <a:lnTo>
                    <a:pt x="89307" y="14946"/>
                  </a:lnTo>
                  <a:lnTo>
                    <a:pt x="84356" y="17292"/>
                  </a:lnTo>
                  <a:lnTo>
                    <a:pt x="79484" y="19799"/>
                  </a:lnTo>
                  <a:lnTo>
                    <a:pt x="74697" y="22464"/>
                  </a:lnTo>
                  <a:lnTo>
                    <a:pt x="70000" y="25285"/>
                  </a:lnTo>
                  <a:lnTo>
                    <a:pt x="65398" y="28258"/>
                  </a:lnTo>
                  <a:lnTo>
                    <a:pt x="60896" y="31380"/>
                  </a:lnTo>
                  <a:lnTo>
                    <a:pt x="56499" y="34648"/>
                  </a:lnTo>
                  <a:lnTo>
                    <a:pt x="52211" y="38059"/>
                  </a:lnTo>
                  <a:lnTo>
                    <a:pt x="48037" y="41608"/>
                  </a:lnTo>
                  <a:lnTo>
                    <a:pt x="43982" y="45292"/>
                  </a:lnTo>
                  <a:lnTo>
                    <a:pt x="40049" y="49107"/>
                  </a:lnTo>
                  <a:lnTo>
                    <a:pt x="36244" y="53049"/>
                  </a:lnTo>
                  <a:lnTo>
                    <a:pt x="32570" y="57113"/>
                  </a:lnTo>
                  <a:lnTo>
                    <a:pt x="29031" y="61296"/>
                  </a:lnTo>
                  <a:lnTo>
                    <a:pt x="25631" y="65592"/>
                  </a:lnTo>
                  <a:lnTo>
                    <a:pt x="22374" y="69998"/>
                  </a:lnTo>
                  <a:lnTo>
                    <a:pt x="19262" y="74507"/>
                  </a:lnTo>
                  <a:lnTo>
                    <a:pt x="16301" y="79117"/>
                  </a:lnTo>
                  <a:lnTo>
                    <a:pt x="13492" y="83821"/>
                  </a:lnTo>
                  <a:lnTo>
                    <a:pt x="10838" y="88614"/>
                  </a:lnTo>
                  <a:lnTo>
                    <a:pt x="8343" y="93492"/>
                  </a:lnTo>
                  <a:lnTo>
                    <a:pt x="6009" y="98449"/>
                  </a:lnTo>
                  <a:lnTo>
                    <a:pt x="3839" y="103480"/>
                  </a:lnTo>
                  <a:lnTo>
                    <a:pt x="1835" y="108579"/>
                  </a:lnTo>
                  <a:lnTo>
                    <a:pt x="0" y="113741"/>
                  </a:lnTo>
                  <a:lnTo>
                    <a:pt x="15840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5862638" y="5131954"/>
              <a:ext cx="158400" cy="53425"/>
            </a:xfrm>
            <a:custGeom>
              <a:avLst/>
              <a:pathLst>
                <a:path w="158400" h="53425">
                  <a:moveTo>
                    <a:pt x="0" y="0"/>
                  </a:moveTo>
                  <a:lnTo>
                    <a:pt x="158400" y="534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862638" y="5131954"/>
              <a:ext cx="158400" cy="53425"/>
            </a:xfrm>
            <a:custGeom>
              <a:avLst/>
              <a:pathLst>
                <a:path w="158400" h="53425">
                  <a:moveTo>
                    <a:pt x="0" y="0"/>
                  </a:moveTo>
                  <a:lnTo>
                    <a:pt x="158400" y="534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862638" y="5131954"/>
              <a:ext cx="158400" cy="53425"/>
            </a:xfrm>
            <a:custGeom>
              <a:avLst/>
              <a:pathLst>
                <a:path w="158400" h="53425">
                  <a:moveTo>
                    <a:pt x="0" y="0"/>
                  </a:moveTo>
                  <a:lnTo>
                    <a:pt x="158400" y="534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853872" y="5131954"/>
              <a:ext cx="167167" cy="53788"/>
            </a:xfrm>
            <a:custGeom>
              <a:avLst/>
              <a:pathLst>
                <a:path w="167167" h="53788">
                  <a:moveTo>
                    <a:pt x="8766" y="0"/>
                  </a:moveTo>
                  <a:lnTo>
                    <a:pt x="6928" y="5797"/>
                  </a:lnTo>
                  <a:lnTo>
                    <a:pt x="5301" y="11658"/>
                  </a:lnTo>
                  <a:lnTo>
                    <a:pt x="3889" y="17574"/>
                  </a:lnTo>
                  <a:lnTo>
                    <a:pt x="2693" y="23537"/>
                  </a:lnTo>
                  <a:lnTo>
                    <a:pt x="1714" y="29540"/>
                  </a:lnTo>
                  <a:lnTo>
                    <a:pt x="955" y="35574"/>
                  </a:lnTo>
                  <a:lnTo>
                    <a:pt x="416" y="41632"/>
                  </a:lnTo>
                  <a:lnTo>
                    <a:pt x="97" y="47706"/>
                  </a:lnTo>
                  <a:lnTo>
                    <a:pt x="0" y="53788"/>
                  </a:lnTo>
                  <a:lnTo>
                    <a:pt x="167167" y="534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853872" y="5018213"/>
              <a:ext cx="334323" cy="334327"/>
            </a:xfrm>
            <a:custGeom>
              <a:avLst/>
              <a:pathLst>
                <a:path w="334323" h="334327">
                  <a:moveTo>
                    <a:pt x="0" y="167529"/>
                  </a:moveTo>
                  <a:lnTo>
                    <a:pt x="96" y="172848"/>
                  </a:lnTo>
                  <a:lnTo>
                    <a:pt x="361" y="178162"/>
                  </a:lnTo>
                  <a:lnTo>
                    <a:pt x="795" y="183464"/>
                  </a:lnTo>
                  <a:lnTo>
                    <a:pt x="1398" y="188750"/>
                  </a:lnTo>
                  <a:lnTo>
                    <a:pt x="2169" y="194014"/>
                  </a:lnTo>
                  <a:lnTo>
                    <a:pt x="3107" y="199250"/>
                  </a:lnTo>
                  <a:lnTo>
                    <a:pt x="4211" y="204454"/>
                  </a:lnTo>
                  <a:lnTo>
                    <a:pt x="5480" y="209621"/>
                  </a:lnTo>
                  <a:lnTo>
                    <a:pt x="6913" y="214744"/>
                  </a:lnTo>
                  <a:lnTo>
                    <a:pt x="8508" y="219820"/>
                  </a:lnTo>
                  <a:lnTo>
                    <a:pt x="10263" y="224842"/>
                  </a:lnTo>
                  <a:lnTo>
                    <a:pt x="12178" y="229805"/>
                  </a:lnTo>
                  <a:lnTo>
                    <a:pt x="14250" y="234705"/>
                  </a:lnTo>
                  <a:lnTo>
                    <a:pt x="16476" y="239537"/>
                  </a:lnTo>
                  <a:lnTo>
                    <a:pt x="18855" y="244295"/>
                  </a:lnTo>
                  <a:lnTo>
                    <a:pt x="21385" y="248976"/>
                  </a:lnTo>
                  <a:lnTo>
                    <a:pt x="24062" y="253573"/>
                  </a:lnTo>
                  <a:lnTo>
                    <a:pt x="26884" y="258083"/>
                  </a:lnTo>
                  <a:lnTo>
                    <a:pt x="29848" y="262501"/>
                  </a:lnTo>
                  <a:lnTo>
                    <a:pt x="32951" y="266822"/>
                  </a:lnTo>
                  <a:lnTo>
                    <a:pt x="36190" y="271042"/>
                  </a:lnTo>
                  <a:lnTo>
                    <a:pt x="39562" y="275157"/>
                  </a:lnTo>
                  <a:lnTo>
                    <a:pt x="43063" y="279163"/>
                  </a:lnTo>
                  <a:lnTo>
                    <a:pt x="46689" y="283055"/>
                  </a:lnTo>
                  <a:lnTo>
                    <a:pt x="50438" y="286830"/>
                  </a:lnTo>
                  <a:lnTo>
                    <a:pt x="54305" y="290484"/>
                  </a:lnTo>
                  <a:lnTo>
                    <a:pt x="58286" y="294013"/>
                  </a:lnTo>
                  <a:lnTo>
                    <a:pt x="62377" y="297413"/>
                  </a:lnTo>
                  <a:lnTo>
                    <a:pt x="66575" y="300682"/>
                  </a:lnTo>
                  <a:lnTo>
                    <a:pt x="70874" y="303815"/>
                  </a:lnTo>
                  <a:lnTo>
                    <a:pt x="75271" y="306810"/>
                  </a:lnTo>
                  <a:lnTo>
                    <a:pt x="79761" y="309664"/>
                  </a:lnTo>
                  <a:lnTo>
                    <a:pt x="84340" y="312373"/>
                  </a:lnTo>
                  <a:lnTo>
                    <a:pt x="89002" y="314935"/>
                  </a:lnTo>
                  <a:lnTo>
                    <a:pt x="93744" y="317347"/>
                  </a:lnTo>
                  <a:lnTo>
                    <a:pt x="98560" y="319607"/>
                  </a:lnTo>
                  <a:lnTo>
                    <a:pt x="103445" y="321713"/>
                  </a:lnTo>
                  <a:lnTo>
                    <a:pt x="108395" y="323663"/>
                  </a:lnTo>
                  <a:lnTo>
                    <a:pt x="113405" y="325454"/>
                  </a:lnTo>
                  <a:lnTo>
                    <a:pt x="118469" y="327084"/>
                  </a:lnTo>
                  <a:lnTo>
                    <a:pt x="123582" y="328553"/>
                  </a:lnTo>
                  <a:lnTo>
                    <a:pt x="128740" y="329858"/>
                  </a:lnTo>
                  <a:lnTo>
                    <a:pt x="133936" y="330998"/>
                  </a:lnTo>
                  <a:lnTo>
                    <a:pt x="139166" y="331973"/>
                  </a:lnTo>
                  <a:lnTo>
                    <a:pt x="144424" y="332780"/>
                  </a:lnTo>
                  <a:lnTo>
                    <a:pt x="149706" y="333420"/>
                  </a:lnTo>
                  <a:lnTo>
                    <a:pt x="155005" y="333891"/>
                  </a:lnTo>
                  <a:lnTo>
                    <a:pt x="160316" y="334194"/>
                  </a:lnTo>
                  <a:lnTo>
                    <a:pt x="165635" y="334327"/>
                  </a:lnTo>
                  <a:lnTo>
                    <a:pt x="170955" y="334291"/>
                  </a:lnTo>
                  <a:lnTo>
                    <a:pt x="176271" y="334086"/>
                  </a:lnTo>
                  <a:lnTo>
                    <a:pt x="181577" y="333712"/>
                  </a:lnTo>
                  <a:lnTo>
                    <a:pt x="186870" y="333169"/>
                  </a:lnTo>
                  <a:lnTo>
                    <a:pt x="192142" y="332458"/>
                  </a:lnTo>
                  <a:lnTo>
                    <a:pt x="197389" y="331580"/>
                  </a:lnTo>
                  <a:lnTo>
                    <a:pt x="202605" y="330535"/>
                  </a:lnTo>
                  <a:lnTo>
                    <a:pt x="207786" y="329324"/>
                  </a:lnTo>
                  <a:lnTo>
                    <a:pt x="212925" y="327950"/>
                  </a:lnTo>
                  <a:lnTo>
                    <a:pt x="218018" y="326412"/>
                  </a:lnTo>
                  <a:lnTo>
                    <a:pt x="223060" y="324713"/>
                  </a:lnTo>
                  <a:lnTo>
                    <a:pt x="228045" y="322855"/>
                  </a:lnTo>
                  <a:lnTo>
                    <a:pt x="232968" y="320839"/>
                  </a:lnTo>
                  <a:lnTo>
                    <a:pt x="237824" y="318667"/>
                  </a:lnTo>
                  <a:lnTo>
                    <a:pt x="242609" y="316342"/>
                  </a:lnTo>
                  <a:lnTo>
                    <a:pt x="247318" y="313866"/>
                  </a:lnTo>
                  <a:lnTo>
                    <a:pt x="251946" y="311241"/>
                  </a:lnTo>
                  <a:lnTo>
                    <a:pt x="256487" y="308471"/>
                  </a:lnTo>
                  <a:lnTo>
                    <a:pt x="260938" y="305557"/>
                  </a:lnTo>
                  <a:lnTo>
                    <a:pt x="265294" y="302503"/>
                  </a:lnTo>
                  <a:lnTo>
                    <a:pt x="269551" y="299312"/>
                  </a:lnTo>
                  <a:lnTo>
                    <a:pt x="273704" y="295987"/>
                  </a:lnTo>
                  <a:lnTo>
                    <a:pt x="277749" y="292532"/>
                  </a:lnTo>
                  <a:lnTo>
                    <a:pt x="281683" y="288950"/>
                  </a:lnTo>
                  <a:lnTo>
                    <a:pt x="285500" y="285244"/>
                  </a:lnTo>
                  <a:lnTo>
                    <a:pt x="289197" y="281419"/>
                  </a:lnTo>
                  <a:lnTo>
                    <a:pt x="292771" y="277478"/>
                  </a:lnTo>
                  <a:lnTo>
                    <a:pt x="296217" y="273425"/>
                  </a:lnTo>
                  <a:lnTo>
                    <a:pt x="299533" y="269265"/>
                  </a:lnTo>
                  <a:lnTo>
                    <a:pt x="302715" y="265001"/>
                  </a:lnTo>
                  <a:lnTo>
                    <a:pt x="305760" y="260639"/>
                  </a:lnTo>
                  <a:lnTo>
                    <a:pt x="308664" y="256181"/>
                  </a:lnTo>
                  <a:lnTo>
                    <a:pt x="311424" y="251634"/>
                  </a:lnTo>
                  <a:lnTo>
                    <a:pt x="314039" y="247000"/>
                  </a:lnTo>
                  <a:lnTo>
                    <a:pt x="316505" y="242286"/>
                  </a:lnTo>
                  <a:lnTo>
                    <a:pt x="318820" y="237496"/>
                  </a:lnTo>
                  <a:lnTo>
                    <a:pt x="320981" y="232635"/>
                  </a:lnTo>
                  <a:lnTo>
                    <a:pt x="322986" y="227708"/>
                  </a:lnTo>
                  <a:lnTo>
                    <a:pt x="324834" y="222719"/>
                  </a:lnTo>
                  <a:lnTo>
                    <a:pt x="326522" y="217673"/>
                  </a:lnTo>
                  <a:lnTo>
                    <a:pt x="328048" y="212577"/>
                  </a:lnTo>
                  <a:lnTo>
                    <a:pt x="329412" y="207435"/>
                  </a:lnTo>
                  <a:lnTo>
                    <a:pt x="330611" y="202252"/>
                  </a:lnTo>
                  <a:lnTo>
                    <a:pt x="331644" y="197033"/>
                  </a:lnTo>
                  <a:lnTo>
                    <a:pt x="332511" y="191784"/>
                  </a:lnTo>
                  <a:lnTo>
                    <a:pt x="333211" y="186510"/>
                  </a:lnTo>
                  <a:lnTo>
                    <a:pt x="333743" y="181217"/>
                  </a:lnTo>
                  <a:lnTo>
                    <a:pt x="334105" y="175909"/>
                  </a:lnTo>
                  <a:lnTo>
                    <a:pt x="334299" y="170593"/>
                  </a:lnTo>
                  <a:lnTo>
                    <a:pt x="334323" y="165273"/>
                  </a:lnTo>
                  <a:lnTo>
                    <a:pt x="334178" y="159955"/>
                  </a:lnTo>
                  <a:lnTo>
                    <a:pt x="333864" y="154644"/>
                  </a:lnTo>
                  <a:lnTo>
                    <a:pt x="333381" y="149346"/>
                  </a:lnTo>
                  <a:lnTo>
                    <a:pt x="332730" y="144066"/>
                  </a:lnTo>
                  <a:lnTo>
                    <a:pt x="331911" y="138809"/>
                  </a:lnTo>
                  <a:lnTo>
                    <a:pt x="330925" y="133581"/>
                  </a:lnTo>
                  <a:lnTo>
                    <a:pt x="329774" y="128388"/>
                  </a:lnTo>
                  <a:lnTo>
                    <a:pt x="328457" y="123233"/>
                  </a:lnTo>
                  <a:lnTo>
                    <a:pt x="326978" y="118123"/>
                  </a:lnTo>
                  <a:lnTo>
                    <a:pt x="325336" y="113062"/>
                  </a:lnTo>
                  <a:lnTo>
                    <a:pt x="323535" y="108057"/>
                  </a:lnTo>
                  <a:lnTo>
                    <a:pt x="321574" y="103111"/>
                  </a:lnTo>
                  <a:lnTo>
                    <a:pt x="319458" y="98230"/>
                  </a:lnTo>
                  <a:lnTo>
                    <a:pt x="317187" y="93419"/>
                  </a:lnTo>
                  <a:lnTo>
                    <a:pt x="314765" y="88683"/>
                  </a:lnTo>
                  <a:lnTo>
                    <a:pt x="312192" y="84026"/>
                  </a:lnTo>
                  <a:lnTo>
                    <a:pt x="309473" y="79453"/>
                  </a:lnTo>
                  <a:lnTo>
                    <a:pt x="306610" y="74969"/>
                  </a:lnTo>
                  <a:lnTo>
                    <a:pt x="303606" y="70579"/>
                  </a:lnTo>
                  <a:lnTo>
                    <a:pt x="300463" y="66286"/>
                  </a:lnTo>
                  <a:lnTo>
                    <a:pt x="297186" y="62096"/>
                  </a:lnTo>
                  <a:lnTo>
                    <a:pt x="293776" y="58012"/>
                  </a:lnTo>
                  <a:lnTo>
                    <a:pt x="290239" y="54038"/>
                  </a:lnTo>
                  <a:lnTo>
                    <a:pt x="286577" y="50179"/>
                  </a:lnTo>
                  <a:lnTo>
                    <a:pt x="282794" y="46439"/>
                  </a:lnTo>
                  <a:lnTo>
                    <a:pt x="278894" y="42821"/>
                  </a:lnTo>
                  <a:lnTo>
                    <a:pt x="274880" y="39328"/>
                  </a:lnTo>
                  <a:lnTo>
                    <a:pt x="270758" y="35966"/>
                  </a:lnTo>
                  <a:lnTo>
                    <a:pt x="266531" y="32736"/>
                  </a:lnTo>
                  <a:lnTo>
                    <a:pt x="262203" y="29642"/>
                  </a:lnTo>
                  <a:lnTo>
                    <a:pt x="257778" y="26688"/>
                  </a:lnTo>
                  <a:lnTo>
                    <a:pt x="253262" y="23875"/>
                  </a:lnTo>
                  <a:lnTo>
                    <a:pt x="248659" y="21208"/>
                  </a:lnTo>
                  <a:lnTo>
                    <a:pt x="243973" y="18689"/>
                  </a:lnTo>
                  <a:lnTo>
                    <a:pt x="239210" y="16320"/>
                  </a:lnTo>
                  <a:lnTo>
                    <a:pt x="234373" y="14104"/>
                  </a:lnTo>
                  <a:lnTo>
                    <a:pt x="229469" y="12043"/>
                  </a:lnTo>
                  <a:lnTo>
                    <a:pt x="224501" y="10139"/>
                  </a:lnTo>
                  <a:lnTo>
                    <a:pt x="219475" y="8394"/>
                  </a:lnTo>
                  <a:lnTo>
                    <a:pt x="214397" y="6810"/>
                  </a:lnTo>
                  <a:lnTo>
                    <a:pt x="209270" y="5389"/>
                  </a:lnTo>
                  <a:lnTo>
                    <a:pt x="204101" y="4131"/>
                  </a:lnTo>
                  <a:lnTo>
                    <a:pt x="198894" y="3038"/>
                  </a:lnTo>
                  <a:lnTo>
                    <a:pt x="193656" y="2112"/>
                  </a:lnTo>
                  <a:lnTo>
                    <a:pt x="188390" y="1352"/>
                  </a:lnTo>
                  <a:lnTo>
                    <a:pt x="183103" y="761"/>
                  </a:lnTo>
                  <a:lnTo>
                    <a:pt x="177800" y="338"/>
                  </a:lnTo>
                  <a:lnTo>
                    <a:pt x="172486" y="84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256075" y="4659281"/>
              <a:ext cx="327609" cy="334322"/>
            </a:xfrm>
            <a:custGeom>
              <a:avLst/>
              <a:pathLst>
                <a:path w="327609" h="334322">
                  <a:moveTo>
                    <a:pt x="167159" y="0"/>
                  </a:moveTo>
                  <a:lnTo>
                    <a:pt x="161834" y="84"/>
                  </a:lnTo>
                  <a:lnTo>
                    <a:pt x="156516" y="339"/>
                  </a:lnTo>
                  <a:lnTo>
                    <a:pt x="151207" y="762"/>
                  </a:lnTo>
                  <a:lnTo>
                    <a:pt x="145915" y="1355"/>
                  </a:lnTo>
                  <a:lnTo>
                    <a:pt x="140645" y="2116"/>
                  </a:lnTo>
                  <a:lnTo>
                    <a:pt x="135402" y="3044"/>
                  </a:lnTo>
                  <a:lnTo>
                    <a:pt x="130190" y="4138"/>
                  </a:lnTo>
                  <a:lnTo>
                    <a:pt x="125017" y="5399"/>
                  </a:lnTo>
                  <a:lnTo>
                    <a:pt x="119886" y="6823"/>
                  </a:lnTo>
                  <a:lnTo>
                    <a:pt x="114803" y="8410"/>
                  </a:lnTo>
                  <a:lnTo>
                    <a:pt x="109773" y="10158"/>
                  </a:lnTo>
                  <a:lnTo>
                    <a:pt x="104801" y="12066"/>
                  </a:lnTo>
                  <a:lnTo>
                    <a:pt x="99893" y="14130"/>
                  </a:lnTo>
                  <a:lnTo>
                    <a:pt x="95052" y="16350"/>
                  </a:lnTo>
                  <a:lnTo>
                    <a:pt x="90285" y="18724"/>
                  </a:lnTo>
                  <a:lnTo>
                    <a:pt x="85597" y="21247"/>
                  </a:lnTo>
                  <a:lnTo>
                    <a:pt x="80990" y="23919"/>
                  </a:lnTo>
                  <a:lnTo>
                    <a:pt x="76472" y="26736"/>
                  </a:lnTo>
                  <a:lnTo>
                    <a:pt x="72045" y="29696"/>
                  </a:lnTo>
                  <a:lnTo>
                    <a:pt x="67715" y="32795"/>
                  </a:lnTo>
                  <a:lnTo>
                    <a:pt x="63485" y="36031"/>
                  </a:lnTo>
                  <a:lnTo>
                    <a:pt x="59361" y="39399"/>
                  </a:lnTo>
                  <a:lnTo>
                    <a:pt x="55346" y="42897"/>
                  </a:lnTo>
                  <a:lnTo>
                    <a:pt x="51445" y="46522"/>
                  </a:lnTo>
                  <a:lnTo>
                    <a:pt x="47661" y="50268"/>
                  </a:lnTo>
                  <a:lnTo>
                    <a:pt x="43999" y="54134"/>
                  </a:lnTo>
                  <a:lnTo>
                    <a:pt x="40461" y="58114"/>
                  </a:lnTo>
                  <a:lnTo>
                    <a:pt x="37052" y="62205"/>
                  </a:lnTo>
                  <a:lnTo>
                    <a:pt x="33775" y="66402"/>
                  </a:lnTo>
                  <a:lnTo>
                    <a:pt x="30633" y="70701"/>
                  </a:lnTo>
                  <a:lnTo>
                    <a:pt x="27630" y="75099"/>
                  </a:lnTo>
                  <a:lnTo>
                    <a:pt x="24768" y="79589"/>
                  </a:lnTo>
                  <a:lnTo>
                    <a:pt x="22051" y="84169"/>
                  </a:lnTo>
                  <a:lnTo>
                    <a:pt x="19481" y="88833"/>
                  </a:lnTo>
                  <a:lnTo>
                    <a:pt x="17061" y="93576"/>
                  </a:lnTo>
                  <a:lnTo>
                    <a:pt x="14793" y="98394"/>
                  </a:lnTo>
                  <a:lnTo>
                    <a:pt x="12680" y="103282"/>
                  </a:lnTo>
                  <a:lnTo>
                    <a:pt x="10724" y="108234"/>
                  </a:lnTo>
                  <a:lnTo>
                    <a:pt x="8926" y="113247"/>
                  </a:lnTo>
                  <a:lnTo>
                    <a:pt x="7289" y="118314"/>
                  </a:lnTo>
                  <a:lnTo>
                    <a:pt x="5814" y="123431"/>
                  </a:lnTo>
                  <a:lnTo>
                    <a:pt x="4503" y="128592"/>
                  </a:lnTo>
                  <a:lnTo>
                    <a:pt x="3357" y="133792"/>
                  </a:lnTo>
                  <a:lnTo>
                    <a:pt x="2377" y="139026"/>
                  </a:lnTo>
                  <a:lnTo>
                    <a:pt x="1564" y="144289"/>
                  </a:lnTo>
                  <a:lnTo>
                    <a:pt x="920" y="149574"/>
                  </a:lnTo>
                  <a:lnTo>
                    <a:pt x="444" y="154878"/>
                  </a:lnTo>
                  <a:lnTo>
                    <a:pt x="137" y="160194"/>
                  </a:lnTo>
                  <a:lnTo>
                    <a:pt x="0" y="165518"/>
                  </a:lnTo>
                  <a:lnTo>
                    <a:pt x="32" y="170842"/>
                  </a:lnTo>
                  <a:lnTo>
                    <a:pt x="234" y="176164"/>
                  </a:lnTo>
                  <a:lnTo>
                    <a:pt x="605" y="181476"/>
                  </a:lnTo>
                  <a:lnTo>
                    <a:pt x="1145" y="186773"/>
                  </a:lnTo>
                  <a:lnTo>
                    <a:pt x="1854" y="192051"/>
                  </a:lnTo>
                  <a:lnTo>
                    <a:pt x="2730" y="197303"/>
                  </a:lnTo>
                  <a:lnTo>
                    <a:pt x="3774" y="202525"/>
                  </a:lnTo>
                  <a:lnTo>
                    <a:pt x="4983" y="207711"/>
                  </a:lnTo>
                  <a:lnTo>
                    <a:pt x="6356" y="212856"/>
                  </a:lnTo>
                  <a:lnTo>
                    <a:pt x="7893" y="217954"/>
                  </a:lnTo>
                  <a:lnTo>
                    <a:pt x="9591" y="223001"/>
                  </a:lnTo>
                  <a:lnTo>
                    <a:pt x="11450" y="227991"/>
                  </a:lnTo>
                  <a:lnTo>
                    <a:pt x="13466" y="232920"/>
                  </a:lnTo>
                  <a:lnTo>
                    <a:pt x="15638" y="237782"/>
                  </a:lnTo>
                  <a:lnTo>
                    <a:pt x="17964" y="242572"/>
                  </a:lnTo>
                  <a:lnTo>
                    <a:pt x="20442" y="247286"/>
                  </a:lnTo>
                  <a:lnTo>
                    <a:pt x="23068" y="251918"/>
                  </a:lnTo>
                  <a:lnTo>
                    <a:pt x="25840" y="256464"/>
                  </a:lnTo>
                  <a:lnTo>
                    <a:pt x="28756" y="260920"/>
                  </a:lnTo>
                  <a:lnTo>
                    <a:pt x="31812" y="265281"/>
                  </a:lnTo>
                  <a:lnTo>
                    <a:pt x="35006" y="269542"/>
                  </a:lnTo>
                  <a:lnTo>
                    <a:pt x="38334" y="273699"/>
                  </a:lnTo>
                  <a:lnTo>
                    <a:pt x="41792" y="277748"/>
                  </a:lnTo>
                  <a:lnTo>
                    <a:pt x="45378" y="281685"/>
                  </a:lnTo>
                  <a:lnTo>
                    <a:pt x="49087" y="285505"/>
                  </a:lnTo>
                  <a:lnTo>
                    <a:pt x="52916" y="289206"/>
                  </a:lnTo>
                  <a:lnTo>
                    <a:pt x="56861" y="292783"/>
                  </a:lnTo>
                  <a:lnTo>
                    <a:pt x="60918" y="296232"/>
                  </a:lnTo>
                  <a:lnTo>
                    <a:pt x="65082" y="299550"/>
                  </a:lnTo>
                  <a:lnTo>
                    <a:pt x="69351" y="302734"/>
                  </a:lnTo>
                  <a:lnTo>
                    <a:pt x="73718" y="305781"/>
                  </a:lnTo>
                  <a:lnTo>
                    <a:pt x="78180" y="308687"/>
                  </a:lnTo>
                  <a:lnTo>
                    <a:pt x="82733" y="311449"/>
                  </a:lnTo>
                  <a:lnTo>
                    <a:pt x="87371" y="314065"/>
                  </a:lnTo>
                  <a:lnTo>
                    <a:pt x="92091" y="316531"/>
                  </a:lnTo>
                  <a:lnTo>
                    <a:pt x="96886" y="318846"/>
                  </a:lnTo>
                  <a:lnTo>
                    <a:pt x="101753" y="321008"/>
                  </a:lnTo>
                  <a:lnTo>
                    <a:pt x="106686" y="323013"/>
                  </a:lnTo>
                  <a:lnTo>
                    <a:pt x="111680" y="324860"/>
                  </a:lnTo>
                  <a:lnTo>
                    <a:pt x="116731" y="326547"/>
                  </a:lnTo>
                  <a:lnTo>
                    <a:pt x="121833" y="328072"/>
                  </a:lnTo>
                  <a:lnTo>
                    <a:pt x="126981" y="329434"/>
                  </a:lnTo>
                  <a:lnTo>
                    <a:pt x="132169" y="330632"/>
                  </a:lnTo>
                  <a:lnTo>
                    <a:pt x="137393" y="331663"/>
                  </a:lnTo>
                  <a:lnTo>
                    <a:pt x="142648" y="332528"/>
                  </a:lnTo>
                  <a:lnTo>
                    <a:pt x="147927" y="333224"/>
                  </a:lnTo>
                  <a:lnTo>
                    <a:pt x="153226" y="333753"/>
                  </a:lnTo>
                  <a:lnTo>
                    <a:pt x="158539" y="334112"/>
                  </a:lnTo>
                  <a:lnTo>
                    <a:pt x="163860" y="334302"/>
                  </a:lnTo>
                  <a:lnTo>
                    <a:pt x="169185" y="334322"/>
                  </a:lnTo>
                  <a:lnTo>
                    <a:pt x="174508" y="334173"/>
                  </a:lnTo>
                  <a:lnTo>
                    <a:pt x="179824" y="333854"/>
                  </a:lnTo>
                  <a:lnTo>
                    <a:pt x="185126" y="333366"/>
                  </a:lnTo>
                  <a:lnTo>
                    <a:pt x="190411" y="332709"/>
                  </a:lnTo>
                  <a:lnTo>
                    <a:pt x="195671" y="331885"/>
                  </a:lnTo>
                  <a:lnTo>
                    <a:pt x="200903" y="330893"/>
                  </a:lnTo>
                  <a:lnTo>
                    <a:pt x="206101" y="329735"/>
                  </a:lnTo>
                  <a:lnTo>
                    <a:pt x="211259" y="328413"/>
                  </a:lnTo>
                  <a:lnTo>
                    <a:pt x="216372" y="326926"/>
                  </a:lnTo>
                  <a:lnTo>
                    <a:pt x="221436" y="325278"/>
                  </a:lnTo>
                  <a:lnTo>
                    <a:pt x="226444" y="323469"/>
                  </a:lnTo>
                  <a:lnTo>
                    <a:pt x="231392" y="321501"/>
                  </a:lnTo>
                  <a:lnTo>
                    <a:pt x="236275" y="319377"/>
                  </a:lnTo>
                  <a:lnTo>
                    <a:pt x="241088" y="317098"/>
                  </a:lnTo>
                  <a:lnTo>
                    <a:pt x="245826" y="314668"/>
                  </a:lnTo>
                  <a:lnTo>
                    <a:pt x="250484" y="312087"/>
                  </a:lnTo>
                  <a:lnTo>
                    <a:pt x="255057" y="309360"/>
                  </a:lnTo>
                  <a:lnTo>
                    <a:pt x="259542" y="306488"/>
                  </a:lnTo>
                  <a:lnTo>
                    <a:pt x="263932" y="303475"/>
                  </a:lnTo>
                  <a:lnTo>
                    <a:pt x="268225" y="300323"/>
                  </a:lnTo>
                  <a:lnTo>
                    <a:pt x="272414" y="297037"/>
                  </a:lnTo>
                  <a:lnTo>
                    <a:pt x="276497" y="293619"/>
                  </a:lnTo>
                  <a:lnTo>
                    <a:pt x="280469" y="290072"/>
                  </a:lnTo>
                  <a:lnTo>
                    <a:pt x="284327" y="286401"/>
                  </a:lnTo>
                  <a:lnTo>
                    <a:pt x="288065" y="282608"/>
                  </a:lnTo>
                  <a:lnTo>
                    <a:pt x="291680" y="278699"/>
                  </a:lnTo>
                  <a:lnTo>
                    <a:pt x="295169" y="274676"/>
                  </a:lnTo>
                  <a:lnTo>
                    <a:pt x="298529" y="270544"/>
                  </a:lnTo>
                  <a:lnTo>
                    <a:pt x="301755" y="266308"/>
                  </a:lnTo>
                  <a:lnTo>
                    <a:pt x="304844" y="261971"/>
                  </a:lnTo>
                  <a:lnTo>
                    <a:pt x="307794" y="257537"/>
                  </a:lnTo>
                  <a:lnTo>
                    <a:pt x="310601" y="253012"/>
                  </a:lnTo>
                  <a:lnTo>
                    <a:pt x="313262" y="248400"/>
                  </a:lnTo>
                  <a:lnTo>
                    <a:pt x="315775" y="243705"/>
                  </a:lnTo>
                  <a:lnTo>
                    <a:pt x="318138" y="238933"/>
                  </a:lnTo>
                  <a:lnTo>
                    <a:pt x="320347" y="234088"/>
                  </a:lnTo>
                  <a:lnTo>
                    <a:pt x="322401" y="229175"/>
                  </a:lnTo>
                  <a:lnTo>
                    <a:pt x="324297" y="224199"/>
                  </a:lnTo>
                  <a:lnTo>
                    <a:pt x="326033" y="219165"/>
                  </a:lnTo>
                  <a:lnTo>
                    <a:pt x="327609" y="214078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423235" y="4826449"/>
              <a:ext cx="160450" cy="46911"/>
            </a:xfrm>
            <a:custGeom>
              <a:avLst/>
              <a:pathLst>
                <a:path w="160450" h="46911">
                  <a:moveTo>
                    <a:pt x="160450" y="469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423235" y="4826449"/>
              <a:ext cx="160450" cy="46911"/>
            </a:xfrm>
            <a:custGeom>
              <a:avLst/>
              <a:pathLst>
                <a:path w="160450" h="46911">
                  <a:moveTo>
                    <a:pt x="160450" y="469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423235" y="4728987"/>
              <a:ext cx="167146" cy="144372"/>
            </a:xfrm>
            <a:custGeom>
              <a:avLst/>
              <a:pathLst>
                <a:path w="167146" h="144372">
                  <a:moveTo>
                    <a:pt x="160450" y="144372"/>
                  </a:moveTo>
                  <a:lnTo>
                    <a:pt x="161935" y="138958"/>
                  </a:lnTo>
                  <a:lnTo>
                    <a:pt x="163237" y="133496"/>
                  </a:lnTo>
                  <a:lnTo>
                    <a:pt x="164355" y="127994"/>
                  </a:lnTo>
                  <a:lnTo>
                    <a:pt x="165288" y="122458"/>
                  </a:lnTo>
                  <a:lnTo>
                    <a:pt x="166034" y="116893"/>
                  </a:lnTo>
                  <a:lnTo>
                    <a:pt x="166593" y="111306"/>
                  </a:lnTo>
                  <a:lnTo>
                    <a:pt x="166964" y="105704"/>
                  </a:lnTo>
                  <a:lnTo>
                    <a:pt x="167146" y="100092"/>
                  </a:lnTo>
                  <a:lnTo>
                    <a:pt x="167140" y="94477"/>
                  </a:lnTo>
                  <a:lnTo>
                    <a:pt x="166946" y="88866"/>
                  </a:lnTo>
                  <a:lnTo>
                    <a:pt x="166563" y="83265"/>
                  </a:lnTo>
                  <a:lnTo>
                    <a:pt x="165992" y="77679"/>
                  </a:lnTo>
                  <a:lnTo>
                    <a:pt x="165234" y="72116"/>
                  </a:lnTo>
                  <a:lnTo>
                    <a:pt x="164290" y="66581"/>
                  </a:lnTo>
                  <a:lnTo>
                    <a:pt x="163160" y="61082"/>
                  </a:lnTo>
                  <a:lnTo>
                    <a:pt x="161847" y="55623"/>
                  </a:lnTo>
                  <a:lnTo>
                    <a:pt x="160350" y="50211"/>
                  </a:lnTo>
                  <a:lnTo>
                    <a:pt x="158673" y="44853"/>
                  </a:lnTo>
                  <a:lnTo>
                    <a:pt x="156817" y="39554"/>
                  </a:lnTo>
                  <a:lnTo>
                    <a:pt x="154784" y="34321"/>
                  </a:lnTo>
                  <a:lnTo>
                    <a:pt x="152576" y="29158"/>
                  </a:lnTo>
                  <a:lnTo>
                    <a:pt x="150196" y="24073"/>
                  </a:lnTo>
                  <a:lnTo>
                    <a:pt x="147647" y="19070"/>
                  </a:lnTo>
                  <a:lnTo>
                    <a:pt x="144931" y="14156"/>
                  </a:lnTo>
                  <a:lnTo>
                    <a:pt x="142052" y="9336"/>
                  </a:lnTo>
                  <a:lnTo>
                    <a:pt x="139013" y="4615"/>
                  </a:lnTo>
                  <a:lnTo>
                    <a:pt x="135816" y="0"/>
                  </a:lnTo>
                  <a:lnTo>
                    <a:pt x="0" y="974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423235" y="4659281"/>
              <a:ext cx="135816" cy="167167"/>
            </a:xfrm>
            <a:custGeom>
              <a:avLst/>
              <a:pathLst>
                <a:path w="135816" h="167167">
                  <a:moveTo>
                    <a:pt x="135816" y="69705"/>
                  </a:moveTo>
                  <a:lnTo>
                    <a:pt x="132557" y="65317"/>
                  </a:lnTo>
                  <a:lnTo>
                    <a:pt x="129156" y="61037"/>
                  </a:lnTo>
                  <a:lnTo>
                    <a:pt x="125617" y="56871"/>
                  </a:lnTo>
                  <a:lnTo>
                    <a:pt x="121944" y="52823"/>
                  </a:lnTo>
                  <a:lnTo>
                    <a:pt x="118140" y="48897"/>
                  </a:lnTo>
                  <a:lnTo>
                    <a:pt x="114210" y="45097"/>
                  </a:lnTo>
                  <a:lnTo>
                    <a:pt x="110157" y="41428"/>
                  </a:lnTo>
                  <a:lnTo>
                    <a:pt x="105987" y="37894"/>
                  </a:lnTo>
                  <a:lnTo>
                    <a:pt x="101704" y="34497"/>
                  </a:lnTo>
                  <a:lnTo>
                    <a:pt x="97312" y="31243"/>
                  </a:lnTo>
                  <a:lnTo>
                    <a:pt x="92815" y="28134"/>
                  </a:lnTo>
                  <a:lnTo>
                    <a:pt x="88220" y="25174"/>
                  </a:lnTo>
                  <a:lnTo>
                    <a:pt x="83530" y="22365"/>
                  </a:lnTo>
                  <a:lnTo>
                    <a:pt x="78751" y="19711"/>
                  </a:lnTo>
                  <a:lnTo>
                    <a:pt x="73888" y="17215"/>
                  </a:lnTo>
                  <a:lnTo>
                    <a:pt x="68945" y="14880"/>
                  </a:lnTo>
                  <a:lnTo>
                    <a:pt x="63929" y="12707"/>
                  </a:lnTo>
                  <a:lnTo>
                    <a:pt x="58845" y="10699"/>
                  </a:lnTo>
                  <a:lnTo>
                    <a:pt x="53697" y="8859"/>
                  </a:lnTo>
                  <a:lnTo>
                    <a:pt x="48493" y="7188"/>
                  </a:lnTo>
                  <a:lnTo>
                    <a:pt x="43236" y="5688"/>
                  </a:lnTo>
                  <a:lnTo>
                    <a:pt x="37933" y="4360"/>
                  </a:lnTo>
                  <a:lnTo>
                    <a:pt x="32590" y="3207"/>
                  </a:lnTo>
                  <a:lnTo>
                    <a:pt x="27211" y="2229"/>
                  </a:lnTo>
                  <a:lnTo>
                    <a:pt x="21804" y="1428"/>
                  </a:lnTo>
                  <a:lnTo>
                    <a:pt x="16373" y="803"/>
                  </a:lnTo>
                  <a:lnTo>
                    <a:pt x="10925" y="357"/>
                  </a:lnTo>
                  <a:lnTo>
                    <a:pt x="5465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561311" y="4213821"/>
              <a:ext cx="318330" cy="334318"/>
            </a:xfrm>
            <a:custGeom>
              <a:avLst/>
              <a:pathLst>
                <a:path w="318330" h="334318">
                  <a:moveTo>
                    <a:pt x="167160" y="0"/>
                  </a:moveTo>
                  <a:lnTo>
                    <a:pt x="161833" y="84"/>
                  </a:lnTo>
                  <a:lnTo>
                    <a:pt x="156510" y="339"/>
                  </a:lnTo>
                  <a:lnTo>
                    <a:pt x="151199" y="763"/>
                  </a:lnTo>
                  <a:lnTo>
                    <a:pt x="145904" y="1356"/>
                  </a:lnTo>
                  <a:lnTo>
                    <a:pt x="140630" y="2118"/>
                  </a:lnTo>
                  <a:lnTo>
                    <a:pt x="135384" y="3048"/>
                  </a:lnTo>
                  <a:lnTo>
                    <a:pt x="130169" y="4144"/>
                  </a:lnTo>
                  <a:lnTo>
                    <a:pt x="124992" y="5405"/>
                  </a:lnTo>
                  <a:lnTo>
                    <a:pt x="119858" y="6831"/>
                  </a:lnTo>
                  <a:lnTo>
                    <a:pt x="114773" y="8420"/>
                  </a:lnTo>
                  <a:lnTo>
                    <a:pt x="109740" y="10171"/>
                  </a:lnTo>
                  <a:lnTo>
                    <a:pt x="104766" y="12080"/>
                  </a:lnTo>
                  <a:lnTo>
                    <a:pt x="99855" y="14148"/>
                  </a:lnTo>
                  <a:lnTo>
                    <a:pt x="95012" y="16370"/>
                  </a:lnTo>
                  <a:lnTo>
                    <a:pt x="90243" y="18746"/>
                  </a:lnTo>
                  <a:lnTo>
                    <a:pt x="85552" y="21273"/>
                  </a:lnTo>
                  <a:lnTo>
                    <a:pt x="80943" y="23948"/>
                  </a:lnTo>
                  <a:lnTo>
                    <a:pt x="76423" y="26769"/>
                  </a:lnTo>
                  <a:lnTo>
                    <a:pt x="71994" y="29732"/>
                  </a:lnTo>
                  <a:lnTo>
                    <a:pt x="67663" y="32835"/>
                  </a:lnTo>
                  <a:lnTo>
                    <a:pt x="63432" y="36074"/>
                  </a:lnTo>
                  <a:lnTo>
                    <a:pt x="59307" y="39446"/>
                  </a:lnTo>
                  <a:lnTo>
                    <a:pt x="55291" y="42949"/>
                  </a:lnTo>
                  <a:lnTo>
                    <a:pt x="51389" y="46577"/>
                  </a:lnTo>
                  <a:lnTo>
                    <a:pt x="47605" y="50328"/>
                  </a:lnTo>
                  <a:lnTo>
                    <a:pt x="43942" y="54197"/>
                  </a:lnTo>
                  <a:lnTo>
                    <a:pt x="40404" y="58182"/>
                  </a:lnTo>
                  <a:lnTo>
                    <a:pt x="36995" y="62277"/>
                  </a:lnTo>
                  <a:lnTo>
                    <a:pt x="33718" y="66479"/>
                  </a:lnTo>
                  <a:lnTo>
                    <a:pt x="30577" y="70783"/>
                  </a:lnTo>
                  <a:lnTo>
                    <a:pt x="27575" y="75184"/>
                  </a:lnTo>
                  <a:lnTo>
                    <a:pt x="24714" y="79680"/>
                  </a:lnTo>
                  <a:lnTo>
                    <a:pt x="21998" y="84264"/>
                  </a:lnTo>
                  <a:lnTo>
                    <a:pt x="19430" y="88933"/>
                  </a:lnTo>
                  <a:lnTo>
                    <a:pt x="17011" y="93680"/>
                  </a:lnTo>
                  <a:lnTo>
                    <a:pt x="14746" y="98503"/>
                  </a:lnTo>
                  <a:lnTo>
                    <a:pt x="12635" y="103395"/>
                  </a:lnTo>
                  <a:lnTo>
                    <a:pt x="10681" y="108353"/>
                  </a:lnTo>
                  <a:lnTo>
                    <a:pt x="8886" y="113370"/>
                  </a:lnTo>
                  <a:lnTo>
                    <a:pt x="7252" y="118441"/>
                  </a:lnTo>
                  <a:lnTo>
                    <a:pt x="5780" y="123562"/>
                  </a:lnTo>
                  <a:lnTo>
                    <a:pt x="4472" y="128728"/>
                  </a:lnTo>
                  <a:lnTo>
                    <a:pt x="3330" y="133932"/>
                  </a:lnTo>
                  <a:lnTo>
                    <a:pt x="2354" y="139170"/>
                  </a:lnTo>
                  <a:lnTo>
                    <a:pt x="1545" y="144437"/>
                  </a:lnTo>
                  <a:lnTo>
                    <a:pt x="905" y="149726"/>
                  </a:lnTo>
                  <a:lnTo>
                    <a:pt x="434" y="155034"/>
                  </a:lnTo>
                  <a:lnTo>
                    <a:pt x="132" y="160354"/>
                  </a:lnTo>
                  <a:lnTo>
                    <a:pt x="0" y="165680"/>
                  </a:lnTo>
                  <a:lnTo>
                    <a:pt x="37" y="171009"/>
                  </a:lnTo>
                  <a:lnTo>
                    <a:pt x="244" y="176333"/>
                  </a:lnTo>
                  <a:lnTo>
                    <a:pt x="621" y="181648"/>
                  </a:lnTo>
                  <a:lnTo>
                    <a:pt x="1167" y="186948"/>
                  </a:lnTo>
                  <a:lnTo>
                    <a:pt x="1882" y="192228"/>
                  </a:lnTo>
                  <a:lnTo>
                    <a:pt x="2765" y="197483"/>
                  </a:lnTo>
                  <a:lnTo>
                    <a:pt x="3814" y="202707"/>
                  </a:lnTo>
                  <a:lnTo>
                    <a:pt x="5030" y="207895"/>
                  </a:lnTo>
                  <a:lnTo>
                    <a:pt x="6411" y="213041"/>
                  </a:lnTo>
                  <a:lnTo>
                    <a:pt x="7954" y="218141"/>
                  </a:lnTo>
                  <a:lnTo>
                    <a:pt x="9660" y="223189"/>
                  </a:lnTo>
                  <a:lnTo>
                    <a:pt x="11525" y="228180"/>
                  </a:lnTo>
                  <a:lnTo>
                    <a:pt x="13549" y="233109"/>
                  </a:lnTo>
                  <a:lnTo>
                    <a:pt x="15728" y="237971"/>
                  </a:lnTo>
                  <a:lnTo>
                    <a:pt x="18062" y="242762"/>
                  </a:lnTo>
                  <a:lnTo>
                    <a:pt x="20547" y="247475"/>
                  </a:lnTo>
                  <a:lnTo>
                    <a:pt x="23181" y="252107"/>
                  </a:lnTo>
                  <a:lnTo>
                    <a:pt x="25961" y="256652"/>
                  </a:lnTo>
                  <a:lnTo>
                    <a:pt x="28884" y="261107"/>
                  </a:lnTo>
                  <a:lnTo>
                    <a:pt x="31949" y="265466"/>
                  </a:lnTo>
                  <a:lnTo>
                    <a:pt x="35150" y="269725"/>
                  </a:lnTo>
                  <a:lnTo>
                    <a:pt x="38486" y="273880"/>
                  </a:lnTo>
                  <a:lnTo>
                    <a:pt x="41952" y="277927"/>
                  </a:lnTo>
                  <a:lnTo>
                    <a:pt x="45546" y="281861"/>
                  </a:lnTo>
                  <a:lnTo>
                    <a:pt x="49263" y="285679"/>
                  </a:lnTo>
                  <a:lnTo>
                    <a:pt x="53100" y="289376"/>
                  </a:lnTo>
                  <a:lnTo>
                    <a:pt x="57052" y="292949"/>
                  </a:lnTo>
                  <a:lnTo>
                    <a:pt x="61117" y="296394"/>
                  </a:lnTo>
                  <a:lnTo>
                    <a:pt x="65289" y="299708"/>
                  </a:lnTo>
                  <a:lnTo>
                    <a:pt x="69565" y="302888"/>
                  </a:lnTo>
                  <a:lnTo>
                    <a:pt x="73940" y="305929"/>
                  </a:lnTo>
                  <a:lnTo>
                    <a:pt x="78410" y="308830"/>
                  </a:lnTo>
                  <a:lnTo>
                    <a:pt x="82970" y="311586"/>
                  </a:lnTo>
                  <a:lnTo>
                    <a:pt x="87615" y="314196"/>
                  </a:lnTo>
                  <a:lnTo>
                    <a:pt x="92342" y="316656"/>
                  </a:lnTo>
                  <a:lnTo>
                    <a:pt x="97144" y="318965"/>
                  </a:lnTo>
                  <a:lnTo>
                    <a:pt x="102017" y="321119"/>
                  </a:lnTo>
                  <a:lnTo>
                    <a:pt x="106957" y="323117"/>
                  </a:lnTo>
                  <a:lnTo>
                    <a:pt x="111958" y="324957"/>
                  </a:lnTo>
                  <a:lnTo>
                    <a:pt x="117014" y="326636"/>
                  </a:lnTo>
                  <a:lnTo>
                    <a:pt x="122122" y="328153"/>
                  </a:lnTo>
                  <a:lnTo>
                    <a:pt x="127276" y="329507"/>
                  </a:lnTo>
                  <a:lnTo>
                    <a:pt x="132470" y="330695"/>
                  </a:lnTo>
                  <a:lnTo>
                    <a:pt x="137699" y="331718"/>
                  </a:lnTo>
                  <a:lnTo>
                    <a:pt x="142958" y="332573"/>
                  </a:lnTo>
                  <a:lnTo>
                    <a:pt x="148242" y="333260"/>
                  </a:lnTo>
                  <a:lnTo>
                    <a:pt x="153545" y="333779"/>
                  </a:lnTo>
                  <a:lnTo>
                    <a:pt x="158862" y="334128"/>
                  </a:lnTo>
                  <a:lnTo>
                    <a:pt x="164187" y="334308"/>
                  </a:lnTo>
                  <a:lnTo>
                    <a:pt x="169516" y="334318"/>
                  </a:lnTo>
                  <a:lnTo>
                    <a:pt x="174842" y="334158"/>
                  </a:lnTo>
                  <a:lnTo>
                    <a:pt x="180160" y="333828"/>
                  </a:lnTo>
                  <a:lnTo>
                    <a:pt x="185465" y="333329"/>
                  </a:lnTo>
                  <a:lnTo>
                    <a:pt x="190751" y="332661"/>
                  </a:lnTo>
                  <a:lnTo>
                    <a:pt x="196013" y="331826"/>
                  </a:lnTo>
                  <a:lnTo>
                    <a:pt x="201246" y="330822"/>
                  </a:lnTo>
                  <a:lnTo>
                    <a:pt x="206445" y="329653"/>
                  </a:lnTo>
                  <a:lnTo>
                    <a:pt x="211603" y="328318"/>
                  </a:lnTo>
                  <a:lnTo>
                    <a:pt x="216717" y="326820"/>
                  </a:lnTo>
                  <a:lnTo>
                    <a:pt x="221780" y="325160"/>
                  </a:lnTo>
                  <a:lnTo>
                    <a:pt x="226787" y="323339"/>
                  </a:lnTo>
                  <a:lnTo>
                    <a:pt x="231734" y="321359"/>
                  </a:lnTo>
                  <a:lnTo>
                    <a:pt x="236615" y="319223"/>
                  </a:lnTo>
                  <a:lnTo>
                    <a:pt x="241426" y="316932"/>
                  </a:lnTo>
                  <a:lnTo>
                    <a:pt x="246161" y="314489"/>
                  </a:lnTo>
                  <a:lnTo>
                    <a:pt x="250816" y="311896"/>
                  </a:lnTo>
                  <a:lnTo>
                    <a:pt x="255387" y="309157"/>
                  </a:lnTo>
                  <a:lnTo>
                    <a:pt x="259867" y="306273"/>
                  </a:lnTo>
                  <a:lnTo>
                    <a:pt x="264253" y="303248"/>
                  </a:lnTo>
                  <a:lnTo>
                    <a:pt x="268541" y="300084"/>
                  </a:lnTo>
                  <a:lnTo>
                    <a:pt x="272725" y="296786"/>
                  </a:lnTo>
                  <a:lnTo>
                    <a:pt x="276803" y="293355"/>
                  </a:lnTo>
                  <a:lnTo>
                    <a:pt x="280769" y="289797"/>
                  </a:lnTo>
                  <a:lnTo>
                    <a:pt x="284619" y="286114"/>
                  </a:lnTo>
                  <a:lnTo>
                    <a:pt x="288350" y="282310"/>
                  </a:lnTo>
                  <a:lnTo>
                    <a:pt x="291958" y="278389"/>
                  </a:lnTo>
                  <a:lnTo>
                    <a:pt x="295440" y="274355"/>
                  </a:lnTo>
                  <a:lnTo>
                    <a:pt x="298791" y="270213"/>
                  </a:lnTo>
                  <a:lnTo>
                    <a:pt x="302008" y="265965"/>
                  </a:lnTo>
                  <a:lnTo>
                    <a:pt x="305088" y="261617"/>
                  </a:lnTo>
                  <a:lnTo>
                    <a:pt x="308028" y="257174"/>
                  </a:lnTo>
                  <a:lnTo>
                    <a:pt x="310825" y="252638"/>
                  </a:lnTo>
                  <a:lnTo>
                    <a:pt x="313476" y="248016"/>
                  </a:lnTo>
                  <a:lnTo>
                    <a:pt x="315979" y="243312"/>
                  </a:lnTo>
                  <a:lnTo>
                    <a:pt x="318330" y="238531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728472" y="4380988"/>
              <a:ext cx="151169" cy="71363"/>
            </a:xfrm>
            <a:custGeom>
              <a:avLst/>
              <a:pathLst>
                <a:path w="151169" h="71363">
                  <a:moveTo>
                    <a:pt x="151169" y="7136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728472" y="4305904"/>
              <a:ext cx="167165" cy="146448"/>
            </a:xfrm>
            <a:custGeom>
              <a:avLst/>
              <a:pathLst>
                <a:path w="167165" h="146448">
                  <a:moveTo>
                    <a:pt x="151169" y="146448"/>
                  </a:moveTo>
                  <a:lnTo>
                    <a:pt x="153480" y="141331"/>
                  </a:lnTo>
                  <a:lnTo>
                    <a:pt x="155618" y="136139"/>
                  </a:lnTo>
                  <a:lnTo>
                    <a:pt x="157581" y="130879"/>
                  </a:lnTo>
                  <a:lnTo>
                    <a:pt x="159366" y="125556"/>
                  </a:lnTo>
                  <a:lnTo>
                    <a:pt x="160971" y="120175"/>
                  </a:lnTo>
                  <a:lnTo>
                    <a:pt x="162394" y="114744"/>
                  </a:lnTo>
                  <a:lnTo>
                    <a:pt x="163634" y="109268"/>
                  </a:lnTo>
                  <a:lnTo>
                    <a:pt x="164690" y="103754"/>
                  </a:lnTo>
                  <a:lnTo>
                    <a:pt x="165560" y="98207"/>
                  </a:lnTo>
                  <a:lnTo>
                    <a:pt x="166243" y="92634"/>
                  </a:lnTo>
                  <a:lnTo>
                    <a:pt x="166739" y="87041"/>
                  </a:lnTo>
                  <a:lnTo>
                    <a:pt x="167046" y="81435"/>
                  </a:lnTo>
                  <a:lnTo>
                    <a:pt x="167165" y="75822"/>
                  </a:lnTo>
                  <a:lnTo>
                    <a:pt x="167096" y="70208"/>
                  </a:lnTo>
                  <a:lnTo>
                    <a:pt x="166838" y="64599"/>
                  </a:lnTo>
                  <a:lnTo>
                    <a:pt x="166392" y="59002"/>
                  </a:lnTo>
                  <a:lnTo>
                    <a:pt x="165758" y="53423"/>
                  </a:lnTo>
                  <a:lnTo>
                    <a:pt x="164937" y="47869"/>
                  </a:lnTo>
                  <a:lnTo>
                    <a:pt x="163930" y="42346"/>
                  </a:lnTo>
                  <a:lnTo>
                    <a:pt x="162738" y="36859"/>
                  </a:lnTo>
                  <a:lnTo>
                    <a:pt x="161362" y="31415"/>
                  </a:lnTo>
                  <a:lnTo>
                    <a:pt x="159805" y="26021"/>
                  </a:lnTo>
                  <a:lnTo>
                    <a:pt x="158067" y="20682"/>
                  </a:lnTo>
                  <a:lnTo>
                    <a:pt x="156151" y="15405"/>
                  </a:lnTo>
                  <a:lnTo>
                    <a:pt x="154059" y="10195"/>
                  </a:lnTo>
                  <a:lnTo>
                    <a:pt x="151793" y="5058"/>
                  </a:lnTo>
                  <a:lnTo>
                    <a:pt x="149356" y="0"/>
                  </a:lnTo>
                  <a:lnTo>
                    <a:pt x="0" y="750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728472" y="4213821"/>
              <a:ext cx="149356" cy="167167"/>
            </a:xfrm>
            <a:custGeom>
              <a:avLst/>
              <a:pathLst>
                <a:path w="149356" h="167167">
                  <a:moveTo>
                    <a:pt x="149356" y="92082"/>
                  </a:moveTo>
                  <a:lnTo>
                    <a:pt x="146837" y="87269"/>
                  </a:lnTo>
                  <a:lnTo>
                    <a:pt x="144163" y="82540"/>
                  </a:lnTo>
                  <a:lnTo>
                    <a:pt x="141337" y="77900"/>
                  </a:lnTo>
                  <a:lnTo>
                    <a:pt x="138362" y="73355"/>
                  </a:lnTo>
                  <a:lnTo>
                    <a:pt x="135241" y="68908"/>
                  </a:lnTo>
                  <a:lnTo>
                    <a:pt x="131977" y="64566"/>
                  </a:lnTo>
                  <a:lnTo>
                    <a:pt x="128573" y="60332"/>
                  </a:lnTo>
                  <a:lnTo>
                    <a:pt x="125034" y="56210"/>
                  </a:lnTo>
                  <a:lnTo>
                    <a:pt x="121362" y="52206"/>
                  </a:lnTo>
                  <a:lnTo>
                    <a:pt x="117563" y="48323"/>
                  </a:lnTo>
                  <a:lnTo>
                    <a:pt x="113639" y="44566"/>
                  </a:lnTo>
                  <a:lnTo>
                    <a:pt x="109595" y="40938"/>
                  </a:lnTo>
                  <a:lnTo>
                    <a:pt x="105436" y="37444"/>
                  </a:lnTo>
                  <a:lnTo>
                    <a:pt x="101165" y="34086"/>
                  </a:lnTo>
                  <a:lnTo>
                    <a:pt x="96787" y="30869"/>
                  </a:lnTo>
                  <a:lnTo>
                    <a:pt x="92307" y="27796"/>
                  </a:lnTo>
                  <a:lnTo>
                    <a:pt x="87730" y="24870"/>
                  </a:lnTo>
                  <a:lnTo>
                    <a:pt x="83060" y="22095"/>
                  </a:lnTo>
                  <a:lnTo>
                    <a:pt x="78302" y="19472"/>
                  </a:lnTo>
                  <a:lnTo>
                    <a:pt x="73462" y="17006"/>
                  </a:lnTo>
                  <a:lnTo>
                    <a:pt x="68544" y="14698"/>
                  </a:lnTo>
                  <a:lnTo>
                    <a:pt x="63553" y="12552"/>
                  </a:lnTo>
                  <a:lnTo>
                    <a:pt x="58496" y="10568"/>
                  </a:lnTo>
                  <a:lnTo>
                    <a:pt x="53376" y="8750"/>
                  </a:lnTo>
                  <a:lnTo>
                    <a:pt x="48201" y="7099"/>
                  </a:lnTo>
                  <a:lnTo>
                    <a:pt x="42974" y="5618"/>
                  </a:lnTo>
                  <a:lnTo>
                    <a:pt x="37702" y="4307"/>
                  </a:lnTo>
                  <a:lnTo>
                    <a:pt x="32390" y="3168"/>
                  </a:lnTo>
                  <a:lnTo>
                    <a:pt x="27044" y="2202"/>
                  </a:lnTo>
                  <a:lnTo>
                    <a:pt x="21670" y="1410"/>
                  </a:lnTo>
                  <a:lnTo>
                    <a:pt x="16272" y="793"/>
                  </a:lnTo>
                  <a:lnTo>
                    <a:pt x="10857" y="353"/>
                  </a:lnTo>
                  <a:lnTo>
                    <a:pt x="5431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751846" y="3707720"/>
              <a:ext cx="167164" cy="333377"/>
            </a:xfrm>
            <a:custGeom>
              <a:avLst/>
              <a:pathLst>
                <a:path w="167164" h="333377">
                  <a:moveTo>
                    <a:pt x="167164" y="0"/>
                  </a:moveTo>
                  <a:lnTo>
                    <a:pt x="161826" y="85"/>
                  </a:lnTo>
                  <a:lnTo>
                    <a:pt x="156492" y="341"/>
                  </a:lnTo>
                  <a:lnTo>
                    <a:pt x="151170" y="766"/>
                  </a:lnTo>
                  <a:lnTo>
                    <a:pt x="145864" y="1362"/>
                  </a:lnTo>
                  <a:lnTo>
                    <a:pt x="140579" y="2127"/>
                  </a:lnTo>
                  <a:lnTo>
                    <a:pt x="135322" y="3060"/>
                  </a:lnTo>
                  <a:lnTo>
                    <a:pt x="130097" y="4161"/>
                  </a:lnTo>
                  <a:lnTo>
                    <a:pt x="124910" y="5428"/>
                  </a:lnTo>
                  <a:lnTo>
                    <a:pt x="119766" y="6860"/>
                  </a:lnTo>
                  <a:lnTo>
                    <a:pt x="114671" y="8455"/>
                  </a:lnTo>
                  <a:lnTo>
                    <a:pt x="109629" y="10213"/>
                  </a:lnTo>
                  <a:lnTo>
                    <a:pt x="104646" y="12130"/>
                  </a:lnTo>
                  <a:lnTo>
                    <a:pt x="99726" y="14206"/>
                  </a:lnTo>
                  <a:lnTo>
                    <a:pt x="94876" y="16438"/>
                  </a:lnTo>
                  <a:lnTo>
                    <a:pt x="90099" y="18823"/>
                  </a:lnTo>
                  <a:lnTo>
                    <a:pt x="85400" y="21360"/>
                  </a:lnTo>
                  <a:lnTo>
                    <a:pt x="80785" y="24046"/>
                  </a:lnTo>
                  <a:lnTo>
                    <a:pt x="76259" y="26877"/>
                  </a:lnTo>
                  <a:lnTo>
                    <a:pt x="71825" y="29852"/>
                  </a:lnTo>
                  <a:lnTo>
                    <a:pt x="67488" y="32967"/>
                  </a:lnTo>
                  <a:lnTo>
                    <a:pt x="63253" y="36219"/>
                  </a:lnTo>
                  <a:lnTo>
                    <a:pt x="59124" y="39604"/>
                  </a:lnTo>
                  <a:lnTo>
                    <a:pt x="55105" y="43120"/>
                  </a:lnTo>
                  <a:lnTo>
                    <a:pt x="51201" y="46762"/>
                  </a:lnTo>
                  <a:lnTo>
                    <a:pt x="47414" y="50527"/>
                  </a:lnTo>
                  <a:lnTo>
                    <a:pt x="43750" y="54411"/>
                  </a:lnTo>
                  <a:lnTo>
                    <a:pt x="40212" y="58410"/>
                  </a:lnTo>
                  <a:lnTo>
                    <a:pt x="36804" y="62520"/>
                  </a:lnTo>
                  <a:lnTo>
                    <a:pt x="33528" y="66736"/>
                  </a:lnTo>
                  <a:lnTo>
                    <a:pt x="30389" y="71055"/>
                  </a:lnTo>
                  <a:lnTo>
                    <a:pt x="27389" y="75473"/>
                  </a:lnTo>
                  <a:lnTo>
                    <a:pt x="24532" y="79983"/>
                  </a:lnTo>
                  <a:lnTo>
                    <a:pt x="21820" y="84583"/>
                  </a:lnTo>
                  <a:lnTo>
                    <a:pt x="19257" y="89267"/>
                  </a:lnTo>
                  <a:lnTo>
                    <a:pt x="16845" y="94030"/>
                  </a:lnTo>
                  <a:lnTo>
                    <a:pt x="14586" y="98868"/>
                  </a:lnTo>
                  <a:lnTo>
                    <a:pt x="12482" y="103776"/>
                  </a:lnTo>
                  <a:lnTo>
                    <a:pt x="10537" y="108748"/>
                  </a:lnTo>
                  <a:lnTo>
                    <a:pt x="8751" y="113780"/>
                  </a:lnTo>
                  <a:lnTo>
                    <a:pt x="7127" y="118867"/>
                  </a:lnTo>
                  <a:lnTo>
                    <a:pt x="5666" y="124002"/>
                  </a:lnTo>
                  <a:lnTo>
                    <a:pt x="4370" y="129182"/>
                  </a:lnTo>
                  <a:lnTo>
                    <a:pt x="3240" y="134401"/>
                  </a:lnTo>
                  <a:lnTo>
                    <a:pt x="2277" y="139653"/>
                  </a:lnTo>
                  <a:lnTo>
                    <a:pt x="1482" y="144933"/>
                  </a:lnTo>
                  <a:lnTo>
                    <a:pt x="857" y="150235"/>
                  </a:lnTo>
                  <a:lnTo>
                    <a:pt x="401" y="155555"/>
                  </a:lnTo>
                  <a:lnTo>
                    <a:pt x="115" y="160887"/>
                  </a:lnTo>
                  <a:lnTo>
                    <a:pt x="0" y="166225"/>
                  </a:lnTo>
                  <a:lnTo>
                    <a:pt x="55" y="171564"/>
                  </a:lnTo>
                  <a:lnTo>
                    <a:pt x="280" y="176899"/>
                  </a:lnTo>
                  <a:lnTo>
                    <a:pt x="676" y="182224"/>
                  </a:lnTo>
                  <a:lnTo>
                    <a:pt x="1242" y="187533"/>
                  </a:lnTo>
                  <a:lnTo>
                    <a:pt x="1977" y="192822"/>
                  </a:lnTo>
                  <a:lnTo>
                    <a:pt x="2881" y="198084"/>
                  </a:lnTo>
                  <a:lnTo>
                    <a:pt x="3952" y="203315"/>
                  </a:lnTo>
                  <a:lnTo>
                    <a:pt x="5190" y="208509"/>
                  </a:lnTo>
                  <a:lnTo>
                    <a:pt x="6593" y="213661"/>
                  </a:lnTo>
                  <a:lnTo>
                    <a:pt x="8159" y="218765"/>
                  </a:lnTo>
                  <a:lnTo>
                    <a:pt x="9888" y="223817"/>
                  </a:lnTo>
                  <a:lnTo>
                    <a:pt x="11778" y="228811"/>
                  </a:lnTo>
                  <a:lnTo>
                    <a:pt x="13826" y="233742"/>
                  </a:lnTo>
                  <a:lnTo>
                    <a:pt x="16030" y="238605"/>
                  </a:lnTo>
                  <a:lnTo>
                    <a:pt x="18389" y="243396"/>
                  </a:lnTo>
                  <a:lnTo>
                    <a:pt x="20899" y="248108"/>
                  </a:lnTo>
                  <a:lnTo>
                    <a:pt x="23559" y="252738"/>
                  </a:lnTo>
                  <a:lnTo>
                    <a:pt x="26365" y="257281"/>
                  </a:lnTo>
                  <a:lnTo>
                    <a:pt x="29315" y="261731"/>
                  </a:lnTo>
                  <a:lnTo>
                    <a:pt x="32405" y="266086"/>
                  </a:lnTo>
                  <a:lnTo>
                    <a:pt x="35633" y="270339"/>
                  </a:lnTo>
                  <a:lnTo>
                    <a:pt x="38995" y="274487"/>
                  </a:lnTo>
                  <a:lnTo>
                    <a:pt x="42488" y="278526"/>
                  </a:lnTo>
                  <a:lnTo>
                    <a:pt x="46108" y="282451"/>
                  </a:lnTo>
                  <a:lnTo>
                    <a:pt x="49851" y="286258"/>
                  </a:lnTo>
                  <a:lnTo>
                    <a:pt x="53715" y="289944"/>
                  </a:lnTo>
                  <a:lnTo>
                    <a:pt x="57694" y="293504"/>
                  </a:lnTo>
                  <a:lnTo>
                    <a:pt x="61784" y="296936"/>
                  </a:lnTo>
                  <a:lnTo>
                    <a:pt x="65982" y="300235"/>
                  </a:lnTo>
                  <a:lnTo>
                    <a:pt x="70284" y="303399"/>
                  </a:lnTo>
                  <a:lnTo>
                    <a:pt x="74684" y="306423"/>
                  </a:lnTo>
                  <a:lnTo>
                    <a:pt x="79179" y="309306"/>
                  </a:lnTo>
                  <a:lnTo>
                    <a:pt x="83763" y="312043"/>
                  </a:lnTo>
                  <a:lnTo>
                    <a:pt x="88432" y="314633"/>
                  </a:lnTo>
                  <a:lnTo>
                    <a:pt x="93182" y="317072"/>
                  </a:lnTo>
                  <a:lnTo>
                    <a:pt x="98007" y="319358"/>
                  </a:lnTo>
                  <a:lnTo>
                    <a:pt x="102903" y="321489"/>
                  </a:lnTo>
                  <a:lnTo>
                    <a:pt x="107864" y="323463"/>
                  </a:lnTo>
                  <a:lnTo>
                    <a:pt x="112886" y="325277"/>
                  </a:lnTo>
                  <a:lnTo>
                    <a:pt x="117963" y="326930"/>
                  </a:lnTo>
                  <a:lnTo>
                    <a:pt x="123091" y="328420"/>
                  </a:lnTo>
                  <a:lnTo>
                    <a:pt x="128263" y="329745"/>
                  </a:lnTo>
                  <a:lnTo>
                    <a:pt x="133475" y="330905"/>
                  </a:lnTo>
                  <a:lnTo>
                    <a:pt x="138722" y="331897"/>
                  </a:lnTo>
                  <a:lnTo>
                    <a:pt x="143997" y="332721"/>
                  </a:lnTo>
                  <a:lnTo>
                    <a:pt x="149296" y="333377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901143" y="3707936"/>
              <a:ext cx="185016" cy="334109"/>
            </a:xfrm>
            <a:custGeom>
              <a:avLst/>
              <a:pathLst>
                <a:path w="185016" h="334109">
                  <a:moveTo>
                    <a:pt x="0" y="333161"/>
                  </a:moveTo>
                  <a:lnTo>
                    <a:pt x="5323" y="333648"/>
                  </a:lnTo>
                  <a:lnTo>
                    <a:pt x="10659" y="333964"/>
                  </a:lnTo>
                  <a:lnTo>
                    <a:pt x="16003" y="334109"/>
                  </a:lnTo>
                  <a:lnTo>
                    <a:pt x="21349" y="334083"/>
                  </a:lnTo>
                  <a:lnTo>
                    <a:pt x="26691" y="333886"/>
                  </a:lnTo>
                  <a:lnTo>
                    <a:pt x="32024" y="333519"/>
                  </a:lnTo>
                  <a:lnTo>
                    <a:pt x="37342" y="332981"/>
                  </a:lnTo>
                  <a:lnTo>
                    <a:pt x="42641" y="332273"/>
                  </a:lnTo>
                  <a:lnTo>
                    <a:pt x="47914" y="331397"/>
                  </a:lnTo>
                  <a:lnTo>
                    <a:pt x="53157" y="330352"/>
                  </a:lnTo>
                  <a:lnTo>
                    <a:pt x="58363" y="329140"/>
                  </a:lnTo>
                  <a:lnTo>
                    <a:pt x="63528" y="327762"/>
                  </a:lnTo>
                  <a:lnTo>
                    <a:pt x="68647" y="326220"/>
                  </a:lnTo>
                  <a:lnTo>
                    <a:pt x="73713" y="324515"/>
                  </a:lnTo>
                  <a:lnTo>
                    <a:pt x="78722" y="322649"/>
                  </a:lnTo>
                  <a:lnTo>
                    <a:pt x="83670" y="320624"/>
                  </a:lnTo>
                  <a:lnTo>
                    <a:pt x="88549" y="318441"/>
                  </a:lnTo>
                  <a:lnTo>
                    <a:pt x="93357" y="316104"/>
                  </a:lnTo>
                  <a:lnTo>
                    <a:pt x="98087" y="313614"/>
                  </a:lnTo>
                  <a:lnTo>
                    <a:pt x="102736" y="310974"/>
                  </a:lnTo>
                  <a:lnTo>
                    <a:pt x="107297" y="308187"/>
                  </a:lnTo>
                  <a:lnTo>
                    <a:pt x="111767" y="305255"/>
                  </a:lnTo>
                  <a:lnTo>
                    <a:pt x="116141" y="302182"/>
                  </a:lnTo>
                  <a:lnTo>
                    <a:pt x="120415" y="298971"/>
                  </a:lnTo>
                  <a:lnTo>
                    <a:pt x="124584" y="295624"/>
                  </a:lnTo>
                  <a:lnTo>
                    <a:pt x="128643" y="292146"/>
                  </a:lnTo>
                  <a:lnTo>
                    <a:pt x="132590" y="288540"/>
                  </a:lnTo>
                  <a:lnTo>
                    <a:pt x="136419" y="284810"/>
                  </a:lnTo>
                  <a:lnTo>
                    <a:pt x="140126" y="280959"/>
                  </a:lnTo>
                  <a:lnTo>
                    <a:pt x="143709" y="276992"/>
                  </a:lnTo>
                  <a:lnTo>
                    <a:pt x="147163" y="272912"/>
                  </a:lnTo>
                  <a:lnTo>
                    <a:pt x="150485" y="268724"/>
                  </a:lnTo>
                  <a:lnTo>
                    <a:pt x="153671" y="264432"/>
                  </a:lnTo>
                  <a:lnTo>
                    <a:pt x="156719" y="260040"/>
                  </a:lnTo>
                  <a:lnTo>
                    <a:pt x="159624" y="255552"/>
                  </a:lnTo>
                  <a:lnTo>
                    <a:pt x="162384" y="250975"/>
                  </a:lnTo>
                  <a:lnTo>
                    <a:pt x="164997" y="246311"/>
                  </a:lnTo>
                  <a:lnTo>
                    <a:pt x="167459" y="241566"/>
                  </a:lnTo>
                  <a:lnTo>
                    <a:pt x="169768" y="236745"/>
                  </a:lnTo>
                  <a:lnTo>
                    <a:pt x="171922" y="231852"/>
                  </a:lnTo>
                  <a:lnTo>
                    <a:pt x="173919" y="226894"/>
                  </a:lnTo>
                  <a:lnTo>
                    <a:pt x="175756" y="221873"/>
                  </a:lnTo>
                  <a:lnTo>
                    <a:pt x="177431" y="216797"/>
                  </a:lnTo>
                  <a:lnTo>
                    <a:pt x="178943" y="211670"/>
                  </a:lnTo>
                  <a:lnTo>
                    <a:pt x="180290" y="206497"/>
                  </a:lnTo>
                  <a:lnTo>
                    <a:pt x="181472" y="201283"/>
                  </a:lnTo>
                  <a:lnTo>
                    <a:pt x="182486" y="196035"/>
                  </a:lnTo>
                  <a:lnTo>
                    <a:pt x="183332" y="190756"/>
                  </a:lnTo>
                  <a:lnTo>
                    <a:pt x="184008" y="185454"/>
                  </a:lnTo>
                  <a:lnTo>
                    <a:pt x="184515" y="180132"/>
                  </a:lnTo>
                  <a:lnTo>
                    <a:pt x="184851" y="174797"/>
                  </a:lnTo>
                  <a:lnTo>
                    <a:pt x="185016" y="169454"/>
                  </a:lnTo>
                  <a:lnTo>
                    <a:pt x="185011" y="164108"/>
                  </a:lnTo>
                  <a:lnTo>
                    <a:pt x="184835" y="158765"/>
                  </a:lnTo>
                  <a:lnTo>
                    <a:pt x="184487" y="153431"/>
                  </a:lnTo>
                  <a:lnTo>
                    <a:pt x="183970" y="148110"/>
                  </a:lnTo>
                  <a:lnTo>
                    <a:pt x="183283" y="142809"/>
                  </a:lnTo>
                  <a:lnTo>
                    <a:pt x="182426" y="137533"/>
                  </a:lnTo>
                  <a:lnTo>
                    <a:pt x="181401" y="132286"/>
                  </a:lnTo>
                  <a:lnTo>
                    <a:pt x="180209" y="127075"/>
                  </a:lnTo>
                  <a:lnTo>
                    <a:pt x="178851" y="121905"/>
                  </a:lnTo>
                  <a:lnTo>
                    <a:pt x="177329" y="116780"/>
                  </a:lnTo>
                  <a:lnTo>
                    <a:pt x="175643" y="111707"/>
                  </a:lnTo>
                  <a:lnTo>
                    <a:pt x="173796" y="106691"/>
                  </a:lnTo>
                  <a:lnTo>
                    <a:pt x="171789" y="101736"/>
                  </a:lnTo>
                  <a:lnTo>
                    <a:pt x="169626" y="96848"/>
                  </a:lnTo>
                  <a:lnTo>
                    <a:pt x="167307" y="92032"/>
                  </a:lnTo>
                  <a:lnTo>
                    <a:pt x="164835" y="87292"/>
                  </a:lnTo>
                  <a:lnTo>
                    <a:pt x="162212" y="82634"/>
                  </a:lnTo>
                  <a:lnTo>
                    <a:pt x="159443" y="78061"/>
                  </a:lnTo>
                  <a:lnTo>
                    <a:pt x="156528" y="73580"/>
                  </a:lnTo>
                  <a:lnTo>
                    <a:pt x="153472" y="69194"/>
                  </a:lnTo>
                  <a:lnTo>
                    <a:pt x="150277" y="64909"/>
                  </a:lnTo>
                  <a:lnTo>
                    <a:pt x="146946" y="60727"/>
                  </a:lnTo>
                  <a:lnTo>
                    <a:pt x="143484" y="56654"/>
                  </a:lnTo>
                  <a:lnTo>
                    <a:pt x="139893" y="52694"/>
                  </a:lnTo>
                  <a:lnTo>
                    <a:pt x="136178" y="48851"/>
                  </a:lnTo>
                  <a:lnTo>
                    <a:pt x="132341" y="45129"/>
                  </a:lnTo>
                  <a:lnTo>
                    <a:pt x="128387" y="41531"/>
                  </a:lnTo>
                  <a:lnTo>
                    <a:pt x="124321" y="38061"/>
                  </a:lnTo>
                  <a:lnTo>
                    <a:pt x="120145" y="34723"/>
                  </a:lnTo>
                  <a:lnTo>
                    <a:pt x="115865" y="31521"/>
                  </a:lnTo>
                  <a:lnTo>
                    <a:pt x="111485" y="28457"/>
                  </a:lnTo>
                  <a:lnTo>
                    <a:pt x="107008" y="25534"/>
                  </a:lnTo>
                  <a:lnTo>
                    <a:pt x="102441" y="22756"/>
                  </a:lnTo>
                  <a:lnTo>
                    <a:pt x="97788" y="20126"/>
                  </a:lnTo>
                  <a:lnTo>
                    <a:pt x="93052" y="17646"/>
                  </a:lnTo>
                  <a:lnTo>
                    <a:pt x="88240" y="15318"/>
                  </a:lnTo>
                  <a:lnTo>
                    <a:pt x="83355" y="13146"/>
                  </a:lnTo>
                  <a:lnTo>
                    <a:pt x="78404" y="11130"/>
                  </a:lnTo>
                  <a:lnTo>
                    <a:pt x="73391" y="9274"/>
                  </a:lnTo>
                  <a:lnTo>
                    <a:pt x="68321" y="7580"/>
                  </a:lnTo>
                  <a:lnTo>
                    <a:pt x="63200" y="6048"/>
                  </a:lnTo>
                  <a:lnTo>
                    <a:pt x="58032" y="4681"/>
                  </a:lnTo>
                  <a:lnTo>
                    <a:pt x="52823" y="3480"/>
                  </a:lnTo>
                  <a:lnTo>
                    <a:pt x="47578" y="2446"/>
                  </a:lnTo>
                  <a:lnTo>
                    <a:pt x="42303" y="1580"/>
                  </a:lnTo>
                  <a:lnTo>
                    <a:pt x="37003" y="883"/>
                  </a:lnTo>
                  <a:lnTo>
                    <a:pt x="31683" y="356"/>
                  </a:lnTo>
                  <a:lnTo>
                    <a:pt x="26350" y="0"/>
                  </a:lnTo>
                  <a:lnTo>
                    <a:pt x="17868" y="1669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919011" y="3707720"/>
              <a:ext cx="8481" cy="167167"/>
            </a:xfrm>
            <a:custGeom>
              <a:avLst/>
              <a:pathLst>
                <a:path w="8481" h="167167">
                  <a:moveTo>
                    <a:pt x="8481" y="21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tx89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99" name="tx89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00" name="tx90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01" name="tx90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02" name="tx90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03" name="tx90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04" name="tx90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05" name="tx90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06" name="tx90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07" name="tx90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08" name="tx90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09" name="tx90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10" name="tx91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11" name="tx91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12" name="tx91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13" name="tx91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14" name="tx91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15" name="tx91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16" name="tx91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17" name="tx91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18" name="tx91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19" name="tx91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20" name="tx92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21" name="tx92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22" name="tx92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23" name="tx92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2025-06-24T23:49:48Z</dcterms:modified>
  <cp:category/>
</cp:coreProperties>
</file>