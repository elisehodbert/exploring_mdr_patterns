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038317" y="271051"/>
              <a:ext cx="143312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2019_non_BLSE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3750778" y="1518619"/>
              <a:ext cx="2873423" cy="2706349"/>
            </a:xfrm>
            <a:custGeom>
              <a:avLst/>
              <a:pathLst>
                <a:path w="2873423" h="2706349">
                  <a:moveTo>
                    <a:pt x="0" y="0"/>
                  </a:moveTo>
                  <a:lnTo>
                    <a:pt x="2873423" y="2706349"/>
                  </a:lnTo>
                </a:path>
              </a:pathLst>
            </a:custGeom>
            <a:ln w="1451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3736648" y="1531973"/>
              <a:ext cx="2616338" cy="3112755"/>
            </a:xfrm>
            <a:custGeom>
              <a:avLst/>
              <a:pathLst>
                <a:path w="2616338" h="3112755">
                  <a:moveTo>
                    <a:pt x="0" y="0"/>
                  </a:moveTo>
                  <a:lnTo>
                    <a:pt x="2616338" y="3112755"/>
                  </a:lnTo>
                </a:path>
              </a:pathLst>
            </a:custGeom>
            <a:ln w="1265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3763258" y="1503722"/>
              <a:ext cx="3026066" cy="2249011"/>
            </a:xfrm>
            <a:custGeom>
              <a:avLst/>
              <a:pathLst>
                <a:path w="3026066" h="2249011">
                  <a:moveTo>
                    <a:pt x="0" y="0"/>
                  </a:moveTo>
                  <a:lnTo>
                    <a:pt x="3026066" y="2249011"/>
                  </a:lnTo>
                </a:path>
              </a:pathLst>
            </a:custGeom>
            <a:ln w="989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3346736" y="1503722"/>
              <a:ext cx="148182" cy="110131"/>
            </a:xfrm>
            <a:custGeom>
              <a:avLst/>
              <a:pathLst>
                <a:path w="148182" h="110131">
                  <a:moveTo>
                    <a:pt x="148182" y="0"/>
                  </a:moveTo>
                  <a:lnTo>
                    <a:pt x="0" y="110131"/>
                  </a:lnTo>
                </a:path>
              </a:pathLst>
            </a:custGeom>
            <a:ln w="1331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795974" y="1413708"/>
              <a:ext cx="2119980" cy="123265"/>
            </a:xfrm>
            <a:custGeom>
              <a:avLst/>
              <a:pathLst>
                <a:path w="2119980" h="123265">
                  <a:moveTo>
                    <a:pt x="2119980" y="123265"/>
                  </a:moveTo>
                  <a:lnTo>
                    <a:pt x="0" y="0"/>
                  </a:lnTo>
                </a:path>
              </a:pathLst>
            </a:custGeom>
            <a:ln w="1299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777968" y="1370958"/>
              <a:ext cx="160039" cy="92242"/>
            </a:xfrm>
            <a:custGeom>
              <a:avLst/>
              <a:pathLst>
                <a:path w="160039" h="92242">
                  <a:moveTo>
                    <a:pt x="160039" y="92242"/>
                  </a:moveTo>
                  <a:lnTo>
                    <a:pt x="0" y="0"/>
                  </a:lnTo>
                </a:path>
              </a:pathLst>
            </a:custGeom>
            <a:ln w="13199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174289" y="1709325"/>
              <a:ext cx="869937" cy="3664345"/>
            </a:xfrm>
            <a:custGeom>
              <a:avLst/>
              <a:pathLst>
                <a:path w="869937" h="3664345">
                  <a:moveTo>
                    <a:pt x="869937" y="0"/>
                  </a:moveTo>
                  <a:lnTo>
                    <a:pt x="0" y="3664345"/>
                  </a:lnTo>
                </a:path>
              </a:pathLst>
            </a:custGeom>
            <a:ln w="13413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777447" y="1156530"/>
              <a:ext cx="1145226" cy="342278"/>
            </a:xfrm>
            <a:custGeom>
              <a:avLst/>
              <a:pathLst>
                <a:path w="1145226" h="342278">
                  <a:moveTo>
                    <a:pt x="1145226" y="342278"/>
                  </a:moveTo>
                  <a:lnTo>
                    <a:pt x="0" y="0"/>
                  </a:lnTo>
                </a:path>
              </a:pathLst>
            </a:custGeom>
            <a:ln w="13799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121453" y="1709325"/>
              <a:ext cx="585825" cy="2467611"/>
            </a:xfrm>
            <a:custGeom>
              <a:avLst/>
              <a:pathLst>
                <a:path w="585825" h="2467611">
                  <a:moveTo>
                    <a:pt x="0" y="0"/>
                  </a:moveTo>
                  <a:lnTo>
                    <a:pt x="585825" y="2467611"/>
                  </a:lnTo>
                </a:path>
              </a:pathLst>
            </a:custGeom>
            <a:ln w="11484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102279" y="1712711"/>
              <a:ext cx="338827" cy="2893951"/>
            </a:xfrm>
            <a:custGeom>
              <a:avLst/>
              <a:pathLst>
                <a:path w="338827" h="2893951">
                  <a:moveTo>
                    <a:pt x="0" y="0"/>
                  </a:moveTo>
                  <a:lnTo>
                    <a:pt x="338827" y="2893951"/>
                  </a:lnTo>
                </a:path>
              </a:pathLst>
            </a:custGeom>
            <a:ln w="16097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5289212" y="1204919"/>
              <a:ext cx="640091" cy="275641"/>
            </a:xfrm>
            <a:custGeom>
              <a:avLst/>
              <a:pathLst>
                <a:path w="640091" h="275641">
                  <a:moveTo>
                    <a:pt x="640091" y="275641"/>
                  </a:moveTo>
                  <a:lnTo>
                    <a:pt x="0" y="0"/>
                  </a:lnTo>
                </a:path>
              </a:pathLst>
            </a:custGeom>
            <a:ln w="18558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6140100" y="1703733"/>
              <a:ext cx="726134" cy="1991662"/>
            </a:xfrm>
            <a:custGeom>
              <a:avLst/>
              <a:pathLst>
                <a:path w="726134" h="1991662">
                  <a:moveTo>
                    <a:pt x="0" y="0"/>
                  </a:moveTo>
                  <a:lnTo>
                    <a:pt x="726134" y="1991662"/>
                  </a:lnTo>
                </a:path>
              </a:pathLst>
            </a:custGeom>
            <a:ln w="2948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795974" y="1297183"/>
              <a:ext cx="1670275" cy="97117"/>
            </a:xfrm>
            <a:custGeom>
              <a:avLst/>
              <a:pathLst>
                <a:path w="1670275" h="97117">
                  <a:moveTo>
                    <a:pt x="1670275" y="0"/>
                  </a:moveTo>
                  <a:lnTo>
                    <a:pt x="0" y="97117"/>
                  </a:lnTo>
                </a:path>
              </a:pathLst>
            </a:custGeom>
            <a:ln w="1106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5155115" y="1453513"/>
              <a:ext cx="458580" cy="3916770"/>
            </a:xfrm>
            <a:custGeom>
              <a:avLst/>
              <a:pathLst>
                <a:path w="458580" h="3916770">
                  <a:moveTo>
                    <a:pt x="458580" y="0"/>
                  </a:moveTo>
                  <a:lnTo>
                    <a:pt x="0" y="3916770"/>
                  </a:lnTo>
                </a:path>
              </a:pathLst>
            </a:custGeom>
            <a:ln w="11060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4781916" y="1137641"/>
              <a:ext cx="686582" cy="120858"/>
            </a:xfrm>
            <a:custGeom>
              <a:avLst/>
              <a:pathLst>
                <a:path w="686582" h="120858">
                  <a:moveTo>
                    <a:pt x="686582" y="120858"/>
                  </a:moveTo>
                  <a:lnTo>
                    <a:pt x="0" y="0"/>
                  </a:lnTo>
                </a:path>
              </a:pathLst>
            </a:custGeom>
            <a:ln w="10779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690395" y="1444535"/>
              <a:ext cx="998236" cy="2737993"/>
            </a:xfrm>
            <a:custGeom>
              <a:avLst/>
              <a:pathLst>
                <a:path w="998236" h="2737993">
                  <a:moveTo>
                    <a:pt x="0" y="0"/>
                  </a:moveTo>
                  <a:lnTo>
                    <a:pt x="998236" y="2737993"/>
                  </a:lnTo>
                </a:path>
              </a:pathLst>
            </a:custGeom>
            <a:ln w="21787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671748" y="1450127"/>
              <a:ext cx="750184" cy="3159922"/>
            </a:xfrm>
            <a:custGeom>
              <a:avLst/>
              <a:pathLst>
                <a:path w="750184" h="3159922">
                  <a:moveTo>
                    <a:pt x="0" y="0"/>
                  </a:moveTo>
                  <a:lnTo>
                    <a:pt x="750184" y="3159922"/>
                  </a:lnTo>
                </a:path>
              </a:pathLst>
            </a:custGeom>
            <a:ln w="18857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5295843" y="1186672"/>
              <a:ext cx="177125" cy="52938"/>
            </a:xfrm>
            <a:custGeom>
              <a:avLst/>
              <a:pathLst>
                <a:path w="177125" h="52938">
                  <a:moveTo>
                    <a:pt x="177125" y="52938"/>
                  </a:moveTo>
                  <a:lnTo>
                    <a:pt x="0" y="0"/>
                  </a:lnTo>
                </a:path>
              </a:pathLst>
            </a:custGeom>
            <a:ln w="1342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5708261" y="1436815"/>
              <a:ext cx="1140107" cy="2266299"/>
            </a:xfrm>
            <a:custGeom>
              <a:avLst/>
              <a:pathLst>
                <a:path w="1140107" h="2266299">
                  <a:moveTo>
                    <a:pt x="0" y="0"/>
                  </a:moveTo>
                  <a:lnTo>
                    <a:pt x="1140107" y="2266299"/>
                  </a:lnTo>
                </a:path>
              </a:pathLst>
            </a:custGeom>
            <a:ln w="1299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377202" y="1316461"/>
              <a:ext cx="2091296" cy="368128"/>
            </a:xfrm>
            <a:custGeom>
              <a:avLst/>
              <a:pathLst>
                <a:path w="2091296" h="368128">
                  <a:moveTo>
                    <a:pt x="2091296" y="0"/>
                  </a:moveTo>
                  <a:lnTo>
                    <a:pt x="0" y="368128"/>
                  </a:lnTo>
                </a:path>
              </a:pathLst>
            </a:custGeom>
            <a:ln w="1280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5289212" y="5194558"/>
              <a:ext cx="640091" cy="275641"/>
            </a:xfrm>
            <a:custGeom>
              <a:avLst/>
              <a:pathLst>
                <a:path w="640091" h="275641">
                  <a:moveTo>
                    <a:pt x="0" y="275641"/>
                  </a:moveTo>
                  <a:lnTo>
                    <a:pt x="640091" y="0"/>
                  </a:lnTo>
                </a:path>
              </a:pathLst>
            </a:custGeom>
            <a:ln w="2182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3789255" y="1156530"/>
              <a:ext cx="667857" cy="199605"/>
            </a:xfrm>
            <a:custGeom>
              <a:avLst/>
              <a:pathLst>
                <a:path w="667857" h="199605">
                  <a:moveTo>
                    <a:pt x="667857" y="0"/>
                  </a:moveTo>
                  <a:lnTo>
                    <a:pt x="0" y="199605"/>
                  </a:lnTo>
                </a:path>
              </a:pathLst>
            </a:custGeom>
            <a:ln w="22356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6803153" y="4009505"/>
              <a:ext cx="63081" cy="173023"/>
            </a:xfrm>
            <a:custGeom>
              <a:avLst/>
              <a:pathLst>
                <a:path w="63081" h="173023">
                  <a:moveTo>
                    <a:pt x="0" y="173023"/>
                  </a:moveTo>
                  <a:lnTo>
                    <a:pt x="63081" y="0"/>
                  </a:lnTo>
                </a:path>
              </a:pathLst>
            </a:custGeom>
            <a:ln w="29874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552515" y="4479178"/>
              <a:ext cx="101408" cy="153923"/>
            </a:xfrm>
            <a:custGeom>
              <a:avLst/>
              <a:pathLst>
                <a:path w="101408" h="153923">
                  <a:moveTo>
                    <a:pt x="0" y="153923"/>
                  </a:moveTo>
                  <a:lnTo>
                    <a:pt x="101408" y="0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535673" y="4001785"/>
              <a:ext cx="312696" cy="621575"/>
            </a:xfrm>
            <a:custGeom>
              <a:avLst/>
              <a:pathLst>
                <a:path w="312696" h="621575">
                  <a:moveTo>
                    <a:pt x="0" y="621575"/>
                  </a:moveTo>
                  <a:lnTo>
                    <a:pt x="312696" y="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3793724" y="1167783"/>
              <a:ext cx="1177315" cy="207241"/>
            </a:xfrm>
            <a:custGeom>
              <a:avLst/>
              <a:pathLst>
                <a:path w="1177315" h="207241">
                  <a:moveTo>
                    <a:pt x="1177315" y="0"/>
                  </a:moveTo>
                  <a:lnTo>
                    <a:pt x="0" y="207241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5135676" y="1305970"/>
              <a:ext cx="0" cy="4063179"/>
            </a:xfrm>
            <a:custGeom>
              <a:avLst/>
              <a:pathLst>
                <a:path w="0" h="4063179">
                  <a:moveTo>
                    <a:pt x="0" y="0"/>
                  </a:moveTo>
                  <a:lnTo>
                    <a:pt x="0" y="4063179"/>
                  </a:lnTo>
                </a:path>
              </a:pathLst>
            </a:custGeom>
            <a:ln w="38100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784165" y="1118364"/>
              <a:ext cx="184624" cy="10734"/>
            </a:xfrm>
            <a:custGeom>
              <a:avLst/>
              <a:pathLst>
                <a:path w="184624" h="10734">
                  <a:moveTo>
                    <a:pt x="184624" y="10734"/>
                  </a:moveTo>
                  <a:lnTo>
                    <a:pt x="0" y="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5210802" y="1288138"/>
              <a:ext cx="1459964" cy="2902110"/>
            </a:xfrm>
            <a:custGeom>
              <a:avLst/>
              <a:pathLst>
                <a:path w="1459964" h="2902110">
                  <a:moveTo>
                    <a:pt x="0" y="0"/>
                  </a:moveTo>
                  <a:lnTo>
                    <a:pt x="1459964" y="2902110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5192936" y="1295857"/>
              <a:ext cx="1210350" cy="3319784"/>
            </a:xfrm>
            <a:custGeom>
              <a:avLst/>
              <a:pathLst>
                <a:path w="1210350" h="3319784">
                  <a:moveTo>
                    <a:pt x="0" y="0"/>
                  </a:moveTo>
                  <a:lnTo>
                    <a:pt x="1210350" y="3319784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5227644" y="1278397"/>
              <a:ext cx="1603881" cy="2434458"/>
            </a:xfrm>
            <a:custGeom>
              <a:avLst/>
              <a:pathLst>
                <a:path w="1603881" h="2434458">
                  <a:moveTo>
                    <a:pt x="0" y="0"/>
                  </a:moveTo>
                  <a:lnTo>
                    <a:pt x="1603881" y="2434458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3372733" y="1186672"/>
              <a:ext cx="1602775" cy="479027"/>
            </a:xfrm>
            <a:custGeom>
              <a:avLst/>
              <a:pathLst>
                <a:path w="1602775" h="479027">
                  <a:moveTo>
                    <a:pt x="1602775" y="0"/>
                  </a:moveTo>
                  <a:lnTo>
                    <a:pt x="0" y="479027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g37"/>
            <p:cNvSpPr/>
            <p:nvPr/>
          </p:nvSpPr>
          <p:spPr>
            <a:xfrm>
              <a:off x="6982273" y="3170392"/>
              <a:ext cx="1505" cy="167167"/>
            </a:xfrm>
            <a:custGeom>
              <a:avLst/>
              <a:pathLst>
                <a:path w="1505" h="167167">
                  <a:moveTo>
                    <a:pt x="1505" y="0"/>
                  </a:moveTo>
                  <a:lnTo>
                    <a:pt x="0" y="6"/>
                  </a:lnTo>
                  <a:lnTo>
                    <a:pt x="1505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g38"/>
            <p:cNvSpPr/>
            <p:nvPr/>
          </p:nvSpPr>
          <p:spPr>
            <a:xfrm>
              <a:off x="6982273" y="3170399"/>
              <a:ext cx="1505" cy="167160"/>
            </a:xfrm>
            <a:custGeom>
              <a:avLst/>
              <a:pathLst>
                <a:path w="1505" h="167160">
                  <a:moveTo>
                    <a:pt x="0" y="0"/>
                  </a:moveTo>
                  <a:lnTo>
                    <a:pt x="1505" y="16716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g39"/>
            <p:cNvSpPr/>
            <p:nvPr/>
          </p:nvSpPr>
          <p:spPr>
            <a:xfrm>
              <a:off x="6982273" y="3170399"/>
              <a:ext cx="1505" cy="167160"/>
            </a:xfrm>
            <a:custGeom>
              <a:avLst/>
              <a:pathLst>
                <a:path w="1505" h="167160">
                  <a:moveTo>
                    <a:pt x="0" y="0"/>
                  </a:moveTo>
                  <a:lnTo>
                    <a:pt x="1505" y="16716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6982273" y="3170399"/>
              <a:ext cx="1505" cy="167160"/>
            </a:xfrm>
            <a:custGeom>
              <a:avLst/>
              <a:pathLst>
                <a:path w="1505" h="167160">
                  <a:moveTo>
                    <a:pt x="0" y="0"/>
                  </a:moveTo>
                  <a:lnTo>
                    <a:pt x="1505" y="16716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6982273" y="3170399"/>
              <a:ext cx="1505" cy="167160"/>
            </a:xfrm>
            <a:custGeom>
              <a:avLst/>
              <a:pathLst>
                <a:path w="1505" h="167160">
                  <a:moveTo>
                    <a:pt x="0" y="0"/>
                  </a:moveTo>
                  <a:lnTo>
                    <a:pt x="1505" y="16716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6982273" y="3170399"/>
              <a:ext cx="1505" cy="167160"/>
            </a:xfrm>
            <a:custGeom>
              <a:avLst/>
              <a:pathLst>
                <a:path w="1505" h="167160">
                  <a:moveTo>
                    <a:pt x="0" y="0"/>
                  </a:moveTo>
                  <a:lnTo>
                    <a:pt x="1505" y="16716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6982273" y="3170399"/>
              <a:ext cx="1505" cy="167160"/>
            </a:xfrm>
            <a:custGeom>
              <a:avLst/>
              <a:pathLst>
                <a:path w="1505" h="167160">
                  <a:moveTo>
                    <a:pt x="0" y="0"/>
                  </a:moveTo>
                  <a:lnTo>
                    <a:pt x="1505" y="16716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6982273" y="3170399"/>
              <a:ext cx="1505" cy="167160"/>
            </a:xfrm>
            <a:custGeom>
              <a:avLst/>
              <a:pathLst>
                <a:path w="1505" h="167160">
                  <a:moveTo>
                    <a:pt x="0" y="0"/>
                  </a:moveTo>
                  <a:lnTo>
                    <a:pt x="1505" y="16716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6982273" y="3170399"/>
              <a:ext cx="1505" cy="167160"/>
            </a:xfrm>
            <a:custGeom>
              <a:avLst/>
              <a:pathLst>
                <a:path w="1505" h="167160">
                  <a:moveTo>
                    <a:pt x="0" y="0"/>
                  </a:moveTo>
                  <a:lnTo>
                    <a:pt x="1505" y="16716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6982273" y="3170399"/>
              <a:ext cx="1505" cy="167160"/>
            </a:xfrm>
            <a:custGeom>
              <a:avLst/>
              <a:pathLst>
                <a:path w="1505" h="167160">
                  <a:moveTo>
                    <a:pt x="0" y="0"/>
                  </a:moveTo>
                  <a:lnTo>
                    <a:pt x="1505" y="16716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6982273" y="3170399"/>
              <a:ext cx="1505" cy="167160"/>
            </a:xfrm>
            <a:custGeom>
              <a:avLst/>
              <a:pathLst>
                <a:path w="1505" h="167160">
                  <a:moveTo>
                    <a:pt x="0" y="0"/>
                  </a:moveTo>
                  <a:lnTo>
                    <a:pt x="1505" y="16716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6982273" y="3170399"/>
              <a:ext cx="1505" cy="167160"/>
            </a:xfrm>
            <a:custGeom>
              <a:avLst/>
              <a:pathLst>
                <a:path w="1505" h="167160">
                  <a:moveTo>
                    <a:pt x="0" y="0"/>
                  </a:moveTo>
                  <a:lnTo>
                    <a:pt x="1505" y="16716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6982273" y="3170399"/>
              <a:ext cx="1505" cy="167160"/>
            </a:xfrm>
            <a:custGeom>
              <a:avLst/>
              <a:pathLst>
                <a:path w="1505" h="167160">
                  <a:moveTo>
                    <a:pt x="0" y="0"/>
                  </a:moveTo>
                  <a:lnTo>
                    <a:pt x="1505" y="16716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6982273" y="3170399"/>
              <a:ext cx="1505" cy="167160"/>
            </a:xfrm>
            <a:custGeom>
              <a:avLst/>
              <a:pathLst>
                <a:path w="1505" h="167160">
                  <a:moveTo>
                    <a:pt x="0" y="0"/>
                  </a:moveTo>
                  <a:lnTo>
                    <a:pt x="1505" y="16716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6982273" y="3170399"/>
              <a:ext cx="1505" cy="167160"/>
            </a:xfrm>
            <a:custGeom>
              <a:avLst/>
              <a:pathLst>
                <a:path w="1505" h="167160">
                  <a:moveTo>
                    <a:pt x="0" y="0"/>
                  </a:moveTo>
                  <a:lnTo>
                    <a:pt x="1505" y="16716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6982273" y="3170399"/>
              <a:ext cx="1505" cy="167160"/>
            </a:xfrm>
            <a:custGeom>
              <a:avLst/>
              <a:pathLst>
                <a:path w="1505" h="167160">
                  <a:moveTo>
                    <a:pt x="0" y="0"/>
                  </a:moveTo>
                  <a:lnTo>
                    <a:pt x="1505" y="16716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6982273" y="3170399"/>
              <a:ext cx="1505" cy="167160"/>
            </a:xfrm>
            <a:custGeom>
              <a:avLst/>
              <a:pathLst>
                <a:path w="1505" h="167160">
                  <a:moveTo>
                    <a:pt x="0" y="0"/>
                  </a:moveTo>
                  <a:lnTo>
                    <a:pt x="1505" y="16716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6982273" y="3170399"/>
              <a:ext cx="1505" cy="167160"/>
            </a:xfrm>
            <a:custGeom>
              <a:avLst/>
              <a:pathLst>
                <a:path w="1505" h="167160">
                  <a:moveTo>
                    <a:pt x="0" y="0"/>
                  </a:moveTo>
                  <a:lnTo>
                    <a:pt x="1505" y="16716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6982273" y="3170399"/>
              <a:ext cx="1505" cy="167160"/>
            </a:xfrm>
            <a:custGeom>
              <a:avLst/>
              <a:pathLst>
                <a:path w="1505" h="167160">
                  <a:moveTo>
                    <a:pt x="0" y="0"/>
                  </a:moveTo>
                  <a:lnTo>
                    <a:pt x="1505" y="16716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6982273" y="3170399"/>
              <a:ext cx="1505" cy="167160"/>
            </a:xfrm>
            <a:custGeom>
              <a:avLst/>
              <a:pathLst>
                <a:path w="1505" h="167160">
                  <a:moveTo>
                    <a:pt x="0" y="0"/>
                  </a:moveTo>
                  <a:lnTo>
                    <a:pt x="1505" y="16716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7"/>
            <p:cNvSpPr/>
            <p:nvPr/>
          </p:nvSpPr>
          <p:spPr>
            <a:xfrm>
              <a:off x="6982273" y="3170399"/>
              <a:ext cx="1505" cy="167160"/>
            </a:xfrm>
            <a:custGeom>
              <a:avLst/>
              <a:pathLst>
                <a:path w="1505" h="167160">
                  <a:moveTo>
                    <a:pt x="0" y="0"/>
                  </a:moveTo>
                  <a:lnTo>
                    <a:pt x="1505" y="16716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6982273" y="3170399"/>
              <a:ext cx="1505" cy="167160"/>
            </a:xfrm>
            <a:custGeom>
              <a:avLst/>
              <a:pathLst>
                <a:path w="1505" h="167160">
                  <a:moveTo>
                    <a:pt x="0" y="0"/>
                  </a:moveTo>
                  <a:lnTo>
                    <a:pt x="1505" y="1671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6982273" y="3170399"/>
              <a:ext cx="1505" cy="167160"/>
            </a:xfrm>
            <a:custGeom>
              <a:avLst/>
              <a:pathLst>
                <a:path w="1505" h="167160">
                  <a:moveTo>
                    <a:pt x="0" y="0"/>
                  </a:moveTo>
                  <a:lnTo>
                    <a:pt x="1505" y="1671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6982273" y="3170399"/>
              <a:ext cx="1505" cy="167160"/>
            </a:xfrm>
            <a:custGeom>
              <a:avLst/>
              <a:pathLst>
                <a:path w="1505" h="167160">
                  <a:moveTo>
                    <a:pt x="0" y="0"/>
                  </a:moveTo>
                  <a:lnTo>
                    <a:pt x="1505" y="1671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1"/>
            <p:cNvSpPr/>
            <p:nvPr/>
          </p:nvSpPr>
          <p:spPr>
            <a:xfrm>
              <a:off x="6982273" y="3170399"/>
              <a:ext cx="1505" cy="167160"/>
            </a:xfrm>
            <a:custGeom>
              <a:avLst/>
              <a:pathLst>
                <a:path w="1505" h="167160">
                  <a:moveTo>
                    <a:pt x="0" y="0"/>
                  </a:moveTo>
                  <a:lnTo>
                    <a:pt x="1505" y="1671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g62"/>
            <p:cNvSpPr/>
            <p:nvPr/>
          </p:nvSpPr>
          <p:spPr>
            <a:xfrm>
              <a:off x="6982273" y="3170399"/>
              <a:ext cx="1505" cy="167160"/>
            </a:xfrm>
            <a:custGeom>
              <a:avLst/>
              <a:pathLst>
                <a:path w="1505" h="167160">
                  <a:moveTo>
                    <a:pt x="0" y="0"/>
                  </a:moveTo>
                  <a:lnTo>
                    <a:pt x="1505" y="16716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63"/>
            <p:cNvSpPr/>
            <p:nvPr/>
          </p:nvSpPr>
          <p:spPr>
            <a:xfrm>
              <a:off x="6982273" y="3170399"/>
              <a:ext cx="1505" cy="167160"/>
            </a:xfrm>
            <a:custGeom>
              <a:avLst/>
              <a:pathLst>
                <a:path w="1505" h="167160">
                  <a:moveTo>
                    <a:pt x="0" y="0"/>
                  </a:moveTo>
                  <a:lnTo>
                    <a:pt x="1505" y="16716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4"/>
            <p:cNvSpPr/>
            <p:nvPr/>
          </p:nvSpPr>
          <p:spPr>
            <a:xfrm>
              <a:off x="6816629" y="3170399"/>
              <a:ext cx="334317" cy="334324"/>
            </a:xfrm>
            <a:custGeom>
              <a:avLst/>
              <a:pathLst>
                <a:path w="334317" h="334324">
                  <a:moveTo>
                    <a:pt x="165644" y="0"/>
                  </a:moveTo>
                  <a:lnTo>
                    <a:pt x="160367" y="130"/>
                  </a:lnTo>
                  <a:lnTo>
                    <a:pt x="155096" y="428"/>
                  </a:lnTo>
                  <a:lnTo>
                    <a:pt x="149837" y="892"/>
                  </a:lnTo>
                  <a:lnTo>
                    <a:pt x="144596" y="1521"/>
                  </a:lnTo>
                  <a:lnTo>
                    <a:pt x="139377" y="2316"/>
                  </a:lnTo>
                  <a:lnTo>
                    <a:pt x="134186" y="3275"/>
                  </a:lnTo>
                  <a:lnTo>
                    <a:pt x="129028" y="4397"/>
                  </a:lnTo>
                  <a:lnTo>
                    <a:pt x="123908" y="5682"/>
                  </a:lnTo>
                  <a:lnTo>
                    <a:pt x="118831" y="7128"/>
                  </a:lnTo>
                  <a:lnTo>
                    <a:pt x="113802" y="8734"/>
                  </a:lnTo>
                  <a:lnTo>
                    <a:pt x="108827" y="10497"/>
                  </a:lnTo>
                  <a:lnTo>
                    <a:pt x="103909" y="12417"/>
                  </a:lnTo>
                  <a:lnTo>
                    <a:pt x="99055" y="14491"/>
                  </a:lnTo>
                  <a:lnTo>
                    <a:pt x="94268" y="16717"/>
                  </a:lnTo>
                  <a:lnTo>
                    <a:pt x="89554" y="19093"/>
                  </a:lnTo>
                  <a:lnTo>
                    <a:pt x="84918" y="21617"/>
                  </a:lnTo>
                  <a:lnTo>
                    <a:pt x="80363" y="24286"/>
                  </a:lnTo>
                  <a:lnTo>
                    <a:pt x="75895" y="27097"/>
                  </a:lnTo>
                  <a:lnTo>
                    <a:pt x="71518" y="30048"/>
                  </a:lnTo>
                  <a:lnTo>
                    <a:pt x="67237" y="33136"/>
                  </a:lnTo>
                  <a:lnTo>
                    <a:pt x="63055" y="36358"/>
                  </a:lnTo>
                  <a:lnTo>
                    <a:pt x="58977" y="39710"/>
                  </a:lnTo>
                  <a:lnTo>
                    <a:pt x="55006" y="43189"/>
                  </a:lnTo>
                  <a:lnTo>
                    <a:pt x="51148" y="46792"/>
                  </a:lnTo>
                  <a:lnTo>
                    <a:pt x="47405" y="50514"/>
                  </a:lnTo>
                  <a:lnTo>
                    <a:pt x="43782" y="54353"/>
                  </a:lnTo>
                  <a:lnTo>
                    <a:pt x="40282" y="58305"/>
                  </a:lnTo>
                  <a:lnTo>
                    <a:pt x="36908" y="62365"/>
                  </a:lnTo>
                  <a:lnTo>
                    <a:pt x="33664" y="66530"/>
                  </a:lnTo>
                  <a:lnTo>
                    <a:pt x="30553" y="70795"/>
                  </a:lnTo>
                  <a:lnTo>
                    <a:pt x="27578" y="75156"/>
                  </a:lnTo>
                  <a:lnTo>
                    <a:pt x="24743" y="79608"/>
                  </a:lnTo>
                  <a:lnTo>
                    <a:pt x="22050" y="84148"/>
                  </a:lnTo>
                  <a:lnTo>
                    <a:pt x="19501" y="88771"/>
                  </a:lnTo>
                  <a:lnTo>
                    <a:pt x="17099" y="93472"/>
                  </a:lnTo>
                  <a:lnTo>
                    <a:pt x="14848" y="98247"/>
                  </a:lnTo>
                  <a:lnTo>
                    <a:pt x="12748" y="103090"/>
                  </a:lnTo>
                  <a:lnTo>
                    <a:pt x="10802" y="107997"/>
                  </a:lnTo>
                  <a:lnTo>
                    <a:pt x="9012" y="112963"/>
                  </a:lnTo>
                  <a:lnTo>
                    <a:pt x="7379" y="117984"/>
                  </a:lnTo>
                  <a:lnTo>
                    <a:pt x="5906" y="123053"/>
                  </a:lnTo>
                  <a:lnTo>
                    <a:pt x="4594" y="128166"/>
                  </a:lnTo>
                  <a:lnTo>
                    <a:pt x="3444" y="133318"/>
                  </a:lnTo>
                  <a:lnTo>
                    <a:pt x="2457" y="138504"/>
                  </a:lnTo>
                  <a:lnTo>
                    <a:pt x="1634" y="143718"/>
                  </a:lnTo>
                  <a:lnTo>
                    <a:pt x="976" y="148956"/>
                  </a:lnTo>
                  <a:lnTo>
                    <a:pt x="484" y="154212"/>
                  </a:lnTo>
                  <a:lnTo>
                    <a:pt x="159" y="159481"/>
                  </a:lnTo>
                  <a:lnTo>
                    <a:pt x="0" y="164757"/>
                  </a:lnTo>
                  <a:lnTo>
                    <a:pt x="7" y="170036"/>
                  </a:lnTo>
                  <a:lnTo>
                    <a:pt x="181" y="175312"/>
                  </a:lnTo>
                  <a:lnTo>
                    <a:pt x="522" y="180580"/>
                  </a:lnTo>
                  <a:lnTo>
                    <a:pt x="1029" y="185835"/>
                  </a:lnTo>
                  <a:lnTo>
                    <a:pt x="1701" y="191071"/>
                  </a:lnTo>
                  <a:lnTo>
                    <a:pt x="2539" y="196283"/>
                  </a:lnTo>
                  <a:lnTo>
                    <a:pt x="3540" y="201466"/>
                  </a:lnTo>
                  <a:lnTo>
                    <a:pt x="4705" y="206615"/>
                  </a:lnTo>
                  <a:lnTo>
                    <a:pt x="6032" y="211724"/>
                  </a:lnTo>
                  <a:lnTo>
                    <a:pt x="7519" y="216789"/>
                  </a:lnTo>
                  <a:lnTo>
                    <a:pt x="9166" y="221805"/>
                  </a:lnTo>
                  <a:lnTo>
                    <a:pt x="10970" y="226766"/>
                  </a:lnTo>
                  <a:lnTo>
                    <a:pt x="12930" y="231667"/>
                  </a:lnTo>
                  <a:lnTo>
                    <a:pt x="15043" y="236504"/>
                  </a:lnTo>
                  <a:lnTo>
                    <a:pt x="17309" y="241273"/>
                  </a:lnTo>
                  <a:lnTo>
                    <a:pt x="19724" y="245967"/>
                  </a:lnTo>
                  <a:lnTo>
                    <a:pt x="22285" y="250582"/>
                  </a:lnTo>
                  <a:lnTo>
                    <a:pt x="24992" y="255115"/>
                  </a:lnTo>
                  <a:lnTo>
                    <a:pt x="27840" y="259560"/>
                  </a:lnTo>
                  <a:lnTo>
                    <a:pt x="30827" y="263912"/>
                  </a:lnTo>
                  <a:lnTo>
                    <a:pt x="33949" y="268168"/>
                  </a:lnTo>
                  <a:lnTo>
                    <a:pt x="37205" y="272324"/>
                  </a:lnTo>
                  <a:lnTo>
                    <a:pt x="40590" y="276374"/>
                  </a:lnTo>
                  <a:lnTo>
                    <a:pt x="44102" y="280316"/>
                  </a:lnTo>
                  <a:lnTo>
                    <a:pt x="47736" y="284145"/>
                  </a:lnTo>
                  <a:lnTo>
                    <a:pt x="51489" y="287857"/>
                  </a:lnTo>
                  <a:lnTo>
                    <a:pt x="55358" y="291448"/>
                  </a:lnTo>
                  <a:lnTo>
                    <a:pt x="59338" y="294916"/>
                  </a:lnTo>
                  <a:lnTo>
                    <a:pt x="63426" y="298257"/>
                  </a:lnTo>
                  <a:lnTo>
                    <a:pt x="67617" y="301466"/>
                  </a:lnTo>
                  <a:lnTo>
                    <a:pt x="71907" y="304542"/>
                  </a:lnTo>
                  <a:lnTo>
                    <a:pt x="76292" y="307481"/>
                  </a:lnTo>
                  <a:lnTo>
                    <a:pt x="80768" y="310280"/>
                  </a:lnTo>
                  <a:lnTo>
                    <a:pt x="85330" y="312936"/>
                  </a:lnTo>
                  <a:lnTo>
                    <a:pt x="89974" y="315447"/>
                  </a:lnTo>
                  <a:lnTo>
                    <a:pt x="94694" y="317809"/>
                  </a:lnTo>
                  <a:lnTo>
                    <a:pt x="99487" y="320022"/>
                  </a:lnTo>
                  <a:lnTo>
                    <a:pt x="104348" y="322082"/>
                  </a:lnTo>
                  <a:lnTo>
                    <a:pt x="109270" y="323988"/>
                  </a:lnTo>
                  <a:lnTo>
                    <a:pt x="114251" y="325737"/>
                  </a:lnTo>
                  <a:lnTo>
                    <a:pt x="119284" y="327328"/>
                  </a:lnTo>
                  <a:lnTo>
                    <a:pt x="124366" y="328760"/>
                  </a:lnTo>
                  <a:lnTo>
                    <a:pt x="129489" y="330030"/>
                  </a:lnTo>
                  <a:lnTo>
                    <a:pt x="134651" y="331138"/>
                  </a:lnTo>
                  <a:lnTo>
                    <a:pt x="139844" y="332083"/>
                  </a:lnTo>
                  <a:lnTo>
                    <a:pt x="145065" y="332862"/>
                  </a:lnTo>
                  <a:lnTo>
                    <a:pt x="150308" y="333477"/>
                  </a:lnTo>
                  <a:lnTo>
                    <a:pt x="155568" y="333926"/>
                  </a:lnTo>
                  <a:lnTo>
                    <a:pt x="160840" y="334208"/>
                  </a:lnTo>
                  <a:lnTo>
                    <a:pt x="166117" y="334324"/>
                  </a:lnTo>
                  <a:lnTo>
                    <a:pt x="171396" y="334274"/>
                  </a:lnTo>
                  <a:lnTo>
                    <a:pt x="176670" y="334056"/>
                  </a:lnTo>
                  <a:lnTo>
                    <a:pt x="181935" y="333672"/>
                  </a:lnTo>
                  <a:lnTo>
                    <a:pt x="187185" y="333123"/>
                  </a:lnTo>
                  <a:lnTo>
                    <a:pt x="192416" y="332407"/>
                  </a:lnTo>
                  <a:lnTo>
                    <a:pt x="197621" y="331527"/>
                  </a:lnTo>
                  <a:lnTo>
                    <a:pt x="202795" y="330483"/>
                  </a:lnTo>
                  <a:lnTo>
                    <a:pt x="207934" y="329276"/>
                  </a:lnTo>
                  <a:lnTo>
                    <a:pt x="213033" y="327907"/>
                  </a:lnTo>
                  <a:lnTo>
                    <a:pt x="218085" y="326379"/>
                  </a:lnTo>
                  <a:lnTo>
                    <a:pt x="223087" y="324691"/>
                  </a:lnTo>
                  <a:lnTo>
                    <a:pt x="228033" y="322846"/>
                  </a:lnTo>
                  <a:lnTo>
                    <a:pt x="232919" y="320846"/>
                  </a:lnTo>
                  <a:lnTo>
                    <a:pt x="237739" y="318693"/>
                  </a:lnTo>
                  <a:lnTo>
                    <a:pt x="242488" y="316389"/>
                  </a:lnTo>
                  <a:lnTo>
                    <a:pt x="247162" y="313935"/>
                  </a:lnTo>
                  <a:lnTo>
                    <a:pt x="251757" y="311336"/>
                  </a:lnTo>
                  <a:lnTo>
                    <a:pt x="256267" y="308592"/>
                  </a:lnTo>
                  <a:lnTo>
                    <a:pt x="260688" y="305708"/>
                  </a:lnTo>
                  <a:lnTo>
                    <a:pt x="265016" y="302686"/>
                  </a:lnTo>
                  <a:lnTo>
                    <a:pt x="269246" y="299528"/>
                  </a:lnTo>
                  <a:lnTo>
                    <a:pt x="273375" y="296238"/>
                  </a:lnTo>
                  <a:lnTo>
                    <a:pt x="277398" y="292820"/>
                  </a:lnTo>
                  <a:lnTo>
                    <a:pt x="281310" y="289276"/>
                  </a:lnTo>
                  <a:lnTo>
                    <a:pt x="285109" y="285611"/>
                  </a:lnTo>
                  <a:lnTo>
                    <a:pt x="288790" y="281827"/>
                  </a:lnTo>
                  <a:lnTo>
                    <a:pt x="292350" y="277929"/>
                  </a:lnTo>
                  <a:lnTo>
                    <a:pt x="295785" y="273921"/>
                  </a:lnTo>
                  <a:lnTo>
                    <a:pt x="299092" y="269806"/>
                  </a:lnTo>
                  <a:lnTo>
                    <a:pt x="302267" y="265589"/>
                  </a:lnTo>
                  <a:lnTo>
                    <a:pt x="305308" y="261273"/>
                  </a:lnTo>
                  <a:lnTo>
                    <a:pt x="308210" y="256864"/>
                  </a:lnTo>
                  <a:lnTo>
                    <a:pt x="310973" y="252365"/>
                  </a:lnTo>
                  <a:lnTo>
                    <a:pt x="313591" y="247782"/>
                  </a:lnTo>
                  <a:lnTo>
                    <a:pt x="316064" y="243118"/>
                  </a:lnTo>
                  <a:lnTo>
                    <a:pt x="318388" y="238378"/>
                  </a:lnTo>
                  <a:lnTo>
                    <a:pt x="320561" y="233567"/>
                  </a:lnTo>
                  <a:lnTo>
                    <a:pt x="322581" y="228690"/>
                  </a:lnTo>
                  <a:lnTo>
                    <a:pt x="324447" y="223752"/>
                  </a:lnTo>
                  <a:lnTo>
                    <a:pt x="326155" y="218757"/>
                  </a:lnTo>
                  <a:lnTo>
                    <a:pt x="327705" y="213711"/>
                  </a:lnTo>
                  <a:lnTo>
                    <a:pt x="329095" y="208618"/>
                  </a:lnTo>
                  <a:lnTo>
                    <a:pt x="330323" y="203484"/>
                  </a:lnTo>
                  <a:lnTo>
                    <a:pt x="331389" y="198314"/>
                  </a:lnTo>
                  <a:lnTo>
                    <a:pt x="332290" y="193112"/>
                  </a:lnTo>
                  <a:lnTo>
                    <a:pt x="333027" y="187885"/>
                  </a:lnTo>
                  <a:lnTo>
                    <a:pt x="333599" y="182637"/>
                  </a:lnTo>
                  <a:lnTo>
                    <a:pt x="334005" y="177374"/>
                  </a:lnTo>
                  <a:lnTo>
                    <a:pt x="334244" y="172101"/>
                  </a:lnTo>
                  <a:lnTo>
                    <a:pt x="334317" y="166822"/>
                  </a:lnTo>
                  <a:lnTo>
                    <a:pt x="334223" y="161544"/>
                  </a:lnTo>
                  <a:lnTo>
                    <a:pt x="333962" y="156272"/>
                  </a:lnTo>
                  <a:lnTo>
                    <a:pt x="333535" y="151010"/>
                  </a:lnTo>
                  <a:lnTo>
                    <a:pt x="332942" y="145765"/>
                  </a:lnTo>
                  <a:lnTo>
                    <a:pt x="332184" y="140540"/>
                  </a:lnTo>
                  <a:lnTo>
                    <a:pt x="331261" y="135343"/>
                  </a:lnTo>
                  <a:lnTo>
                    <a:pt x="330175" y="130177"/>
                  </a:lnTo>
                  <a:lnTo>
                    <a:pt x="328926" y="125048"/>
                  </a:lnTo>
                  <a:lnTo>
                    <a:pt x="327515" y="119961"/>
                  </a:lnTo>
                  <a:lnTo>
                    <a:pt x="325945" y="114921"/>
                  </a:lnTo>
                  <a:lnTo>
                    <a:pt x="324217" y="109933"/>
                  </a:lnTo>
                  <a:lnTo>
                    <a:pt x="322331" y="105002"/>
                  </a:lnTo>
                  <a:lnTo>
                    <a:pt x="320291" y="100133"/>
                  </a:lnTo>
                  <a:lnTo>
                    <a:pt x="318099" y="95331"/>
                  </a:lnTo>
                  <a:lnTo>
                    <a:pt x="315755" y="90601"/>
                  </a:lnTo>
                  <a:lnTo>
                    <a:pt x="313264" y="85947"/>
                  </a:lnTo>
                  <a:lnTo>
                    <a:pt x="310627" y="81374"/>
                  </a:lnTo>
                  <a:lnTo>
                    <a:pt x="307847" y="76887"/>
                  </a:lnTo>
                  <a:lnTo>
                    <a:pt x="304926" y="72489"/>
                  </a:lnTo>
                  <a:lnTo>
                    <a:pt x="301868" y="68186"/>
                  </a:lnTo>
                  <a:lnTo>
                    <a:pt x="298676" y="63982"/>
                  </a:lnTo>
                  <a:lnTo>
                    <a:pt x="295353" y="59880"/>
                  </a:lnTo>
                  <a:lnTo>
                    <a:pt x="291901" y="55886"/>
                  </a:lnTo>
                  <a:lnTo>
                    <a:pt x="288326" y="52002"/>
                  </a:lnTo>
                  <a:lnTo>
                    <a:pt x="284629" y="48234"/>
                  </a:lnTo>
                  <a:lnTo>
                    <a:pt x="280816" y="44584"/>
                  </a:lnTo>
                  <a:lnTo>
                    <a:pt x="276889" y="41056"/>
                  </a:lnTo>
                  <a:lnTo>
                    <a:pt x="272852" y="37654"/>
                  </a:lnTo>
                  <a:lnTo>
                    <a:pt x="268710" y="34381"/>
                  </a:lnTo>
                  <a:lnTo>
                    <a:pt x="264467" y="31240"/>
                  </a:lnTo>
                  <a:lnTo>
                    <a:pt x="260127" y="28235"/>
                  </a:lnTo>
                  <a:lnTo>
                    <a:pt x="255694" y="25369"/>
                  </a:lnTo>
                  <a:lnTo>
                    <a:pt x="251173" y="22644"/>
                  </a:lnTo>
                  <a:lnTo>
                    <a:pt x="246568" y="20063"/>
                  </a:lnTo>
                  <a:lnTo>
                    <a:pt x="241884" y="17628"/>
                  </a:lnTo>
                  <a:lnTo>
                    <a:pt x="237125" y="15343"/>
                  </a:lnTo>
                  <a:lnTo>
                    <a:pt x="232297" y="13210"/>
                  </a:lnTo>
                  <a:lnTo>
                    <a:pt x="227404" y="11229"/>
                  </a:lnTo>
                  <a:lnTo>
                    <a:pt x="222450" y="9405"/>
                  </a:lnTo>
                  <a:lnTo>
                    <a:pt x="217441" y="7737"/>
                  </a:lnTo>
                  <a:lnTo>
                    <a:pt x="212383" y="6229"/>
                  </a:lnTo>
                  <a:lnTo>
                    <a:pt x="207279" y="4881"/>
                  </a:lnTo>
                  <a:lnTo>
                    <a:pt x="202135" y="3695"/>
                  </a:lnTo>
                  <a:lnTo>
                    <a:pt x="196956" y="2671"/>
                  </a:lnTo>
                  <a:lnTo>
                    <a:pt x="191747" y="1812"/>
                  </a:lnTo>
                  <a:lnTo>
                    <a:pt x="186514" y="1118"/>
                  </a:lnTo>
                  <a:lnTo>
                    <a:pt x="181262" y="589"/>
                  </a:lnTo>
                  <a:lnTo>
                    <a:pt x="167150" y="16716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6983779" y="3170392"/>
              <a:ext cx="14112" cy="167167"/>
            </a:xfrm>
            <a:custGeom>
              <a:avLst/>
              <a:pathLst>
                <a:path w="14112" h="167167">
                  <a:moveTo>
                    <a:pt x="14112" y="596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6923495" y="265550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7"/>
            <p:cNvSpPr/>
            <p:nvPr/>
          </p:nvSpPr>
          <p:spPr>
            <a:xfrm>
              <a:off x="6896966" y="2655501"/>
              <a:ext cx="26528" cy="167167"/>
            </a:xfrm>
            <a:custGeom>
              <a:avLst/>
              <a:pathLst>
                <a:path w="26528" h="167167">
                  <a:moveTo>
                    <a:pt x="26528" y="0"/>
                  </a:moveTo>
                  <a:lnTo>
                    <a:pt x="19870" y="132"/>
                  </a:lnTo>
                  <a:lnTo>
                    <a:pt x="13222" y="530"/>
                  </a:lnTo>
                  <a:lnTo>
                    <a:pt x="6595" y="1192"/>
                  </a:lnTo>
                  <a:lnTo>
                    <a:pt x="0" y="2118"/>
                  </a:lnTo>
                  <a:lnTo>
                    <a:pt x="26528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8"/>
            <p:cNvSpPr/>
            <p:nvPr/>
          </p:nvSpPr>
          <p:spPr>
            <a:xfrm>
              <a:off x="6896966" y="2657620"/>
              <a:ext cx="26528" cy="165049"/>
            </a:xfrm>
            <a:custGeom>
              <a:avLst/>
              <a:pathLst>
                <a:path w="26528" h="165049">
                  <a:moveTo>
                    <a:pt x="0" y="0"/>
                  </a:moveTo>
                  <a:lnTo>
                    <a:pt x="26528" y="165049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6896966" y="2657620"/>
              <a:ext cx="26528" cy="165049"/>
            </a:xfrm>
            <a:custGeom>
              <a:avLst/>
              <a:pathLst>
                <a:path w="26528" h="165049">
                  <a:moveTo>
                    <a:pt x="0" y="0"/>
                  </a:moveTo>
                  <a:lnTo>
                    <a:pt x="26528" y="165049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6896966" y="2657620"/>
              <a:ext cx="26528" cy="165049"/>
            </a:xfrm>
            <a:custGeom>
              <a:avLst/>
              <a:pathLst>
                <a:path w="26528" h="165049">
                  <a:moveTo>
                    <a:pt x="0" y="0"/>
                  </a:moveTo>
                  <a:lnTo>
                    <a:pt x="26528" y="16504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6896966" y="2657620"/>
              <a:ext cx="26528" cy="165049"/>
            </a:xfrm>
            <a:custGeom>
              <a:avLst/>
              <a:pathLst>
                <a:path w="26528" h="165049">
                  <a:moveTo>
                    <a:pt x="0" y="0"/>
                  </a:moveTo>
                  <a:lnTo>
                    <a:pt x="26528" y="16504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6896966" y="2657620"/>
              <a:ext cx="26528" cy="165049"/>
            </a:xfrm>
            <a:custGeom>
              <a:avLst/>
              <a:pathLst>
                <a:path w="26528" h="165049">
                  <a:moveTo>
                    <a:pt x="0" y="0"/>
                  </a:moveTo>
                  <a:lnTo>
                    <a:pt x="26528" y="16504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6896966" y="2657620"/>
              <a:ext cx="26528" cy="165049"/>
            </a:xfrm>
            <a:custGeom>
              <a:avLst/>
              <a:pathLst>
                <a:path w="26528" h="165049">
                  <a:moveTo>
                    <a:pt x="0" y="0"/>
                  </a:moveTo>
                  <a:lnTo>
                    <a:pt x="26528" y="16504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6896966" y="2657620"/>
              <a:ext cx="26528" cy="165049"/>
            </a:xfrm>
            <a:custGeom>
              <a:avLst/>
              <a:pathLst>
                <a:path w="26528" h="165049">
                  <a:moveTo>
                    <a:pt x="0" y="0"/>
                  </a:moveTo>
                  <a:lnTo>
                    <a:pt x="26528" y="16504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6896966" y="2657620"/>
              <a:ext cx="26528" cy="165049"/>
            </a:xfrm>
            <a:custGeom>
              <a:avLst/>
              <a:pathLst>
                <a:path w="26528" h="165049">
                  <a:moveTo>
                    <a:pt x="0" y="0"/>
                  </a:moveTo>
                  <a:lnTo>
                    <a:pt x="26528" y="16504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6896966" y="2657620"/>
              <a:ext cx="26528" cy="165049"/>
            </a:xfrm>
            <a:custGeom>
              <a:avLst/>
              <a:pathLst>
                <a:path w="26528" h="165049">
                  <a:moveTo>
                    <a:pt x="0" y="0"/>
                  </a:moveTo>
                  <a:lnTo>
                    <a:pt x="26528" y="16504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896966" y="2657620"/>
              <a:ext cx="26528" cy="165049"/>
            </a:xfrm>
            <a:custGeom>
              <a:avLst/>
              <a:pathLst>
                <a:path w="26528" h="165049">
                  <a:moveTo>
                    <a:pt x="0" y="0"/>
                  </a:moveTo>
                  <a:lnTo>
                    <a:pt x="26528" y="16504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896966" y="2657620"/>
              <a:ext cx="26528" cy="165049"/>
            </a:xfrm>
            <a:custGeom>
              <a:avLst/>
              <a:pathLst>
                <a:path w="26528" h="165049">
                  <a:moveTo>
                    <a:pt x="0" y="0"/>
                  </a:moveTo>
                  <a:lnTo>
                    <a:pt x="26528" y="16504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896966" y="2657620"/>
              <a:ext cx="26528" cy="165049"/>
            </a:xfrm>
            <a:custGeom>
              <a:avLst/>
              <a:pathLst>
                <a:path w="26528" h="165049">
                  <a:moveTo>
                    <a:pt x="0" y="0"/>
                  </a:moveTo>
                  <a:lnTo>
                    <a:pt x="26528" y="16504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896966" y="2657620"/>
              <a:ext cx="26528" cy="165049"/>
            </a:xfrm>
            <a:custGeom>
              <a:avLst/>
              <a:pathLst>
                <a:path w="26528" h="165049">
                  <a:moveTo>
                    <a:pt x="0" y="0"/>
                  </a:moveTo>
                  <a:lnTo>
                    <a:pt x="26528" y="16504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896966" y="2657620"/>
              <a:ext cx="26528" cy="165049"/>
            </a:xfrm>
            <a:custGeom>
              <a:avLst/>
              <a:pathLst>
                <a:path w="26528" h="165049">
                  <a:moveTo>
                    <a:pt x="0" y="0"/>
                  </a:moveTo>
                  <a:lnTo>
                    <a:pt x="26528" y="16504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896966" y="2657620"/>
              <a:ext cx="26528" cy="165049"/>
            </a:xfrm>
            <a:custGeom>
              <a:avLst/>
              <a:pathLst>
                <a:path w="26528" h="165049">
                  <a:moveTo>
                    <a:pt x="0" y="0"/>
                  </a:moveTo>
                  <a:lnTo>
                    <a:pt x="26528" y="16504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896966" y="2657620"/>
              <a:ext cx="26528" cy="165049"/>
            </a:xfrm>
            <a:custGeom>
              <a:avLst/>
              <a:pathLst>
                <a:path w="26528" h="165049">
                  <a:moveTo>
                    <a:pt x="0" y="0"/>
                  </a:moveTo>
                  <a:lnTo>
                    <a:pt x="26528" y="16504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896966" y="2657620"/>
              <a:ext cx="26528" cy="165049"/>
            </a:xfrm>
            <a:custGeom>
              <a:avLst/>
              <a:pathLst>
                <a:path w="26528" h="165049">
                  <a:moveTo>
                    <a:pt x="0" y="0"/>
                  </a:moveTo>
                  <a:lnTo>
                    <a:pt x="26528" y="16504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896966" y="2657620"/>
              <a:ext cx="26528" cy="165049"/>
            </a:xfrm>
            <a:custGeom>
              <a:avLst/>
              <a:pathLst>
                <a:path w="26528" h="165049">
                  <a:moveTo>
                    <a:pt x="0" y="0"/>
                  </a:moveTo>
                  <a:lnTo>
                    <a:pt x="26528" y="16504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896966" y="2657620"/>
              <a:ext cx="26528" cy="165049"/>
            </a:xfrm>
            <a:custGeom>
              <a:avLst/>
              <a:pathLst>
                <a:path w="26528" h="165049">
                  <a:moveTo>
                    <a:pt x="0" y="0"/>
                  </a:moveTo>
                  <a:lnTo>
                    <a:pt x="26528" y="16504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896966" y="2657620"/>
              <a:ext cx="26528" cy="165049"/>
            </a:xfrm>
            <a:custGeom>
              <a:avLst/>
              <a:pathLst>
                <a:path w="26528" h="165049">
                  <a:moveTo>
                    <a:pt x="0" y="0"/>
                  </a:moveTo>
                  <a:lnTo>
                    <a:pt x="26528" y="1650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896966" y="2657620"/>
              <a:ext cx="26528" cy="165049"/>
            </a:xfrm>
            <a:custGeom>
              <a:avLst/>
              <a:pathLst>
                <a:path w="26528" h="165049">
                  <a:moveTo>
                    <a:pt x="0" y="0"/>
                  </a:moveTo>
                  <a:lnTo>
                    <a:pt x="26528" y="1650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896966" y="2657620"/>
              <a:ext cx="26528" cy="165049"/>
            </a:xfrm>
            <a:custGeom>
              <a:avLst/>
              <a:pathLst>
                <a:path w="26528" h="165049">
                  <a:moveTo>
                    <a:pt x="0" y="0"/>
                  </a:moveTo>
                  <a:lnTo>
                    <a:pt x="26528" y="1650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896966" y="2657620"/>
              <a:ext cx="26528" cy="165049"/>
            </a:xfrm>
            <a:custGeom>
              <a:avLst/>
              <a:pathLst>
                <a:path w="26528" h="165049">
                  <a:moveTo>
                    <a:pt x="0" y="0"/>
                  </a:moveTo>
                  <a:lnTo>
                    <a:pt x="26528" y="1650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896966" y="2657620"/>
              <a:ext cx="26528" cy="165049"/>
            </a:xfrm>
            <a:custGeom>
              <a:avLst/>
              <a:pathLst>
                <a:path w="26528" h="165049">
                  <a:moveTo>
                    <a:pt x="0" y="0"/>
                  </a:moveTo>
                  <a:lnTo>
                    <a:pt x="26528" y="16504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896966" y="2657620"/>
              <a:ext cx="26528" cy="165049"/>
            </a:xfrm>
            <a:custGeom>
              <a:avLst/>
              <a:pathLst>
                <a:path w="26528" h="165049">
                  <a:moveTo>
                    <a:pt x="0" y="0"/>
                  </a:moveTo>
                  <a:lnTo>
                    <a:pt x="26528" y="16504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756338" y="2657620"/>
              <a:ext cx="334323" cy="332208"/>
            </a:xfrm>
            <a:custGeom>
              <a:avLst/>
              <a:pathLst>
                <a:path w="334323" h="332208">
                  <a:moveTo>
                    <a:pt x="140627" y="0"/>
                  </a:moveTo>
                  <a:lnTo>
                    <a:pt x="135422" y="921"/>
                  </a:lnTo>
                  <a:lnTo>
                    <a:pt x="130249" y="2006"/>
                  </a:lnTo>
                  <a:lnTo>
                    <a:pt x="125113" y="3254"/>
                  </a:lnTo>
                  <a:lnTo>
                    <a:pt x="120019" y="4664"/>
                  </a:lnTo>
                  <a:lnTo>
                    <a:pt x="114972" y="6235"/>
                  </a:lnTo>
                  <a:lnTo>
                    <a:pt x="109977" y="7964"/>
                  </a:lnTo>
                  <a:lnTo>
                    <a:pt x="105039" y="9850"/>
                  </a:lnTo>
                  <a:lnTo>
                    <a:pt x="100164" y="11892"/>
                  </a:lnTo>
                  <a:lnTo>
                    <a:pt x="95355" y="14086"/>
                  </a:lnTo>
                  <a:lnTo>
                    <a:pt x="90618" y="16432"/>
                  </a:lnTo>
                  <a:lnTo>
                    <a:pt x="85958" y="18926"/>
                  </a:lnTo>
                  <a:lnTo>
                    <a:pt x="81379" y="21566"/>
                  </a:lnTo>
                  <a:lnTo>
                    <a:pt x="76885" y="24350"/>
                  </a:lnTo>
                  <a:lnTo>
                    <a:pt x="72482" y="27274"/>
                  </a:lnTo>
                  <a:lnTo>
                    <a:pt x="68174" y="30336"/>
                  </a:lnTo>
                  <a:lnTo>
                    <a:pt x="63964" y="33533"/>
                  </a:lnTo>
                  <a:lnTo>
                    <a:pt x="59858" y="36861"/>
                  </a:lnTo>
                  <a:lnTo>
                    <a:pt x="55859" y="40317"/>
                  </a:lnTo>
                  <a:lnTo>
                    <a:pt x="51971" y="43898"/>
                  </a:lnTo>
                  <a:lnTo>
                    <a:pt x="48199" y="47600"/>
                  </a:lnTo>
                  <a:lnTo>
                    <a:pt x="44545" y="51420"/>
                  </a:lnTo>
                  <a:lnTo>
                    <a:pt x="41014" y="55353"/>
                  </a:lnTo>
                  <a:lnTo>
                    <a:pt x="37609" y="59396"/>
                  </a:lnTo>
                  <a:lnTo>
                    <a:pt x="34333" y="63544"/>
                  </a:lnTo>
                  <a:lnTo>
                    <a:pt x="31191" y="67794"/>
                  </a:lnTo>
                  <a:lnTo>
                    <a:pt x="28184" y="72142"/>
                  </a:lnTo>
                  <a:lnTo>
                    <a:pt x="25316" y="76582"/>
                  </a:lnTo>
                  <a:lnTo>
                    <a:pt x="22590" y="81110"/>
                  </a:lnTo>
                  <a:lnTo>
                    <a:pt x="20008" y="85723"/>
                  </a:lnTo>
                  <a:lnTo>
                    <a:pt x="17574" y="90414"/>
                  </a:lnTo>
                  <a:lnTo>
                    <a:pt x="15289" y="95181"/>
                  </a:lnTo>
                  <a:lnTo>
                    <a:pt x="13156" y="100017"/>
                  </a:lnTo>
                  <a:lnTo>
                    <a:pt x="11177" y="104918"/>
                  </a:lnTo>
                  <a:lnTo>
                    <a:pt x="9354" y="109880"/>
                  </a:lnTo>
                  <a:lnTo>
                    <a:pt x="7689" y="114896"/>
                  </a:lnTo>
                  <a:lnTo>
                    <a:pt x="6183" y="119963"/>
                  </a:lnTo>
                  <a:lnTo>
                    <a:pt x="4838" y="125075"/>
                  </a:lnTo>
                  <a:lnTo>
                    <a:pt x="3656" y="130226"/>
                  </a:lnTo>
                  <a:lnTo>
                    <a:pt x="2636" y="135413"/>
                  </a:lnTo>
                  <a:lnTo>
                    <a:pt x="1782" y="140629"/>
                  </a:lnTo>
                  <a:lnTo>
                    <a:pt x="1092" y="145870"/>
                  </a:lnTo>
                  <a:lnTo>
                    <a:pt x="569" y="151129"/>
                  </a:lnTo>
                  <a:lnTo>
                    <a:pt x="212" y="156403"/>
                  </a:lnTo>
                  <a:lnTo>
                    <a:pt x="22" y="161685"/>
                  </a:lnTo>
                  <a:lnTo>
                    <a:pt x="0" y="166971"/>
                  </a:lnTo>
                  <a:lnTo>
                    <a:pt x="144" y="172255"/>
                  </a:lnTo>
                  <a:lnTo>
                    <a:pt x="455" y="177531"/>
                  </a:lnTo>
                  <a:lnTo>
                    <a:pt x="933" y="182795"/>
                  </a:lnTo>
                  <a:lnTo>
                    <a:pt x="1577" y="188042"/>
                  </a:lnTo>
                  <a:lnTo>
                    <a:pt x="2387" y="193265"/>
                  </a:lnTo>
                  <a:lnTo>
                    <a:pt x="3361" y="198460"/>
                  </a:lnTo>
                  <a:lnTo>
                    <a:pt x="4500" y="203622"/>
                  </a:lnTo>
                  <a:lnTo>
                    <a:pt x="5800" y="208745"/>
                  </a:lnTo>
                  <a:lnTo>
                    <a:pt x="7263" y="213825"/>
                  </a:lnTo>
                  <a:lnTo>
                    <a:pt x="8885" y="218855"/>
                  </a:lnTo>
                  <a:lnTo>
                    <a:pt x="10665" y="223832"/>
                  </a:lnTo>
                  <a:lnTo>
                    <a:pt x="12602" y="228750"/>
                  </a:lnTo>
                  <a:lnTo>
                    <a:pt x="14693" y="233605"/>
                  </a:lnTo>
                  <a:lnTo>
                    <a:pt x="16936" y="238391"/>
                  </a:lnTo>
                  <a:lnTo>
                    <a:pt x="19330" y="243103"/>
                  </a:lnTo>
                  <a:lnTo>
                    <a:pt x="21872" y="247738"/>
                  </a:lnTo>
                  <a:lnTo>
                    <a:pt x="24559" y="252290"/>
                  </a:lnTo>
                  <a:lnTo>
                    <a:pt x="27388" y="256754"/>
                  </a:lnTo>
                  <a:lnTo>
                    <a:pt x="30357" y="261127"/>
                  </a:lnTo>
                  <a:lnTo>
                    <a:pt x="33463" y="265404"/>
                  </a:lnTo>
                  <a:lnTo>
                    <a:pt x="36703" y="269581"/>
                  </a:lnTo>
                  <a:lnTo>
                    <a:pt x="40073" y="273653"/>
                  </a:lnTo>
                  <a:lnTo>
                    <a:pt x="43570" y="277616"/>
                  </a:lnTo>
                  <a:lnTo>
                    <a:pt x="47191" y="281467"/>
                  </a:lnTo>
                  <a:lnTo>
                    <a:pt x="50931" y="285202"/>
                  </a:lnTo>
                  <a:lnTo>
                    <a:pt x="54788" y="288816"/>
                  </a:lnTo>
                  <a:lnTo>
                    <a:pt x="58757" y="292307"/>
                  </a:lnTo>
                  <a:lnTo>
                    <a:pt x="62835" y="295670"/>
                  </a:lnTo>
                  <a:lnTo>
                    <a:pt x="67017" y="298903"/>
                  </a:lnTo>
                  <a:lnTo>
                    <a:pt x="71298" y="302002"/>
                  </a:lnTo>
                  <a:lnTo>
                    <a:pt x="75676" y="304964"/>
                  </a:lnTo>
                  <a:lnTo>
                    <a:pt x="80145" y="307787"/>
                  </a:lnTo>
                  <a:lnTo>
                    <a:pt x="84702" y="310466"/>
                  </a:lnTo>
                  <a:lnTo>
                    <a:pt x="89340" y="313000"/>
                  </a:lnTo>
                  <a:lnTo>
                    <a:pt x="94057" y="315386"/>
                  </a:lnTo>
                  <a:lnTo>
                    <a:pt x="98846" y="317622"/>
                  </a:lnTo>
                  <a:lnTo>
                    <a:pt x="103704" y="319706"/>
                  </a:lnTo>
                  <a:lnTo>
                    <a:pt x="108625" y="321634"/>
                  </a:lnTo>
                  <a:lnTo>
                    <a:pt x="113605" y="323407"/>
                  </a:lnTo>
                  <a:lnTo>
                    <a:pt x="118638" y="325020"/>
                  </a:lnTo>
                  <a:lnTo>
                    <a:pt x="123720" y="326474"/>
                  </a:lnTo>
                  <a:lnTo>
                    <a:pt x="128846" y="327767"/>
                  </a:lnTo>
                  <a:lnTo>
                    <a:pt x="134009" y="328897"/>
                  </a:lnTo>
                  <a:lnTo>
                    <a:pt x="139206" y="329863"/>
                  </a:lnTo>
                  <a:lnTo>
                    <a:pt x="144430" y="330664"/>
                  </a:lnTo>
                  <a:lnTo>
                    <a:pt x="149678" y="331300"/>
                  </a:lnTo>
                  <a:lnTo>
                    <a:pt x="154943" y="331769"/>
                  </a:lnTo>
                  <a:lnTo>
                    <a:pt x="160220" y="332072"/>
                  </a:lnTo>
                  <a:lnTo>
                    <a:pt x="165504" y="332208"/>
                  </a:lnTo>
                  <a:lnTo>
                    <a:pt x="170789" y="332176"/>
                  </a:lnTo>
                  <a:lnTo>
                    <a:pt x="176071" y="331978"/>
                  </a:lnTo>
                  <a:lnTo>
                    <a:pt x="181344" y="331613"/>
                  </a:lnTo>
                  <a:lnTo>
                    <a:pt x="186603" y="331081"/>
                  </a:lnTo>
                  <a:lnTo>
                    <a:pt x="191843" y="330383"/>
                  </a:lnTo>
                  <a:lnTo>
                    <a:pt x="197057" y="329520"/>
                  </a:lnTo>
                  <a:lnTo>
                    <a:pt x="202242" y="328492"/>
                  </a:lnTo>
                  <a:lnTo>
                    <a:pt x="207392" y="327301"/>
                  </a:lnTo>
                  <a:lnTo>
                    <a:pt x="212502" y="325948"/>
                  </a:lnTo>
                  <a:lnTo>
                    <a:pt x="217566" y="324434"/>
                  </a:lnTo>
                  <a:lnTo>
                    <a:pt x="222580" y="322761"/>
                  </a:lnTo>
                  <a:lnTo>
                    <a:pt x="227538" y="320930"/>
                  </a:lnTo>
                  <a:lnTo>
                    <a:pt x="232436" y="318943"/>
                  </a:lnTo>
                  <a:lnTo>
                    <a:pt x="237269" y="316802"/>
                  </a:lnTo>
                  <a:lnTo>
                    <a:pt x="242032" y="314509"/>
                  </a:lnTo>
                  <a:lnTo>
                    <a:pt x="246720" y="312068"/>
                  </a:lnTo>
                  <a:lnTo>
                    <a:pt x="251328" y="309479"/>
                  </a:lnTo>
                  <a:lnTo>
                    <a:pt x="255852" y="306745"/>
                  </a:lnTo>
                  <a:lnTo>
                    <a:pt x="260287" y="303870"/>
                  </a:lnTo>
                  <a:lnTo>
                    <a:pt x="264630" y="300856"/>
                  </a:lnTo>
                  <a:lnTo>
                    <a:pt x="268875" y="297707"/>
                  </a:lnTo>
                  <a:lnTo>
                    <a:pt x="273018" y="294425"/>
                  </a:lnTo>
                  <a:lnTo>
                    <a:pt x="277055" y="291013"/>
                  </a:lnTo>
                  <a:lnTo>
                    <a:pt x="280983" y="287476"/>
                  </a:lnTo>
                  <a:lnTo>
                    <a:pt x="284796" y="283816"/>
                  </a:lnTo>
                  <a:lnTo>
                    <a:pt x="288492" y="280037"/>
                  </a:lnTo>
                  <a:lnTo>
                    <a:pt x="292067" y="276144"/>
                  </a:lnTo>
                  <a:lnTo>
                    <a:pt x="295517" y="272139"/>
                  </a:lnTo>
                  <a:lnTo>
                    <a:pt x="298839" y="268027"/>
                  </a:lnTo>
                  <a:lnTo>
                    <a:pt x="302028" y="263813"/>
                  </a:lnTo>
                  <a:lnTo>
                    <a:pt x="305084" y="259499"/>
                  </a:lnTo>
                  <a:lnTo>
                    <a:pt x="308001" y="255091"/>
                  </a:lnTo>
                  <a:lnTo>
                    <a:pt x="310777" y="250593"/>
                  </a:lnTo>
                  <a:lnTo>
                    <a:pt x="313410" y="246010"/>
                  </a:lnTo>
                  <a:lnTo>
                    <a:pt x="315896" y="241346"/>
                  </a:lnTo>
                  <a:lnTo>
                    <a:pt x="318234" y="236605"/>
                  </a:lnTo>
                  <a:lnTo>
                    <a:pt x="320421" y="231793"/>
                  </a:lnTo>
                  <a:lnTo>
                    <a:pt x="322454" y="226914"/>
                  </a:lnTo>
                  <a:lnTo>
                    <a:pt x="324333" y="221973"/>
                  </a:lnTo>
                  <a:lnTo>
                    <a:pt x="326054" y="216976"/>
                  </a:lnTo>
                  <a:lnTo>
                    <a:pt x="327616" y="211926"/>
                  </a:lnTo>
                  <a:lnTo>
                    <a:pt x="329018" y="206830"/>
                  </a:lnTo>
                  <a:lnTo>
                    <a:pt x="330258" y="201691"/>
                  </a:lnTo>
                  <a:lnTo>
                    <a:pt x="331335" y="196517"/>
                  </a:lnTo>
                  <a:lnTo>
                    <a:pt x="332248" y="191310"/>
                  </a:lnTo>
                  <a:lnTo>
                    <a:pt x="332995" y="186078"/>
                  </a:lnTo>
                  <a:lnTo>
                    <a:pt x="333577" y="180824"/>
                  </a:lnTo>
                  <a:lnTo>
                    <a:pt x="333993" y="175555"/>
                  </a:lnTo>
                  <a:lnTo>
                    <a:pt x="334242" y="170275"/>
                  </a:lnTo>
                  <a:lnTo>
                    <a:pt x="334323" y="164990"/>
                  </a:lnTo>
                  <a:lnTo>
                    <a:pt x="334238" y="159705"/>
                  </a:lnTo>
                  <a:lnTo>
                    <a:pt x="333985" y="154425"/>
                  </a:lnTo>
                  <a:lnTo>
                    <a:pt x="333566" y="149156"/>
                  </a:lnTo>
                  <a:lnTo>
                    <a:pt x="332981" y="143903"/>
                  </a:lnTo>
                  <a:lnTo>
                    <a:pt x="332229" y="138671"/>
                  </a:lnTo>
                  <a:lnTo>
                    <a:pt x="331313" y="133465"/>
                  </a:lnTo>
                  <a:lnTo>
                    <a:pt x="330232" y="128291"/>
                  </a:lnTo>
                  <a:lnTo>
                    <a:pt x="328988" y="123154"/>
                  </a:lnTo>
                  <a:lnTo>
                    <a:pt x="327583" y="118058"/>
                  </a:lnTo>
                  <a:lnTo>
                    <a:pt x="326017" y="113010"/>
                  </a:lnTo>
                  <a:lnTo>
                    <a:pt x="324293" y="108013"/>
                  </a:lnTo>
                  <a:lnTo>
                    <a:pt x="322411" y="103074"/>
                  </a:lnTo>
                  <a:lnTo>
                    <a:pt x="320374" y="98196"/>
                  </a:lnTo>
                  <a:lnTo>
                    <a:pt x="318184" y="93386"/>
                  </a:lnTo>
                  <a:lnTo>
                    <a:pt x="315843" y="88647"/>
                  </a:lnTo>
                  <a:lnTo>
                    <a:pt x="313353" y="83984"/>
                  </a:lnTo>
                  <a:lnTo>
                    <a:pt x="310717" y="79403"/>
                  </a:lnTo>
                  <a:lnTo>
                    <a:pt x="307937" y="74907"/>
                  </a:lnTo>
                  <a:lnTo>
                    <a:pt x="305017" y="70501"/>
                  </a:lnTo>
                  <a:lnTo>
                    <a:pt x="301959" y="66190"/>
                  </a:lnTo>
                  <a:lnTo>
                    <a:pt x="298766" y="61977"/>
                  </a:lnTo>
                  <a:lnTo>
                    <a:pt x="295442" y="57868"/>
                  </a:lnTo>
                  <a:lnTo>
                    <a:pt x="291989" y="53866"/>
                  </a:lnTo>
                  <a:lnTo>
                    <a:pt x="288412" y="49975"/>
                  </a:lnTo>
                  <a:lnTo>
                    <a:pt x="284713" y="46199"/>
                  </a:lnTo>
                  <a:lnTo>
                    <a:pt x="280897" y="42541"/>
                  </a:lnTo>
                  <a:lnTo>
                    <a:pt x="276967" y="39007"/>
                  </a:lnTo>
                  <a:lnTo>
                    <a:pt x="272927" y="35598"/>
                  </a:lnTo>
                  <a:lnTo>
                    <a:pt x="268781" y="32319"/>
                  </a:lnTo>
                  <a:lnTo>
                    <a:pt x="167156" y="16504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923495" y="2655501"/>
              <a:ext cx="101625" cy="167167"/>
            </a:xfrm>
            <a:custGeom>
              <a:avLst/>
              <a:pathLst>
                <a:path w="101625" h="167167">
                  <a:moveTo>
                    <a:pt x="101625" y="34437"/>
                  </a:moveTo>
                  <a:lnTo>
                    <a:pt x="97001" y="31021"/>
                  </a:lnTo>
                  <a:lnTo>
                    <a:pt x="92262" y="27766"/>
                  </a:lnTo>
                  <a:lnTo>
                    <a:pt x="87414" y="24676"/>
                  </a:lnTo>
                  <a:lnTo>
                    <a:pt x="82463" y="21755"/>
                  </a:lnTo>
                  <a:lnTo>
                    <a:pt x="77414" y="19005"/>
                  </a:lnTo>
                  <a:lnTo>
                    <a:pt x="72274" y="16431"/>
                  </a:lnTo>
                  <a:lnTo>
                    <a:pt x="67048" y="14035"/>
                  </a:lnTo>
                  <a:lnTo>
                    <a:pt x="61743" y="11820"/>
                  </a:lnTo>
                  <a:lnTo>
                    <a:pt x="56365" y="9789"/>
                  </a:lnTo>
                  <a:lnTo>
                    <a:pt x="50920" y="7944"/>
                  </a:lnTo>
                  <a:lnTo>
                    <a:pt x="45415" y="6287"/>
                  </a:lnTo>
                  <a:lnTo>
                    <a:pt x="39856" y="4820"/>
                  </a:lnTo>
                  <a:lnTo>
                    <a:pt x="34250" y="3546"/>
                  </a:lnTo>
                  <a:lnTo>
                    <a:pt x="28604" y="2465"/>
                  </a:lnTo>
                  <a:lnTo>
                    <a:pt x="22924" y="1579"/>
                  </a:lnTo>
                  <a:lnTo>
                    <a:pt x="17217" y="888"/>
                  </a:lnTo>
                  <a:lnTo>
                    <a:pt x="11489" y="395"/>
                  </a:lnTo>
                  <a:lnTo>
                    <a:pt x="5748" y="9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745892" y="216836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745892" y="216836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740790" y="2168369"/>
              <a:ext cx="5101" cy="167167"/>
            </a:xfrm>
            <a:custGeom>
              <a:avLst/>
              <a:pathLst>
                <a:path w="5101" h="167167">
                  <a:moveTo>
                    <a:pt x="5101" y="0"/>
                  </a:moveTo>
                  <a:lnTo>
                    <a:pt x="0" y="77"/>
                  </a:lnTo>
                  <a:lnTo>
                    <a:pt x="5101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740790" y="2168447"/>
              <a:ext cx="5101" cy="167089"/>
            </a:xfrm>
            <a:custGeom>
              <a:avLst/>
              <a:pathLst>
                <a:path w="5101" h="167089">
                  <a:moveTo>
                    <a:pt x="0" y="0"/>
                  </a:moveTo>
                  <a:lnTo>
                    <a:pt x="5101" y="167089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740790" y="2168447"/>
              <a:ext cx="5101" cy="167089"/>
            </a:xfrm>
            <a:custGeom>
              <a:avLst/>
              <a:pathLst>
                <a:path w="5101" h="167089">
                  <a:moveTo>
                    <a:pt x="0" y="0"/>
                  </a:moveTo>
                  <a:lnTo>
                    <a:pt x="5101" y="16708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740790" y="2168447"/>
              <a:ext cx="5101" cy="167089"/>
            </a:xfrm>
            <a:custGeom>
              <a:avLst/>
              <a:pathLst>
                <a:path w="5101" h="167089">
                  <a:moveTo>
                    <a:pt x="0" y="0"/>
                  </a:moveTo>
                  <a:lnTo>
                    <a:pt x="5101" y="16708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740790" y="2168447"/>
              <a:ext cx="5101" cy="167089"/>
            </a:xfrm>
            <a:custGeom>
              <a:avLst/>
              <a:pathLst>
                <a:path w="5101" h="167089">
                  <a:moveTo>
                    <a:pt x="0" y="0"/>
                  </a:moveTo>
                  <a:lnTo>
                    <a:pt x="5101" y="16708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740790" y="2168447"/>
              <a:ext cx="5101" cy="167089"/>
            </a:xfrm>
            <a:custGeom>
              <a:avLst/>
              <a:pathLst>
                <a:path w="5101" h="167089">
                  <a:moveTo>
                    <a:pt x="0" y="0"/>
                  </a:moveTo>
                  <a:lnTo>
                    <a:pt x="5101" y="16708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740790" y="2168447"/>
              <a:ext cx="5101" cy="167089"/>
            </a:xfrm>
            <a:custGeom>
              <a:avLst/>
              <a:pathLst>
                <a:path w="5101" h="167089">
                  <a:moveTo>
                    <a:pt x="0" y="0"/>
                  </a:moveTo>
                  <a:lnTo>
                    <a:pt x="5101" y="16708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740790" y="2168447"/>
              <a:ext cx="5101" cy="167089"/>
            </a:xfrm>
            <a:custGeom>
              <a:avLst/>
              <a:pathLst>
                <a:path w="5101" h="167089">
                  <a:moveTo>
                    <a:pt x="0" y="0"/>
                  </a:moveTo>
                  <a:lnTo>
                    <a:pt x="5101" y="16708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740790" y="2168447"/>
              <a:ext cx="5101" cy="167089"/>
            </a:xfrm>
            <a:custGeom>
              <a:avLst/>
              <a:pathLst>
                <a:path w="5101" h="167089">
                  <a:moveTo>
                    <a:pt x="0" y="0"/>
                  </a:moveTo>
                  <a:lnTo>
                    <a:pt x="5101" y="16708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740790" y="2168447"/>
              <a:ext cx="5101" cy="167089"/>
            </a:xfrm>
            <a:custGeom>
              <a:avLst/>
              <a:pathLst>
                <a:path w="5101" h="167089">
                  <a:moveTo>
                    <a:pt x="0" y="0"/>
                  </a:moveTo>
                  <a:lnTo>
                    <a:pt x="5101" y="16708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40790" y="2168447"/>
              <a:ext cx="5101" cy="167089"/>
            </a:xfrm>
            <a:custGeom>
              <a:avLst/>
              <a:pathLst>
                <a:path w="5101" h="167089">
                  <a:moveTo>
                    <a:pt x="0" y="0"/>
                  </a:moveTo>
                  <a:lnTo>
                    <a:pt x="5101" y="16708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40790" y="2168447"/>
              <a:ext cx="5101" cy="167089"/>
            </a:xfrm>
            <a:custGeom>
              <a:avLst/>
              <a:pathLst>
                <a:path w="5101" h="167089">
                  <a:moveTo>
                    <a:pt x="0" y="0"/>
                  </a:moveTo>
                  <a:lnTo>
                    <a:pt x="5101" y="16708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40790" y="2168447"/>
              <a:ext cx="5101" cy="167089"/>
            </a:xfrm>
            <a:custGeom>
              <a:avLst/>
              <a:pathLst>
                <a:path w="5101" h="167089">
                  <a:moveTo>
                    <a:pt x="0" y="0"/>
                  </a:moveTo>
                  <a:lnTo>
                    <a:pt x="5101" y="16708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40790" y="2168447"/>
              <a:ext cx="5101" cy="167089"/>
            </a:xfrm>
            <a:custGeom>
              <a:avLst/>
              <a:pathLst>
                <a:path w="5101" h="167089">
                  <a:moveTo>
                    <a:pt x="0" y="0"/>
                  </a:moveTo>
                  <a:lnTo>
                    <a:pt x="5101" y="16708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40790" y="2168447"/>
              <a:ext cx="5101" cy="167089"/>
            </a:xfrm>
            <a:custGeom>
              <a:avLst/>
              <a:pathLst>
                <a:path w="5101" h="167089">
                  <a:moveTo>
                    <a:pt x="0" y="0"/>
                  </a:moveTo>
                  <a:lnTo>
                    <a:pt x="5101" y="16708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40790" y="2168447"/>
              <a:ext cx="5101" cy="167089"/>
            </a:xfrm>
            <a:custGeom>
              <a:avLst/>
              <a:pathLst>
                <a:path w="5101" h="167089">
                  <a:moveTo>
                    <a:pt x="0" y="0"/>
                  </a:moveTo>
                  <a:lnTo>
                    <a:pt x="5101" y="16708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40790" y="2168447"/>
              <a:ext cx="5101" cy="167089"/>
            </a:xfrm>
            <a:custGeom>
              <a:avLst/>
              <a:pathLst>
                <a:path w="5101" h="167089">
                  <a:moveTo>
                    <a:pt x="0" y="0"/>
                  </a:moveTo>
                  <a:lnTo>
                    <a:pt x="5101" y="16708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40790" y="2168447"/>
              <a:ext cx="5101" cy="167089"/>
            </a:xfrm>
            <a:custGeom>
              <a:avLst/>
              <a:pathLst>
                <a:path w="5101" h="167089">
                  <a:moveTo>
                    <a:pt x="0" y="0"/>
                  </a:moveTo>
                  <a:lnTo>
                    <a:pt x="5101" y="16708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740790" y="2168447"/>
              <a:ext cx="5101" cy="167089"/>
            </a:xfrm>
            <a:custGeom>
              <a:avLst/>
              <a:pathLst>
                <a:path w="5101" h="167089">
                  <a:moveTo>
                    <a:pt x="0" y="0"/>
                  </a:moveTo>
                  <a:lnTo>
                    <a:pt x="5101" y="16708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40790" y="2168447"/>
              <a:ext cx="5101" cy="167089"/>
            </a:xfrm>
            <a:custGeom>
              <a:avLst/>
              <a:pathLst>
                <a:path w="5101" h="167089">
                  <a:moveTo>
                    <a:pt x="0" y="0"/>
                  </a:moveTo>
                  <a:lnTo>
                    <a:pt x="5101" y="16708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40790" y="2168447"/>
              <a:ext cx="5101" cy="167089"/>
            </a:xfrm>
            <a:custGeom>
              <a:avLst/>
              <a:pathLst>
                <a:path w="5101" h="167089">
                  <a:moveTo>
                    <a:pt x="0" y="0"/>
                  </a:moveTo>
                  <a:lnTo>
                    <a:pt x="5101" y="16708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740790" y="2168447"/>
              <a:ext cx="5101" cy="167089"/>
            </a:xfrm>
            <a:custGeom>
              <a:avLst/>
              <a:pathLst>
                <a:path w="5101" h="167089">
                  <a:moveTo>
                    <a:pt x="0" y="0"/>
                  </a:moveTo>
                  <a:lnTo>
                    <a:pt x="5101" y="16708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740790" y="2168447"/>
              <a:ext cx="5101" cy="167089"/>
            </a:xfrm>
            <a:custGeom>
              <a:avLst/>
              <a:pathLst>
                <a:path w="5101" h="167089">
                  <a:moveTo>
                    <a:pt x="0" y="0"/>
                  </a:moveTo>
                  <a:lnTo>
                    <a:pt x="5101" y="16708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740790" y="2168447"/>
              <a:ext cx="5101" cy="167089"/>
            </a:xfrm>
            <a:custGeom>
              <a:avLst/>
              <a:pathLst>
                <a:path w="5101" h="167089">
                  <a:moveTo>
                    <a:pt x="0" y="0"/>
                  </a:moveTo>
                  <a:lnTo>
                    <a:pt x="5101" y="16708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740790" y="2168447"/>
              <a:ext cx="5101" cy="167089"/>
            </a:xfrm>
            <a:custGeom>
              <a:avLst/>
              <a:pathLst>
                <a:path w="5101" h="167089">
                  <a:moveTo>
                    <a:pt x="0" y="0"/>
                  </a:moveTo>
                  <a:lnTo>
                    <a:pt x="5101" y="16708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578744" y="2168447"/>
              <a:ext cx="329589" cy="334256"/>
            </a:xfrm>
            <a:custGeom>
              <a:avLst/>
              <a:pathLst>
                <a:path w="329589" h="334256">
                  <a:moveTo>
                    <a:pt x="162046" y="0"/>
                  </a:moveTo>
                  <a:lnTo>
                    <a:pt x="156747" y="246"/>
                  </a:lnTo>
                  <a:lnTo>
                    <a:pt x="151457" y="660"/>
                  </a:lnTo>
                  <a:lnTo>
                    <a:pt x="146184" y="1241"/>
                  </a:lnTo>
                  <a:lnTo>
                    <a:pt x="140931" y="1990"/>
                  </a:lnTo>
                  <a:lnTo>
                    <a:pt x="135705" y="2905"/>
                  </a:lnTo>
                  <a:lnTo>
                    <a:pt x="130511" y="3986"/>
                  </a:lnTo>
                  <a:lnTo>
                    <a:pt x="125353" y="5231"/>
                  </a:lnTo>
                  <a:lnTo>
                    <a:pt x="120238" y="6638"/>
                  </a:lnTo>
                  <a:lnTo>
                    <a:pt x="115170" y="8208"/>
                  </a:lnTo>
                  <a:lnTo>
                    <a:pt x="110154" y="9937"/>
                  </a:lnTo>
                  <a:lnTo>
                    <a:pt x="105196" y="11825"/>
                  </a:lnTo>
                  <a:lnTo>
                    <a:pt x="100300" y="13869"/>
                  </a:lnTo>
                  <a:lnTo>
                    <a:pt x="95471" y="16068"/>
                  </a:lnTo>
                  <a:lnTo>
                    <a:pt x="90715" y="18419"/>
                  </a:lnTo>
                  <a:lnTo>
                    <a:pt x="86036" y="20919"/>
                  </a:lnTo>
                  <a:lnTo>
                    <a:pt x="81438" y="23567"/>
                  </a:lnTo>
                  <a:lnTo>
                    <a:pt x="76927" y="26359"/>
                  </a:lnTo>
                  <a:lnTo>
                    <a:pt x="72506" y="29293"/>
                  </a:lnTo>
                  <a:lnTo>
                    <a:pt x="68181" y="32366"/>
                  </a:lnTo>
                  <a:lnTo>
                    <a:pt x="63955" y="35574"/>
                  </a:lnTo>
                  <a:lnTo>
                    <a:pt x="59834" y="38915"/>
                  </a:lnTo>
                  <a:lnTo>
                    <a:pt x="55821" y="42385"/>
                  </a:lnTo>
                  <a:lnTo>
                    <a:pt x="51919" y="45981"/>
                  </a:lnTo>
                  <a:lnTo>
                    <a:pt x="48134" y="49698"/>
                  </a:lnTo>
                  <a:lnTo>
                    <a:pt x="44469" y="53534"/>
                  </a:lnTo>
                  <a:lnTo>
                    <a:pt x="40927" y="57485"/>
                  </a:lnTo>
                  <a:lnTo>
                    <a:pt x="37512" y="61545"/>
                  </a:lnTo>
                  <a:lnTo>
                    <a:pt x="34228" y="65712"/>
                  </a:lnTo>
                  <a:lnTo>
                    <a:pt x="31078" y="69981"/>
                  </a:lnTo>
                  <a:lnTo>
                    <a:pt x="28065" y="74348"/>
                  </a:lnTo>
                  <a:lnTo>
                    <a:pt x="25192" y="78809"/>
                  </a:lnTo>
                  <a:lnTo>
                    <a:pt x="22462" y="83358"/>
                  </a:lnTo>
                  <a:lnTo>
                    <a:pt x="19878" y="87992"/>
                  </a:lnTo>
                  <a:lnTo>
                    <a:pt x="17442" y="92705"/>
                  </a:lnTo>
                  <a:lnTo>
                    <a:pt x="15157" y="97493"/>
                  </a:lnTo>
                  <a:lnTo>
                    <a:pt x="13025" y="102351"/>
                  </a:lnTo>
                  <a:lnTo>
                    <a:pt x="11048" y="107275"/>
                  </a:lnTo>
                  <a:lnTo>
                    <a:pt x="9229" y="112259"/>
                  </a:lnTo>
                  <a:lnTo>
                    <a:pt x="7568" y="117298"/>
                  </a:lnTo>
                  <a:lnTo>
                    <a:pt x="6069" y="122387"/>
                  </a:lnTo>
                  <a:lnTo>
                    <a:pt x="4731" y="127521"/>
                  </a:lnTo>
                  <a:lnTo>
                    <a:pt x="3557" y="132695"/>
                  </a:lnTo>
                  <a:lnTo>
                    <a:pt x="2548" y="137904"/>
                  </a:lnTo>
                  <a:lnTo>
                    <a:pt x="1705" y="143142"/>
                  </a:lnTo>
                  <a:lnTo>
                    <a:pt x="1028" y="148404"/>
                  </a:lnTo>
                  <a:lnTo>
                    <a:pt x="519" y="153685"/>
                  </a:lnTo>
                  <a:lnTo>
                    <a:pt x="178" y="158980"/>
                  </a:lnTo>
                  <a:lnTo>
                    <a:pt x="4" y="164282"/>
                  </a:lnTo>
                  <a:lnTo>
                    <a:pt x="0" y="169588"/>
                  </a:lnTo>
                  <a:lnTo>
                    <a:pt x="163" y="174891"/>
                  </a:lnTo>
                  <a:lnTo>
                    <a:pt x="495" y="180186"/>
                  </a:lnTo>
                  <a:lnTo>
                    <a:pt x="994" y="185468"/>
                  </a:lnTo>
                  <a:lnTo>
                    <a:pt x="1661" y="190732"/>
                  </a:lnTo>
                  <a:lnTo>
                    <a:pt x="2495" y="195971"/>
                  </a:lnTo>
                  <a:lnTo>
                    <a:pt x="3494" y="201182"/>
                  </a:lnTo>
                  <a:lnTo>
                    <a:pt x="4659" y="206358"/>
                  </a:lnTo>
                  <a:lnTo>
                    <a:pt x="5987" y="211495"/>
                  </a:lnTo>
                  <a:lnTo>
                    <a:pt x="7477" y="216587"/>
                  </a:lnTo>
                  <a:lnTo>
                    <a:pt x="9128" y="221629"/>
                  </a:lnTo>
                  <a:lnTo>
                    <a:pt x="10938" y="226616"/>
                  </a:lnTo>
                  <a:lnTo>
                    <a:pt x="12906" y="231543"/>
                  </a:lnTo>
                  <a:lnTo>
                    <a:pt x="15029" y="236405"/>
                  </a:lnTo>
                  <a:lnTo>
                    <a:pt x="17305" y="241198"/>
                  </a:lnTo>
                  <a:lnTo>
                    <a:pt x="19733" y="245915"/>
                  </a:lnTo>
                  <a:lnTo>
                    <a:pt x="22308" y="250554"/>
                  </a:lnTo>
                  <a:lnTo>
                    <a:pt x="25030" y="255108"/>
                  </a:lnTo>
                  <a:lnTo>
                    <a:pt x="27895" y="259574"/>
                  </a:lnTo>
                  <a:lnTo>
                    <a:pt x="30900" y="263946"/>
                  </a:lnTo>
                  <a:lnTo>
                    <a:pt x="34042" y="268221"/>
                  </a:lnTo>
                  <a:lnTo>
                    <a:pt x="37318" y="272394"/>
                  </a:lnTo>
                  <a:lnTo>
                    <a:pt x="40725" y="276461"/>
                  </a:lnTo>
                  <a:lnTo>
                    <a:pt x="44260" y="280418"/>
                  </a:lnTo>
                  <a:lnTo>
                    <a:pt x="47918" y="284260"/>
                  </a:lnTo>
                  <a:lnTo>
                    <a:pt x="51697" y="287985"/>
                  </a:lnTo>
                  <a:lnTo>
                    <a:pt x="55591" y="291588"/>
                  </a:lnTo>
                  <a:lnTo>
                    <a:pt x="59598" y="295065"/>
                  </a:lnTo>
                  <a:lnTo>
                    <a:pt x="63714" y="298414"/>
                  </a:lnTo>
                  <a:lnTo>
                    <a:pt x="67933" y="301630"/>
                  </a:lnTo>
                  <a:lnTo>
                    <a:pt x="72253" y="304711"/>
                  </a:lnTo>
                  <a:lnTo>
                    <a:pt x="76668" y="307653"/>
                  </a:lnTo>
                  <a:lnTo>
                    <a:pt x="81174" y="310453"/>
                  </a:lnTo>
                  <a:lnTo>
                    <a:pt x="85767" y="313110"/>
                  </a:lnTo>
                  <a:lnTo>
                    <a:pt x="90441" y="315619"/>
                  </a:lnTo>
                  <a:lnTo>
                    <a:pt x="95193" y="317978"/>
                  </a:lnTo>
                  <a:lnTo>
                    <a:pt x="100018" y="320185"/>
                  </a:lnTo>
                  <a:lnTo>
                    <a:pt x="104910" y="322239"/>
                  </a:lnTo>
                  <a:lnTo>
                    <a:pt x="109865" y="324135"/>
                  </a:lnTo>
                  <a:lnTo>
                    <a:pt x="114878" y="325874"/>
                  </a:lnTo>
                  <a:lnTo>
                    <a:pt x="119943" y="327453"/>
                  </a:lnTo>
                  <a:lnTo>
                    <a:pt x="125055" y="328870"/>
                  </a:lnTo>
                  <a:lnTo>
                    <a:pt x="130211" y="330125"/>
                  </a:lnTo>
                  <a:lnTo>
                    <a:pt x="135403" y="331215"/>
                  </a:lnTo>
                  <a:lnTo>
                    <a:pt x="140627" y="332139"/>
                  </a:lnTo>
                  <a:lnTo>
                    <a:pt x="145878" y="332898"/>
                  </a:lnTo>
                  <a:lnTo>
                    <a:pt x="151151" y="333489"/>
                  </a:lnTo>
                  <a:lnTo>
                    <a:pt x="156439" y="333913"/>
                  </a:lnTo>
                  <a:lnTo>
                    <a:pt x="161739" y="334169"/>
                  </a:lnTo>
                  <a:lnTo>
                    <a:pt x="167044" y="334256"/>
                  </a:lnTo>
                  <a:lnTo>
                    <a:pt x="172348" y="334176"/>
                  </a:lnTo>
                  <a:lnTo>
                    <a:pt x="177648" y="333926"/>
                  </a:lnTo>
                  <a:lnTo>
                    <a:pt x="182937" y="333509"/>
                  </a:lnTo>
                  <a:lnTo>
                    <a:pt x="188210" y="332924"/>
                  </a:lnTo>
                  <a:lnTo>
                    <a:pt x="193462" y="332172"/>
                  </a:lnTo>
                  <a:lnTo>
                    <a:pt x="198688" y="331254"/>
                  </a:lnTo>
                  <a:lnTo>
                    <a:pt x="203882" y="330171"/>
                  </a:lnTo>
                  <a:lnTo>
                    <a:pt x="209038" y="328923"/>
                  </a:lnTo>
                  <a:lnTo>
                    <a:pt x="214153" y="327512"/>
                  </a:lnTo>
                  <a:lnTo>
                    <a:pt x="219220" y="325940"/>
                  </a:lnTo>
                  <a:lnTo>
                    <a:pt x="224235" y="324207"/>
                  </a:lnTo>
                  <a:lnTo>
                    <a:pt x="229192" y="322316"/>
                  </a:lnTo>
                  <a:lnTo>
                    <a:pt x="234087" y="320269"/>
                  </a:lnTo>
                  <a:lnTo>
                    <a:pt x="238914" y="318068"/>
                  </a:lnTo>
                  <a:lnTo>
                    <a:pt x="243669" y="315715"/>
                  </a:lnTo>
                  <a:lnTo>
                    <a:pt x="248347" y="313211"/>
                  </a:lnTo>
                  <a:lnTo>
                    <a:pt x="252943" y="310561"/>
                  </a:lnTo>
                  <a:lnTo>
                    <a:pt x="257453" y="307766"/>
                  </a:lnTo>
                  <a:lnTo>
                    <a:pt x="261872" y="304830"/>
                  </a:lnTo>
                  <a:lnTo>
                    <a:pt x="266195" y="301754"/>
                  </a:lnTo>
                  <a:lnTo>
                    <a:pt x="270418" y="298543"/>
                  </a:lnTo>
                  <a:lnTo>
                    <a:pt x="274538" y="295200"/>
                  </a:lnTo>
                  <a:lnTo>
                    <a:pt x="278549" y="291728"/>
                  </a:lnTo>
                  <a:lnTo>
                    <a:pt x="282448" y="288130"/>
                  </a:lnTo>
                  <a:lnTo>
                    <a:pt x="286232" y="284410"/>
                  </a:lnTo>
                  <a:lnTo>
                    <a:pt x="289895" y="280572"/>
                  </a:lnTo>
                  <a:lnTo>
                    <a:pt x="293434" y="276619"/>
                  </a:lnTo>
                  <a:lnTo>
                    <a:pt x="296846" y="272557"/>
                  </a:lnTo>
                  <a:lnTo>
                    <a:pt x="300128" y="268388"/>
                  </a:lnTo>
                  <a:lnTo>
                    <a:pt x="303275" y="264117"/>
                  </a:lnTo>
                  <a:lnTo>
                    <a:pt x="306286" y="259748"/>
                  </a:lnTo>
                  <a:lnTo>
                    <a:pt x="309156" y="255286"/>
                  </a:lnTo>
                  <a:lnTo>
                    <a:pt x="311884" y="250735"/>
                  </a:lnTo>
                  <a:lnTo>
                    <a:pt x="314465" y="246100"/>
                  </a:lnTo>
                  <a:lnTo>
                    <a:pt x="316898" y="241385"/>
                  </a:lnTo>
                  <a:lnTo>
                    <a:pt x="319180" y="236596"/>
                  </a:lnTo>
                  <a:lnTo>
                    <a:pt x="321310" y="231736"/>
                  </a:lnTo>
                  <a:lnTo>
                    <a:pt x="323283" y="226811"/>
                  </a:lnTo>
                  <a:lnTo>
                    <a:pt x="325100" y="221826"/>
                  </a:lnTo>
                  <a:lnTo>
                    <a:pt x="326758" y="216786"/>
                  </a:lnTo>
                  <a:lnTo>
                    <a:pt x="328254" y="211696"/>
                  </a:lnTo>
                  <a:lnTo>
                    <a:pt x="329589" y="206561"/>
                  </a:lnTo>
                  <a:lnTo>
                    <a:pt x="167148" y="16708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745892" y="2168369"/>
              <a:ext cx="167154" cy="206639"/>
            </a:xfrm>
            <a:custGeom>
              <a:avLst/>
              <a:pathLst>
                <a:path w="167154" h="206639">
                  <a:moveTo>
                    <a:pt x="162440" y="206639"/>
                  </a:moveTo>
                  <a:lnTo>
                    <a:pt x="163630" y="201372"/>
                  </a:lnTo>
                  <a:lnTo>
                    <a:pt x="164650" y="196068"/>
                  </a:lnTo>
                  <a:lnTo>
                    <a:pt x="165497" y="190735"/>
                  </a:lnTo>
                  <a:lnTo>
                    <a:pt x="166172" y="185377"/>
                  </a:lnTo>
                  <a:lnTo>
                    <a:pt x="166674" y="180000"/>
                  </a:lnTo>
                  <a:lnTo>
                    <a:pt x="167001" y="174609"/>
                  </a:lnTo>
                  <a:lnTo>
                    <a:pt x="167154" y="169211"/>
                  </a:lnTo>
                  <a:lnTo>
                    <a:pt x="167133" y="163811"/>
                  </a:lnTo>
                  <a:lnTo>
                    <a:pt x="166938" y="158414"/>
                  </a:lnTo>
                  <a:lnTo>
                    <a:pt x="166568" y="153026"/>
                  </a:lnTo>
                  <a:lnTo>
                    <a:pt x="166024" y="147653"/>
                  </a:lnTo>
                  <a:lnTo>
                    <a:pt x="165307" y="142301"/>
                  </a:lnTo>
                  <a:lnTo>
                    <a:pt x="164418" y="136974"/>
                  </a:lnTo>
                  <a:lnTo>
                    <a:pt x="163357" y="131679"/>
                  </a:lnTo>
                  <a:lnTo>
                    <a:pt x="162125" y="126421"/>
                  </a:lnTo>
                  <a:lnTo>
                    <a:pt x="160724" y="121205"/>
                  </a:lnTo>
                  <a:lnTo>
                    <a:pt x="159156" y="116038"/>
                  </a:lnTo>
                  <a:lnTo>
                    <a:pt x="157421" y="110924"/>
                  </a:lnTo>
                  <a:lnTo>
                    <a:pt x="155522" y="105868"/>
                  </a:lnTo>
                  <a:lnTo>
                    <a:pt x="153461" y="100876"/>
                  </a:lnTo>
                  <a:lnTo>
                    <a:pt x="151240" y="95954"/>
                  </a:lnTo>
                  <a:lnTo>
                    <a:pt x="148861" y="91106"/>
                  </a:lnTo>
                  <a:lnTo>
                    <a:pt x="146326" y="86337"/>
                  </a:lnTo>
                  <a:lnTo>
                    <a:pt x="143639" y="81653"/>
                  </a:lnTo>
                  <a:lnTo>
                    <a:pt x="140802" y="77058"/>
                  </a:lnTo>
                  <a:lnTo>
                    <a:pt x="137818" y="72557"/>
                  </a:lnTo>
                  <a:lnTo>
                    <a:pt x="134690" y="68155"/>
                  </a:lnTo>
                  <a:lnTo>
                    <a:pt x="131421" y="63856"/>
                  </a:lnTo>
                  <a:lnTo>
                    <a:pt x="128016" y="59664"/>
                  </a:lnTo>
                  <a:lnTo>
                    <a:pt x="124477" y="55586"/>
                  </a:lnTo>
                  <a:lnTo>
                    <a:pt x="120807" y="51623"/>
                  </a:lnTo>
                  <a:lnTo>
                    <a:pt x="117012" y="47781"/>
                  </a:lnTo>
                  <a:lnTo>
                    <a:pt x="113095" y="44064"/>
                  </a:lnTo>
                  <a:lnTo>
                    <a:pt x="109059" y="40475"/>
                  </a:lnTo>
                  <a:lnTo>
                    <a:pt x="104910" y="37018"/>
                  </a:lnTo>
                  <a:lnTo>
                    <a:pt x="100652" y="33697"/>
                  </a:lnTo>
                  <a:lnTo>
                    <a:pt x="96288" y="30516"/>
                  </a:lnTo>
                  <a:lnTo>
                    <a:pt x="91824" y="27477"/>
                  </a:lnTo>
                  <a:lnTo>
                    <a:pt x="87264" y="24584"/>
                  </a:lnTo>
                  <a:lnTo>
                    <a:pt x="82612" y="21840"/>
                  </a:lnTo>
                  <a:lnTo>
                    <a:pt x="77875" y="19247"/>
                  </a:lnTo>
                  <a:lnTo>
                    <a:pt x="73057" y="16809"/>
                  </a:lnTo>
                  <a:lnTo>
                    <a:pt x="68162" y="14527"/>
                  </a:lnTo>
                  <a:lnTo>
                    <a:pt x="63196" y="12405"/>
                  </a:lnTo>
                  <a:lnTo>
                    <a:pt x="58164" y="10445"/>
                  </a:lnTo>
                  <a:lnTo>
                    <a:pt x="53071" y="8648"/>
                  </a:lnTo>
                  <a:lnTo>
                    <a:pt x="47923" y="7016"/>
                  </a:lnTo>
                  <a:lnTo>
                    <a:pt x="42725" y="5552"/>
                  </a:lnTo>
                  <a:lnTo>
                    <a:pt x="37482" y="4256"/>
                  </a:lnTo>
                  <a:lnTo>
                    <a:pt x="32201" y="3130"/>
                  </a:lnTo>
                  <a:lnTo>
                    <a:pt x="26885" y="2176"/>
                  </a:lnTo>
                  <a:lnTo>
                    <a:pt x="21542" y="1393"/>
                  </a:lnTo>
                  <a:lnTo>
                    <a:pt x="16176" y="784"/>
                  </a:lnTo>
                  <a:lnTo>
                    <a:pt x="10793" y="348"/>
                  </a:lnTo>
                  <a:lnTo>
                    <a:pt x="5399" y="8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460546" y="173525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460546" y="173525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460546" y="173525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446948" y="1735255"/>
              <a:ext cx="13598" cy="167167"/>
            </a:xfrm>
            <a:custGeom>
              <a:avLst/>
              <a:pathLst>
                <a:path w="13598" h="167167">
                  <a:moveTo>
                    <a:pt x="13598" y="0"/>
                  </a:moveTo>
                  <a:lnTo>
                    <a:pt x="0" y="553"/>
                  </a:lnTo>
                  <a:lnTo>
                    <a:pt x="13598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446948" y="1735809"/>
              <a:ext cx="13598" cy="166613"/>
            </a:xfrm>
            <a:custGeom>
              <a:avLst/>
              <a:pathLst>
                <a:path w="13598" h="166613">
                  <a:moveTo>
                    <a:pt x="0" y="0"/>
                  </a:moveTo>
                  <a:lnTo>
                    <a:pt x="13598" y="16661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446948" y="1735809"/>
              <a:ext cx="13598" cy="166613"/>
            </a:xfrm>
            <a:custGeom>
              <a:avLst/>
              <a:pathLst>
                <a:path w="13598" h="166613">
                  <a:moveTo>
                    <a:pt x="0" y="0"/>
                  </a:moveTo>
                  <a:lnTo>
                    <a:pt x="13598" y="16661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446948" y="1735809"/>
              <a:ext cx="13598" cy="166613"/>
            </a:xfrm>
            <a:custGeom>
              <a:avLst/>
              <a:pathLst>
                <a:path w="13598" h="166613">
                  <a:moveTo>
                    <a:pt x="0" y="0"/>
                  </a:moveTo>
                  <a:lnTo>
                    <a:pt x="13598" y="16661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446948" y="1735809"/>
              <a:ext cx="13598" cy="166613"/>
            </a:xfrm>
            <a:custGeom>
              <a:avLst/>
              <a:pathLst>
                <a:path w="13598" h="166613">
                  <a:moveTo>
                    <a:pt x="0" y="0"/>
                  </a:moveTo>
                  <a:lnTo>
                    <a:pt x="13598" y="16661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446948" y="1735809"/>
              <a:ext cx="13598" cy="166613"/>
            </a:xfrm>
            <a:custGeom>
              <a:avLst/>
              <a:pathLst>
                <a:path w="13598" h="166613">
                  <a:moveTo>
                    <a:pt x="0" y="0"/>
                  </a:moveTo>
                  <a:lnTo>
                    <a:pt x="13598" y="16661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446948" y="1735809"/>
              <a:ext cx="13598" cy="166613"/>
            </a:xfrm>
            <a:custGeom>
              <a:avLst/>
              <a:pathLst>
                <a:path w="13598" h="166613">
                  <a:moveTo>
                    <a:pt x="0" y="0"/>
                  </a:moveTo>
                  <a:lnTo>
                    <a:pt x="13598" y="16661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446948" y="1735809"/>
              <a:ext cx="13598" cy="166613"/>
            </a:xfrm>
            <a:custGeom>
              <a:avLst/>
              <a:pathLst>
                <a:path w="13598" h="166613">
                  <a:moveTo>
                    <a:pt x="0" y="0"/>
                  </a:moveTo>
                  <a:lnTo>
                    <a:pt x="13598" y="16661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446948" y="1735809"/>
              <a:ext cx="13598" cy="166613"/>
            </a:xfrm>
            <a:custGeom>
              <a:avLst/>
              <a:pathLst>
                <a:path w="13598" h="166613">
                  <a:moveTo>
                    <a:pt x="0" y="0"/>
                  </a:moveTo>
                  <a:lnTo>
                    <a:pt x="13598" y="16661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446948" y="1735809"/>
              <a:ext cx="13598" cy="166613"/>
            </a:xfrm>
            <a:custGeom>
              <a:avLst/>
              <a:pathLst>
                <a:path w="13598" h="166613">
                  <a:moveTo>
                    <a:pt x="0" y="0"/>
                  </a:moveTo>
                  <a:lnTo>
                    <a:pt x="13598" y="16661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446948" y="1735809"/>
              <a:ext cx="13598" cy="166613"/>
            </a:xfrm>
            <a:custGeom>
              <a:avLst/>
              <a:pathLst>
                <a:path w="13598" h="166613">
                  <a:moveTo>
                    <a:pt x="0" y="0"/>
                  </a:moveTo>
                  <a:lnTo>
                    <a:pt x="13598" y="16661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446948" y="1735809"/>
              <a:ext cx="13598" cy="166613"/>
            </a:xfrm>
            <a:custGeom>
              <a:avLst/>
              <a:pathLst>
                <a:path w="13598" h="166613">
                  <a:moveTo>
                    <a:pt x="0" y="0"/>
                  </a:moveTo>
                  <a:lnTo>
                    <a:pt x="13598" y="16661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446948" y="1735809"/>
              <a:ext cx="13598" cy="166613"/>
            </a:xfrm>
            <a:custGeom>
              <a:avLst/>
              <a:pathLst>
                <a:path w="13598" h="166613">
                  <a:moveTo>
                    <a:pt x="0" y="0"/>
                  </a:moveTo>
                  <a:lnTo>
                    <a:pt x="13598" y="16661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446948" y="1735809"/>
              <a:ext cx="13598" cy="166613"/>
            </a:xfrm>
            <a:custGeom>
              <a:avLst/>
              <a:pathLst>
                <a:path w="13598" h="166613">
                  <a:moveTo>
                    <a:pt x="0" y="0"/>
                  </a:moveTo>
                  <a:lnTo>
                    <a:pt x="13598" y="16661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446948" y="1735809"/>
              <a:ext cx="13598" cy="166613"/>
            </a:xfrm>
            <a:custGeom>
              <a:avLst/>
              <a:pathLst>
                <a:path w="13598" h="166613">
                  <a:moveTo>
                    <a:pt x="0" y="0"/>
                  </a:moveTo>
                  <a:lnTo>
                    <a:pt x="13598" y="16661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446948" y="1735809"/>
              <a:ext cx="13598" cy="166613"/>
            </a:xfrm>
            <a:custGeom>
              <a:avLst/>
              <a:pathLst>
                <a:path w="13598" h="166613">
                  <a:moveTo>
                    <a:pt x="0" y="0"/>
                  </a:moveTo>
                  <a:lnTo>
                    <a:pt x="13598" y="16661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446948" y="1735809"/>
              <a:ext cx="13598" cy="166613"/>
            </a:xfrm>
            <a:custGeom>
              <a:avLst/>
              <a:pathLst>
                <a:path w="13598" h="166613">
                  <a:moveTo>
                    <a:pt x="0" y="0"/>
                  </a:moveTo>
                  <a:lnTo>
                    <a:pt x="13598" y="16661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446948" y="1735809"/>
              <a:ext cx="13598" cy="166613"/>
            </a:xfrm>
            <a:custGeom>
              <a:avLst/>
              <a:pathLst>
                <a:path w="13598" h="166613">
                  <a:moveTo>
                    <a:pt x="0" y="0"/>
                  </a:moveTo>
                  <a:lnTo>
                    <a:pt x="13598" y="16661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446948" y="1735809"/>
              <a:ext cx="13598" cy="166613"/>
            </a:xfrm>
            <a:custGeom>
              <a:avLst/>
              <a:pathLst>
                <a:path w="13598" h="166613">
                  <a:moveTo>
                    <a:pt x="0" y="0"/>
                  </a:moveTo>
                  <a:lnTo>
                    <a:pt x="13598" y="16661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446948" y="1735809"/>
              <a:ext cx="13598" cy="166613"/>
            </a:xfrm>
            <a:custGeom>
              <a:avLst/>
              <a:pathLst>
                <a:path w="13598" h="166613">
                  <a:moveTo>
                    <a:pt x="0" y="0"/>
                  </a:moveTo>
                  <a:lnTo>
                    <a:pt x="13598" y="16661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446948" y="1735809"/>
              <a:ext cx="13598" cy="166613"/>
            </a:xfrm>
            <a:custGeom>
              <a:avLst/>
              <a:pathLst>
                <a:path w="13598" h="166613">
                  <a:moveTo>
                    <a:pt x="0" y="0"/>
                  </a:moveTo>
                  <a:lnTo>
                    <a:pt x="13598" y="16661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446948" y="1735809"/>
              <a:ext cx="13598" cy="166613"/>
            </a:xfrm>
            <a:custGeom>
              <a:avLst/>
              <a:pathLst>
                <a:path w="13598" h="166613">
                  <a:moveTo>
                    <a:pt x="0" y="0"/>
                  </a:moveTo>
                  <a:lnTo>
                    <a:pt x="13598" y="16661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446948" y="1735809"/>
              <a:ext cx="13598" cy="166613"/>
            </a:xfrm>
            <a:custGeom>
              <a:avLst/>
              <a:pathLst>
                <a:path w="13598" h="166613">
                  <a:moveTo>
                    <a:pt x="0" y="0"/>
                  </a:moveTo>
                  <a:lnTo>
                    <a:pt x="13598" y="16661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446948" y="1735809"/>
              <a:ext cx="13598" cy="166613"/>
            </a:xfrm>
            <a:custGeom>
              <a:avLst/>
              <a:pathLst>
                <a:path w="13598" h="166613">
                  <a:moveTo>
                    <a:pt x="0" y="0"/>
                  </a:moveTo>
                  <a:lnTo>
                    <a:pt x="13598" y="16661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293379" y="1735809"/>
              <a:ext cx="334331" cy="333767"/>
            </a:xfrm>
            <a:custGeom>
              <a:avLst/>
              <a:pathLst>
                <a:path w="334331" h="333767">
                  <a:moveTo>
                    <a:pt x="153569" y="0"/>
                  </a:moveTo>
                  <a:lnTo>
                    <a:pt x="148299" y="514"/>
                  </a:lnTo>
                  <a:lnTo>
                    <a:pt x="143047" y="1195"/>
                  </a:lnTo>
                  <a:lnTo>
                    <a:pt x="137820" y="2042"/>
                  </a:lnTo>
                  <a:lnTo>
                    <a:pt x="132622" y="3054"/>
                  </a:lnTo>
                  <a:lnTo>
                    <a:pt x="127459" y="4230"/>
                  </a:lnTo>
                  <a:lnTo>
                    <a:pt x="122336" y="5569"/>
                  </a:lnTo>
                  <a:lnTo>
                    <a:pt x="117258" y="7070"/>
                  </a:lnTo>
                  <a:lnTo>
                    <a:pt x="112230" y="8730"/>
                  </a:lnTo>
                  <a:lnTo>
                    <a:pt x="107257" y="10550"/>
                  </a:lnTo>
                  <a:lnTo>
                    <a:pt x="102344" y="12525"/>
                  </a:lnTo>
                  <a:lnTo>
                    <a:pt x="97496" y="14656"/>
                  </a:lnTo>
                  <a:lnTo>
                    <a:pt x="92718" y="16939"/>
                  </a:lnTo>
                  <a:lnTo>
                    <a:pt x="88015" y="19372"/>
                  </a:lnTo>
                  <a:lnTo>
                    <a:pt x="83391" y="21953"/>
                  </a:lnTo>
                  <a:lnTo>
                    <a:pt x="78852" y="24679"/>
                  </a:lnTo>
                  <a:lnTo>
                    <a:pt x="74400" y="27547"/>
                  </a:lnTo>
                  <a:lnTo>
                    <a:pt x="70042" y="30555"/>
                  </a:lnTo>
                  <a:lnTo>
                    <a:pt x="65782" y="33699"/>
                  </a:lnTo>
                  <a:lnTo>
                    <a:pt x="61623" y="36977"/>
                  </a:lnTo>
                  <a:lnTo>
                    <a:pt x="57570" y="40385"/>
                  </a:lnTo>
                  <a:lnTo>
                    <a:pt x="53627" y="43920"/>
                  </a:lnTo>
                  <a:lnTo>
                    <a:pt x="49798" y="47577"/>
                  </a:lnTo>
                  <a:lnTo>
                    <a:pt x="46087" y="51354"/>
                  </a:lnTo>
                  <a:lnTo>
                    <a:pt x="42497" y="55247"/>
                  </a:lnTo>
                  <a:lnTo>
                    <a:pt x="39032" y="59252"/>
                  </a:lnTo>
                  <a:lnTo>
                    <a:pt x="35696" y="63364"/>
                  </a:lnTo>
                  <a:lnTo>
                    <a:pt x="32492" y="67580"/>
                  </a:lnTo>
                  <a:lnTo>
                    <a:pt x="29423" y="71895"/>
                  </a:lnTo>
                  <a:lnTo>
                    <a:pt x="26492" y="76305"/>
                  </a:lnTo>
                  <a:lnTo>
                    <a:pt x="23702" y="80806"/>
                  </a:lnTo>
                  <a:lnTo>
                    <a:pt x="21057" y="85393"/>
                  </a:lnTo>
                  <a:lnTo>
                    <a:pt x="18557" y="90061"/>
                  </a:lnTo>
                  <a:lnTo>
                    <a:pt x="16207" y="94807"/>
                  </a:lnTo>
                  <a:lnTo>
                    <a:pt x="14009" y="99624"/>
                  </a:lnTo>
                  <a:lnTo>
                    <a:pt x="11964" y="104508"/>
                  </a:lnTo>
                  <a:lnTo>
                    <a:pt x="10075" y="109455"/>
                  </a:lnTo>
                  <a:lnTo>
                    <a:pt x="8343" y="114459"/>
                  </a:lnTo>
                  <a:lnTo>
                    <a:pt x="6771" y="119516"/>
                  </a:lnTo>
                  <a:lnTo>
                    <a:pt x="5360" y="124620"/>
                  </a:lnTo>
                  <a:lnTo>
                    <a:pt x="4111" y="129766"/>
                  </a:lnTo>
                  <a:lnTo>
                    <a:pt x="3026" y="134948"/>
                  </a:lnTo>
                  <a:lnTo>
                    <a:pt x="2105" y="140163"/>
                  </a:lnTo>
                  <a:lnTo>
                    <a:pt x="1350" y="145404"/>
                  </a:lnTo>
                  <a:lnTo>
                    <a:pt x="762" y="150667"/>
                  </a:lnTo>
                  <a:lnTo>
                    <a:pt x="340" y="155945"/>
                  </a:lnTo>
                  <a:lnTo>
                    <a:pt x="86" y="161234"/>
                  </a:lnTo>
                  <a:lnTo>
                    <a:pt x="0" y="166529"/>
                  </a:lnTo>
                  <a:lnTo>
                    <a:pt x="81" y="171824"/>
                  </a:lnTo>
                  <a:lnTo>
                    <a:pt x="330" y="177113"/>
                  </a:lnTo>
                  <a:lnTo>
                    <a:pt x="746" y="182392"/>
                  </a:lnTo>
                  <a:lnTo>
                    <a:pt x="1329" y="187655"/>
                  </a:lnTo>
                  <a:lnTo>
                    <a:pt x="2079" y="192897"/>
                  </a:lnTo>
                  <a:lnTo>
                    <a:pt x="2994" y="198113"/>
                  </a:lnTo>
                  <a:lnTo>
                    <a:pt x="4074" y="203297"/>
                  </a:lnTo>
                  <a:lnTo>
                    <a:pt x="5318" y="208444"/>
                  </a:lnTo>
                  <a:lnTo>
                    <a:pt x="6724" y="213549"/>
                  </a:lnTo>
                  <a:lnTo>
                    <a:pt x="8291" y="218607"/>
                  </a:lnTo>
                  <a:lnTo>
                    <a:pt x="10017" y="223613"/>
                  </a:lnTo>
                  <a:lnTo>
                    <a:pt x="11902" y="228562"/>
                  </a:lnTo>
                  <a:lnTo>
                    <a:pt x="13942" y="233448"/>
                  </a:lnTo>
                  <a:lnTo>
                    <a:pt x="16135" y="238268"/>
                  </a:lnTo>
                  <a:lnTo>
                    <a:pt x="18481" y="243015"/>
                  </a:lnTo>
                  <a:lnTo>
                    <a:pt x="20975" y="247686"/>
                  </a:lnTo>
                  <a:lnTo>
                    <a:pt x="23616" y="252276"/>
                  </a:lnTo>
                  <a:lnTo>
                    <a:pt x="26401" y="256780"/>
                  </a:lnTo>
                  <a:lnTo>
                    <a:pt x="29328" y="261193"/>
                  </a:lnTo>
                  <a:lnTo>
                    <a:pt x="32393" y="265511"/>
                  </a:lnTo>
                  <a:lnTo>
                    <a:pt x="35593" y="269730"/>
                  </a:lnTo>
                  <a:lnTo>
                    <a:pt x="38925" y="273846"/>
                  </a:lnTo>
                  <a:lnTo>
                    <a:pt x="42385" y="277854"/>
                  </a:lnTo>
                  <a:lnTo>
                    <a:pt x="45971" y="281750"/>
                  </a:lnTo>
                  <a:lnTo>
                    <a:pt x="49679" y="285531"/>
                  </a:lnTo>
                  <a:lnTo>
                    <a:pt x="53504" y="289192"/>
                  </a:lnTo>
                  <a:lnTo>
                    <a:pt x="57443" y="292731"/>
                  </a:lnTo>
                  <a:lnTo>
                    <a:pt x="61493" y="296143"/>
                  </a:lnTo>
                  <a:lnTo>
                    <a:pt x="65649" y="299425"/>
                  </a:lnTo>
                  <a:lnTo>
                    <a:pt x="69906" y="302573"/>
                  </a:lnTo>
                  <a:lnTo>
                    <a:pt x="74261" y="305586"/>
                  </a:lnTo>
                  <a:lnTo>
                    <a:pt x="78709" y="308459"/>
                  </a:lnTo>
                  <a:lnTo>
                    <a:pt x="83246" y="311189"/>
                  </a:lnTo>
                  <a:lnTo>
                    <a:pt x="87867" y="313775"/>
                  </a:lnTo>
                  <a:lnTo>
                    <a:pt x="92568" y="316212"/>
                  </a:lnTo>
                  <a:lnTo>
                    <a:pt x="97344" y="318500"/>
                  </a:lnTo>
                  <a:lnTo>
                    <a:pt x="102190" y="320635"/>
                  </a:lnTo>
                  <a:lnTo>
                    <a:pt x="107100" y="322616"/>
                  </a:lnTo>
                  <a:lnTo>
                    <a:pt x="112072" y="324440"/>
                  </a:lnTo>
                  <a:lnTo>
                    <a:pt x="117098" y="326106"/>
                  </a:lnTo>
                  <a:lnTo>
                    <a:pt x="122175" y="327612"/>
                  </a:lnTo>
                  <a:lnTo>
                    <a:pt x="127296" y="328956"/>
                  </a:lnTo>
                  <a:lnTo>
                    <a:pt x="132458" y="330137"/>
                  </a:lnTo>
                  <a:lnTo>
                    <a:pt x="137655" y="331155"/>
                  </a:lnTo>
                  <a:lnTo>
                    <a:pt x="142881" y="332007"/>
                  </a:lnTo>
                  <a:lnTo>
                    <a:pt x="148132" y="332693"/>
                  </a:lnTo>
                  <a:lnTo>
                    <a:pt x="153402" y="333213"/>
                  </a:lnTo>
                  <a:lnTo>
                    <a:pt x="158685" y="333565"/>
                  </a:lnTo>
                  <a:lnTo>
                    <a:pt x="163977" y="333750"/>
                  </a:lnTo>
                  <a:lnTo>
                    <a:pt x="169273" y="333767"/>
                  </a:lnTo>
                  <a:lnTo>
                    <a:pt x="174566" y="333617"/>
                  </a:lnTo>
                  <a:lnTo>
                    <a:pt x="179851" y="333298"/>
                  </a:lnTo>
                  <a:lnTo>
                    <a:pt x="185124" y="332813"/>
                  </a:lnTo>
                  <a:lnTo>
                    <a:pt x="190379" y="332161"/>
                  </a:lnTo>
                  <a:lnTo>
                    <a:pt x="195611" y="331343"/>
                  </a:lnTo>
                  <a:lnTo>
                    <a:pt x="200814" y="330359"/>
                  </a:lnTo>
                  <a:lnTo>
                    <a:pt x="205984" y="329211"/>
                  </a:lnTo>
                  <a:lnTo>
                    <a:pt x="211114" y="327900"/>
                  </a:lnTo>
                  <a:lnTo>
                    <a:pt x="216200" y="326427"/>
                  </a:lnTo>
                  <a:lnTo>
                    <a:pt x="221237" y="324794"/>
                  </a:lnTo>
                  <a:lnTo>
                    <a:pt x="226220" y="323002"/>
                  </a:lnTo>
                  <a:lnTo>
                    <a:pt x="231144" y="321054"/>
                  </a:lnTo>
                  <a:lnTo>
                    <a:pt x="236003" y="318950"/>
                  </a:lnTo>
                  <a:lnTo>
                    <a:pt x="240794" y="316693"/>
                  </a:lnTo>
                  <a:lnTo>
                    <a:pt x="245510" y="314286"/>
                  </a:lnTo>
                  <a:lnTo>
                    <a:pt x="250148" y="311730"/>
                  </a:lnTo>
                  <a:lnTo>
                    <a:pt x="254703" y="309029"/>
                  </a:lnTo>
                  <a:lnTo>
                    <a:pt x="259170" y="306185"/>
                  </a:lnTo>
                  <a:lnTo>
                    <a:pt x="263544" y="303201"/>
                  </a:lnTo>
                  <a:lnTo>
                    <a:pt x="267822" y="300080"/>
                  </a:lnTo>
                  <a:lnTo>
                    <a:pt x="271999" y="296825"/>
                  </a:lnTo>
                  <a:lnTo>
                    <a:pt x="276070" y="293440"/>
                  </a:lnTo>
                  <a:lnTo>
                    <a:pt x="280032" y="289927"/>
                  </a:lnTo>
                  <a:lnTo>
                    <a:pt x="283881" y="286290"/>
                  </a:lnTo>
                  <a:lnTo>
                    <a:pt x="287613" y="282534"/>
                  </a:lnTo>
                  <a:lnTo>
                    <a:pt x="291224" y="278661"/>
                  </a:lnTo>
                  <a:lnTo>
                    <a:pt x="294711" y="274675"/>
                  </a:lnTo>
                  <a:lnTo>
                    <a:pt x="298070" y="270581"/>
                  </a:lnTo>
                  <a:lnTo>
                    <a:pt x="301297" y="266383"/>
                  </a:lnTo>
                  <a:lnTo>
                    <a:pt x="304390" y="262085"/>
                  </a:lnTo>
                  <a:lnTo>
                    <a:pt x="307345" y="257691"/>
                  </a:lnTo>
                  <a:lnTo>
                    <a:pt x="310159" y="253205"/>
                  </a:lnTo>
                  <a:lnTo>
                    <a:pt x="312830" y="248633"/>
                  </a:lnTo>
                  <a:lnTo>
                    <a:pt x="315355" y="243978"/>
                  </a:lnTo>
                  <a:lnTo>
                    <a:pt x="317731" y="239246"/>
                  </a:lnTo>
                  <a:lnTo>
                    <a:pt x="319955" y="234441"/>
                  </a:lnTo>
                  <a:lnTo>
                    <a:pt x="322027" y="229568"/>
                  </a:lnTo>
                  <a:lnTo>
                    <a:pt x="323943" y="224631"/>
                  </a:lnTo>
                  <a:lnTo>
                    <a:pt x="325702" y="219636"/>
                  </a:lnTo>
                  <a:lnTo>
                    <a:pt x="327302" y="214589"/>
                  </a:lnTo>
                  <a:lnTo>
                    <a:pt x="328741" y="209493"/>
                  </a:lnTo>
                  <a:lnTo>
                    <a:pt x="330018" y="204354"/>
                  </a:lnTo>
                  <a:lnTo>
                    <a:pt x="331132" y="199177"/>
                  </a:lnTo>
                  <a:lnTo>
                    <a:pt x="332081" y="193967"/>
                  </a:lnTo>
                  <a:lnTo>
                    <a:pt x="332865" y="188730"/>
                  </a:lnTo>
                  <a:lnTo>
                    <a:pt x="333482" y="183471"/>
                  </a:lnTo>
                  <a:lnTo>
                    <a:pt x="333933" y="178195"/>
                  </a:lnTo>
                  <a:lnTo>
                    <a:pt x="334216" y="172907"/>
                  </a:lnTo>
                  <a:lnTo>
                    <a:pt x="334331" y="167613"/>
                  </a:lnTo>
                  <a:lnTo>
                    <a:pt x="334279" y="162318"/>
                  </a:lnTo>
                  <a:lnTo>
                    <a:pt x="334059" y="157028"/>
                  </a:lnTo>
                  <a:lnTo>
                    <a:pt x="333672" y="151746"/>
                  </a:lnTo>
                  <a:lnTo>
                    <a:pt x="333118" y="146480"/>
                  </a:lnTo>
                  <a:lnTo>
                    <a:pt x="332397" y="141234"/>
                  </a:lnTo>
                  <a:lnTo>
                    <a:pt x="331510" y="136014"/>
                  </a:lnTo>
                  <a:lnTo>
                    <a:pt x="330458" y="130824"/>
                  </a:lnTo>
                  <a:lnTo>
                    <a:pt x="329243" y="125670"/>
                  </a:lnTo>
                  <a:lnTo>
                    <a:pt x="327865" y="120557"/>
                  </a:lnTo>
                  <a:lnTo>
                    <a:pt x="326326" y="115491"/>
                  </a:lnTo>
                  <a:lnTo>
                    <a:pt x="324626" y="110475"/>
                  </a:lnTo>
                  <a:lnTo>
                    <a:pt x="322769" y="105516"/>
                  </a:lnTo>
                  <a:lnTo>
                    <a:pt x="320756" y="100619"/>
                  </a:lnTo>
                  <a:lnTo>
                    <a:pt x="318589" y="95787"/>
                  </a:lnTo>
                  <a:lnTo>
                    <a:pt x="316270" y="91027"/>
                  </a:lnTo>
                  <a:lnTo>
                    <a:pt x="313801" y="86342"/>
                  </a:lnTo>
                  <a:lnTo>
                    <a:pt x="311185" y="81738"/>
                  </a:lnTo>
                  <a:lnTo>
                    <a:pt x="308425" y="77219"/>
                  </a:lnTo>
                  <a:lnTo>
                    <a:pt x="305522" y="72790"/>
                  </a:lnTo>
                  <a:lnTo>
                    <a:pt x="302481" y="68455"/>
                  </a:lnTo>
                  <a:lnTo>
                    <a:pt x="299305" y="64219"/>
                  </a:lnTo>
                  <a:lnTo>
                    <a:pt x="295995" y="60085"/>
                  </a:lnTo>
                  <a:lnTo>
                    <a:pt x="292557" y="56058"/>
                  </a:lnTo>
                  <a:lnTo>
                    <a:pt x="288992" y="52142"/>
                  </a:lnTo>
                  <a:lnTo>
                    <a:pt x="285305" y="48341"/>
                  </a:lnTo>
                  <a:lnTo>
                    <a:pt x="281500" y="44659"/>
                  </a:lnTo>
                  <a:lnTo>
                    <a:pt x="277580" y="41099"/>
                  </a:lnTo>
                  <a:lnTo>
                    <a:pt x="273549" y="37664"/>
                  </a:lnTo>
                  <a:lnTo>
                    <a:pt x="269412" y="34360"/>
                  </a:lnTo>
                  <a:lnTo>
                    <a:pt x="265172" y="31188"/>
                  </a:lnTo>
                  <a:lnTo>
                    <a:pt x="260833" y="28152"/>
                  </a:lnTo>
                  <a:lnTo>
                    <a:pt x="256401" y="25254"/>
                  </a:lnTo>
                  <a:lnTo>
                    <a:pt x="251879" y="22499"/>
                  </a:lnTo>
                  <a:lnTo>
                    <a:pt x="247272" y="19888"/>
                  </a:lnTo>
                  <a:lnTo>
                    <a:pt x="242585" y="17425"/>
                  </a:lnTo>
                  <a:lnTo>
                    <a:pt x="237822" y="15111"/>
                  </a:lnTo>
                  <a:lnTo>
                    <a:pt x="232988" y="12949"/>
                  </a:lnTo>
                  <a:lnTo>
                    <a:pt x="228088" y="10942"/>
                  </a:lnTo>
                  <a:lnTo>
                    <a:pt x="223127" y="9090"/>
                  </a:lnTo>
                  <a:lnTo>
                    <a:pt x="218109" y="7397"/>
                  </a:lnTo>
                  <a:lnTo>
                    <a:pt x="213041" y="5863"/>
                  </a:lnTo>
                  <a:lnTo>
                    <a:pt x="207927" y="4491"/>
                  </a:lnTo>
                  <a:lnTo>
                    <a:pt x="202771" y="3281"/>
                  </a:lnTo>
                  <a:lnTo>
                    <a:pt x="197580" y="2235"/>
                  </a:lnTo>
                  <a:lnTo>
                    <a:pt x="192359" y="1355"/>
                  </a:lnTo>
                  <a:lnTo>
                    <a:pt x="167167" y="16661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460546" y="1735255"/>
              <a:ext cx="25192" cy="167167"/>
            </a:xfrm>
            <a:custGeom>
              <a:avLst/>
              <a:pathLst>
                <a:path w="25192" h="167167">
                  <a:moveTo>
                    <a:pt x="25192" y="1909"/>
                  </a:moveTo>
                  <a:lnTo>
                    <a:pt x="16830" y="849"/>
                  </a:lnTo>
                  <a:lnTo>
                    <a:pt x="8425" y="21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5915679" y="1379510"/>
              <a:ext cx="167161" cy="182005"/>
            </a:xfrm>
            <a:custGeom>
              <a:avLst/>
              <a:pathLst>
                <a:path w="167161" h="182005">
                  <a:moveTo>
                    <a:pt x="167161" y="0"/>
                  </a:moveTo>
                  <a:lnTo>
                    <a:pt x="161721" y="88"/>
                  </a:lnTo>
                  <a:lnTo>
                    <a:pt x="156288" y="353"/>
                  </a:lnTo>
                  <a:lnTo>
                    <a:pt x="150866" y="796"/>
                  </a:lnTo>
                  <a:lnTo>
                    <a:pt x="145462" y="1414"/>
                  </a:lnTo>
                  <a:lnTo>
                    <a:pt x="140080" y="2208"/>
                  </a:lnTo>
                  <a:lnTo>
                    <a:pt x="134727" y="3176"/>
                  </a:lnTo>
                  <a:lnTo>
                    <a:pt x="129409" y="4318"/>
                  </a:lnTo>
                  <a:lnTo>
                    <a:pt x="124130" y="5633"/>
                  </a:lnTo>
                  <a:lnTo>
                    <a:pt x="118897" y="7118"/>
                  </a:lnTo>
                  <a:lnTo>
                    <a:pt x="113715" y="8773"/>
                  </a:lnTo>
                  <a:lnTo>
                    <a:pt x="108590" y="10596"/>
                  </a:lnTo>
                  <a:lnTo>
                    <a:pt x="103526" y="12585"/>
                  </a:lnTo>
                  <a:lnTo>
                    <a:pt x="98530" y="14737"/>
                  </a:lnTo>
                  <a:lnTo>
                    <a:pt x="93607" y="17051"/>
                  </a:lnTo>
                  <a:lnTo>
                    <a:pt x="88762" y="19523"/>
                  </a:lnTo>
                  <a:lnTo>
                    <a:pt x="83999" y="22152"/>
                  </a:lnTo>
                  <a:lnTo>
                    <a:pt x="79325" y="24935"/>
                  </a:lnTo>
                  <a:lnTo>
                    <a:pt x="74744" y="27868"/>
                  </a:lnTo>
                  <a:lnTo>
                    <a:pt x="70261" y="30949"/>
                  </a:lnTo>
                  <a:lnTo>
                    <a:pt x="65880" y="34174"/>
                  </a:lnTo>
                  <a:lnTo>
                    <a:pt x="61606" y="37540"/>
                  </a:lnTo>
                  <a:lnTo>
                    <a:pt x="57444" y="41043"/>
                  </a:lnTo>
                  <a:lnTo>
                    <a:pt x="53399" y="44679"/>
                  </a:lnTo>
                  <a:lnTo>
                    <a:pt x="49474" y="48446"/>
                  </a:lnTo>
                  <a:lnTo>
                    <a:pt x="45673" y="52338"/>
                  </a:lnTo>
                  <a:lnTo>
                    <a:pt x="42001" y="56351"/>
                  </a:lnTo>
                  <a:lnTo>
                    <a:pt x="38462" y="60482"/>
                  </a:lnTo>
                  <a:lnTo>
                    <a:pt x="35059" y="64726"/>
                  </a:lnTo>
                  <a:lnTo>
                    <a:pt x="31796" y="69079"/>
                  </a:lnTo>
                  <a:lnTo>
                    <a:pt x="28676" y="73535"/>
                  </a:lnTo>
                  <a:lnTo>
                    <a:pt x="25703" y="78090"/>
                  </a:lnTo>
                  <a:lnTo>
                    <a:pt x="22879" y="82740"/>
                  </a:lnTo>
                  <a:lnTo>
                    <a:pt x="20209" y="87479"/>
                  </a:lnTo>
                  <a:lnTo>
                    <a:pt x="17694" y="92303"/>
                  </a:lnTo>
                  <a:lnTo>
                    <a:pt x="15337" y="97206"/>
                  </a:lnTo>
                  <a:lnTo>
                    <a:pt x="13141" y="102182"/>
                  </a:lnTo>
                  <a:lnTo>
                    <a:pt x="11108" y="107228"/>
                  </a:lnTo>
                  <a:lnTo>
                    <a:pt x="9241" y="112337"/>
                  </a:lnTo>
                  <a:lnTo>
                    <a:pt x="7540" y="117505"/>
                  </a:lnTo>
                  <a:lnTo>
                    <a:pt x="6009" y="122724"/>
                  </a:lnTo>
                  <a:lnTo>
                    <a:pt x="4648" y="127991"/>
                  </a:lnTo>
                  <a:lnTo>
                    <a:pt x="3460" y="133300"/>
                  </a:lnTo>
                  <a:lnTo>
                    <a:pt x="2444" y="138644"/>
                  </a:lnTo>
                  <a:lnTo>
                    <a:pt x="1604" y="144018"/>
                  </a:lnTo>
                  <a:lnTo>
                    <a:pt x="938" y="149417"/>
                  </a:lnTo>
                  <a:lnTo>
                    <a:pt x="449" y="154835"/>
                  </a:lnTo>
                  <a:lnTo>
                    <a:pt x="136" y="160266"/>
                  </a:lnTo>
                  <a:lnTo>
                    <a:pt x="0" y="165704"/>
                  </a:lnTo>
                  <a:lnTo>
                    <a:pt x="40" y="171144"/>
                  </a:lnTo>
                  <a:lnTo>
                    <a:pt x="258" y="176579"/>
                  </a:lnTo>
                  <a:lnTo>
                    <a:pt x="653" y="182005"/>
                  </a:lnTo>
                  <a:lnTo>
                    <a:pt x="167161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5916332" y="1546678"/>
              <a:ext cx="166507" cy="14837"/>
            </a:xfrm>
            <a:custGeom>
              <a:avLst/>
              <a:pathLst>
                <a:path w="166507" h="14837">
                  <a:moveTo>
                    <a:pt x="0" y="14837"/>
                  </a:moveTo>
                  <a:lnTo>
                    <a:pt x="166507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5916332" y="1546678"/>
              <a:ext cx="166507" cy="14837"/>
            </a:xfrm>
            <a:custGeom>
              <a:avLst/>
              <a:pathLst>
                <a:path w="166507" h="14837">
                  <a:moveTo>
                    <a:pt x="0" y="14837"/>
                  </a:moveTo>
                  <a:lnTo>
                    <a:pt x="166507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5916332" y="1546678"/>
              <a:ext cx="166507" cy="14837"/>
            </a:xfrm>
            <a:custGeom>
              <a:avLst/>
              <a:pathLst>
                <a:path w="166507" h="14837">
                  <a:moveTo>
                    <a:pt x="0" y="14837"/>
                  </a:moveTo>
                  <a:lnTo>
                    <a:pt x="166507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5916332" y="1546678"/>
              <a:ext cx="166507" cy="14837"/>
            </a:xfrm>
            <a:custGeom>
              <a:avLst/>
              <a:pathLst>
                <a:path w="166507" h="14837">
                  <a:moveTo>
                    <a:pt x="0" y="14837"/>
                  </a:moveTo>
                  <a:lnTo>
                    <a:pt x="166507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5916332" y="1546678"/>
              <a:ext cx="166507" cy="14837"/>
            </a:xfrm>
            <a:custGeom>
              <a:avLst/>
              <a:pathLst>
                <a:path w="166507" h="14837">
                  <a:moveTo>
                    <a:pt x="0" y="14837"/>
                  </a:moveTo>
                  <a:lnTo>
                    <a:pt x="166507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5916332" y="1546678"/>
              <a:ext cx="166507" cy="14837"/>
            </a:xfrm>
            <a:custGeom>
              <a:avLst/>
              <a:pathLst>
                <a:path w="166507" h="14837">
                  <a:moveTo>
                    <a:pt x="0" y="14837"/>
                  </a:moveTo>
                  <a:lnTo>
                    <a:pt x="166507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5916332" y="1546678"/>
              <a:ext cx="166507" cy="14837"/>
            </a:xfrm>
            <a:custGeom>
              <a:avLst/>
              <a:pathLst>
                <a:path w="166507" h="14837">
                  <a:moveTo>
                    <a:pt x="0" y="14837"/>
                  </a:moveTo>
                  <a:lnTo>
                    <a:pt x="166507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5916332" y="1546678"/>
              <a:ext cx="166507" cy="14837"/>
            </a:xfrm>
            <a:custGeom>
              <a:avLst/>
              <a:pathLst>
                <a:path w="166507" h="14837">
                  <a:moveTo>
                    <a:pt x="0" y="14837"/>
                  </a:moveTo>
                  <a:lnTo>
                    <a:pt x="166507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5916332" y="1546678"/>
              <a:ext cx="166507" cy="14837"/>
            </a:xfrm>
            <a:custGeom>
              <a:avLst/>
              <a:pathLst>
                <a:path w="166507" h="14837">
                  <a:moveTo>
                    <a:pt x="0" y="14837"/>
                  </a:moveTo>
                  <a:lnTo>
                    <a:pt x="16650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5916332" y="1546678"/>
              <a:ext cx="166507" cy="14837"/>
            </a:xfrm>
            <a:custGeom>
              <a:avLst/>
              <a:pathLst>
                <a:path w="166507" h="14837">
                  <a:moveTo>
                    <a:pt x="0" y="14837"/>
                  </a:moveTo>
                  <a:lnTo>
                    <a:pt x="16650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5916332" y="1546678"/>
              <a:ext cx="166507" cy="14837"/>
            </a:xfrm>
            <a:custGeom>
              <a:avLst/>
              <a:pathLst>
                <a:path w="166507" h="14837">
                  <a:moveTo>
                    <a:pt x="0" y="14837"/>
                  </a:moveTo>
                  <a:lnTo>
                    <a:pt x="16650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5916332" y="1546678"/>
              <a:ext cx="166507" cy="14837"/>
            </a:xfrm>
            <a:custGeom>
              <a:avLst/>
              <a:pathLst>
                <a:path w="166507" h="14837">
                  <a:moveTo>
                    <a:pt x="0" y="14837"/>
                  </a:moveTo>
                  <a:lnTo>
                    <a:pt x="16650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5916332" y="1546678"/>
              <a:ext cx="166507" cy="14837"/>
            </a:xfrm>
            <a:custGeom>
              <a:avLst/>
              <a:pathLst>
                <a:path w="166507" h="14837">
                  <a:moveTo>
                    <a:pt x="0" y="14837"/>
                  </a:moveTo>
                  <a:lnTo>
                    <a:pt x="166507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5916332" y="1546678"/>
              <a:ext cx="166507" cy="14837"/>
            </a:xfrm>
            <a:custGeom>
              <a:avLst/>
              <a:pathLst>
                <a:path w="166507" h="14837">
                  <a:moveTo>
                    <a:pt x="0" y="14837"/>
                  </a:moveTo>
                  <a:lnTo>
                    <a:pt x="166507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5916332" y="1546678"/>
              <a:ext cx="166507" cy="14837"/>
            </a:xfrm>
            <a:custGeom>
              <a:avLst/>
              <a:pathLst>
                <a:path w="166507" h="14837">
                  <a:moveTo>
                    <a:pt x="0" y="14837"/>
                  </a:moveTo>
                  <a:lnTo>
                    <a:pt x="166507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5916332" y="1546678"/>
              <a:ext cx="166507" cy="14837"/>
            </a:xfrm>
            <a:custGeom>
              <a:avLst/>
              <a:pathLst>
                <a:path w="166507" h="14837">
                  <a:moveTo>
                    <a:pt x="0" y="14837"/>
                  </a:moveTo>
                  <a:lnTo>
                    <a:pt x="166507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5916332" y="1546678"/>
              <a:ext cx="166507" cy="14837"/>
            </a:xfrm>
            <a:custGeom>
              <a:avLst/>
              <a:pathLst>
                <a:path w="166507" h="14837">
                  <a:moveTo>
                    <a:pt x="0" y="14837"/>
                  </a:moveTo>
                  <a:lnTo>
                    <a:pt x="16650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5916332" y="1546678"/>
              <a:ext cx="166507" cy="14837"/>
            </a:xfrm>
            <a:custGeom>
              <a:avLst/>
              <a:pathLst>
                <a:path w="166507" h="14837">
                  <a:moveTo>
                    <a:pt x="0" y="14837"/>
                  </a:moveTo>
                  <a:lnTo>
                    <a:pt x="16650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5916332" y="1546678"/>
              <a:ext cx="166507" cy="14837"/>
            </a:xfrm>
            <a:custGeom>
              <a:avLst/>
              <a:pathLst>
                <a:path w="166507" h="14837">
                  <a:moveTo>
                    <a:pt x="0" y="14837"/>
                  </a:moveTo>
                  <a:lnTo>
                    <a:pt x="16650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5916332" y="1546678"/>
              <a:ext cx="166507" cy="14837"/>
            </a:xfrm>
            <a:custGeom>
              <a:avLst/>
              <a:pathLst>
                <a:path w="166507" h="14837">
                  <a:moveTo>
                    <a:pt x="0" y="14837"/>
                  </a:moveTo>
                  <a:lnTo>
                    <a:pt x="16650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5916332" y="1546678"/>
              <a:ext cx="166507" cy="14837"/>
            </a:xfrm>
            <a:custGeom>
              <a:avLst/>
              <a:pathLst>
                <a:path w="166507" h="14837">
                  <a:moveTo>
                    <a:pt x="0" y="14837"/>
                  </a:moveTo>
                  <a:lnTo>
                    <a:pt x="166507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5916332" y="1546678"/>
              <a:ext cx="166507" cy="14837"/>
            </a:xfrm>
            <a:custGeom>
              <a:avLst/>
              <a:pathLst>
                <a:path w="166507" h="14837">
                  <a:moveTo>
                    <a:pt x="0" y="14837"/>
                  </a:moveTo>
                  <a:lnTo>
                    <a:pt x="166507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5916332" y="1546678"/>
              <a:ext cx="286216" cy="167165"/>
            </a:xfrm>
            <a:custGeom>
              <a:avLst/>
              <a:pathLst>
                <a:path w="286216" h="167165">
                  <a:moveTo>
                    <a:pt x="0" y="14837"/>
                  </a:moveTo>
                  <a:lnTo>
                    <a:pt x="562" y="20176"/>
                  </a:lnTo>
                  <a:lnTo>
                    <a:pt x="1295" y="25494"/>
                  </a:lnTo>
                  <a:lnTo>
                    <a:pt x="2199" y="30785"/>
                  </a:lnTo>
                  <a:lnTo>
                    <a:pt x="3272" y="36045"/>
                  </a:lnTo>
                  <a:lnTo>
                    <a:pt x="4514" y="41268"/>
                  </a:lnTo>
                  <a:lnTo>
                    <a:pt x="5922" y="46448"/>
                  </a:lnTo>
                  <a:lnTo>
                    <a:pt x="7497" y="51580"/>
                  </a:lnTo>
                  <a:lnTo>
                    <a:pt x="9235" y="56659"/>
                  </a:lnTo>
                  <a:lnTo>
                    <a:pt x="11135" y="61680"/>
                  </a:lnTo>
                  <a:lnTo>
                    <a:pt x="13196" y="66637"/>
                  </a:lnTo>
                  <a:lnTo>
                    <a:pt x="15414" y="71525"/>
                  </a:lnTo>
                  <a:lnTo>
                    <a:pt x="17789" y="76340"/>
                  </a:lnTo>
                  <a:lnTo>
                    <a:pt x="20317" y="81076"/>
                  </a:lnTo>
                  <a:lnTo>
                    <a:pt x="22996" y="85728"/>
                  </a:lnTo>
                  <a:lnTo>
                    <a:pt x="25822" y="90292"/>
                  </a:lnTo>
                  <a:lnTo>
                    <a:pt x="28794" y="94762"/>
                  </a:lnTo>
                  <a:lnTo>
                    <a:pt x="31908" y="99135"/>
                  </a:lnTo>
                  <a:lnTo>
                    <a:pt x="35160" y="103406"/>
                  </a:lnTo>
                  <a:lnTo>
                    <a:pt x="38548" y="107570"/>
                  </a:lnTo>
                  <a:lnTo>
                    <a:pt x="42068" y="111623"/>
                  </a:lnTo>
                  <a:lnTo>
                    <a:pt x="45716" y="115561"/>
                  </a:lnTo>
                  <a:lnTo>
                    <a:pt x="49489" y="119380"/>
                  </a:lnTo>
                  <a:lnTo>
                    <a:pt x="53383" y="123076"/>
                  </a:lnTo>
                  <a:lnTo>
                    <a:pt x="57393" y="126645"/>
                  </a:lnTo>
                  <a:lnTo>
                    <a:pt x="61516" y="130083"/>
                  </a:lnTo>
                  <a:lnTo>
                    <a:pt x="65747" y="133387"/>
                  </a:lnTo>
                  <a:lnTo>
                    <a:pt x="70081" y="136554"/>
                  </a:lnTo>
                  <a:lnTo>
                    <a:pt x="74516" y="139579"/>
                  </a:lnTo>
                  <a:lnTo>
                    <a:pt x="79045" y="142461"/>
                  </a:lnTo>
                  <a:lnTo>
                    <a:pt x="83664" y="145196"/>
                  </a:lnTo>
                  <a:lnTo>
                    <a:pt x="88369" y="147781"/>
                  </a:lnTo>
                  <a:lnTo>
                    <a:pt x="93154" y="150214"/>
                  </a:lnTo>
                  <a:lnTo>
                    <a:pt x="98015" y="152492"/>
                  </a:lnTo>
                  <a:lnTo>
                    <a:pt x="102947" y="154612"/>
                  </a:lnTo>
                  <a:lnTo>
                    <a:pt x="107944" y="156573"/>
                  </a:lnTo>
                  <a:lnTo>
                    <a:pt x="113002" y="158373"/>
                  </a:lnTo>
                  <a:lnTo>
                    <a:pt x="118115" y="160009"/>
                  </a:lnTo>
                  <a:lnTo>
                    <a:pt x="123277" y="161481"/>
                  </a:lnTo>
                  <a:lnTo>
                    <a:pt x="128485" y="162785"/>
                  </a:lnTo>
                  <a:lnTo>
                    <a:pt x="133731" y="163922"/>
                  </a:lnTo>
                  <a:lnTo>
                    <a:pt x="139011" y="164890"/>
                  </a:lnTo>
                  <a:lnTo>
                    <a:pt x="144320" y="165688"/>
                  </a:lnTo>
                  <a:lnTo>
                    <a:pt x="149652" y="166315"/>
                  </a:lnTo>
                  <a:lnTo>
                    <a:pt x="155000" y="166770"/>
                  </a:lnTo>
                  <a:lnTo>
                    <a:pt x="160361" y="167054"/>
                  </a:lnTo>
                  <a:lnTo>
                    <a:pt x="165728" y="167165"/>
                  </a:lnTo>
                  <a:lnTo>
                    <a:pt x="171096" y="167104"/>
                  </a:lnTo>
                  <a:lnTo>
                    <a:pt x="176459" y="166870"/>
                  </a:lnTo>
                  <a:lnTo>
                    <a:pt x="181812" y="166465"/>
                  </a:lnTo>
                  <a:lnTo>
                    <a:pt x="187149" y="165888"/>
                  </a:lnTo>
                  <a:lnTo>
                    <a:pt x="192465" y="165139"/>
                  </a:lnTo>
                  <a:lnTo>
                    <a:pt x="197754" y="164221"/>
                  </a:lnTo>
                  <a:lnTo>
                    <a:pt x="203011" y="163133"/>
                  </a:lnTo>
                  <a:lnTo>
                    <a:pt x="208230" y="161876"/>
                  </a:lnTo>
                  <a:lnTo>
                    <a:pt x="213406" y="160453"/>
                  </a:lnTo>
                  <a:lnTo>
                    <a:pt x="218534" y="158865"/>
                  </a:lnTo>
                  <a:lnTo>
                    <a:pt x="223608" y="157112"/>
                  </a:lnTo>
                  <a:lnTo>
                    <a:pt x="228624" y="155198"/>
                  </a:lnTo>
                  <a:lnTo>
                    <a:pt x="233575" y="153123"/>
                  </a:lnTo>
                  <a:lnTo>
                    <a:pt x="238457" y="150891"/>
                  </a:lnTo>
                  <a:lnTo>
                    <a:pt x="243265" y="148503"/>
                  </a:lnTo>
                  <a:lnTo>
                    <a:pt x="247993" y="145962"/>
                  </a:lnTo>
                  <a:lnTo>
                    <a:pt x="252638" y="143270"/>
                  </a:lnTo>
                  <a:lnTo>
                    <a:pt x="257194" y="140430"/>
                  </a:lnTo>
                  <a:lnTo>
                    <a:pt x="261656" y="137446"/>
                  </a:lnTo>
                  <a:lnTo>
                    <a:pt x="266020" y="134320"/>
                  </a:lnTo>
                  <a:lnTo>
                    <a:pt x="270282" y="131056"/>
                  </a:lnTo>
                  <a:lnTo>
                    <a:pt x="274437" y="127656"/>
                  </a:lnTo>
                  <a:lnTo>
                    <a:pt x="278480" y="124125"/>
                  </a:lnTo>
                  <a:lnTo>
                    <a:pt x="282408" y="120465"/>
                  </a:lnTo>
                  <a:lnTo>
                    <a:pt x="286216" y="116682"/>
                  </a:lnTo>
                  <a:lnTo>
                    <a:pt x="166507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082840" y="1379510"/>
              <a:ext cx="167167" cy="283849"/>
            </a:xfrm>
            <a:custGeom>
              <a:avLst/>
              <a:pathLst>
                <a:path w="167167" h="283849">
                  <a:moveTo>
                    <a:pt x="119708" y="283849"/>
                  </a:moveTo>
                  <a:lnTo>
                    <a:pt x="123392" y="279947"/>
                  </a:lnTo>
                  <a:lnTo>
                    <a:pt x="126948" y="275929"/>
                  </a:lnTo>
                  <a:lnTo>
                    <a:pt x="130373" y="271798"/>
                  </a:lnTo>
                  <a:lnTo>
                    <a:pt x="133664" y="267560"/>
                  </a:lnTo>
                  <a:lnTo>
                    <a:pt x="136817" y="263218"/>
                  </a:lnTo>
                  <a:lnTo>
                    <a:pt x="139830" y="258777"/>
                  </a:lnTo>
                  <a:lnTo>
                    <a:pt x="142698" y="254242"/>
                  </a:lnTo>
                  <a:lnTo>
                    <a:pt x="145419" y="249617"/>
                  </a:lnTo>
                  <a:lnTo>
                    <a:pt x="147991" y="244907"/>
                  </a:lnTo>
                  <a:lnTo>
                    <a:pt x="150410" y="240117"/>
                  </a:lnTo>
                  <a:lnTo>
                    <a:pt x="152673" y="235252"/>
                  </a:lnTo>
                  <a:lnTo>
                    <a:pt x="154780" y="230317"/>
                  </a:lnTo>
                  <a:lnTo>
                    <a:pt x="156727" y="225317"/>
                  </a:lnTo>
                  <a:lnTo>
                    <a:pt x="158513" y="220256"/>
                  </a:lnTo>
                  <a:lnTo>
                    <a:pt x="160135" y="215141"/>
                  </a:lnTo>
                  <a:lnTo>
                    <a:pt x="161592" y="209977"/>
                  </a:lnTo>
                  <a:lnTo>
                    <a:pt x="162883" y="204769"/>
                  </a:lnTo>
                  <a:lnTo>
                    <a:pt x="164006" y="199521"/>
                  </a:lnTo>
                  <a:lnTo>
                    <a:pt x="164960" y="194241"/>
                  </a:lnTo>
                  <a:lnTo>
                    <a:pt x="165744" y="188932"/>
                  </a:lnTo>
                  <a:lnTo>
                    <a:pt x="166357" y="183601"/>
                  </a:lnTo>
                  <a:lnTo>
                    <a:pt x="166799" y="178253"/>
                  </a:lnTo>
                  <a:lnTo>
                    <a:pt x="167069" y="172894"/>
                  </a:lnTo>
                  <a:lnTo>
                    <a:pt x="167167" y="167529"/>
                  </a:lnTo>
                  <a:lnTo>
                    <a:pt x="167092" y="162164"/>
                  </a:lnTo>
                  <a:lnTo>
                    <a:pt x="166845" y="156803"/>
                  </a:lnTo>
                  <a:lnTo>
                    <a:pt x="166427" y="151453"/>
                  </a:lnTo>
                  <a:lnTo>
                    <a:pt x="165837" y="146120"/>
                  </a:lnTo>
                  <a:lnTo>
                    <a:pt x="165076" y="140808"/>
                  </a:lnTo>
                  <a:lnTo>
                    <a:pt x="164145" y="135523"/>
                  </a:lnTo>
                  <a:lnTo>
                    <a:pt x="163044" y="130271"/>
                  </a:lnTo>
                  <a:lnTo>
                    <a:pt x="161776" y="125057"/>
                  </a:lnTo>
                  <a:lnTo>
                    <a:pt x="160341" y="119887"/>
                  </a:lnTo>
                  <a:lnTo>
                    <a:pt x="158741" y="114765"/>
                  </a:lnTo>
                  <a:lnTo>
                    <a:pt x="156978" y="109697"/>
                  </a:lnTo>
                  <a:lnTo>
                    <a:pt x="155052" y="104688"/>
                  </a:lnTo>
                  <a:lnTo>
                    <a:pt x="152967" y="99744"/>
                  </a:lnTo>
                  <a:lnTo>
                    <a:pt x="150724" y="94869"/>
                  </a:lnTo>
                  <a:lnTo>
                    <a:pt x="148326" y="90068"/>
                  </a:lnTo>
                  <a:lnTo>
                    <a:pt x="145775" y="85348"/>
                  </a:lnTo>
                  <a:lnTo>
                    <a:pt x="143074" y="80711"/>
                  </a:lnTo>
                  <a:lnTo>
                    <a:pt x="140225" y="76163"/>
                  </a:lnTo>
                  <a:lnTo>
                    <a:pt x="137232" y="71710"/>
                  </a:lnTo>
                  <a:lnTo>
                    <a:pt x="134098" y="67354"/>
                  </a:lnTo>
                  <a:lnTo>
                    <a:pt x="130825" y="63102"/>
                  </a:lnTo>
                  <a:lnTo>
                    <a:pt x="127418" y="58956"/>
                  </a:lnTo>
                  <a:lnTo>
                    <a:pt x="123879" y="54922"/>
                  </a:lnTo>
                  <a:lnTo>
                    <a:pt x="120213" y="51004"/>
                  </a:lnTo>
                  <a:lnTo>
                    <a:pt x="116422" y="47206"/>
                  </a:lnTo>
                  <a:lnTo>
                    <a:pt x="112512" y="43531"/>
                  </a:lnTo>
                  <a:lnTo>
                    <a:pt x="108486" y="39983"/>
                  </a:lnTo>
                  <a:lnTo>
                    <a:pt x="104348" y="36567"/>
                  </a:lnTo>
                  <a:lnTo>
                    <a:pt x="100103" y="33285"/>
                  </a:lnTo>
                  <a:lnTo>
                    <a:pt x="95754" y="30141"/>
                  </a:lnTo>
                  <a:lnTo>
                    <a:pt x="91307" y="27139"/>
                  </a:lnTo>
                  <a:lnTo>
                    <a:pt x="86765" y="24280"/>
                  </a:lnTo>
                  <a:lnTo>
                    <a:pt x="82135" y="21569"/>
                  </a:lnTo>
                  <a:lnTo>
                    <a:pt x="77419" y="19008"/>
                  </a:lnTo>
                  <a:lnTo>
                    <a:pt x="72624" y="16599"/>
                  </a:lnTo>
                  <a:lnTo>
                    <a:pt x="67754" y="14346"/>
                  </a:lnTo>
                  <a:lnTo>
                    <a:pt x="62814" y="12250"/>
                  </a:lnTo>
                  <a:lnTo>
                    <a:pt x="57810" y="10314"/>
                  </a:lnTo>
                  <a:lnTo>
                    <a:pt x="52745" y="8539"/>
                  </a:lnTo>
                  <a:lnTo>
                    <a:pt x="47627" y="6928"/>
                  </a:lnTo>
                  <a:lnTo>
                    <a:pt x="42459" y="5482"/>
                  </a:lnTo>
                  <a:lnTo>
                    <a:pt x="37248" y="4202"/>
                  </a:lnTo>
                  <a:lnTo>
                    <a:pt x="31999" y="3091"/>
                  </a:lnTo>
                  <a:lnTo>
                    <a:pt x="26716" y="2148"/>
                  </a:lnTo>
                  <a:lnTo>
                    <a:pt x="21406" y="1376"/>
                  </a:lnTo>
                  <a:lnTo>
                    <a:pt x="16073" y="774"/>
                  </a:lnTo>
                  <a:lnTo>
                    <a:pt x="10725" y="344"/>
                  </a:lnTo>
                  <a:lnTo>
                    <a:pt x="5365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5465974" y="1120312"/>
              <a:ext cx="167160" cy="295948"/>
            </a:xfrm>
            <a:custGeom>
              <a:avLst/>
              <a:pathLst>
                <a:path w="167160" h="295948">
                  <a:moveTo>
                    <a:pt x="167160" y="0"/>
                  </a:moveTo>
                  <a:lnTo>
                    <a:pt x="161772" y="86"/>
                  </a:lnTo>
                  <a:lnTo>
                    <a:pt x="156389" y="347"/>
                  </a:lnTo>
                  <a:lnTo>
                    <a:pt x="151017" y="781"/>
                  </a:lnTo>
                  <a:lnTo>
                    <a:pt x="145662" y="1388"/>
                  </a:lnTo>
                  <a:lnTo>
                    <a:pt x="140330" y="2167"/>
                  </a:lnTo>
                  <a:lnTo>
                    <a:pt x="135025" y="3117"/>
                  </a:lnTo>
                  <a:lnTo>
                    <a:pt x="129754" y="4238"/>
                  </a:lnTo>
                  <a:lnTo>
                    <a:pt x="124521" y="5529"/>
                  </a:lnTo>
                  <a:lnTo>
                    <a:pt x="119333" y="6987"/>
                  </a:lnTo>
                  <a:lnTo>
                    <a:pt x="114195" y="8612"/>
                  </a:lnTo>
                  <a:lnTo>
                    <a:pt x="109111" y="10402"/>
                  </a:lnTo>
                  <a:lnTo>
                    <a:pt x="104088" y="12355"/>
                  </a:lnTo>
                  <a:lnTo>
                    <a:pt x="99131" y="14468"/>
                  </a:lnTo>
                  <a:lnTo>
                    <a:pt x="94244" y="16740"/>
                  </a:lnTo>
                  <a:lnTo>
                    <a:pt x="89433" y="19169"/>
                  </a:lnTo>
                  <a:lnTo>
                    <a:pt x="84703" y="21751"/>
                  </a:lnTo>
                  <a:lnTo>
                    <a:pt x="80058" y="24485"/>
                  </a:lnTo>
                  <a:lnTo>
                    <a:pt x="75504" y="27366"/>
                  </a:lnTo>
                  <a:lnTo>
                    <a:pt x="71046" y="30394"/>
                  </a:lnTo>
                  <a:lnTo>
                    <a:pt x="66687" y="33563"/>
                  </a:lnTo>
                  <a:lnTo>
                    <a:pt x="62432" y="36871"/>
                  </a:lnTo>
                  <a:lnTo>
                    <a:pt x="58287" y="40314"/>
                  </a:lnTo>
                  <a:lnTo>
                    <a:pt x="54255" y="43890"/>
                  </a:lnTo>
                  <a:lnTo>
                    <a:pt x="50339" y="47593"/>
                  </a:lnTo>
                  <a:lnTo>
                    <a:pt x="46546" y="51421"/>
                  </a:lnTo>
                  <a:lnTo>
                    <a:pt x="42878" y="55369"/>
                  </a:lnTo>
                  <a:lnTo>
                    <a:pt x="39338" y="59433"/>
                  </a:lnTo>
                  <a:lnTo>
                    <a:pt x="35932" y="63610"/>
                  </a:lnTo>
                  <a:lnTo>
                    <a:pt x="32662" y="67893"/>
                  </a:lnTo>
                  <a:lnTo>
                    <a:pt x="29532" y="72280"/>
                  </a:lnTo>
                  <a:lnTo>
                    <a:pt x="26545" y="76766"/>
                  </a:lnTo>
                  <a:lnTo>
                    <a:pt x="23704" y="81346"/>
                  </a:lnTo>
                  <a:lnTo>
                    <a:pt x="21012" y="86014"/>
                  </a:lnTo>
                  <a:lnTo>
                    <a:pt x="18472" y="90768"/>
                  </a:lnTo>
                  <a:lnTo>
                    <a:pt x="16087" y="95600"/>
                  </a:lnTo>
                  <a:lnTo>
                    <a:pt x="13859" y="100507"/>
                  </a:lnTo>
                  <a:lnTo>
                    <a:pt x="11790" y="105483"/>
                  </a:lnTo>
                  <a:lnTo>
                    <a:pt x="9882" y="110523"/>
                  </a:lnTo>
                  <a:lnTo>
                    <a:pt x="8138" y="115623"/>
                  </a:lnTo>
                  <a:lnTo>
                    <a:pt x="6559" y="120775"/>
                  </a:lnTo>
                  <a:lnTo>
                    <a:pt x="5147" y="125976"/>
                  </a:lnTo>
                  <a:lnTo>
                    <a:pt x="3903" y="131220"/>
                  </a:lnTo>
                  <a:lnTo>
                    <a:pt x="2830" y="136501"/>
                  </a:lnTo>
                  <a:lnTo>
                    <a:pt x="1926" y="141814"/>
                  </a:lnTo>
                  <a:lnTo>
                    <a:pt x="1195" y="147154"/>
                  </a:lnTo>
                  <a:lnTo>
                    <a:pt x="636" y="152514"/>
                  </a:lnTo>
                  <a:lnTo>
                    <a:pt x="250" y="157889"/>
                  </a:lnTo>
                  <a:lnTo>
                    <a:pt x="38" y="163274"/>
                  </a:lnTo>
                  <a:lnTo>
                    <a:pt x="0" y="168663"/>
                  </a:lnTo>
                  <a:lnTo>
                    <a:pt x="135" y="174051"/>
                  </a:lnTo>
                  <a:lnTo>
                    <a:pt x="443" y="179431"/>
                  </a:lnTo>
                  <a:lnTo>
                    <a:pt x="925" y="184799"/>
                  </a:lnTo>
                  <a:lnTo>
                    <a:pt x="1580" y="190148"/>
                  </a:lnTo>
                  <a:lnTo>
                    <a:pt x="2407" y="195473"/>
                  </a:lnTo>
                  <a:lnTo>
                    <a:pt x="3405" y="200769"/>
                  </a:lnTo>
                  <a:lnTo>
                    <a:pt x="4573" y="206030"/>
                  </a:lnTo>
                  <a:lnTo>
                    <a:pt x="5910" y="211251"/>
                  </a:lnTo>
                  <a:lnTo>
                    <a:pt x="7415" y="216426"/>
                  </a:lnTo>
                  <a:lnTo>
                    <a:pt x="9086" y="221549"/>
                  </a:lnTo>
                  <a:lnTo>
                    <a:pt x="10921" y="226617"/>
                  </a:lnTo>
                  <a:lnTo>
                    <a:pt x="12919" y="231622"/>
                  </a:lnTo>
                  <a:lnTo>
                    <a:pt x="15076" y="236560"/>
                  </a:lnTo>
                  <a:lnTo>
                    <a:pt x="17392" y="241427"/>
                  </a:lnTo>
                  <a:lnTo>
                    <a:pt x="19864" y="246216"/>
                  </a:lnTo>
                  <a:lnTo>
                    <a:pt x="22488" y="250922"/>
                  </a:lnTo>
                  <a:lnTo>
                    <a:pt x="25263" y="255542"/>
                  </a:lnTo>
                  <a:lnTo>
                    <a:pt x="28186" y="260070"/>
                  </a:lnTo>
                  <a:lnTo>
                    <a:pt x="31253" y="264502"/>
                  </a:lnTo>
                  <a:lnTo>
                    <a:pt x="34461" y="268832"/>
                  </a:lnTo>
                  <a:lnTo>
                    <a:pt x="37807" y="273057"/>
                  </a:lnTo>
                  <a:lnTo>
                    <a:pt x="41287" y="277171"/>
                  </a:lnTo>
                  <a:lnTo>
                    <a:pt x="44899" y="281171"/>
                  </a:lnTo>
                  <a:lnTo>
                    <a:pt x="48637" y="285053"/>
                  </a:lnTo>
                  <a:lnTo>
                    <a:pt x="52499" y="288812"/>
                  </a:lnTo>
                  <a:lnTo>
                    <a:pt x="56479" y="292445"/>
                  </a:lnTo>
                  <a:lnTo>
                    <a:pt x="60575" y="295948"/>
                  </a:lnTo>
                  <a:lnTo>
                    <a:pt x="16716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5526550" y="1287480"/>
              <a:ext cx="106585" cy="128780"/>
            </a:xfrm>
            <a:custGeom>
              <a:avLst/>
              <a:pathLst>
                <a:path w="106585" h="128780">
                  <a:moveTo>
                    <a:pt x="0" y="128780"/>
                  </a:moveTo>
                  <a:lnTo>
                    <a:pt x="106585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5526550" y="1287480"/>
              <a:ext cx="106585" cy="128780"/>
            </a:xfrm>
            <a:custGeom>
              <a:avLst/>
              <a:pathLst>
                <a:path w="106585" h="128780">
                  <a:moveTo>
                    <a:pt x="0" y="128780"/>
                  </a:moveTo>
                  <a:lnTo>
                    <a:pt x="106585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5526550" y="1287480"/>
              <a:ext cx="106585" cy="128780"/>
            </a:xfrm>
            <a:custGeom>
              <a:avLst/>
              <a:pathLst>
                <a:path w="106585" h="128780">
                  <a:moveTo>
                    <a:pt x="0" y="128780"/>
                  </a:moveTo>
                  <a:lnTo>
                    <a:pt x="106585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5526550" y="1287480"/>
              <a:ext cx="106585" cy="128780"/>
            </a:xfrm>
            <a:custGeom>
              <a:avLst/>
              <a:pathLst>
                <a:path w="106585" h="128780">
                  <a:moveTo>
                    <a:pt x="0" y="128780"/>
                  </a:moveTo>
                  <a:lnTo>
                    <a:pt x="106585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5526550" y="1287480"/>
              <a:ext cx="106585" cy="128780"/>
            </a:xfrm>
            <a:custGeom>
              <a:avLst/>
              <a:pathLst>
                <a:path w="106585" h="128780">
                  <a:moveTo>
                    <a:pt x="0" y="128780"/>
                  </a:moveTo>
                  <a:lnTo>
                    <a:pt x="106585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5526550" y="1287480"/>
              <a:ext cx="106585" cy="128780"/>
            </a:xfrm>
            <a:custGeom>
              <a:avLst/>
              <a:pathLst>
                <a:path w="106585" h="128780">
                  <a:moveTo>
                    <a:pt x="0" y="128780"/>
                  </a:moveTo>
                  <a:lnTo>
                    <a:pt x="106585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5526550" y="1287480"/>
              <a:ext cx="106585" cy="128780"/>
            </a:xfrm>
            <a:custGeom>
              <a:avLst/>
              <a:pathLst>
                <a:path w="106585" h="128780">
                  <a:moveTo>
                    <a:pt x="0" y="128780"/>
                  </a:moveTo>
                  <a:lnTo>
                    <a:pt x="106585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5526550" y="1287480"/>
              <a:ext cx="106585" cy="128780"/>
            </a:xfrm>
            <a:custGeom>
              <a:avLst/>
              <a:pathLst>
                <a:path w="106585" h="128780">
                  <a:moveTo>
                    <a:pt x="0" y="128780"/>
                  </a:moveTo>
                  <a:lnTo>
                    <a:pt x="10658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5526550" y="1287480"/>
              <a:ext cx="106585" cy="128780"/>
            </a:xfrm>
            <a:custGeom>
              <a:avLst/>
              <a:pathLst>
                <a:path w="106585" h="128780">
                  <a:moveTo>
                    <a:pt x="0" y="128780"/>
                  </a:moveTo>
                  <a:lnTo>
                    <a:pt x="10658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5526550" y="1287480"/>
              <a:ext cx="106585" cy="128780"/>
            </a:xfrm>
            <a:custGeom>
              <a:avLst/>
              <a:pathLst>
                <a:path w="106585" h="128780">
                  <a:moveTo>
                    <a:pt x="0" y="128780"/>
                  </a:moveTo>
                  <a:lnTo>
                    <a:pt x="10658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5526550" y="1287480"/>
              <a:ext cx="106585" cy="128780"/>
            </a:xfrm>
            <a:custGeom>
              <a:avLst/>
              <a:pathLst>
                <a:path w="106585" h="128780">
                  <a:moveTo>
                    <a:pt x="0" y="128780"/>
                  </a:moveTo>
                  <a:lnTo>
                    <a:pt x="10658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5526550" y="1287480"/>
              <a:ext cx="106585" cy="128780"/>
            </a:xfrm>
            <a:custGeom>
              <a:avLst/>
              <a:pathLst>
                <a:path w="106585" h="128780">
                  <a:moveTo>
                    <a:pt x="0" y="128780"/>
                  </a:moveTo>
                  <a:lnTo>
                    <a:pt x="106585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5526550" y="1287480"/>
              <a:ext cx="106585" cy="128780"/>
            </a:xfrm>
            <a:custGeom>
              <a:avLst/>
              <a:pathLst>
                <a:path w="106585" h="128780">
                  <a:moveTo>
                    <a:pt x="0" y="128780"/>
                  </a:moveTo>
                  <a:lnTo>
                    <a:pt x="106585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5526550" y="1287480"/>
              <a:ext cx="106585" cy="128780"/>
            </a:xfrm>
            <a:custGeom>
              <a:avLst/>
              <a:pathLst>
                <a:path w="106585" h="128780">
                  <a:moveTo>
                    <a:pt x="0" y="128780"/>
                  </a:moveTo>
                  <a:lnTo>
                    <a:pt x="106585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5526550" y="1287480"/>
              <a:ext cx="106585" cy="128780"/>
            </a:xfrm>
            <a:custGeom>
              <a:avLst/>
              <a:pathLst>
                <a:path w="106585" h="128780">
                  <a:moveTo>
                    <a:pt x="0" y="128780"/>
                  </a:moveTo>
                  <a:lnTo>
                    <a:pt x="106585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5526550" y="1287480"/>
              <a:ext cx="106585" cy="128780"/>
            </a:xfrm>
            <a:custGeom>
              <a:avLst/>
              <a:pathLst>
                <a:path w="106585" h="128780">
                  <a:moveTo>
                    <a:pt x="0" y="128780"/>
                  </a:moveTo>
                  <a:lnTo>
                    <a:pt x="10658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5526550" y="1287480"/>
              <a:ext cx="106585" cy="128780"/>
            </a:xfrm>
            <a:custGeom>
              <a:avLst/>
              <a:pathLst>
                <a:path w="106585" h="128780">
                  <a:moveTo>
                    <a:pt x="0" y="128780"/>
                  </a:moveTo>
                  <a:lnTo>
                    <a:pt x="10658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5526550" y="1287480"/>
              <a:ext cx="106585" cy="128780"/>
            </a:xfrm>
            <a:custGeom>
              <a:avLst/>
              <a:pathLst>
                <a:path w="106585" h="128780">
                  <a:moveTo>
                    <a:pt x="0" y="128780"/>
                  </a:moveTo>
                  <a:lnTo>
                    <a:pt x="10658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5526550" y="1287480"/>
              <a:ext cx="106585" cy="128780"/>
            </a:xfrm>
            <a:custGeom>
              <a:avLst/>
              <a:pathLst>
                <a:path w="106585" h="128780">
                  <a:moveTo>
                    <a:pt x="0" y="128780"/>
                  </a:moveTo>
                  <a:lnTo>
                    <a:pt x="10658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5526550" y="1287480"/>
              <a:ext cx="106585" cy="128780"/>
            </a:xfrm>
            <a:custGeom>
              <a:avLst/>
              <a:pathLst>
                <a:path w="106585" h="128780">
                  <a:moveTo>
                    <a:pt x="0" y="128780"/>
                  </a:moveTo>
                  <a:lnTo>
                    <a:pt x="106585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5526550" y="1287480"/>
              <a:ext cx="106585" cy="128780"/>
            </a:xfrm>
            <a:custGeom>
              <a:avLst/>
              <a:pathLst>
                <a:path w="106585" h="128780">
                  <a:moveTo>
                    <a:pt x="0" y="128780"/>
                  </a:moveTo>
                  <a:lnTo>
                    <a:pt x="106585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5526550" y="1140744"/>
              <a:ext cx="273747" cy="313899"/>
            </a:xfrm>
            <a:custGeom>
              <a:avLst/>
              <a:pathLst>
                <a:path w="273747" h="313899">
                  <a:moveTo>
                    <a:pt x="0" y="275517"/>
                  </a:moveTo>
                  <a:lnTo>
                    <a:pt x="4141" y="278835"/>
                  </a:lnTo>
                  <a:lnTo>
                    <a:pt x="8385" y="282020"/>
                  </a:lnTo>
                  <a:lnTo>
                    <a:pt x="12729" y="285069"/>
                  </a:lnTo>
                  <a:lnTo>
                    <a:pt x="17167" y="287978"/>
                  </a:lnTo>
                  <a:lnTo>
                    <a:pt x="21695" y="290745"/>
                  </a:lnTo>
                  <a:lnTo>
                    <a:pt x="26309" y="293367"/>
                  </a:lnTo>
                  <a:lnTo>
                    <a:pt x="31004" y="295841"/>
                  </a:lnTo>
                  <a:lnTo>
                    <a:pt x="35775" y="298165"/>
                  </a:lnTo>
                  <a:lnTo>
                    <a:pt x="40617" y="300337"/>
                  </a:lnTo>
                  <a:lnTo>
                    <a:pt x="45526" y="302353"/>
                  </a:lnTo>
                  <a:lnTo>
                    <a:pt x="50496" y="304213"/>
                  </a:lnTo>
                  <a:lnTo>
                    <a:pt x="55523" y="305914"/>
                  </a:lnTo>
                  <a:lnTo>
                    <a:pt x="60601" y="307454"/>
                  </a:lnTo>
                  <a:lnTo>
                    <a:pt x="65725" y="308833"/>
                  </a:lnTo>
                  <a:lnTo>
                    <a:pt x="70891" y="310048"/>
                  </a:lnTo>
                  <a:lnTo>
                    <a:pt x="76093" y="311099"/>
                  </a:lnTo>
                  <a:lnTo>
                    <a:pt x="81325" y="311984"/>
                  </a:lnTo>
                  <a:lnTo>
                    <a:pt x="86583" y="312702"/>
                  </a:lnTo>
                  <a:lnTo>
                    <a:pt x="91861" y="313254"/>
                  </a:lnTo>
                  <a:lnTo>
                    <a:pt x="97154" y="313637"/>
                  </a:lnTo>
                  <a:lnTo>
                    <a:pt x="102457" y="313852"/>
                  </a:lnTo>
                  <a:lnTo>
                    <a:pt x="107763" y="313899"/>
                  </a:lnTo>
                  <a:lnTo>
                    <a:pt x="113068" y="313777"/>
                  </a:lnTo>
                  <a:lnTo>
                    <a:pt x="118367" y="313488"/>
                  </a:lnTo>
                  <a:lnTo>
                    <a:pt x="123654" y="313029"/>
                  </a:lnTo>
                  <a:lnTo>
                    <a:pt x="128924" y="312404"/>
                  </a:lnTo>
                  <a:lnTo>
                    <a:pt x="134171" y="311611"/>
                  </a:lnTo>
                  <a:lnTo>
                    <a:pt x="139391" y="310653"/>
                  </a:lnTo>
                  <a:lnTo>
                    <a:pt x="144577" y="309529"/>
                  </a:lnTo>
                  <a:lnTo>
                    <a:pt x="149725" y="308241"/>
                  </a:lnTo>
                  <a:lnTo>
                    <a:pt x="154830" y="306790"/>
                  </a:lnTo>
                  <a:lnTo>
                    <a:pt x="159886" y="305178"/>
                  </a:lnTo>
                  <a:lnTo>
                    <a:pt x="164888" y="303406"/>
                  </a:lnTo>
                  <a:lnTo>
                    <a:pt x="169832" y="301477"/>
                  </a:lnTo>
                  <a:lnTo>
                    <a:pt x="174711" y="299391"/>
                  </a:lnTo>
                  <a:lnTo>
                    <a:pt x="179522" y="297152"/>
                  </a:lnTo>
                  <a:lnTo>
                    <a:pt x="184260" y="294761"/>
                  </a:lnTo>
                  <a:lnTo>
                    <a:pt x="188919" y="292221"/>
                  </a:lnTo>
                  <a:lnTo>
                    <a:pt x="193496" y="289534"/>
                  </a:lnTo>
                  <a:lnTo>
                    <a:pt x="197985" y="286704"/>
                  </a:lnTo>
                  <a:lnTo>
                    <a:pt x="202381" y="283732"/>
                  </a:lnTo>
                  <a:lnTo>
                    <a:pt x="206681" y="280622"/>
                  </a:lnTo>
                  <a:lnTo>
                    <a:pt x="210881" y="277378"/>
                  </a:lnTo>
                  <a:lnTo>
                    <a:pt x="214975" y="274001"/>
                  </a:lnTo>
                  <a:lnTo>
                    <a:pt x="218960" y="270497"/>
                  </a:lnTo>
                  <a:lnTo>
                    <a:pt x="222832" y="266868"/>
                  </a:lnTo>
                  <a:lnTo>
                    <a:pt x="226586" y="263117"/>
                  </a:lnTo>
                  <a:lnTo>
                    <a:pt x="230220" y="259250"/>
                  </a:lnTo>
                  <a:lnTo>
                    <a:pt x="233729" y="255269"/>
                  </a:lnTo>
                  <a:lnTo>
                    <a:pt x="237110" y="251178"/>
                  </a:lnTo>
                  <a:lnTo>
                    <a:pt x="240359" y="246983"/>
                  </a:lnTo>
                  <a:lnTo>
                    <a:pt x="243473" y="242686"/>
                  </a:lnTo>
                  <a:lnTo>
                    <a:pt x="246450" y="238293"/>
                  </a:lnTo>
                  <a:lnTo>
                    <a:pt x="249286" y="233807"/>
                  </a:lnTo>
                  <a:lnTo>
                    <a:pt x="251978" y="229234"/>
                  </a:lnTo>
                  <a:lnTo>
                    <a:pt x="254523" y="224577"/>
                  </a:lnTo>
                  <a:lnTo>
                    <a:pt x="256919" y="219842"/>
                  </a:lnTo>
                  <a:lnTo>
                    <a:pt x="259164" y="215034"/>
                  </a:lnTo>
                  <a:lnTo>
                    <a:pt x="261255" y="210156"/>
                  </a:lnTo>
                  <a:lnTo>
                    <a:pt x="263190" y="205215"/>
                  </a:lnTo>
                  <a:lnTo>
                    <a:pt x="264967" y="200214"/>
                  </a:lnTo>
                  <a:lnTo>
                    <a:pt x="266585" y="195160"/>
                  </a:lnTo>
                  <a:lnTo>
                    <a:pt x="268041" y="190057"/>
                  </a:lnTo>
                  <a:lnTo>
                    <a:pt x="269335" y="184911"/>
                  </a:lnTo>
                  <a:lnTo>
                    <a:pt x="270465" y="179726"/>
                  </a:lnTo>
                  <a:lnTo>
                    <a:pt x="271429" y="174507"/>
                  </a:lnTo>
                  <a:lnTo>
                    <a:pt x="272228" y="169261"/>
                  </a:lnTo>
                  <a:lnTo>
                    <a:pt x="272859" y="163992"/>
                  </a:lnTo>
                  <a:lnTo>
                    <a:pt x="273323" y="158705"/>
                  </a:lnTo>
                  <a:lnTo>
                    <a:pt x="273619" y="153407"/>
                  </a:lnTo>
                  <a:lnTo>
                    <a:pt x="273747" y="148102"/>
                  </a:lnTo>
                  <a:lnTo>
                    <a:pt x="273706" y="142795"/>
                  </a:lnTo>
                  <a:lnTo>
                    <a:pt x="273496" y="137492"/>
                  </a:lnTo>
                  <a:lnTo>
                    <a:pt x="273119" y="132199"/>
                  </a:lnTo>
                  <a:lnTo>
                    <a:pt x="272574" y="126920"/>
                  </a:lnTo>
                  <a:lnTo>
                    <a:pt x="271861" y="121662"/>
                  </a:lnTo>
                  <a:lnTo>
                    <a:pt x="270982" y="116428"/>
                  </a:lnTo>
                  <a:lnTo>
                    <a:pt x="269937" y="111225"/>
                  </a:lnTo>
                  <a:lnTo>
                    <a:pt x="268728" y="106058"/>
                  </a:lnTo>
                  <a:lnTo>
                    <a:pt x="267355" y="100932"/>
                  </a:lnTo>
                  <a:lnTo>
                    <a:pt x="265820" y="95852"/>
                  </a:lnTo>
                  <a:lnTo>
                    <a:pt x="264125" y="90824"/>
                  </a:lnTo>
                  <a:lnTo>
                    <a:pt x="262270" y="85851"/>
                  </a:lnTo>
                  <a:lnTo>
                    <a:pt x="260259" y="80940"/>
                  </a:lnTo>
                  <a:lnTo>
                    <a:pt x="258094" y="76096"/>
                  </a:lnTo>
                  <a:lnTo>
                    <a:pt x="255775" y="71322"/>
                  </a:lnTo>
                  <a:lnTo>
                    <a:pt x="253306" y="66625"/>
                  </a:lnTo>
                  <a:lnTo>
                    <a:pt x="250689" y="62008"/>
                  </a:lnTo>
                  <a:lnTo>
                    <a:pt x="247927" y="57477"/>
                  </a:lnTo>
                  <a:lnTo>
                    <a:pt x="245023" y="53035"/>
                  </a:lnTo>
                  <a:lnTo>
                    <a:pt x="241979" y="48688"/>
                  </a:lnTo>
                  <a:lnTo>
                    <a:pt x="238799" y="44440"/>
                  </a:lnTo>
                  <a:lnTo>
                    <a:pt x="235485" y="40295"/>
                  </a:lnTo>
                  <a:lnTo>
                    <a:pt x="232042" y="36257"/>
                  </a:lnTo>
                  <a:lnTo>
                    <a:pt x="228472" y="32331"/>
                  </a:lnTo>
                  <a:lnTo>
                    <a:pt x="224779" y="28520"/>
                  </a:lnTo>
                  <a:lnTo>
                    <a:pt x="220967" y="24828"/>
                  </a:lnTo>
                  <a:lnTo>
                    <a:pt x="217040" y="21258"/>
                  </a:lnTo>
                  <a:lnTo>
                    <a:pt x="213002" y="17816"/>
                  </a:lnTo>
                  <a:lnTo>
                    <a:pt x="208856" y="14503"/>
                  </a:lnTo>
                  <a:lnTo>
                    <a:pt x="204607" y="11323"/>
                  </a:lnTo>
                  <a:lnTo>
                    <a:pt x="200260" y="8280"/>
                  </a:lnTo>
                  <a:lnTo>
                    <a:pt x="195818" y="5377"/>
                  </a:lnTo>
                  <a:lnTo>
                    <a:pt x="191286" y="2615"/>
                  </a:lnTo>
                  <a:lnTo>
                    <a:pt x="186669" y="0"/>
                  </a:lnTo>
                  <a:lnTo>
                    <a:pt x="106585" y="14673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5633135" y="1120312"/>
              <a:ext cx="80083" cy="167167"/>
            </a:xfrm>
            <a:custGeom>
              <a:avLst/>
              <a:pathLst>
                <a:path w="80083" h="167167">
                  <a:moveTo>
                    <a:pt x="80083" y="20431"/>
                  </a:moveTo>
                  <a:lnTo>
                    <a:pt x="74797" y="17667"/>
                  </a:lnTo>
                  <a:lnTo>
                    <a:pt x="69416" y="15093"/>
                  </a:lnTo>
                  <a:lnTo>
                    <a:pt x="63946" y="12714"/>
                  </a:lnTo>
                  <a:lnTo>
                    <a:pt x="58395" y="10531"/>
                  </a:lnTo>
                  <a:lnTo>
                    <a:pt x="52769" y="8547"/>
                  </a:lnTo>
                  <a:lnTo>
                    <a:pt x="47077" y="6765"/>
                  </a:lnTo>
                  <a:lnTo>
                    <a:pt x="41324" y="5188"/>
                  </a:lnTo>
                  <a:lnTo>
                    <a:pt x="35519" y="3817"/>
                  </a:lnTo>
                  <a:lnTo>
                    <a:pt x="29668" y="2653"/>
                  </a:lnTo>
                  <a:lnTo>
                    <a:pt x="23780" y="1700"/>
                  </a:lnTo>
                  <a:lnTo>
                    <a:pt x="17861" y="957"/>
                  </a:lnTo>
                  <a:lnTo>
                    <a:pt x="11920" y="425"/>
                  </a:lnTo>
                  <a:lnTo>
                    <a:pt x="5964" y="10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4968508" y="971635"/>
              <a:ext cx="167167" cy="258549"/>
            </a:xfrm>
            <a:custGeom>
              <a:avLst/>
              <a:pathLst>
                <a:path w="167167" h="258549">
                  <a:moveTo>
                    <a:pt x="167167" y="0"/>
                  </a:moveTo>
                  <a:lnTo>
                    <a:pt x="161806" y="85"/>
                  </a:lnTo>
                  <a:lnTo>
                    <a:pt x="156450" y="343"/>
                  </a:lnTo>
                  <a:lnTo>
                    <a:pt x="151105" y="773"/>
                  </a:lnTo>
                  <a:lnTo>
                    <a:pt x="145777" y="1374"/>
                  </a:lnTo>
                  <a:lnTo>
                    <a:pt x="140471" y="2145"/>
                  </a:lnTo>
                  <a:lnTo>
                    <a:pt x="135192" y="3086"/>
                  </a:lnTo>
                  <a:lnTo>
                    <a:pt x="129946" y="4196"/>
                  </a:lnTo>
                  <a:lnTo>
                    <a:pt x="124738" y="5473"/>
                  </a:lnTo>
                  <a:lnTo>
                    <a:pt x="119574" y="6917"/>
                  </a:lnTo>
                  <a:lnTo>
                    <a:pt x="114459" y="8526"/>
                  </a:lnTo>
                  <a:lnTo>
                    <a:pt x="109399" y="10298"/>
                  </a:lnTo>
                  <a:lnTo>
                    <a:pt x="104397" y="12232"/>
                  </a:lnTo>
                  <a:lnTo>
                    <a:pt x="99461" y="14324"/>
                  </a:lnTo>
                  <a:lnTo>
                    <a:pt x="94594" y="16574"/>
                  </a:lnTo>
                  <a:lnTo>
                    <a:pt x="89801" y="18979"/>
                  </a:lnTo>
                  <a:lnTo>
                    <a:pt x="85088" y="21537"/>
                  </a:lnTo>
                  <a:lnTo>
                    <a:pt x="80460" y="24244"/>
                  </a:lnTo>
                  <a:lnTo>
                    <a:pt x="75921" y="27099"/>
                  </a:lnTo>
                  <a:lnTo>
                    <a:pt x="71476" y="30097"/>
                  </a:lnTo>
                  <a:lnTo>
                    <a:pt x="67129" y="33236"/>
                  </a:lnTo>
                  <a:lnTo>
                    <a:pt x="62885" y="36514"/>
                  </a:lnTo>
                  <a:lnTo>
                    <a:pt x="58748" y="39925"/>
                  </a:lnTo>
                  <a:lnTo>
                    <a:pt x="54723" y="43468"/>
                  </a:lnTo>
                  <a:lnTo>
                    <a:pt x="50814" y="47138"/>
                  </a:lnTo>
                  <a:lnTo>
                    <a:pt x="47024" y="50931"/>
                  </a:lnTo>
                  <a:lnTo>
                    <a:pt x="43358" y="54844"/>
                  </a:lnTo>
                  <a:lnTo>
                    <a:pt x="39820" y="58873"/>
                  </a:lnTo>
                  <a:lnTo>
                    <a:pt x="36412" y="63013"/>
                  </a:lnTo>
                  <a:lnTo>
                    <a:pt x="33139" y="67260"/>
                  </a:lnTo>
                  <a:lnTo>
                    <a:pt x="30004" y="71610"/>
                  </a:lnTo>
                  <a:lnTo>
                    <a:pt x="27010" y="76058"/>
                  </a:lnTo>
                  <a:lnTo>
                    <a:pt x="24160" y="80600"/>
                  </a:lnTo>
                  <a:lnTo>
                    <a:pt x="21457" y="85231"/>
                  </a:lnTo>
                  <a:lnTo>
                    <a:pt x="18904" y="89946"/>
                  </a:lnTo>
                  <a:lnTo>
                    <a:pt x="16504" y="94741"/>
                  </a:lnTo>
                  <a:lnTo>
                    <a:pt x="14258" y="99610"/>
                  </a:lnTo>
                  <a:lnTo>
                    <a:pt x="12170" y="104549"/>
                  </a:lnTo>
                  <a:lnTo>
                    <a:pt x="10242" y="109552"/>
                  </a:lnTo>
                  <a:lnTo>
                    <a:pt x="8475" y="114614"/>
                  </a:lnTo>
                  <a:lnTo>
                    <a:pt x="6871" y="119731"/>
                  </a:lnTo>
                  <a:lnTo>
                    <a:pt x="5432" y="124896"/>
                  </a:lnTo>
                  <a:lnTo>
                    <a:pt x="4160" y="130105"/>
                  </a:lnTo>
                  <a:lnTo>
                    <a:pt x="3055" y="135352"/>
                  </a:lnTo>
                  <a:lnTo>
                    <a:pt x="2119" y="140632"/>
                  </a:lnTo>
                  <a:lnTo>
                    <a:pt x="1353" y="145939"/>
                  </a:lnTo>
                  <a:lnTo>
                    <a:pt x="757" y="151267"/>
                  </a:lnTo>
                  <a:lnTo>
                    <a:pt x="333" y="156613"/>
                  </a:lnTo>
                  <a:lnTo>
                    <a:pt x="80" y="161969"/>
                  </a:lnTo>
                  <a:lnTo>
                    <a:pt x="0" y="167330"/>
                  </a:lnTo>
                  <a:lnTo>
                    <a:pt x="91" y="172691"/>
                  </a:lnTo>
                  <a:lnTo>
                    <a:pt x="354" y="178047"/>
                  </a:lnTo>
                  <a:lnTo>
                    <a:pt x="789" y="183391"/>
                  </a:lnTo>
                  <a:lnTo>
                    <a:pt x="1395" y="188719"/>
                  </a:lnTo>
                  <a:lnTo>
                    <a:pt x="2171" y="194024"/>
                  </a:lnTo>
                  <a:lnTo>
                    <a:pt x="3117" y="199302"/>
                  </a:lnTo>
                  <a:lnTo>
                    <a:pt x="4232" y="204547"/>
                  </a:lnTo>
                  <a:lnTo>
                    <a:pt x="5515" y="209753"/>
                  </a:lnTo>
                  <a:lnTo>
                    <a:pt x="6964" y="214916"/>
                  </a:lnTo>
                  <a:lnTo>
                    <a:pt x="8578" y="220029"/>
                  </a:lnTo>
                  <a:lnTo>
                    <a:pt x="10355" y="225088"/>
                  </a:lnTo>
                  <a:lnTo>
                    <a:pt x="12293" y="230087"/>
                  </a:lnTo>
                  <a:lnTo>
                    <a:pt x="14390" y="235022"/>
                  </a:lnTo>
                  <a:lnTo>
                    <a:pt x="16645" y="239887"/>
                  </a:lnTo>
                  <a:lnTo>
                    <a:pt x="19055" y="244677"/>
                  </a:lnTo>
                  <a:lnTo>
                    <a:pt x="21617" y="249387"/>
                  </a:lnTo>
                  <a:lnTo>
                    <a:pt x="24329" y="254013"/>
                  </a:lnTo>
                  <a:lnTo>
                    <a:pt x="27188" y="258549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4995696" y="1138802"/>
              <a:ext cx="139979" cy="91382"/>
            </a:xfrm>
            <a:custGeom>
              <a:avLst/>
              <a:pathLst>
                <a:path w="139979" h="91382">
                  <a:moveTo>
                    <a:pt x="0" y="91382"/>
                  </a:moveTo>
                  <a:lnTo>
                    <a:pt x="139979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4995696" y="1138802"/>
              <a:ext cx="139979" cy="91382"/>
            </a:xfrm>
            <a:custGeom>
              <a:avLst/>
              <a:pathLst>
                <a:path w="139979" h="91382">
                  <a:moveTo>
                    <a:pt x="0" y="91382"/>
                  </a:moveTo>
                  <a:lnTo>
                    <a:pt x="139979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4995696" y="1138802"/>
              <a:ext cx="139979" cy="91382"/>
            </a:xfrm>
            <a:custGeom>
              <a:avLst/>
              <a:pathLst>
                <a:path w="139979" h="91382">
                  <a:moveTo>
                    <a:pt x="0" y="91382"/>
                  </a:moveTo>
                  <a:lnTo>
                    <a:pt x="139979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4995696" y="1138802"/>
              <a:ext cx="139979" cy="91382"/>
            </a:xfrm>
            <a:custGeom>
              <a:avLst/>
              <a:pathLst>
                <a:path w="139979" h="91382">
                  <a:moveTo>
                    <a:pt x="0" y="91382"/>
                  </a:moveTo>
                  <a:lnTo>
                    <a:pt x="139979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4995696" y="1138802"/>
              <a:ext cx="139979" cy="91382"/>
            </a:xfrm>
            <a:custGeom>
              <a:avLst/>
              <a:pathLst>
                <a:path w="139979" h="91382">
                  <a:moveTo>
                    <a:pt x="0" y="91382"/>
                  </a:moveTo>
                  <a:lnTo>
                    <a:pt x="139979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4995696" y="1138802"/>
              <a:ext cx="139979" cy="91382"/>
            </a:xfrm>
            <a:custGeom>
              <a:avLst/>
              <a:pathLst>
                <a:path w="139979" h="91382">
                  <a:moveTo>
                    <a:pt x="0" y="91382"/>
                  </a:moveTo>
                  <a:lnTo>
                    <a:pt x="139979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4995696" y="1138802"/>
              <a:ext cx="139979" cy="91382"/>
            </a:xfrm>
            <a:custGeom>
              <a:avLst/>
              <a:pathLst>
                <a:path w="139979" h="91382">
                  <a:moveTo>
                    <a:pt x="0" y="91382"/>
                  </a:moveTo>
                  <a:lnTo>
                    <a:pt x="13997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4995696" y="1138802"/>
              <a:ext cx="139979" cy="91382"/>
            </a:xfrm>
            <a:custGeom>
              <a:avLst/>
              <a:pathLst>
                <a:path w="139979" h="91382">
                  <a:moveTo>
                    <a:pt x="0" y="91382"/>
                  </a:moveTo>
                  <a:lnTo>
                    <a:pt x="13997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4995696" y="1138802"/>
              <a:ext cx="139979" cy="91382"/>
            </a:xfrm>
            <a:custGeom>
              <a:avLst/>
              <a:pathLst>
                <a:path w="139979" h="91382">
                  <a:moveTo>
                    <a:pt x="0" y="91382"/>
                  </a:moveTo>
                  <a:lnTo>
                    <a:pt x="13997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4995696" y="1138802"/>
              <a:ext cx="139979" cy="91382"/>
            </a:xfrm>
            <a:custGeom>
              <a:avLst/>
              <a:pathLst>
                <a:path w="139979" h="91382">
                  <a:moveTo>
                    <a:pt x="0" y="91382"/>
                  </a:moveTo>
                  <a:lnTo>
                    <a:pt x="13997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4995696" y="1138802"/>
              <a:ext cx="139979" cy="91382"/>
            </a:xfrm>
            <a:custGeom>
              <a:avLst/>
              <a:pathLst>
                <a:path w="139979" h="91382">
                  <a:moveTo>
                    <a:pt x="0" y="91382"/>
                  </a:moveTo>
                  <a:lnTo>
                    <a:pt x="139979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4995696" y="1138802"/>
              <a:ext cx="139979" cy="91382"/>
            </a:xfrm>
            <a:custGeom>
              <a:avLst/>
              <a:pathLst>
                <a:path w="139979" h="91382">
                  <a:moveTo>
                    <a:pt x="0" y="91382"/>
                  </a:moveTo>
                  <a:lnTo>
                    <a:pt x="139979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4995696" y="1138802"/>
              <a:ext cx="139979" cy="91382"/>
            </a:xfrm>
            <a:custGeom>
              <a:avLst/>
              <a:pathLst>
                <a:path w="139979" h="91382">
                  <a:moveTo>
                    <a:pt x="0" y="91382"/>
                  </a:moveTo>
                  <a:lnTo>
                    <a:pt x="139979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4995696" y="1138802"/>
              <a:ext cx="139979" cy="91382"/>
            </a:xfrm>
            <a:custGeom>
              <a:avLst/>
              <a:pathLst>
                <a:path w="139979" h="91382">
                  <a:moveTo>
                    <a:pt x="0" y="91382"/>
                  </a:moveTo>
                  <a:lnTo>
                    <a:pt x="139979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4995696" y="1138802"/>
              <a:ext cx="139979" cy="91382"/>
            </a:xfrm>
            <a:custGeom>
              <a:avLst/>
              <a:pathLst>
                <a:path w="139979" h="91382">
                  <a:moveTo>
                    <a:pt x="0" y="91382"/>
                  </a:moveTo>
                  <a:lnTo>
                    <a:pt x="13997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4995696" y="1138802"/>
              <a:ext cx="139979" cy="91382"/>
            </a:xfrm>
            <a:custGeom>
              <a:avLst/>
              <a:pathLst>
                <a:path w="139979" h="91382">
                  <a:moveTo>
                    <a:pt x="0" y="91382"/>
                  </a:moveTo>
                  <a:lnTo>
                    <a:pt x="13997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4995696" y="1138802"/>
              <a:ext cx="139979" cy="91382"/>
            </a:xfrm>
            <a:custGeom>
              <a:avLst/>
              <a:pathLst>
                <a:path w="139979" h="91382">
                  <a:moveTo>
                    <a:pt x="0" y="91382"/>
                  </a:moveTo>
                  <a:lnTo>
                    <a:pt x="13997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4995696" y="1138802"/>
              <a:ext cx="139979" cy="91382"/>
            </a:xfrm>
            <a:custGeom>
              <a:avLst/>
              <a:pathLst>
                <a:path w="139979" h="91382">
                  <a:moveTo>
                    <a:pt x="0" y="91382"/>
                  </a:moveTo>
                  <a:lnTo>
                    <a:pt x="13997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4995696" y="1138802"/>
              <a:ext cx="139979" cy="91382"/>
            </a:xfrm>
            <a:custGeom>
              <a:avLst/>
              <a:pathLst>
                <a:path w="139979" h="91382">
                  <a:moveTo>
                    <a:pt x="0" y="91382"/>
                  </a:moveTo>
                  <a:lnTo>
                    <a:pt x="139979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4995696" y="1138802"/>
              <a:ext cx="139979" cy="91382"/>
            </a:xfrm>
            <a:custGeom>
              <a:avLst/>
              <a:pathLst>
                <a:path w="139979" h="91382">
                  <a:moveTo>
                    <a:pt x="0" y="91382"/>
                  </a:moveTo>
                  <a:lnTo>
                    <a:pt x="139979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4995696" y="1063595"/>
              <a:ext cx="307135" cy="242373"/>
            </a:xfrm>
            <a:custGeom>
              <a:avLst/>
              <a:pathLst>
                <a:path w="307135" h="242373">
                  <a:moveTo>
                    <a:pt x="0" y="166589"/>
                  </a:moveTo>
                  <a:lnTo>
                    <a:pt x="2985" y="171006"/>
                  </a:lnTo>
                  <a:lnTo>
                    <a:pt x="6109" y="175326"/>
                  </a:lnTo>
                  <a:lnTo>
                    <a:pt x="9370" y="179544"/>
                  </a:lnTo>
                  <a:lnTo>
                    <a:pt x="12763" y="183656"/>
                  </a:lnTo>
                  <a:lnTo>
                    <a:pt x="16286" y="187657"/>
                  </a:lnTo>
                  <a:lnTo>
                    <a:pt x="19935" y="191545"/>
                  </a:lnTo>
                  <a:lnTo>
                    <a:pt x="23706" y="195313"/>
                  </a:lnTo>
                  <a:lnTo>
                    <a:pt x="27595" y="198960"/>
                  </a:lnTo>
                  <a:lnTo>
                    <a:pt x="31598" y="202481"/>
                  </a:lnTo>
                  <a:lnTo>
                    <a:pt x="35712" y="205872"/>
                  </a:lnTo>
                  <a:lnTo>
                    <a:pt x="39932" y="209130"/>
                  </a:lnTo>
                  <a:lnTo>
                    <a:pt x="44253" y="212253"/>
                  </a:lnTo>
                  <a:lnTo>
                    <a:pt x="48672" y="215235"/>
                  </a:lnTo>
                  <a:lnTo>
                    <a:pt x="53184" y="218076"/>
                  </a:lnTo>
                  <a:lnTo>
                    <a:pt x="57784" y="220771"/>
                  </a:lnTo>
                  <a:lnTo>
                    <a:pt x="62467" y="223318"/>
                  </a:lnTo>
                  <a:lnTo>
                    <a:pt x="67230" y="225714"/>
                  </a:lnTo>
                  <a:lnTo>
                    <a:pt x="72066" y="227958"/>
                  </a:lnTo>
                  <a:lnTo>
                    <a:pt x="76971" y="230045"/>
                  </a:lnTo>
                  <a:lnTo>
                    <a:pt x="81941" y="231976"/>
                  </a:lnTo>
                  <a:lnTo>
                    <a:pt x="86969" y="233747"/>
                  </a:lnTo>
                  <a:lnTo>
                    <a:pt x="92052" y="235357"/>
                  </a:lnTo>
                  <a:lnTo>
                    <a:pt x="97183" y="236804"/>
                  </a:lnTo>
                  <a:lnTo>
                    <a:pt x="102358" y="238086"/>
                  </a:lnTo>
                  <a:lnTo>
                    <a:pt x="107571" y="239203"/>
                  </a:lnTo>
                  <a:lnTo>
                    <a:pt x="112817" y="240153"/>
                  </a:lnTo>
                  <a:lnTo>
                    <a:pt x="118091" y="240935"/>
                  </a:lnTo>
                  <a:lnTo>
                    <a:pt x="123386" y="241549"/>
                  </a:lnTo>
                  <a:lnTo>
                    <a:pt x="128699" y="241993"/>
                  </a:lnTo>
                  <a:lnTo>
                    <a:pt x="134023" y="242268"/>
                  </a:lnTo>
                  <a:lnTo>
                    <a:pt x="139354" y="242373"/>
                  </a:lnTo>
                  <a:lnTo>
                    <a:pt x="144685" y="242308"/>
                  </a:lnTo>
                  <a:lnTo>
                    <a:pt x="150011" y="242073"/>
                  </a:lnTo>
                  <a:lnTo>
                    <a:pt x="155327" y="241668"/>
                  </a:lnTo>
                  <a:lnTo>
                    <a:pt x="160627" y="241094"/>
                  </a:lnTo>
                  <a:lnTo>
                    <a:pt x="165906" y="240351"/>
                  </a:lnTo>
                  <a:lnTo>
                    <a:pt x="171159" y="239441"/>
                  </a:lnTo>
                  <a:lnTo>
                    <a:pt x="176381" y="238363"/>
                  </a:lnTo>
                  <a:lnTo>
                    <a:pt x="181565" y="237119"/>
                  </a:lnTo>
                  <a:lnTo>
                    <a:pt x="186707" y="235711"/>
                  </a:lnTo>
                  <a:lnTo>
                    <a:pt x="191801" y="234139"/>
                  </a:lnTo>
                  <a:lnTo>
                    <a:pt x="196843" y="232406"/>
                  </a:lnTo>
                  <a:lnTo>
                    <a:pt x="201827" y="230512"/>
                  </a:lnTo>
                  <a:lnTo>
                    <a:pt x="206748" y="228461"/>
                  </a:lnTo>
                  <a:lnTo>
                    <a:pt x="211601" y="226254"/>
                  </a:lnTo>
                  <a:lnTo>
                    <a:pt x="216381" y="223893"/>
                  </a:lnTo>
                  <a:lnTo>
                    <a:pt x="221083" y="221381"/>
                  </a:lnTo>
                  <a:lnTo>
                    <a:pt x="225703" y="218721"/>
                  </a:lnTo>
                  <a:lnTo>
                    <a:pt x="230236" y="215914"/>
                  </a:lnTo>
                  <a:lnTo>
                    <a:pt x="234677" y="212965"/>
                  </a:lnTo>
                  <a:lnTo>
                    <a:pt x="239022" y="209875"/>
                  </a:lnTo>
                  <a:lnTo>
                    <a:pt x="243266" y="206648"/>
                  </a:lnTo>
                  <a:lnTo>
                    <a:pt x="247404" y="203288"/>
                  </a:lnTo>
                  <a:lnTo>
                    <a:pt x="251434" y="199797"/>
                  </a:lnTo>
                  <a:lnTo>
                    <a:pt x="255350" y="196179"/>
                  </a:lnTo>
                  <a:lnTo>
                    <a:pt x="259149" y="192439"/>
                  </a:lnTo>
                  <a:lnTo>
                    <a:pt x="262827" y="188579"/>
                  </a:lnTo>
                  <a:lnTo>
                    <a:pt x="266380" y="184604"/>
                  </a:lnTo>
                  <a:lnTo>
                    <a:pt x="269804" y="180518"/>
                  </a:lnTo>
                  <a:lnTo>
                    <a:pt x="273096" y="176324"/>
                  </a:lnTo>
                  <a:lnTo>
                    <a:pt x="276253" y="172028"/>
                  </a:lnTo>
                  <a:lnTo>
                    <a:pt x="279271" y="167633"/>
                  </a:lnTo>
                  <a:lnTo>
                    <a:pt x="282147" y="163145"/>
                  </a:lnTo>
                  <a:lnTo>
                    <a:pt x="284879" y="158567"/>
                  </a:lnTo>
                  <a:lnTo>
                    <a:pt x="287464" y="153904"/>
                  </a:lnTo>
                  <a:lnTo>
                    <a:pt x="289898" y="149161"/>
                  </a:lnTo>
                  <a:lnTo>
                    <a:pt x="292180" y="144342"/>
                  </a:lnTo>
                  <a:lnTo>
                    <a:pt x="294307" y="139454"/>
                  </a:lnTo>
                  <a:lnTo>
                    <a:pt x="296278" y="134500"/>
                  </a:lnTo>
                  <a:lnTo>
                    <a:pt x="298089" y="129486"/>
                  </a:lnTo>
                  <a:lnTo>
                    <a:pt x="299739" y="124416"/>
                  </a:lnTo>
                  <a:lnTo>
                    <a:pt x="301227" y="119297"/>
                  </a:lnTo>
                  <a:lnTo>
                    <a:pt x="302551" y="114132"/>
                  </a:lnTo>
                  <a:lnTo>
                    <a:pt x="303710" y="108928"/>
                  </a:lnTo>
                  <a:lnTo>
                    <a:pt x="304702" y="103690"/>
                  </a:lnTo>
                  <a:lnTo>
                    <a:pt x="305526" y="98423"/>
                  </a:lnTo>
                  <a:lnTo>
                    <a:pt x="306182" y="93132"/>
                  </a:lnTo>
                  <a:lnTo>
                    <a:pt x="306669" y="87823"/>
                  </a:lnTo>
                  <a:lnTo>
                    <a:pt x="306987" y="82501"/>
                  </a:lnTo>
                  <a:lnTo>
                    <a:pt x="307135" y="77172"/>
                  </a:lnTo>
                  <a:lnTo>
                    <a:pt x="307112" y="71841"/>
                  </a:lnTo>
                  <a:lnTo>
                    <a:pt x="306920" y="66513"/>
                  </a:lnTo>
                  <a:lnTo>
                    <a:pt x="306558" y="61194"/>
                  </a:lnTo>
                  <a:lnTo>
                    <a:pt x="306026" y="55889"/>
                  </a:lnTo>
                  <a:lnTo>
                    <a:pt x="305326" y="50604"/>
                  </a:lnTo>
                  <a:lnTo>
                    <a:pt x="304457" y="45344"/>
                  </a:lnTo>
                  <a:lnTo>
                    <a:pt x="303421" y="40114"/>
                  </a:lnTo>
                  <a:lnTo>
                    <a:pt x="302219" y="34920"/>
                  </a:lnTo>
                  <a:lnTo>
                    <a:pt x="300852" y="29767"/>
                  </a:lnTo>
                  <a:lnTo>
                    <a:pt x="299321" y="24661"/>
                  </a:lnTo>
                  <a:lnTo>
                    <a:pt x="297628" y="19605"/>
                  </a:lnTo>
                  <a:lnTo>
                    <a:pt x="295775" y="14606"/>
                  </a:lnTo>
                  <a:lnTo>
                    <a:pt x="293764" y="9669"/>
                  </a:lnTo>
                  <a:lnTo>
                    <a:pt x="291595" y="4798"/>
                  </a:lnTo>
                  <a:lnTo>
                    <a:pt x="289273" y="0"/>
                  </a:lnTo>
                  <a:lnTo>
                    <a:pt x="139979" y="7520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5135676" y="971635"/>
              <a:ext cx="149294" cy="167167"/>
            </a:xfrm>
            <a:custGeom>
              <a:avLst/>
              <a:pathLst>
                <a:path w="149294" h="167167">
                  <a:moveTo>
                    <a:pt x="149294" y="91960"/>
                  </a:moveTo>
                  <a:lnTo>
                    <a:pt x="146773" y="87152"/>
                  </a:lnTo>
                  <a:lnTo>
                    <a:pt x="144098" y="82428"/>
                  </a:lnTo>
                  <a:lnTo>
                    <a:pt x="141270" y="77794"/>
                  </a:lnTo>
                  <a:lnTo>
                    <a:pt x="138294" y="73254"/>
                  </a:lnTo>
                  <a:lnTo>
                    <a:pt x="135172" y="68814"/>
                  </a:lnTo>
                  <a:lnTo>
                    <a:pt x="131907" y="64476"/>
                  </a:lnTo>
                  <a:lnTo>
                    <a:pt x="128503" y="60248"/>
                  </a:lnTo>
                  <a:lnTo>
                    <a:pt x="124964" y="56132"/>
                  </a:lnTo>
                  <a:lnTo>
                    <a:pt x="121293" y="52133"/>
                  </a:lnTo>
                  <a:lnTo>
                    <a:pt x="117494" y="48255"/>
                  </a:lnTo>
                  <a:lnTo>
                    <a:pt x="113571" y="44503"/>
                  </a:lnTo>
                  <a:lnTo>
                    <a:pt x="109528" y="40880"/>
                  </a:lnTo>
                  <a:lnTo>
                    <a:pt x="105370" y="37390"/>
                  </a:lnTo>
                  <a:lnTo>
                    <a:pt x="101101" y="34037"/>
                  </a:lnTo>
                  <a:lnTo>
                    <a:pt x="96725" y="30825"/>
                  </a:lnTo>
                  <a:lnTo>
                    <a:pt x="92247" y="27756"/>
                  </a:lnTo>
                  <a:lnTo>
                    <a:pt x="87671" y="24834"/>
                  </a:lnTo>
                  <a:lnTo>
                    <a:pt x="83004" y="22063"/>
                  </a:lnTo>
                  <a:lnTo>
                    <a:pt x="78249" y="19444"/>
                  </a:lnTo>
                  <a:lnTo>
                    <a:pt x="73411" y="16981"/>
                  </a:lnTo>
                  <a:lnTo>
                    <a:pt x="68496" y="14677"/>
                  </a:lnTo>
                  <a:lnTo>
                    <a:pt x="63508" y="12533"/>
                  </a:lnTo>
                  <a:lnTo>
                    <a:pt x="58454" y="10553"/>
                  </a:lnTo>
                  <a:lnTo>
                    <a:pt x="53338" y="8737"/>
                  </a:lnTo>
                  <a:lnTo>
                    <a:pt x="48166" y="7089"/>
                  </a:lnTo>
                  <a:lnTo>
                    <a:pt x="42943" y="5609"/>
                  </a:lnTo>
                  <a:lnTo>
                    <a:pt x="37674" y="4300"/>
                  </a:lnTo>
                  <a:lnTo>
                    <a:pt x="32366" y="3163"/>
                  </a:lnTo>
                  <a:lnTo>
                    <a:pt x="27024" y="2198"/>
                  </a:lnTo>
                  <a:lnTo>
                    <a:pt x="21654" y="1408"/>
                  </a:lnTo>
                  <a:lnTo>
                    <a:pt x="16260" y="792"/>
                  </a:lnTo>
                  <a:lnTo>
                    <a:pt x="10849" y="352"/>
                  </a:lnTo>
                  <a:lnTo>
                    <a:pt x="5427" y="8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4550906" y="941493"/>
              <a:ext cx="66373" cy="167167"/>
            </a:xfrm>
            <a:custGeom>
              <a:avLst/>
              <a:pathLst>
                <a:path w="66373" h="167167">
                  <a:moveTo>
                    <a:pt x="66373" y="0"/>
                  </a:moveTo>
                  <a:lnTo>
                    <a:pt x="60170" y="115"/>
                  </a:lnTo>
                  <a:lnTo>
                    <a:pt x="53975" y="460"/>
                  </a:lnTo>
                  <a:lnTo>
                    <a:pt x="47797" y="1035"/>
                  </a:lnTo>
                  <a:lnTo>
                    <a:pt x="41645" y="1839"/>
                  </a:lnTo>
                  <a:lnTo>
                    <a:pt x="35526" y="2870"/>
                  </a:lnTo>
                  <a:lnTo>
                    <a:pt x="29451" y="4128"/>
                  </a:lnTo>
                  <a:lnTo>
                    <a:pt x="23426" y="5611"/>
                  </a:lnTo>
                  <a:lnTo>
                    <a:pt x="17460" y="7316"/>
                  </a:lnTo>
                  <a:lnTo>
                    <a:pt x="11562" y="9241"/>
                  </a:lnTo>
                  <a:lnTo>
                    <a:pt x="5739" y="11384"/>
                  </a:lnTo>
                  <a:lnTo>
                    <a:pt x="0" y="13741"/>
                  </a:lnTo>
                  <a:lnTo>
                    <a:pt x="66373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4550906" y="955235"/>
              <a:ext cx="66373" cy="153425"/>
            </a:xfrm>
            <a:custGeom>
              <a:avLst/>
              <a:pathLst>
                <a:path w="66373" h="153425">
                  <a:moveTo>
                    <a:pt x="0" y="0"/>
                  </a:moveTo>
                  <a:lnTo>
                    <a:pt x="66373" y="15342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4550906" y="955235"/>
              <a:ext cx="66373" cy="153425"/>
            </a:xfrm>
            <a:custGeom>
              <a:avLst/>
              <a:pathLst>
                <a:path w="66373" h="153425">
                  <a:moveTo>
                    <a:pt x="0" y="0"/>
                  </a:moveTo>
                  <a:lnTo>
                    <a:pt x="66373" y="15342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4550906" y="955235"/>
              <a:ext cx="66373" cy="153425"/>
            </a:xfrm>
            <a:custGeom>
              <a:avLst/>
              <a:pathLst>
                <a:path w="66373" h="153425">
                  <a:moveTo>
                    <a:pt x="0" y="0"/>
                  </a:moveTo>
                  <a:lnTo>
                    <a:pt x="66373" y="15342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550906" y="955235"/>
              <a:ext cx="66373" cy="153425"/>
            </a:xfrm>
            <a:custGeom>
              <a:avLst/>
              <a:pathLst>
                <a:path w="66373" h="153425">
                  <a:moveTo>
                    <a:pt x="0" y="0"/>
                  </a:moveTo>
                  <a:lnTo>
                    <a:pt x="66373" y="15342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550906" y="955235"/>
              <a:ext cx="66373" cy="153425"/>
            </a:xfrm>
            <a:custGeom>
              <a:avLst/>
              <a:pathLst>
                <a:path w="66373" h="153425">
                  <a:moveTo>
                    <a:pt x="0" y="0"/>
                  </a:moveTo>
                  <a:lnTo>
                    <a:pt x="66373" y="15342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550906" y="955235"/>
              <a:ext cx="66373" cy="153425"/>
            </a:xfrm>
            <a:custGeom>
              <a:avLst/>
              <a:pathLst>
                <a:path w="66373" h="153425">
                  <a:moveTo>
                    <a:pt x="0" y="0"/>
                  </a:moveTo>
                  <a:lnTo>
                    <a:pt x="66373" y="15342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550906" y="955235"/>
              <a:ext cx="66373" cy="153425"/>
            </a:xfrm>
            <a:custGeom>
              <a:avLst/>
              <a:pathLst>
                <a:path w="66373" h="153425">
                  <a:moveTo>
                    <a:pt x="0" y="0"/>
                  </a:moveTo>
                  <a:lnTo>
                    <a:pt x="66373" y="15342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4550906" y="955235"/>
              <a:ext cx="66373" cy="153425"/>
            </a:xfrm>
            <a:custGeom>
              <a:avLst/>
              <a:pathLst>
                <a:path w="66373" h="153425">
                  <a:moveTo>
                    <a:pt x="0" y="0"/>
                  </a:moveTo>
                  <a:lnTo>
                    <a:pt x="66373" y="15342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4550906" y="955235"/>
              <a:ext cx="66373" cy="153425"/>
            </a:xfrm>
            <a:custGeom>
              <a:avLst/>
              <a:pathLst>
                <a:path w="66373" h="153425">
                  <a:moveTo>
                    <a:pt x="0" y="0"/>
                  </a:moveTo>
                  <a:lnTo>
                    <a:pt x="66373" y="15342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4550906" y="955235"/>
              <a:ext cx="66373" cy="153425"/>
            </a:xfrm>
            <a:custGeom>
              <a:avLst/>
              <a:pathLst>
                <a:path w="66373" h="153425">
                  <a:moveTo>
                    <a:pt x="0" y="0"/>
                  </a:moveTo>
                  <a:lnTo>
                    <a:pt x="66373" y="15342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4550906" y="955235"/>
              <a:ext cx="66373" cy="153425"/>
            </a:xfrm>
            <a:custGeom>
              <a:avLst/>
              <a:pathLst>
                <a:path w="66373" h="153425">
                  <a:moveTo>
                    <a:pt x="0" y="0"/>
                  </a:moveTo>
                  <a:lnTo>
                    <a:pt x="66373" y="15342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4550906" y="955235"/>
              <a:ext cx="66373" cy="153425"/>
            </a:xfrm>
            <a:custGeom>
              <a:avLst/>
              <a:pathLst>
                <a:path w="66373" h="153425">
                  <a:moveTo>
                    <a:pt x="0" y="0"/>
                  </a:moveTo>
                  <a:lnTo>
                    <a:pt x="66373" y="15342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4550906" y="955235"/>
              <a:ext cx="66373" cy="153425"/>
            </a:xfrm>
            <a:custGeom>
              <a:avLst/>
              <a:pathLst>
                <a:path w="66373" h="153425">
                  <a:moveTo>
                    <a:pt x="0" y="0"/>
                  </a:moveTo>
                  <a:lnTo>
                    <a:pt x="66373" y="15342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4550906" y="955235"/>
              <a:ext cx="66373" cy="153425"/>
            </a:xfrm>
            <a:custGeom>
              <a:avLst/>
              <a:pathLst>
                <a:path w="66373" h="153425">
                  <a:moveTo>
                    <a:pt x="0" y="0"/>
                  </a:moveTo>
                  <a:lnTo>
                    <a:pt x="66373" y="15342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550906" y="955235"/>
              <a:ext cx="66373" cy="153425"/>
            </a:xfrm>
            <a:custGeom>
              <a:avLst/>
              <a:pathLst>
                <a:path w="66373" h="153425">
                  <a:moveTo>
                    <a:pt x="0" y="0"/>
                  </a:moveTo>
                  <a:lnTo>
                    <a:pt x="66373" y="15342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4550906" y="955235"/>
              <a:ext cx="66373" cy="153425"/>
            </a:xfrm>
            <a:custGeom>
              <a:avLst/>
              <a:pathLst>
                <a:path w="66373" h="153425">
                  <a:moveTo>
                    <a:pt x="0" y="0"/>
                  </a:moveTo>
                  <a:lnTo>
                    <a:pt x="66373" y="15342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4550906" y="955235"/>
              <a:ext cx="66373" cy="153425"/>
            </a:xfrm>
            <a:custGeom>
              <a:avLst/>
              <a:pathLst>
                <a:path w="66373" h="153425">
                  <a:moveTo>
                    <a:pt x="0" y="0"/>
                  </a:moveTo>
                  <a:lnTo>
                    <a:pt x="66373" y="15342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4550906" y="955235"/>
              <a:ext cx="66373" cy="153425"/>
            </a:xfrm>
            <a:custGeom>
              <a:avLst/>
              <a:pathLst>
                <a:path w="66373" h="153425">
                  <a:moveTo>
                    <a:pt x="0" y="0"/>
                  </a:moveTo>
                  <a:lnTo>
                    <a:pt x="66373" y="15342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4550906" y="955235"/>
              <a:ext cx="66373" cy="153425"/>
            </a:xfrm>
            <a:custGeom>
              <a:avLst/>
              <a:pathLst>
                <a:path w="66373" h="153425">
                  <a:moveTo>
                    <a:pt x="0" y="0"/>
                  </a:moveTo>
                  <a:lnTo>
                    <a:pt x="66373" y="15342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4450123" y="955235"/>
              <a:ext cx="334313" cy="320591"/>
            </a:xfrm>
            <a:custGeom>
              <a:avLst/>
              <a:pathLst>
                <a:path w="334313" h="320591">
                  <a:moveTo>
                    <a:pt x="100782" y="0"/>
                  </a:moveTo>
                  <a:lnTo>
                    <a:pt x="95948" y="2182"/>
                  </a:lnTo>
                  <a:lnTo>
                    <a:pt x="91186" y="4517"/>
                  </a:lnTo>
                  <a:lnTo>
                    <a:pt x="86501" y="7002"/>
                  </a:lnTo>
                  <a:lnTo>
                    <a:pt x="81896" y="9635"/>
                  </a:lnTo>
                  <a:lnTo>
                    <a:pt x="77378" y="12412"/>
                  </a:lnTo>
                  <a:lnTo>
                    <a:pt x="72949" y="15331"/>
                  </a:lnTo>
                  <a:lnTo>
                    <a:pt x="68616" y="18389"/>
                  </a:lnTo>
                  <a:lnTo>
                    <a:pt x="64382" y="21583"/>
                  </a:lnTo>
                  <a:lnTo>
                    <a:pt x="60251" y="24910"/>
                  </a:lnTo>
                  <a:lnTo>
                    <a:pt x="56228" y="28366"/>
                  </a:lnTo>
                  <a:lnTo>
                    <a:pt x="52316" y="31947"/>
                  </a:lnTo>
                  <a:lnTo>
                    <a:pt x="48521" y="35652"/>
                  </a:lnTo>
                  <a:lnTo>
                    <a:pt x="44844" y="39474"/>
                  </a:lnTo>
                  <a:lnTo>
                    <a:pt x="41291" y="43412"/>
                  </a:lnTo>
                  <a:lnTo>
                    <a:pt x="37864" y="47460"/>
                  </a:lnTo>
                  <a:lnTo>
                    <a:pt x="34568" y="51615"/>
                  </a:lnTo>
                  <a:lnTo>
                    <a:pt x="31405" y="55872"/>
                  </a:lnTo>
                  <a:lnTo>
                    <a:pt x="28378" y="60228"/>
                  </a:lnTo>
                  <a:lnTo>
                    <a:pt x="25492" y="64677"/>
                  </a:lnTo>
                  <a:lnTo>
                    <a:pt x="22748" y="69216"/>
                  </a:lnTo>
                  <a:lnTo>
                    <a:pt x="20149" y="73840"/>
                  </a:lnTo>
                  <a:lnTo>
                    <a:pt x="17698" y="78543"/>
                  </a:lnTo>
                  <a:lnTo>
                    <a:pt x="15398" y="83322"/>
                  </a:lnTo>
                  <a:lnTo>
                    <a:pt x="13250" y="88172"/>
                  </a:lnTo>
                  <a:lnTo>
                    <a:pt x="11258" y="93087"/>
                  </a:lnTo>
                  <a:lnTo>
                    <a:pt x="9422" y="98063"/>
                  </a:lnTo>
                  <a:lnTo>
                    <a:pt x="7745" y="103095"/>
                  </a:lnTo>
                  <a:lnTo>
                    <a:pt x="6229" y="108177"/>
                  </a:lnTo>
                  <a:lnTo>
                    <a:pt x="4874" y="113305"/>
                  </a:lnTo>
                  <a:lnTo>
                    <a:pt x="3683" y="118473"/>
                  </a:lnTo>
                  <a:lnTo>
                    <a:pt x="2657" y="123677"/>
                  </a:lnTo>
                  <a:lnTo>
                    <a:pt x="1796" y="128910"/>
                  </a:lnTo>
                  <a:lnTo>
                    <a:pt x="1101" y="134168"/>
                  </a:lnTo>
                  <a:lnTo>
                    <a:pt x="574" y="139446"/>
                  </a:lnTo>
                  <a:lnTo>
                    <a:pt x="214" y="144737"/>
                  </a:lnTo>
                  <a:lnTo>
                    <a:pt x="23" y="150037"/>
                  </a:lnTo>
                  <a:lnTo>
                    <a:pt x="0" y="155341"/>
                  </a:lnTo>
                  <a:lnTo>
                    <a:pt x="144" y="160643"/>
                  </a:lnTo>
                  <a:lnTo>
                    <a:pt x="457" y="165938"/>
                  </a:lnTo>
                  <a:lnTo>
                    <a:pt x="938" y="171219"/>
                  </a:lnTo>
                  <a:lnTo>
                    <a:pt x="1586" y="176483"/>
                  </a:lnTo>
                  <a:lnTo>
                    <a:pt x="2401" y="181724"/>
                  </a:lnTo>
                  <a:lnTo>
                    <a:pt x="3382" y="186937"/>
                  </a:lnTo>
                  <a:lnTo>
                    <a:pt x="4527" y="192115"/>
                  </a:lnTo>
                  <a:lnTo>
                    <a:pt x="5837" y="197255"/>
                  </a:lnTo>
                  <a:lnTo>
                    <a:pt x="7308" y="202350"/>
                  </a:lnTo>
                  <a:lnTo>
                    <a:pt x="8941" y="207397"/>
                  </a:lnTo>
                  <a:lnTo>
                    <a:pt x="10733" y="212388"/>
                  </a:lnTo>
                  <a:lnTo>
                    <a:pt x="12682" y="217321"/>
                  </a:lnTo>
                  <a:lnTo>
                    <a:pt x="14786" y="222189"/>
                  </a:lnTo>
                  <a:lnTo>
                    <a:pt x="17045" y="226988"/>
                  </a:lnTo>
                  <a:lnTo>
                    <a:pt x="19454" y="231713"/>
                  </a:lnTo>
                  <a:lnTo>
                    <a:pt x="22012" y="236360"/>
                  </a:lnTo>
                  <a:lnTo>
                    <a:pt x="24716" y="240922"/>
                  </a:lnTo>
                  <a:lnTo>
                    <a:pt x="27563" y="245397"/>
                  </a:lnTo>
                  <a:lnTo>
                    <a:pt x="30551" y="249779"/>
                  </a:lnTo>
                  <a:lnTo>
                    <a:pt x="33676" y="254064"/>
                  </a:lnTo>
                  <a:lnTo>
                    <a:pt x="36936" y="258248"/>
                  </a:lnTo>
                  <a:lnTo>
                    <a:pt x="40327" y="262326"/>
                  </a:lnTo>
                  <a:lnTo>
                    <a:pt x="43846" y="266295"/>
                  </a:lnTo>
                  <a:lnTo>
                    <a:pt x="47488" y="270150"/>
                  </a:lnTo>
                  <a:lnTo>
                    <a:pt x="51251" y="273887"/>
                  </a:lnTo>
                  <a:lnTo>
                    <a:pt x="55131" y="277503"/>
                  </a:lnTo>
                  <a:lnTo>
                    <a:pt x="59124" y="280995"/>
                  </a:lnTo>
                  <a:lnTo>
                    <a:pt x="63225" y="284358"/>
                  </a:lnTo>
                  <a:lnTo>
                    <a:pt x="67431" y="287589"/>
                  </a:lnTo>
                  <a:lnTo>
                    <a:pt x="71737" y="290685"/>
                  </a:lnTo>
                  <a:lnTo>
                    <a:pt x="76139" y="293643"/>
                  </a:lnTo>
                  <a:lnTo>
                    <a:pt x="80633" y="296459"/>
                  </a:lnTo>
                  <a:lnTo>
                    <a:pt x="85214" y="299132"/>
                  </a:lnTo>
                  <a:lnTo>
                    <a:pt x="89878" y="301658"/>
                  </a:lnTo>
                  <a:lnTo>
                    <a:pt x="94619" y="304035"/>
                  </a:lnTo>
                  <a:lnTo>
                    <a:pt x="99434" y="306261"/>
                  </a:lnTo>
                  <a:lnTo>
                    <a:pt x="104316" y="308332"/>
                  </a:lnTo>
                  <a:lnTo>
                    <a:pt x="109262" y="310248"/>
                  </a:lnTo>
                  <a:lnTo>
                    <a:pt x="114266" y="312005"/>
                  </a:lnTo>
                  <a:lnTo>
                    <a:pt x="119323" y="313603"/>
                  </a:lnTo>
                  <a:lnTo>
                    <a:pt x="124429" y="315040"/>
                  </a:lnTo>
                  <a:lnTo>
                    <a:pt x="129577" y="316314"/>
                  </a:lnTo>
                  <a:lnTo>
                    <a:pt x="134763" y="317424"/>
                  </a:lnTo>
                  <a:lnTo>
                    <a:pt x="139982" y="318369"/>
                  </a:lnTo>
                  <a:lnTo>
                    <a:pt x="145229" y="319148"/>
                  </a:lnTo>
                  <a:lnTo>
                    <a:pt x="150497" y="319761"/>
                  </a:lnTo>
                  <a:lnTo>
                    <a:pt x="155782" y="320205"/>
                  </a:lnTo>
                  <a:lnTo>
                    <a:pt x="161079" y="320482"/>
                  </a:lnTo>
                  <a:lnTo>
                    <a:pt x="166381" y="320591"/>
                  </a:lnTo>
                  <a:lnTo>
                    <a:pt x="171685" y="320531"/>
                  </a:lnTo>
                  <a:lnTo>
                    <a:pt x="176983" y="320304"/>
                  </a:lnTo>
                  <a:lnTo>
                    <a:pt x="182272" y="319908"/>
                  </a:lnTo>
                  <a:lnTo>
                    <a:pt x="187546" y="319344"/>
                  </a:lnTo>
                  <a:lnTo>
                    <a:pt x="192799" y="318614"/>
                  </a:lnTo>
                  <a:lnTo>
                    <a:pt x="198027" y="317717"/>
                  </a:lnTo>
                  <a:lnTo>
                    <a:pt x="203223" y="316655"/>
                  </a:lnTo>
                  <a:lnTo>
                    <a:pt x="208383" y="315429"/>
                  </a:lnTo>
                  <a:lnTo>
                    <a:pt x="213502" y="314040"/>
                  </a:lnTo>
                  <a:lnTo>
                    <a:pt x="218574" y="312489"/>
                  </a:lnTo>
                  <a:lnTo>
                    <a:pt x="223594" y="310777"/>
                  </a:lnTo>
                  <a:lnTo>
                    <a:pt x="228557" y="308908"/>
                  </a:lnTo>
                  <a:lnTo>
                    <a:pt x="233459" y="306882"/>
                  </a:lnTo>
                  <a:lnTo>
                    <a:pt x="238293" y="304701"/>
                  </a:lnTo>
                  <a:lnTo>
                    <a:pt x="243057" y="302368"/>
                  </a:lnTo>
                  <a:lnTo>
                    <a:pt x="247743" y="299886"/>
                  </a:lnTo>
                  <a:lnTo>
                    <a:pt x="252349" y="297255"/>
                  </a:lnTo>
                  <a:lnTo>
                    <a:pt x="256869" y="294480"/>
                  </a:lnTo>
                  <a:lnTo>
                    <a:pt x="261298" y="291563"/>
                  </a:lnTo>
                  <a:lnTo>
                    <a:pt x="265633" y="288507"/>
                  </a:lnTo>
                  <a:lnTo>
                    <a:pt x="269869" y="285315"/>
                  </a:lnTo>
                  <a:lnTo>
                    <a:pt x="274001" y="281991"/>
                  </a:lnTo>
                  <a:lnTo>
                    <a:pt x="278026" y="278536"/>
                  </a:lnTo>
                  <a:lnTo>
                    <a:pt x="281939" y="274956"/>
                  </a:lnTo>
                  <a:lnTo>
                    <a:pt x="285737" y="271254"/>
                  </a:lnTo>
                  <a:lnTo>
                    <a:pt x="289415" y="267433"/>
                  </a:lnTo>
                  <a:lnTo>
                    <a:pt x="292970" y="263497"/>
                  </a:lnTo>
                  <a:lnTo>
                    <a:pt x="296398" y="259450"/>
                  </a:lnTo>
                  <a:lnTo>
                    <a:pt x="299697" y="255297"/>
                  </a:lnTo>
                  <a:lnTo>
                    <a:pt x="302862" y="251041"/>
                  </a:lnTo>
                  <a:lnTo>
                    <a:pt x="305890" y="246687"/>
                  </a:lnTo>
                  <a:lnTo>
                    <a:pt x="308779" y="242239"/>
                  </a:lnTo>
                  <a:lnTo>
                    <a:pt x="311525" y="237701"/>
                  </a:lnTo>
                  <a:lnTo>
                    <a:pt x="314126" y="233079"/>
                  </a:lnTo>
                  <a:lnTo>
                    <a:pt x="316579" y="228377"/>
                  </a:lnTo>
                  <a:lnTo>
                    <a:pt x="318881" y="223599"/>
                  </a:lnTo>
                  <a:lnTo>
                    <a:pt x="321031" y="218750"/>
                  </a:lnTo>
                  <a:lnTo>
                    <a:pt x="323026" y="213836"/>
                  </a:lnTo>
                  <a:lnTo>
                    <a:pt x="324864" y="208861"/>
                  </a:lnTo>
                  <a:lnTo>
                    <a:pt x="326543" y="203830"/>
                  </a:lnTo>
                  <a:lnTo>
                    <a:pt x="328062" y="198748"/>
                  </a:lnTo>
                  <a:lnTo>
                    <a:pt x="329419" y="193621"/>
                  </a:lnTo>
                  <a:lnTo>
                    <a:pt x="330612" y="188453"/>
                  </a:lnTo>
                  <a:lnTo>
                    <a:pt x="331641" y="183250"/>
                  </a:lnTo>
                  <a:lnTo>
                    <a:pt x="332505" y="178017"/>
                  </a:lnTo>
                  <a:lnTo>
                    <a:pt x="333202" y="172759"/>
                  </a:lnTo>
                  <a:lnTo>
                    <a:pt x="333731" y="167482"/>
                  </a:lnTo>
                  <a:lnTo>
                    <a:pt x="334093" y="162191"/>
                  </a:lnTo>
                  <a:lnTo>
                    <a:pt x="334287" y="156891"/>
                  </a:lnTo>
                  <a:lnTo>
                    <a:pt x="334313" y="151587"/>
                  </a:lnTo>
                  <a:lnTo>
                    <a:pt x="334171" y="146285"/>
                  </a:lnTo>
                  <a:lnTo>
                    <a:pt x="333860" y="140990"/>
                  </a:lnTo>
                  <a:lnTo>
                    <a:pt x="333382" y="135708"/>
                  </a:lnTo>
                  <a:lnTo>
                    <a:pt x="332736" y="130444"/>
                  </a:lnTo>
                  <a:lnTo>
                    <a:pt x="331924" y="125203"/>
                  </a:lnTo>
                  <a:lnTo>
                    <a:pt x="330946" y="119990"/>
                  </a:lnTo>
                  <a:lnTo>
                    <a:pt x="329802" y="114811"/>
                  </a:lnTo>
                  <a:lnTo>
                    <a:pt x="328496" y="109671"/>
                  </a:lnTo>
                  <a:lnTo>
                    <a:pt x="327026" y="104574"/>
                  </a:lnTo>
                  <a:lnTo>
                    <a:pt x="325396" y="99527"/>
                  </a:lnTo>
                  <a:lnTo>
                    <a:pt x="323607" y="94535"/>
                  </a:lnTo>
                  <a:lnTo>
                    <a:pt x="321660" y="89601"/>
                  </a:lnTo>
                  <a:lnTo>
                    <a:pt x="319557" y="84732"/>
                  </a:lnTo>
                  <a:lnTo>
                    <a:pt x="317301" y="79932"/>
                  </a:lnTo>
                  <a:lnTo>
                    <a:pt x="314894" y="75206"/>
                  </a:lnTo>
                  <a:lnTo>
                    <a:pt x="312339" y="70558"/>
                  </a:lnTo>
                  <a:lnTo>
                    <a:pt x="309637" y="65994"/>
                  </a:lnTo>
                  <a:lnTo>
                    <a:pt x="306792" y="61518"/>
                  </a:lnTo>
                  <a:lnTo>
                    <a:pt x="303806" y="57135"/>
                  </a:lnTo>
                  <a:lnTo>
                    <a:pt x="300682" y="52849"/>
                  </a:lnTo>
                  <a:lnTo>
                    <a:pt x="297424" y="48663"/>
                  </a:lnTo>
                  <a:lnTo>
                    <a:pt x="294036" y="44583"/>
                  </a:lnTo>
                  <a:lnTo>
                    <a:pt x="290519" y="40613"/>
                  </a:lnTo>
                  <a:lnTo>
                    <a:pt x="286878" y="36756"/>
                  </a:lnTo>
                  <a:lnTo>
                    <a:pt x="283117" y="33017"/>
                  </a:lnTo>
                  <a:lnTo>
                    <a:pt x="279239" y="29399"/>
                  </a:lnTo>
                  <a:lnTo>
                    <a:pt x="275248" y="25906"/>
                  </a:lnTo>
                  <a:lnTo>
                    <a:pt x="271148" y="22541"/>
                  </a:lnTo>
                  <a:lnTo>
                    <a:pt x="266943" y="19308"/>
                  </a:lnTo>
                  <a:lnTo>
                    <a:pt x="262639" y="16210"/>
                  </a:lnTo>
                  <a:lnTo>
                    <a:pt x="258238" y="13250"/>
                  </a:lnTo>
                  <a:lnTo>
                    <a:pt x="253745" y="10431"/>
                  </a:lnTo>
                  <a:lnTo>
                    <a:pt x="167156" y="15342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4617280" y="941493"/>
              <a:ext cx="86589" cy="167167"/>
            </a:xfrm>
            <a:custGeom>
              <a:avLst/>
              <a:pathLst>
                <a:path w="86589" h="167167">
                  <a:moveTo>
                    <a:pt x="86589" y="24173"/>
                  </a:moveTo>
                  <a:lnTo>
                    <a:pt x="81673" y="21310"/>
                  </a:lnTo>
                  <a:lnTo>
                    <a:pt x="76663" y="18615"/>
                  </a:lnTo>
                  <a:lnTo>
                    <a:pt x="71565" y="16093"/>
                  </a:lnTo>
                  <a:lnTo>
                    <a:pt x="66383" y="13745"/>
                  </a:lnTo>
                  <a:lnTo>
                    <a:pt x="61125" y="11576"/>
                  </a:lnTo>
                  <a:lnTo>
                    <a:pt x="55795" y="9586"/>
                  </a:lnTo>
                  <a:lnTo>
                    <a:pt x="50402" y="7779"/>
                  </a:lnTo>
                  <a:lnTo>
                    <a:pt x="44950" y="6156"/>
                  </a:lnTo>
                  <a:lnTo>
                    <a:pt x="39445" y="4720"/>
                  </a:lnTo>
                  <a:lnTo>
                    <a:pt x="33895" y="3472"/>
                  </a:lnTo>
                  <a:lnTo>
                    <a:pt x="28306" y="2414"/>
                  </a:lnTo>
                  <a:lnTo>
                    <a:pt x="22684" y="1546"/>
                  </a:lnTo>
                  <a:lnTo>
                    <a:pt x="17036" y="870"/>
                  </a:lnTo>
                  <a:lnTo>
                    <a:pt x="11368" y="387"/>
                  </a:lnTo>
                  <a:lnTo>
                    <a:pt x="5687" y="9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4060044" y="1031511"/>
              <a:ext cx="45850" cy="167167"/>
            </a:xfrm>
            <a:custGeom>
              <a:avLst/>
              <a:pathLst>
                <a:path w="45850" h="167167">
                  <a:moveTo>
                    <a:pt x="45850" y="0"/>
                  </a:moveTo>
                  <a:lnTo>
                    <a:pt x="39217" y="131"/>
                  </a:lnTo>
                  <a:lnTo>
                    <a:pt x="32594" y="526"/>
                  </a:lnTo>
                  <a:lnTo>
                    <a:pt x="25992" y="1183"/>
                  </a:lnTo>
                  <a:lnTo>
                    <a:pt x="19421" y="2102"/>
                  </a:lnTo>
                  <a:lnTo>
                    <a:pt x="12892" y="3281"/>
                  </a:lnTo>
                  <a:lnTo>
                    <a:pt x="6415" y="4718"/>
                  </a:lnTo>
                  <a:lnTo>
                    <a:pt x="0" y="6410"/>
                  </a:lnTo>
                  <a:lnTo>
                    <a:pt x="4585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4060044" y="1037922"/>
              <a:ext cx="45850" cy="160756"/>
            </a:xfrm>
            <a:custGeom>
              <a:avLst/>
              <a:pathLst>
                <a:path w="45850" h="160756">
                  <a:moveTo>
                    <a:pt x="0" y="0"/>
                  </a:moveTo>
                  <a:lnTo>
                    <a:pt x="45850" y="16075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4060044" y="1037922"/>
              <a:ext cx="45850" cy="160756"/>
            </a:xfrm>
            <a:custGeom>
              <a:avLst/>
              <a:pathLst>
                <a:path w="45850" h="160756">
                  <a:moveTo>
                    <a:pt x="0" y="0"/>
                  </a:moveTo>
                  <a:lnTo>
                    <a:pt x="45850" y="16075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4060044" y="1037922"/>
              <a:ext cx="45850" cy="160756"/>
            </a:xfrm>
            <a:custGeom>
              <a:avLst/>
              <a:pathLst>
                <a:path w="45850" h="160756">
                  <a:moveTo>
                    <a:pt x="0" y="0"/>
                  </a:moveTo>
                  <a:lnTo>
                    <a:pt x="45850" y="16075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4060044" y="1037922"/>
              <a:ext cx="45850" cy="160756"/>
            </a:xfrm>
            <a:custGeom>
              <a:avLst/>
              <a:pathLst>
                <a:path w="45850" h="160756">
                  <a:moveTo>
                    <a:pt x="0" y="0"/>
                  </a:moveTo>
                  <a:lnTo>
                    <a:pt x="45850" y="16075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4060044" y="1037922"/>
              <a:ext cx="45850" cy="160756"/>
            </a:xfrm>
            <a:custGeom>
              <a:avLst/>
              <a:pathLst>
                <a:path w="45850" h="160756">
                  <a:moveTo>
                    <a:pt x="0" y="0"/>
                  </a:moveTo>
                  <a:lnTo>
                    <a:pt x="45850" y="16075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4060044" y="1037922"/>
              <a:ext cx="45850" cy="160756"/>
            </a:xfrm>
            <a:custGeom>
              <a:avLst/>
              <a:pathLst>
                <a:path w="45850" h="160756">
                  <a:moveTo>
                    <a:pt x="0" y="0"/>
                  </a:moveTo>
                  <a:lnTo>
                    <a:pt x="45850" y="16075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4060044" y="1037922"/>
              <a:ext cx="45850" cy="160756"/>
            </a:xfrm>
            <a:custGeom>
              <a:avLst/>
              <a:pathLst>
                <a:path w="45850" h="160756">
                  <a:moveTo>
                    <a:pt x="0" y="0"/>
                  </a:moveTo>
                  <a:lnTo>
                    <a:pt x="45850" y="16075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4060044" y="1037922"/>
              <a:ext cx="45850" cy="160756"/>
            </a:xfrm>
            <a:custGeom>
              <a:avLst/>
              <a:pathLst>
                <a:path w="45850" h="160756">
                  <a:moveTo>
                    <a:pt x="0" y="0"/>
                  </a:moveTo>
                  <a:lnTo>
                    <a:pt x="45850" y="16075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4060044" y="1037922"/>
              <a:ext cx="45850" cy="160756"/>
            </a:xfrm>
            <a:custGeom>
              <a:avLst/>
              <a:pathLst>
                <a:path w="45850" h="160756">
                  <a:moveTo>
                    <a:pt x="0" y="0"/>
                  </a:moveTo>
                  <a:lnTo>
                    <a:pt x="45850" y="16075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4060044" y="1037922"/>
              <a:ext cx="45850" cy="160756"/>
            </a:xfrm>
            <a:custGeom>
              <a:avLst/>
              <a:pathLst>
                <a:path w="45850" h="160756">
                  <a:moveTo>
                    <a:pt x="0" y="0"/>
                  </a:moveTo>
                  <a:lnTo>
                    <a:pt x="45850" y="16075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4060044" y="1037922"/>
              <a:ext cx="45850" cy="160756"/>
            </a:xfrm>
            <a:custGeom>
              <a:avLst/>
              <a:pathLst>
                <a:path w="45850" h="160756">
                  <a:moveTo>
                    <a:pt x="0" y="0"/>
                  </a:moveTo>
                  <a:lnTo>
                    <a:pt x="45850" y="16075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4060044" y="1037922"/>
              <a:ext cx="45850" cy="160756"/>
            </a:xfrm>
            <a:custGeom>
              <a:avLst/>
              <a:pathLst>
                <a:path w="45850" h="160756">
                  <a:moveTo>
                    <a:pt x="0" y="0"/>
                  </a:moveTo>
                  <a:lnTo>
                    <a:pt x="45850" y="16075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4060044" y="1037922"/>
              <a:ext cx="45850" cy="160756"/>
            </a:xfrm>
            <a:custGeom>
              <a:avLst/>
              <a:pathLst>
                <a:path w="45850" h="160756">
                  <a:moveTo>
                    <a:pt x="0" y="0"/>
                  </a:moveTo>
                  <a:lnTo>
                    <a:pt x="45850" y="1607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4060044" y="1037922"/>
              <a:ext cx="45850" cy="160756"/>
            </a:xfrm>
            <a:custGeom>
              <a:avLst/>
              <a:pathLst>
                <a:path w="45850" h="160756">
                  <a:moveTo>
                    <a:pt x="0" y="0"/>
                  </a:moveTo>
                  <a:lnTo>
                    <a:pt x="45850" y="1607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4060044" y="1037922"/>
              <a:ext cx="45850" cy="160756"/>
            </a:xfrm>
            <a:custGeom>
              <a:avLst/>
              <a:pathLst>
                <a:path w="45850" h="160756">
                  <a:moveTo>
                    <a:pt x="0" y="0"/>
                  </a:moveTo>
                  <a:lnTo>
                    <a:pt x="45850" y="1607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4060044" y="1037922"/>
              <a:ext cx="45850" cy="160756"/>
            </a:xfrm>
            <a:custGeom>
              <a:avLst/>
              <a:pathLst>
                <a:path w="45850" h="160756">
                  <a:moveTo>
                    <a:pt x="0" y="0"/>
                  </a:moveTo>
                  <a:lnTo>
                    <a:pt x="45850" y="1607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4060044" y="1037922"/>
              <a:ext cx="45850" cy="160756"/>
            </a:xfrm>
            <a:custGeom>
              <a:avLst/>
              <a:pathLst>
                <a:path w="45850" h="160756">
                  <a:moveTo>
                    <a:pt x="0" y="0"/>
                  </a:moveTo>
                  <a:lnTo>
                    <a:pt x="45850" y="16075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4060044" y="1037922"/>
              <a:ext cx="45850" cy="160756"/>
            </a:xfrm>
            <a:custGeom>
              <a:avLst/>
              <a:pathLst>
                <a:path w="45850" h="160756">
                  <a:moveTo>
                    <a:pt x="0" y="0"/>
                  </a:moveTo>
                  <a:lnTo>
                    <a:pt x="45850" y="16075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3938744" y="1037922"/>
              <a:ext cx="167150" cy="322741"/>
            </a:xfrm>
            <a:custGeom>
              <a:avLst/>
              <a:pathLst>
                <a:path w="167150" h="322741">
                  <a:moveTo>
                    <a:pt x="121300" y="0"/>
                  </a:moveTo>
                  <a:lnTo>
                    <a:pt x="116199" y="1543"/>
                  </a:lnTo>
                  <a:lnTo>
                    <a:pt x="111150" y="3248"/>
                  </a:lnTo>
                  <a:lnTo>
                    <a:pt x="106158" y="5113"/>
                  </a:lnTo>
                  <a:lnTo>
                    <a:pt x="101228" y="7136"/>
                  </a:lnTo>
                  <a:lnTo>
                    <a:pt x="96365" y="9315"/>
                  </a:lnTo>
                  <a:lnTo>
                    <a:pt x="91574" y="11648"/>
                  </a:lnTo>
                  <a:lnTo>
                    <a:pt x="86860" y="14133"/>
                  </a:lnTo>
                  <a:lnTo>
                    <a:pt x="82227" y="16766"/>
                  </a:lnTo>
                  <a:lnTo>
                    <a:pt x="77681" y="19546"/>
                  </a:lnTo>
                  <a:lnTo>
                    <a:pt x="73225" y="22470"/>
                  </a:lnTo>
                  <a:lnTo>
                    <a:pt x="68865" y="25534"/>
                  </a:lnTo>
                  <a:lnTo>
                    <a:pt x="64605" y="28735"/>
                  </a:lnTo>
                  <a:lnTo>
                    <a:pt x="60449" y="32071"/>
                  </a:lnTo>
                  <a:lnTo>
                    <a:pt x="56402" y="35537"/>
                  </a:lnTo>
                  <a:lnTo>
                    <a:pt x="52467" y="39131"/>
                  </a:lnTo>
                  <a:lnTo>
                    <a:pt x="48648" y="42848"/>
                  </a:lnTo>
                  <a:lnTo>
                    <a:pt x="44950" y="46685"/>
                  </a:lnTo>
                  <a:lnTo>
                    <a:pt x="41377" y="50638"/>
                  </a:lnTo>
                  <a:lnTo>
                    <a:pt x="37931" y="54703"/>
                  </a:lnTo>
                  <a:lnTo>
                    <a:pt x="34616" y="58876"/>
                  </a:lnTo>
                  <a:lnTo>
                    <a:pt x="31436" y="63152"/>
                  </a:lnTo>
                  <a:lnTo>
                    <a:pt x="28394" y="67527"/>
                  </a:lnTo>
                  <a:lnTo>
                    <a:pt x="25493" y="71997"/>
                  </a:lnTo>
                  <a:lnTo>
                    <a:pt x="22736" y="76558"/>
                  </a:lnTo>
                  <a:lnTo>
                    <a:pt x="20125" y="81204"/>
                  </a:lnTo>
                  <a:lnTo>
                    <a:pt x="17664" y="85930"/>
                  </a:lnTo>
                  <a:lnTo>
                    <a:pt x="15355" y="90733"/>
                  </a:lnTo>
                  <a:lnTo>
                    <a:pt x="13201" y="95607"/>
                  </a:lnTo>
                  <a:lnTo>
                    <a:pt x="11202" y="100547"/>
                  </a:lnTo>
                  <a:lnTo>
                    <a:pt x="9362" y="105548"/>
                  </a:lnTo>
                  <a:lnTo>
                    <a:pt x="7683" y="110606"/>
                  </a:lnTo>
                  <a:lnTo>
                    <a:pt x="6165" y="115714"/>
                  </a:lnTo>
                  <a:lnTo>
                    <a:pt x="4811" y="120868"/>
                  </a:lnTo>
                  <a:lnTo>
                    <a:pt x="3623" y="126063"/>
                  </a:lnTo>
                  <a:lnTo>
                    <a:pt x="2600" y="131293"/>
                  </a:lnTo>
                  <a:lnTo>
                    <a:pt x="1744" y="136553"/>
                  </a:lnTo>
                  <a:lnTo>
                    <a:pt x="1057" y="141837"/>
                  </a:lnTo>
                  <a:lnTo>
                    <a:pt x="538" y="147141"/>
                  </a:lnTo>
                  <a:lnTo>
                    <a:pt x="189" y="152458"/>
                  </a:lnTo>
                  <a:lnTo>
                    <a:pt x="9" y="157784"/>
                  </a:lnTo>
                  <a:lnTo>
                    <a:pt x="0" y="163113"/>
                  </a:lnTo>
                  <a:lnTo>
                    <a:pt x="160" y="168440"/>
                  </a:lnTo>
                  <a:lnTo>
                    <a:pt x="489" y="173758"/>
                  </a:lnTo>
                  <a:lnTo>
                    <a:pt x="988" y="179064"/>
                  </a:lnTo>
                  <a:lnTo>
                    <a:pt x="1656" y="184351"/>
                  </a:lnTo>
                  <a:lnTo>
                    <a:pt x="2493" y="189614"/>
                  </a:lnTo>
                  <a:lnTo>
                    <a:pt x="3496" y="194847"/>
                  </a:lnTo>
                  <a:lnTo>
                    <a:pt x="4666" y="200046"/>
                  </a:lnTo>
                  <a:lnTo>
                    <a:pt x="6001" y="205206"/>
                  </a:lnTo>
                  <a:lnTo>
                    <a:pt x="7499" y="210319"/>
                  </a:lnTo>
                  <a:lnTo>
                    <a:pt x="9160" y="215383"/>
                  </a:lnTo>
                  <a:lnTo>
                    <a:pt x="10982" y="220391"/>
                  </a:lnTo>
                  <a:lnTo>
                    <a:pt x="12962" y="225338"/>
                  </a:lnTo>
                  <a:lnTo>
                    <a:pt x="15099" y="230220"/>
                  </a:lnTo>
                  <a:lnTo>
                    <a:pt x="17390" y="235031"/>
                  </a:lnTo>
                  <a:lnTo>
                    <a:pt x="19834" y="239767"/>
                  </a:lnTo>
                  <a:lnTo>
                    <a:pt x="22427" y="244423"/>
                  </a:lnTo>
                  <a:lnTo>
                    <a:pt x="25167" y="248993"/>
                  </a:lnTo>
                  <a:lnTo>
                    <a:pt x="28052" y="253474"/>
                  </a:lnTo>
                  <a:lnTo>
                    <a:pt x="31078" y="257860"/>
                  </a:lnTo>
                  <a:lnTo>
                    <a:pt x="34242" y="262148"/>
                  </a:lnTo>
                  <a:lnTo>
                    <a:pt x="37541" y="266333"/>
                  </a:lnTo>
                  <a:lnTo>
                    <a:pt x="40972" y="270410"/>
                  </a:lnTo>
                  <a:lnTo>
                    <a:pt x="44532" y="274376"/>
                  </a:lnTo>
                  <a:lnTo>
                    <a:pt x="48215" y="278227"/>
                  </a:lnTo>
                  <a:lnTo>
                    <a:pt x="52020" y="281958"/>
                  </a:lnTo>
                  <a:lnTo>
                    <a:pt x="55942" y="285566"/>
                  </a:lnTo>
                  <a:lnTo>
                    <a:pt x="59976" y="289048"/>
                  </a:lnTo>
                  <a:lnTo>
                    <a:pt x="64120" y="292398"/>
                  </a:lnTo>
                  <a:lnTo>
                    <a:pt x="68368" y="295616"/>
                  </a:lnTo>
                  <a:lnTo>
                    <a:pt x="72717" y="298696"/>
                  </a:lnTo>
                  <a:lnTo>
                    <a:pt x="77162" y="301635"/>
                  </a:lnTo>
                  <a:lnTo>
                    <a:pt x="81698" y="304432"/>
                  </a:lnTo>
                  <a:lnTo>
                    <a:pt x="86321" y="307083"/>
                  </a:lnTo>
                  <a:lnTo>
                    <a:pt x="91026" y="309585"/>
                  </a:lnTo>
                  <a:lnTo>
                    <a:pt x="95808" y="311936"/>
                  </a:lnTo>
                  <a:lnTo>
                    <a:pt x="100663" y="314133"/>
                  </a:lnTo>
                  <a:lnTo>
                    <a:pt x="105586" y="316174"/>
                  </a:lnTo>
                  <a:lnTo>
                    <a:pt x="110571" y="318057"/>
                  </a:lnTo>
                  <a:lnTo>
                    <a:pt x="115614" y="319781"/>
                  </a:lnTo>
                  <a:lnTo>
                    <a:pt x="120708" y="321343"/>
                  </a:lnTo>
                  <a:lnTo>
                    <a:pt x="125851" y="322741"/>
                  </a:lnTo>
                  <a:lnTo>
                    <a:pt x="167150" y="16075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4064595" y="1031511"/>
              <a:ext cx="208466" cy="334331"/>
            </a:xfrm>
            <a:custGeom>
              <a:avLst/>
              <a:pathLst>
                <a:path w="208466" h="334331">
                  <a:moveTo>
                    <a:pt x="0" y="329152"/>
                  </a:moveTo>
                  <a:lnTo>
                    <a:pt x="5202" y="330391"/>
                  </a:lnTo>
                  <a:lnTo>
                    <a:pt x="10442" y="331462"/>
                  </a:lnTo>
                  <a:lnTo>
                    <a:pt x="15713" y="332365"/>
                  </a:lnTo>
                  <a:lnTo>
                    <a:pt x="21010" y="333099"/>
                  </a:lnTo>
                  <a:lnTo>
                    <a:pt x="26328" y="333663"/>
                  </a:lnTo>
                  <a:lnTo>
                    <a:pt x="31662" y="334056"/>
                  </a:lnTo>
                  <a:lnTo>
                    <a:pt x="37005" y="334279"/>
                  </a:lnTo>
                  <a:lnTo>
                    <a:pt x="42353" y="334331"/>
                  </a:lnTo>
                  <a:lnTo>
                    <a:pt x="47699" y="334212"/>
                  </a:lnTo>
                  <a:lnTo>
                    <a:pt x="53039" y="333922"/>
                  </a:lnTo>
                  <a:lnTo>
                    <a:pt x="58367" y="333461"/>
                  </a:lnTo>
                  <a:lnTo>
                    <a:pt x="63678" y="332830"/>
                  </a:lnTo>
                  <a:lnTo>
                    <a:pt x="68965" y="332029"/>
                  </a:lnTo>
                  <a:lnTo>
                    <a:pt x="74225" y="331060"/>
                  </a:lnTo>
                  <a:lnTo>
                    <a:pt x="79450" y="329923"/>
                  </a:lnTo>
                  <a:lnTo>
                    <a:pt x="84637" y="328619"/>
                  </a:lnTo>
                  <a:lnTo>
                    <a:pt x="89779" y="327150"/>
                  </a:lnTo>
                  <a:lnTo>
                    <a:pt x="94872" y="325518"/>
                  </a:lnTo>
                  <a:lnTo>
                    <a:pt x="99910" y="323723"/>
                  </a:lnTo>
                  <a:lnTo>
                    <a:pt x="104888" y="321768"/>
                  </a:lnTo>
                  <a:lnTo>
                    <a:pt x="109800" y="319655"/>
                  </a:lnTo>
                  <a:lnTo>
                    <a:pt x="114643" y="317386"/>
                  </a:lnTo>
                  <a:lnTo>
                    <a:pt x="119410" y="314963"/>
                  </a:lnTo>
                  <a:lnTo>
                    <a:pt x="124098" y="312389"/>
                  </a:lnTo>
                  <a:lnTo>
                    <a:pt x="128701" y="309666"/>
                  </a:lnTo>
                  <a:lnTo>
                    <a:pt x="133214" y="306797"/>
                  </a:lnTo>
                  <a:lnTo>
                    <a:pt x="137634" y="303785"/>
                  </a:lnTo>
                  <a:lnTo>
                    <a:pt x="141954" y="300634"/>
                  </a:lnTo>
                  <a:lnTo>
                    <a:pt x="146172" y="297346"/>
                  </a:lnTo>
                  <a:lnTo>
                    <a:pt x="150283" y="293925"/>
                  </a:lnTo>
                  <a:lnTo>
                    <a:pt x="154282" y="290374"/>
                  </a:lnTo>
                  <a:lnTo>
                    <a:pt x="158165" y="286697"/>
                  </a:lnTo>
                  <a:lnTo>
                    <a:pt x="161928" y="282897"/>
                  </a:lnTo>
                  <a:lnTo>
                    <a:pt x="165569" y="278980"/>
                  </a:lnTo>
                  <a:lnTo>
                    <a:pt x="169082" y="274947"/>
                  </a:lnTo>
                  <a:lnTo>
                    <a:pt x="172464" y="270805"/>
                  </a:lnTo>
                  <a:lnTo>
                    <a:pt x="175712" y="266556"/>
                  </a:lnTo>
                  <a:lnTo>
                    <a:pt x="178822" y="262206"/>
                  </a:lnTo>
                  <a:lnTo>
                    <a:pt x="181792" y="257758"/>
                  </a:lnTo>
                  <a:lnTo>
                    <a:pt x="184618" y="253218"/>
                  </a:lnTo>
                  <a:lnTo>
                    <a:pt x="187297" y="248589"/>
                  </a:lnTo>
                  <a:lnTo>
                    <a:pt x="189827" y="243878"/>
                  </a:lnTo>
                  <a:lnTo>
                    <a:pt x="192204" y="239087"/>
                  </a:lnTo>
                  <a:lnTo>
                    <a:pt x="194428" y="234224"/>
                  </a:lnTo>
                  <a:lnTo>
                    <a:pt x="196494" y="229291"/>
                  </a:lnTo>
                  <a:lnTo>
                    <a:pt x="198402" y="224295"/>
                  </a:lnTo>
                  <a:lnTo>
                    <a:pt x="200149" y="219241"/>
                  </a:lnTo>
                  <a:lnTo>
                    <a:pt x="201734" y="214133"/>
                  </a:lnTo>
                  <a:lnTo>
                    <a:pt x="203154" y="208977"/>
                  </a:lnTo>
                  <a:lnTo>
                    <a:pt x="204408" y="203778"/>
                  </a:lnTo>
                  <a:lnTo>
                    <a:pt x="205496" y="198542"/>
                  </a:lnTo>
                  <a:lnTo>
                    <a:pt x="206416" y="193274"/>
                  </a:lnTo>
                  <a:lnTo>
                    <a:pt x="207166" y="187979"/>
                  </a:lnTo>
                  <a:lnTo>
                    <a:pt x="207747" y="182662"/>
                  </a:lnTo>
                  <a:lnTo>
                    <a:pt x="208157" y="177330"/>
                  </a:lnTo>
                  <a:lnTo>
                    <a:pt x="208397" y="171988"/>
                  </a:lnTo>
                  <a:lnTo>
                    <a:pt x="208466" y="166640"/>
                  </a:lnTo>
                  <a:lnTo>
                    <a:pt x="208363" y="161293"/>
                  </a:lnTo>
                  <a:lnTo>
                    <a:pt x="208090" y="155952"/>
                  </a:lnTo>
                  <a:lnTo>
                    <a:pt x="207646" y="150623"/>
                  </a:lnTo>
                  <a:lnTo>
                    <a:pt x="207032" y="145310"/>
                  </a:lnTo>
                  <a:lnTo>
                    <a:pt x="206248" y="140020"/>
                  </a:lnTo>
                  <a:lnTo>
                    <a:pt x="205295" y="134758"/>
                  </a:lnTo>
                  <a:lnTo>
                    <a:pt x="204174" y="129529"/>
                  </a:lnTo>
                  <a:lnTo>
                    <a:pt x="202887" y="124338"/>
                  </a:lnTo>
                  <a:lnTo>
                    <a:pt x="201434" y="119191"/>
                  </a:lnTo>
                  <a:lnTo>
                    <a:pt x="199818" y="114093"/>
                  </a:lnTo>
                  <a:lnTo>
                    <a:pt x="198039" y="109050"/>
                  </a:lnTo>
                  <a:lnTo>
                    <a:pt x="196100" y="104066"/>
                  </a:lnTo>
                  <a:lnTo>
                    <a:pt x="194002" y="99147"/>
                  </a:lnTo>
                  <a:lnTo>
                    <a:pt x="191748" y="94297"/>
                  </a:lnTo>
                  <a:lnTo>
                    <a:pt x="189340" y="89522"/>
                  </a:lnTo>
                  <a:lnTo>
                    <a:pt x="186781" y="84826"/>
                  </a:lnTo>
                  <a:lnTo>
                    <a:pt x="184073" y="80215"/>
                  </a:lnTo>
                  <a:lnTo>
                    <a:pt x="181218" y="75692"/>
                  </a:lnTo>
                  <a:lnTo>
                    <a:pt x="178221" y="71263"/>
                  </a:lnTo>
                  <a:lnTo>
                    <a:pt x="175083" y="66933"/>
                  </a:lnTo>
                  <a:lnTo>
                    <a:pt x="171808" y="62705"/>
                  </a:lnTo>
                  <a:lnTo>
                    <a:pt x="168400" y="58583"/>
                  </a:lnTo>
                  <a:lnTo>
                    <a:pt x="164862" y="54573"/>
                  </a:lnTo>
                  <a:lnTo>
                    <a:pt x="161197" y="50679"/>
                  </a:lnTo>
                  <a:lnTo>
                    <a:pt x="157409" y="46903"/>
                  </a:lnTo>
                  <a:lnTo>
                    <a:pt x="153503" y="43250"/>
                  </a:lnTo>
                  <a:lnTo>
                    <a:pt x="149482" y="39725"/>
                  </a:lnTo>
                  <a:lnTo>
                    <a:pt x="145350" y="36330"/>
                  </a:lnTo>
                  <a:lnTo>
                    <a:pt x="141111" y="33068"/>
                  </a:lnTo>
                  <a:lnTo>
                    <a:pt x="136771" y="29944"/>
                  </a:lnTo>
                  <a:lnTo>
                    <a:pt x="132333" y="26960"/>
                  </a:lnTo>
                  <a:lnTo>
                    <a:pt x="127801" y="24120"/>
                  </a:lnTo>
                  <a:lnTo>
                    <a:pt x="123181" y="21427"/>
                  </a:lnTo>
                  <a:lnTo>
                    <a:pt x="118478" y="18882"/>
                  </a:lnTo>
                  <a:lnTo>
                    <a:pt x="113695" y="16489"/>
                  </a:lnTo>
                  <a:lnTo>
                    <a:pt x="108838" y="14250"/>
                  </a:lnTo>
                  <a:lnTo>
                    <a:pt x="103912" y="12168"/>
                  </a:lnTo>
                  <a:lnTo>
                    <a:pt x="98922" y="10245"/>
                  </a:lnTo>
                  <a:lnTo>
                    <a:pt x="93873" y="8482"/>
                  </a:lnTo>
                  <a:lnTo>
                    <a:pt x="88770" y="6881"/>
                  </a:lnTo>
                  <a:lnTo>
                    <a:pt x="83619" y="5445"/>
                  </a:lnTo>
                  <a:lnTo>
                    <a:pt x="78424" y="4174"/>
                  </a:lnTo>
                  <a:lnTo>
                    <a:pt x="73191" y="3070"/>
                  </a:lnTo>
                  <a:lnTo>
                    <a:pt x="67926" y="2134"/>
                  </a:lnTo>
                  <a:lnTo>
                    <a:pt x="62633" y="1366"/>
                  </a:lnTo>
                  <a:lnTo>
                    <a:pt x="57319" y="769"/>
                  </a:lnTo>
                  <a:lnTo>
                    <a:pt x="51988" y="342"/>
                  </a:lnTo>
                  <a:lnTo>
                    <a:pt x="46646" y="85"/>
                  </a:lnTo>
                  <a:lnTo>
                    <a:pt x="41299" y="0"/>
                  </a:lnTo>
                  <a:lnTo>
                    <a:pt x="41299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464678" y="1236837"/>
              <a:ext cx="164410" cy="167167"/>
            </a:xfrm>
            <a:custGeom>
              <a:avLst/>
              <a:pathLst>
                <a:path w="164410" h="167167">
                  <a:moveTo>
                    <a:pt x="164410" y="0"/>
                  </a:moveTo>
                  <a:lnTo>
                    <a:pt x="159012" y="87"/>
                  </a:lnTo>
                  <a:lnTo>
                    <a:pt x="153618" y="348"/>
                  </a:lnTo>
                  <a:lnTo>
                    <a:pt x="148237" y="784"/>
                  </a:lnTo>
                  <a:lnTo>
                    <a:pt x="142872" y="1393"/>
                  </a:lnTo>
                  <a:lnTo>
                    <a:pt x="137529" y="2175"/>
                  </a:lnTo>
                  <a:lnTo>
                    <a:pt x="132215" y="3129"/>
                  </a:lnTo>
                  <a:lnTo>
                    <a:pt x="126934" y="4254"/>
                  </a:lnTo>
                  <a:lnTo>
                    <a:pt x="121692" y="5550"/>
                  </a:lnTo>
                  <a:lnTo>
                    <a:pt x="116495" y="7014"/>
                  </a:lnTo>
                  <a:lnTo>
                    <a:pt x="111348" y="8645"/>
                  </a:lnTo>
                  <a:lnTo>
                    <a:pt x="106256" y="10441"/>
                  </a:lnTo>
                  <a:lnTo>
                    <a:pt x="101225" y="12401"/>
                  </a:lnTo>
                  <a:lnTo>
                    <a:pt x="96259" y="14522"/>
                  </a:lnTo>
                  <a:lnTo>
                    <a:pt x="91365" y="16803"/>
                  </a:lnTo>
                  <a:lnTo>
                    <a:pt x="86547" y="19240"/>
                  </a:lnTo>
                  <a:lnTo>
                    <a:pt x="81811" y="21832"/>
                  </a:lnTo>
                  <a:lnTo>
                    <a:pt x="77160" y="24575"/>
                  </a:lnTo>
                  <a:lnTo>
                    <a:pt x="72601" y="27467"/>
                  </a:lnTo>
                  <a:lnTo>
                    <a:pt x="68137" y="30505"/>
                  </a:lnTo>
                  <a:lnTo>
                    <a:pt x="63774" y="33686"/>
                  </a:lnTo>
                  <a:lnTo>
                    <a:pt x="59515" y="37006"/>
                  </a:lnTo>
                  <a:lnTo>
                    <a:pt x="55366" y="40461"/>
                  </a:lnTo>
                  <a:lnTo>
                    <a:pt x="51331" y="44049"/>
                  </a:lnTo>
                  <a:lnTo>
                    <a:pt x="47414" y="47765"/>
                  </a:lnTo>
                  <a:lnTo>
                    <a:pt x="43619" y="51606"/>
                  </a:lnTo>
                  <a:lnTo>
                    <a:pt x="39950" y="55567"/>
                  </a:lnTo>
                  <a:lnTo>
                    <a:pt x="36411" y="59645"/>
                  </a:lnTo>
                  <a:lnTo>
                    <a:pt x="33005" y="63834"/>
                  </a:lnTo>
                  <a:lnTo>
                    <a:pt x="29736" y="68132"/>
                  </a:lnTo>
                  <a:lnTo>
                    <a:pt x="26608" y="72533"/>
                  </a:lnTo>
                  <a:lnTo>
                    <a:pt x="23624" y="77033"/>
                  </a:lnTo>
                  <a:lnTo>
                    <a:pt x="20786" y="81627"/>
                  </a:lnTo>
                  <a:lnTo>
                    <a:pt x="18099" y="86310"/>
                  </a:lnTo>
                  <a:lnTo>
                    <a:pt x="15564" y="91077"/>
                  </a:lnTo>
                  <a:lnTo>
                    <a:pt x="13184" y="95924"/>
                  </a:lnTo>
                  <a:lnTo>
                    <a:pt x="10962" y="100845"/>
                  </a:lnTo>
                  <a:lnTo>
                    <a:pt x="8900" y="105835"/>
                  </a:lnTo>
                  <a:lnTo>
                    <a:pt x="7001" y="110889"/>
                  </a:lnTo>
                  <a:lnTo>
                    <a:pt x="5265" y="116002"/>
                  </a:lnTo>
                  <a:lnTo>
                    <a:pt x="3696" y="121168"/>
                  </a:lnTo>
                  <a:lnTo>
                    <a:pt x="2294" y="126383"/>
                  </a:lnTo>
                  <a:lnTo>
                    <a:pt x="1062" y="131640"/>
                  </a:lnTo>
                  <a:lnTo>
                    <a:pt x="0" y="136933"/>
                  </a:lnTo>
                  <a:lnTo>
                    <a:pt x="16441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464678" y="1373771"/>
              <a:ext cx="164410" cy="30233"/>
            </a:xfrm>
            <a:custGeom>
              <a:avLst/>
              <a:pathLst>
                <a:path w="164410" h="30233">
                  <a:moveTo>
                    <a:pt x="0" y="0"/>
                  </a:moveTo>
                  <a:lnTo>
                    <a:pt x="164410" y="3023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464678" y="1373771"/>
              <a:ext cx="164410" cy="30233"/>
            </a:xfrm>
            <a:custGeom>
              <a:avLst/>
              <a:pathLst>
                <a:path w="164410" h="30233">
                  <a:moveTo>
                    <a:pt x="0" y="0"/>
                  </a:moveTo>
                  <a:lnTo>
                    <a:pt x="164410" y="3023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464678" y="1373771"/>
              <a:ext cx="164410" cy="30233"/>
            </a:xfrm>
            <a:custGeom>
              <a:avLst/>
              <a:pathLst>
                <a:path w="164410" h="30233">
                  <a:moveTo>
                    <a:pt x="0" y="0"/>
                  </a:moveTo>
                  <a:lnTo>
                    <a:pt x="164410" y="3023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464678" y="1373771"/>
              <a:ext cx="164410" cy="30233"/>
            </a:xfrm>
            <a:custGeom>
              <a:avLst/>
              <a:pathLst>
                <a:path w="164410" h="30233">
                  <a:moveTo>
                    <a:pt x="0" y="0"/>
                  </a:moveTo>
                  <a:lnTo>
                    <a:pt x="164410" y="3023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464678" y="1373771"/>
              <a:ext cx="164410" cy="30233"/>
            </a:xfrm>
            <a:custGeom>
              <a:avLst/>
              <a:pathLst>
                <a:path w="164410" h="30233">
                  <a:moveTo>
                    <a:pt x="0" y="0"/>
                  </a:moveTo>
                  <a:lnTo>
                    <a:pt x="164410" y="3023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464678" y="1373771"/>
              <a:ext cx="164410" cy="30233"/>
            </a:xfrm>
            <a:custGeom>
              <a:avLst/>
              <a:pathLst>
                <a:path w="164410" h="30233">
                  <a:moveTo>
                    <a:pt x="0" y="0"/>
                  </a:moveTo>
                  <a:lnTo>
                    <a:pt x="164410" y="3023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464678" y="1373771"/>
              <a:ext cx="164410" cy="30233"/>
            </a:xfrm>
            <a:custGeom>
              <a:avLst/>
              <a:pathLst>
                <a:path w="164410" h="30233">
                  <a:moveTo>
                    <a:pt x="0" y="0"/>
                  </a:moveTo>
                  <a:lnTo>
                    <a:pt x="164410" y="3023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464678" y="1373771"/>
              <a:ext cx="164410" cy="30233"/>
            </a:xfrm>
            <a:custGeom>
              <a:avLst/>
              <a:pathLst>
                <a:path w="164410" h="30233">
                  <a:moveTo>
                    <a:pt x="0" y="0"/>
                  </a:moveTo>
                  <a:lnTo>
                    <a:pt x="164410" y="3023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464678" y="1373771"/>
              <a:ext cx="164410" cy="30233"/>
            </a:xfrm>
            <a:custGeom>
              <a:avLst/>
              <a:pathLst>
                <a:path w="164410" h="30233">
                  <a:moveTo>
                    <a:pt x="0" y="0"/>
                  </a:moveTo>
                  <a:lnTo>
                    <a:pt x="164410" y="3023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464678" y="1373771"/>
              <a:ext cx="164410" cy="30233"/>
            </a:xfrm>
            <a:custGeom>
              <a:avLst/>
              <a:pathLst>
                <a:path w="164410" h="30233">
                  <a:moveTo>
                    <a:pt x="0" y="0"/>
                  </a:moveTo>
                  <a:lnTo>
                    <a:pt x="164410" y="3023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464678" y="1373771"/>
              <a:ext cx="164410" cy="30233"/>
            </a:xfrm>
            <a:custGeom>
              <a:avLst/>
              <a:pathLst>
                <a:path w="164410" h="30233">
                  <a:moveTo>
                    <a:pt x="0" y="0"/>
                  </a:moveTo>
                  <a:lnTo>
                    <a:pt x="164410" y="3023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464678" y="1373771"/>
              <a:ext cx="164410" cy="30233"/>
            </a:xfrm>
            <a:custGeom>
              <a:avLst/>
              <a:pathLst>
                <a:path w="164410" h="30233">
                  <a:moveTo>
                    <a:pt x="0" y="0"/>
                  </a:moveTo>
                  <a:lnTo>
                    <a:pt x="164410" y="302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464678" y="1373771"/>
              <a:ext cx="164410" cy="30233"/>
            </a:xfrm>
            <a:custGeom>
              <a:avLst/>
              <a:pathLst>
                <a:path w="164410" h="30233">
                  <a:moveTo>
                    <a:pt x="0" y="0"/>
                  </a:moveTo>
                  <a:lnTo>
                    <a:pt x="164410" y="302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464678" y="1373771"/>
              <a:ext cx="164410" cy="30233"/>
            </a:xfrm>
            <a:custGeom>
              <a:avLst/>
              <a:pathLst>
                <a:path w="164410" h="30233">
                  <a:moveTo>
                    <a:pt x="0" y="0"/>
                  </a:moveTo>
                  <a:lnTo>
                    <a:pt x="164410" y="302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464678" y="1373771"/>
              <a:ext cx="164410" cy="30233"/>
            </a:xfrm>
            <a:custGeom>
              <a:avLst/>
              <a:pathLst>
                <a:path w="164410" h="30233">
                  <a:moveTo>
                    <a:pt x="0" y="0"/>
                  </a:moveTo>
                  <a:lnTo>
                    <a:pt x="164410" y="302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464678" y="1373771"/>
              <a:ext cx="164410" cy="30233"/>
            </a:xfrm>
            <a:custGeom>
              <a:avLst/>
              <a:pathLst>
                <a:path w="164410" h="30233">
                  <a:moveTo>
                    <a:pt x="0" y="0"/>
                  </a:moveTo>
                  <a:lnTo>
                    <a:pt x="164410" y="3023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464678" y="1373771"/>
              <a:ext cx="164410" cy="30233"/>
            </a:xfrm>
            <a:custGeom>
              <a:avLst/>
              <a:pathLst>
                <a:path w="164410" h="30233">
                  <a:moveTo>
                    <a:pt x="0" y="0"/>
                  </a:moveTo>
                  <a:lnTo>
                    <a:pt x="164410" y="3023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461926" y="1238654"/>
              <a:ext cx="334329" cy="332506"/>
            </a:xfrm>
            <a:custGeom>
              <a:avLst/>
              <a:pathLst>
                <a:path w="334329" h="332506">
                  <a:moveTo>
                    <a:pt x="2751" y="135117"/>
                  </a:moveTo>
                  <a:lnTo>
                    <a:pt x="1877" y="140334"/>
                  </a:lnTo>
                  <a:lnTo>
                    <a:pt x="1168" y="145576"/>
                  </a:lnTo>
                  <a:lnTo>
                    <a:pt x="625" y="150838"/>
                  </a:lnTo>
                  <a:lnTo>
                    <a:pt x="249" y="156114"/>
                  </a:lnTo>
                  <a:lnTo>
                    <a:pt x="41" y="161400"/>
                  </a:lnTo>
                  <a:lnTo>
                    <a:pt x="0" y="166690"/>
                  </a:lnTo>
                  <a:lnTo>
                    <a:pt x="126" y="171978"/>
                  </a:lnTo>
                  <a:lnTo>
                    <a:pt x="419" y="177259"/>
                  </a:lnTo>
                  <a:lnTo>
                    <a:pt x="879" y="182529"/>
                  </a:lnTo>
                  <a:lnTo>
                    <a:pt x="1506" y="187782"/>
                  </a:lnTo>
                  <a:lnTo>
                    <a:pt x="2299" y="193012"/>
                  </a:lnTo>
                  <a:lnTo>
                    <a:pt x="3256" y="198214"/>
                  </a:lnTo>
                  <a:lnTo>
                    <a:pt x="4378" y="203383"/>
                  </a:lnTo>
                  <a:lnTo>
                    <a:pt x="5663" y="208515"/>
                  </a:lnTo>
                  <a:lnTo>
                    <a:pt x="7109" y="213603"/>
                  </a:lnTo>
                  <a:lnTo>
                    <a:pt x="8716" y="218643"/>
                  </a:lnTo>
                  <a:lnTo>
                    <a:pt x="10482" y="223629"/>
                  </a:lnTo>
                  <a:lnTo>
                    <a:pt x="12404" y="228557"/>
                  </a:lnTo>
                  <a:lnTo>
                    <a:pt x="14481" y="233422"/>
                  </a:lnTo>
                  <a:lnTo>
                    <a:pt x="16712" y="238219"/>
                  </a:lnTo>
                  <a:lnTo>
                    <a:pt x="19092" y="242942"/>
                  </a:lnTo>
                  <a:lnTo>
                    <a:pt x="21621" y="247588"/>
                  </a:lnTo>
                  <a:lnTo>
                    <a:pt x="24296" y="252152"/>
                  </a:lnTo>
                  <a:lnTo>
                    <a:pt x="27114" y="256629"/>
                  </a:lnTo>
                  <a:lnTo>
                    <a:pt x="30072" y="261014"/>
                  </a:lnTo>
                  <a:lnTo>
                    <a:pt x="33168" y="265303"/>
                  </a:lnTo>
                  <a:lnTo>
                    <a:pt x="36397" y="269493"/>
                  </a:lnTo>
                  <a:lnTo>
                    <a:pt x="39758" y="273578"/>
                  </a:lnTo>
                  <a:lnTo>
                    <a:pt x="43246" y="277555"/>
                  </a:lnTo>
                  <a:lnTo>
                    <a:pt x="46858" y="281419"/>
                  </a:lnTo>
                  <a:lnTo>
                    <a:pt x="50590" y="285168"/>
                  </a:lnTo>
                  <a:lnTo>
                    <a:pt x="54440" y="288796"/>
                  </a:lnTo>
                  <a:lnTo>
                    <a:pt x="58402" y="292300"/>
                  </a:lnTo>
                  <a:lnTo>
                    <a:pt x="62473" y="295678"/>
                  </a:lnTo>
                  <a:lnTo>
                    <a:pt x="66649" y="298925"/>
                  </a:lnTo>
                  <a:lnTo>
                    <a:pt x="70925" y="302038"/>
                  </a:lnTo>
                  <a:lnTo>
                    <a:pt x="75298" y="305015"/>
                  </a:lnTo>
                  <a:lnTo>
                    <a:pt x="79763" y="307851"/>
                  </a:lnTo>
                  <a:lnTo>
                    <a:pt x="84315" y="310545"/>
                  </a:lnTo>
                  <a:lnTo>
                    <a:pt x="88951" y="313094"/>
                  </a:lnTo>
                  <a:lnTo>
                    <a:pt x="93664" y="315494"/>
                  </a:lnTo>
                  <a:lnTo>
                    <a:pt x="98452" y="317745"/>
                  </a:lnTo>
                  <a:lnTo>
                    <a:pt x="103308" y="319842"/>
                  </a:lnTo>
                  <a:lnTo>
                    <a:pt x="108228" y="321785"/>
                  </a:lnTo>
                  <a:lnTo>
                    <a:pt x="113207" y="323572"/>
                  </a:lnTo>
                  <a:lnTo>
                    <a:pt x="118240" y="325199"/>
                  </a:lnTo>
                  <a:lnTo>
                    <a:pt x="123322" y="326667"/>
                  </a:lnTo>
                  <a:lnTo>
                    <a:pt x="128448" y="327974"/>
                  </a:lnTo>
                  <a:lnTo>
                    <a:pt x="133612" y="329117"/>
                  </a:lnTo>
                  <a:lnTo>
                    <a:pt x="138811" y="330096"/>
                  </a:lnTo>
                  <a:lnTo>
                    <a:pt x="144037" y="330911"/>
                  </a:lnTo>
                  <a:lnTo>
                    <a:pt x="149287" y="331560"/>
                  </a:lnTo>
                  <a:lnTo>
                    <a:pt x="154555" y="332042"/>
                  </a:lnTo>
                  <a:lnTo>
                    <a:pt x="159835" y="332358"/>
                  </a:lnTo>
                  <a:lnTo>
                    <a:pt x="165123" y="332506"/>
                  </a:lnTo>
                  <a:lnTo>
                    <a:pt x="170412" y="332487"/>
                  </a:lnTo>
                  <a:lnTo>
                    <a:pt x="175699" y="332300"/>
                  </a:lnTo>
                  <a:lnTo>
                    <a:pt x="180977" y="331946"/>
                  </a:lnTo>
                  <a:lnTo>
                    <a:pt x="186241" y="331426"/>
                  </a:lnTo>
                  <a:lnTo>
                    <a:pt x="191486" y="330739"/>
                  </a:lnTo>
                  <a:lnTo>
                    <a:pt x="196706" y="329887"/>
                  </a:lnTo>
                  <a:lnTo>
                    <a:pt x="201897" y="328869"/>
                  </a:lnTo>
                  <a:lnTo>
                    <a:pt x="207054" y="327689"/>
                  </a:lnTo>
                  <a:lnTo>
                    <a:pt x="212170" y="326345"/>
                  </a:lnTo>
                  <a:lnTo>
                    <a:pt x="217241" y="324840"/>
                  </a:lnTo>
                  <a:lnTo>
                    <a:pt x="222262" y="323176"/>
                  </a:lnTo>
                  <a:lnTo>
                    <a:pt x="227228" y="321354"/>
                  </a:lnTo>
                  <a:lnTo>
                    <a:pt x="232134" y="319375"/>
                  </a:lnTo>
                  <a:lnTo>
                    <a:pt x="236975" y="317242"/>
                  </a:lnTo>
                  <a:lnTo>
                    <a:pt x="241746" y="314957"/>
                  </a:lnTo>
                  <a:lnTo>
                    <a:pt x="246442" y="312523"/>
                  </a:lnTo>
                  <a:lnTo>
                    <a:pt x="251058" y="309941"/>
                  </a:lnTo>
                  <a:lnTo>
                    <a:pt x="255591" y="307214"/>
                  </a:lnTo>
                  <a:lnTo>
                    <a:pt x="260035" y="304345"/>
                  </a:lnTo>
                  <a:lnTo>
                    <a:pt x="264387" y="301337"/>
                  </a:lnTo>
                  <a:lnTo>
                    <a:pt x="268640" y="298193"/>
                  </a:lnTo>
                  <a:lnTo>
                    <a:pt x="272793" y="294915"/>
                  </a:lnTo>
                  <a:lnTo>
                    <a:pt x="276839" y="291508"/>
                  </a:lnTo>
                  <a:lnTo>
                    <a:pt x="280776" y="287975"/>
                  </a:lnTo>
                  <a:lnTo>
                    <a:pt x="284599" y="284319"/>
                  </a:lnTo>
                  <a:lnTo>
                    <a:pt x="288304" y="280544"/>
                  </a:lnTo>
                  <a:lnTo>
                    <a:pt x="291888" y="276653"/>
                  </a:lnTo>
                  <a:lnTo>
                    <a:pt x="295347" y="272651"/>
                  </a:lnTo>
                  <a:lnTo>
                    <a:pt x="298678" y="268542"/>
                  </a:lnTo>
                  <a:lnTo>
                    <a:pt x="301877" y="264329"/>
                  </a:lnTo>
                  <a:lnTo>
                    <a:pt x="304941" y="260017"/>
                  </a:lnTo>
                  <a:lnTo>
                    <a:pt x="307867" y="255611"/>
                  </a:lnTo>
                  <a:lnTo>
                    <a:pt x="310653" y="251114"/>
                  </a:lnTo>
                  <a:lnTo>
                    <a:pt x="313294" y="246531"/>
                  </a:lnTo>
                  <a:lnTo>
                    <a:pt x="315790" y="241867"/>
                  </a:lnTo>
                  <a:lnTo>
                    <a:pt x="318136" y="237126"/>
                  </a:lnTo>
                  <a:lnTo>
                    <a:pt x="320331" y="232313"/>
                  </a:lnTo>
                  <a:lnTo>
                    <a:pt x="322373" y="227433"/>
                  </a:lnTo>
                  <a:lnTo>
                    <a:pt x="324260" y="222491"/>
                  </a:lnTo>
                  <a:lnTo>
                    <a:pt x="325989" y="217492"/>
                  </a:lnTo>
                  <a:lnTo>
                    <a:pt x="327559" y="212441"/>
                  </a:lnTo>
                  <a:lnTo>
                    <a:pt x="328969" y="207343"/>
                  </a:lnTo>
                  <a:lnTo>
                    <a:pt x="330217" y="202202"/>
                  </a:lnTo>
                  <a:lnTo>
                    <a:pt x="331301" y="197025"/>
                  </a:lnTo>
                  <a:lnTo>
                    <a:pt x="332221" y="191815"/>
                  </a:lnTo>
                  <a:lnTo>
                    <a:pt x="332976" y="186580"/>
                  </a:lnTo>
                  <a:lnTo>
                    <a:pt x="333564" y="181323"/>
                  </a:lnTo>
                  <a:lnTo>
                    <a:pt x="333986" y="176050"/>
                  </a:lnTo>
                  <a:lnTo>
                    <a:pt x="334241" y="170766"/>
                  </a:lnTo>
                  <a:lnTo>
                    <a:pt x="334329" y="165477"/>
                  </a:lnTo>
                  <a:lnTo>
                    <a:pt x="334249" y="160188"/>
                  </a:lnTo>
                  <a:lnTo>
                    <a:pt x="334002" y="154904"/>
                  </a:lnTo>
                  <a:lnTo>
                    <a:pt x="333588" y="149631"/>
                  </a:lnTo>
                  <a:lnTo>
                    <a:pt x="333008" y="144373"/>
                  </a:lnTo>
                  <a:lnTo>
                    <a:pt x="332261" y="139136"/>
                  </a:lnTo>
                  <a:lnTo>
                    <a:pt x="331349" y="133926"/>
                  </a:lnTo>
                  <a:lnTo>
                    <a:pt x="330272" y="128747"/>
                  </a:lnTo>
                  <a:lnTo>
                    <a:pt x="329032" y="123604"/>
                  </a:lnTo>
                  <a:lnTo>
                    <a:pt x="327631" y="118504"/>
                  </a:lnTo>
                  <a:lnTo>
                    <a:pt x="326068" y="113450"/>
                  </a:lnTo>
                  <a:lnTo>
                    <a:pt x="324346" y="108448"/>
                  </a:lnTo>
                  <a:lnTo>
                    <a:pt x="322467" y="103504"/>
                  </a:lnTo>
                  <a:lnTo>
                    <a:pt x="320433" y="98621"/>
                  </a:lnTo>
                  <a:lnTo>
                    <a:pt x="318245" y="93805"/>
                  </a:lnTo>
                  <a:lnTo>
                    <a:pt x="315905" y="89060"/>
                  </a:lnTo>
                  <a:lnTo>
                    <a:pt x="313417" y="84392"/>
                  </a:lnTo>
                  <a:lnTo>
                    <a:pt x="310782" y="79805"/>
                  </a:lnTo>
                  <a:lnTo>
                    <a:pt x="308004" y="75304"/>
                  </a:lnTo>
                  <a:lnTo>
                    <a:pt x="305084" y="70893"/>
                  </a:lnTo>
                  <a:lnTo>
                    <a:pt x="302027" y="66577"/>
                  </a:lnTo>
                  <a:lnTo>
                    <a:pt x="298834" y="62359"/>
                  </a:lnTo>
                  <a:lnTo>
                    <a:pt x="295510" y="58245"/>
                  </a:lnTo>
                  <a:lnTo>
                    <a:pt x="292057" y="54237"/>
                  </a:lnTo>
                  <a:lnTo>
                    <a:pt x="288479" y="50341"/>
                  </a:lnTo>
                  <a:lnTo>
                    <a:pt x="284779" y="46561"/>
                  </a:lnTo>
                  <a:lnTo>
                    <a:pt x="280962" y="42899"/>
                  </a:lnTo>
                  <a:lnTo>
                    <a:pt x="277030" y="39359"/>
                  </a:lnTo>
                  <a:lnTo>
                    <a:pt x="272989" y="35946"/>
                  </a:lnTo>
                  <a:lnTo>
                    <a:pt x="268842" y="32663"/>
                  </a:lnTo>
                  <a:lnTo>
                    <a:pt x="264593" y="29512"/>
                  </a:lnTo>
                  <a:lnTo>
                    <a:pt x="260246" y="26497"/>
                  </a:lnTo>
                  <a:lnTo>
                    <a:pt x="255806" y="23622"/>
                  </a:lnTo>
                  <a:lnTo>
                    <a:pt x="251278" y="20888"/>
                  </a:lnTo>
                  <a:lnTo>
                    <a:pt x="246665" y="18299"/>
                  </a:lnTo>
                  <a:lnTo>
                    <a:pt x="241972" y="15857"/>
                  </a:lnTo>
                  <a:lnTo>
                    <a:pt x="237205" y="13565"/>
                  </a:lnTo>
                  <a:lnTo>
                    <a:pt x="232368" y="11425"/>
                  </a:lnTo>
                  <a:lnTo>
                    <a:pt x="227465" y="9439"/>
                  </a:lnTo>
                  <a:lnTo>
                    <a:pt x="222502" y="7609"/>
                  </a:lnTo>
                  <a:lnTo>
                    <a:pt x="217483" y="5937"/>
                  </a:lnTo>
                  <a:lnTo>
                    <a:pt x="212414" y="4425"/>
                  </a:lnTo>
                  <a:lnTo>
                    <a:pt x="207300" y="3074"/>
                  </a:lnTo>
                  <a:lnTo>
                    <a:pt x="202145" y="1885"/>
                  </a:lnTo>
                  <a:lnTo>
                    <a:pt x="196956" y="860"/>
                  </a:lnTo>
                  <a:lnTo>
                    <a:pt x="191737" y="0"/>
                  </a:lnTo>
                  <a:lnTo>
                    <a:pt x="167162" y="16535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629088" y="1236837"/>
              <a:ext cx="24575" cy="167167"/>
            </a:xfrm>
            <a:custGeom>
              <a:avLst/>
              <a:pathLst>
                <a:path w="24575" h="167167">
                  <a:moveTo>
                    <a:pt x="24575" y="1816"/>
                  </a:moveTo>
                  <a:lnTo>
                    <a:pt x="16416" y="808"/>
                  </a:lnTo>
                  <a:lnTo>
                    <a:pt x="8218" y="20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169390" y="1546402"/>
              <a:ext cx="43176" cy="167167"/>
            </a:xfrm>
            <a:custGeom>
              <a:avLst/>
              <a:pathLst>
                <a:path w="43176" h="167167">
                  <a:moveTo>
                    <a:pt x="43176" y="0"/>
                  </a:moveTo>
                  <a:lnTo>
                    <a:pt x="36938" y="116"/>
                  </a:lnTo>
                  <a:lnTo>
                    <a:pt x="30710" y="465"/>
                  </a:lnTo>
                  <a:lnTo>
                    <a:pt x="24499" y="1046"/>
                  </a:lnTo>
                  <a:lnTo>
                    <a:pt x="18313" y="1859"/>
                  </a:lnTo>
                  <a:lnTo>
                    <a:pt x="12163" y="2901"/>
                  </a:lnTo>
                  <a:lnTo>
                    <a:pt x="6055" y="4173"/>
                  </a:lnTo>
                  <a:lnTo>
                    <a:pt x="0" y="5672"/>
                  </a:lnTo>
                  <a:lnTo>
                    <a:pt x="43176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169390" y="1552074"/>
              <a:ext cx="43176" cy="161495"/>
            </a:xfrm>
            <a:custGeom>
              <a:avLst/>
              <a:pathLst>
                <a:path w="43176" h="161495">
                  <a:moveTo>
                    <a:pt x="0" y="0"/>
                  </a:moveTo>
                  <a:lnTo>
                    <a:pt x="43176" y="16149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169390" y="1552074"/>
              <a:ext cx="43176" cy="161495"/>
            </a:xfrm>
            <a:custGeom>
              <a:avLst/>
              <a:pathLst>
                <a:path w="43176" h="161495">
                  <a:moveTo>
                    <a:pt x="0" y="0"/>
                  </a:moveTo>
                  <a:lnTo>
                    <a:pt x="43176" y="16149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169390" y="1552074"/>
              <a:ext cx="43176" cy="161495"/>
            </a:xfrm>
            <a:custGeom>
              <a:avLst/>
              <a:pathLst>
                <a:path w="43176" h="161495">
                  <a:moveTo>
                    <a:pt x="0" y="0"/>
                  </a:moveTo>
                  <a:lnTo>
                    <a:pt x="43176" y="16149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169390" y="1552074"/>
              <a:ext cx="43176" cy="161495"/>
            </a:xfrm>
            <a:custGeom>
              <a:avLst/>
              <a:pathLst>
                <a:path w="43176" h="161495">
                  <a:moveTo>
                    <a:pt x="0" y="0"/>
                  </a:moveTo>
                  <a:lnTo>
                    <a:pt x="43176" y="16149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169390" y="1552074"/>
              <a:ext cx="43176" cy="161495"/>
            </a:xfrm>
            <a:custGeom>
              <a:avLst/>
              <a:pathLst>
                <a:path w="43176" h="161495">
                  <a:moveTo>
                    <a:pt x="0" y="0"/>
                  </a:moveTo>
                  <a:lnTo>
                    <a:pt x="43176" y="16149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169390" y="1552074"/>
              <a:ext cx="43176" cy="161495"/>
            </a:xfrm>
            <a:custGeom>
              <a:avLst/>
              <a:pathLst>
                <a:path w="43176" h="161495">
                  <a:moveTo>
                    <a:pt x="0" y="0"/>
                  </a:moveTo>
                  <a:lnTo>
                    <a:pt x="43176" y="16149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169390" y="1552074"/>
              <a:ext cx="43176" cy="161495"/>
            </a:xfrm>
            <a:custGeom>
              <a:avLst/>
              <a:pathLst>
                <a:path w="43176" h="161495">
                  <a:moveTo>
                    <a:pt x="0" y="0"/>
                  </a:moveTo>
                  <a:lnTo>
                    <a:pt x="43176" y="16149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169390" y="1552074"/>
              <a:ext cx="43176" cy="161495"/>
            </a:xfrm>
            <a:custGeom>
              <a:avLst/>
              <a:pathLst>
                <a:path w="43176" h="161495">
                  <a:moveTo>
                    <a:pt x="0" y="0"/>
                  </a:moveTo>
                  <a:lnTo>
                    <a:pt x="43176" y="16149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3169390" y="1552074"/>
              <a:ext cx="43176" cy="161495"/>
            </a:xfrm>
            <a:custGeom>
              <a:avLst/>
              <a:pathLst>
                <a:path w="43176" h="161495">
                  <a:moveTo>
                    <a:pt x="0" y="0"/>
                  </a:moveTo>
                  <a:lnTo>
                    <a:pt x="43176" y="16149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3169390" y="1552074"/>
              <a:ext cx="43176" cy="161495"/>
            </a:xfrm>
            <a:custGeom>
              <a:avLst/>
              <a:pathLst>
                <a:path w="43176" h="161495">
                  <a:moveTo>
                    <a:pt x="0" y="0"/>
                  </a:moveTo>
                  <a:lnTo>
                    <a:pt x="43176" y="16149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3169390" y="1552074"/>
              <a:ext cx="43176" cy="161495"/>
            </a:xfrm>
            <a:custGeom>
              <a:avLst/>
              <a:pathLst>
                <a:path w="43176" h="161495">
                  <a:moveTo>
                    <a:pt x="0" y="0"/>
                  </a:moveTo>
                  <a:lnTo>
                    <a:pt x="43176" y="16149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3169390" y="1552074"/>
              <a:ext cx="43176" cy="161495"/>
            </a:xfrm>
            <a:custGeom>
              <a:avLst/>
              <a:pathLst>
                <a:path w="43176" h="161495">
                  <a:moveTo>
                    <a:pt x="0" y="0"/>
                  </a:moveTo>
                  <a:lnTo>
                    <a:pt x="43176" y="16149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3169390" y="1552074"/>
              <a:ext cx="43176" cy="161495"/>
            </a:xfrm>
            <a:custGeom>
              <a:avLst/>
              <a:pathLst>
                <a:path w="43176" h="161495">
                  <a:moveTo>
                    <a:pt x="0" y="0"/>
                  </a:moveTo>
                  <a:lnTo>
                    <a:pt x="43176" y="16149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3169390" y="1552074"/>
              <a:ext cx="43176" cy="161495"/>
            </a:xfrm>
            <a:custGeom>
              <a:avLst/>
              <a:pathLst>
                <a:path w="43176" h="161495">
                  <a:moveTo>
                    <a:pt x="0" y="0"/>
                  </a:moveTo>
                  <a:lnTo>
                    <a:pt x="43176" y="16149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3169390" y="1552074"/>
              <a:ext cx="43176" cy="161495"/>
            </a:xfrm>
            <a:custGeom>
              <a:avLst/>
              <a:pathLst>
                <a:path w="43176" h="161495">
                  <a:moveTo>
                    <a:pt x="0" y="0"/>
                  </a:moveTo>
                  <a:lnTo>
                    <a:pt x="43176" y="16149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3169390" y="1552074"/>
              <a:ext cx="43176" cy="161495"/>
            </a:xfrm>
            <a:custGeom>
              <a:avLst/>
              <a:pathLst>
                <a:path w="43176" h="161495">
                  <a:moveTo>
                    <a:pt x="0" y="0"/>
                  </a:moveTo>
                  <a:lnTo>
                    <a:pt x="43176" y="16149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3045411" y="1552074"/>
              <a:ext cx="334313" cy="328662"/>
            </a:xfrm>
            <a:custGeom>
              <a:avLst/>
              <a:pathLst>
                <a:path w="334313" h="328662">
                  <a:moveTo>
                    <a:pt x="123978" y="0"/>
                  </a:moveTo>
                  <a:lnTo>
                    <a:pt x="118891" y="1446"/>
                  </a:lnTo>
                  <a:lnTo>
                    <a:pt x="113852" y="3053"/>
                  </a:lnTo>
                  <a:lnTo>
                    <a:pt x="108866" y="4819"/>
                  </a:lnTo>
                  <a:lnTo>
                    <a:pt x="103938" y="6741"/>
                  </a:lnTo>
                  <a:lnTo>
                    <a:pt x="99074" y="8819"/>
                  </a:lnTo>
                  <a:lnTo>
                    <a:pt x="94278" y="11049"/>
                  </a:lnTo>
                  <a:lnTo>
                    <a:pt x="89555" y="13430"/>
                  </a:lnTo>
                  <a:lnTo>
                    <a:pt x="84910" y="15959"/>
                  </a:lnTo>
                  <a:lnTo>
                    <a:pt x="80347" y="18634"/>
                  </a:lnTo>
                  <a:lnTo>
                    <a:pt x="75870" y="21451"/>
                  </a:lnTo>
                  <a:lnTo>
                    <a:pt x="71486" y="24409"/>
                  </a:lnTo>
                  <a:lnTo>
                    <a:pt x="67197" y="27505"/>
                  </a:lnTo>
                  <a:lnTo>
                    <a:pt x="63008" y="30734"/>
                  </a:lnTo>
                  <a:lnTo>
                    <a:pt x="58923" y="34094"/>
                  </a:lnTo>
                  <a:lnTo>
                    <a:pt x="54947" y="37582"/>
                  </a:lnTo>
                  <a:lnTo>
                    <a:pt x="51083" y="41194"/>
                  </a:lnTo>
                  <a:lnTo>
                    <a:pt x="47335" y="44926"/>
                  </a:lnTo>
                  <a:lnTo>
                    <a:pt x="43707" y="48775"/>
                  </a:lnTo>
                  <a:lnTo>
                    <a:pt x="40203" y="52737"/>
                  </a:lnTo>
                  <a:lnTo>
                    <a:pt x="36826" y="56808"/>
                  </a:lnTo>
                  <a:lnTo>
                    <a:pt x="33579" y="60983"/>
                  </a:lnTo>
                  <a:lnTo>
                    <a:pt x="30466" y="65259"/>
                  </a:lnTo>
                  <a:lnTo>
                    <a:pt x="27490" y="69632"/>
                  </a:lnTo>
                  <a:lnTo>
                    <a:pt x="24654" y="74096"/>
                  </a:lnTo>
                  <a:lnTo>
                    <a:pt x="21960" y="78648"/>
                  </a:lnTo>
                  <a:lnTo>
                    <a:pt x="19412" y="83283"/>
                  </a:lnTo>
                  <a:lnTo>
                    <a:pt x="17012" y="87996"/>
                  </a:lnTo>
                  <a:lnTo>
                    <a:pt x="14762" y="92783"/>
                  </a:lnTo>
                  <a:lnTo>
                    <a:pt x="12664" y="97638"/>
                  </a:lnTo>
                  <a:lnTo>
                    <a:pt x="10721" y="102558"/>
                  </a:lnTo>
                  <a:lnTo>
                    <a:pt x="8935" y="107536"/>
                  </a:lnTo>
                  <a:lnTo>
                    <a:pt x="7307" y="112569"/>
                  </a:lnTo>
                  <a:lnTo>
                    <a:pt x="5839" y="117650"/>
                  </a:lnTo>
                  <a:lnTo>
                    <a:pt x="4533" y="122775"/>
                  </a:lnTo>
                  <a:lnTo>
                    <a:pt x="3389" y="127940"/>
                  </a:lnTo>
                  <a:lnTo>
                    <a:pt x="2410" y="133137"/>
                  </a:lnTo>
                  <a:lnTo>
                    <a:pt x="1595" y="138363"/>
                  </a:lnTo>
                  <a:lnTo>
                    <a:pt x="946" y="143613"/>
                  </a:lnTo>
                  <a:lnTo>
                    <a:pt x="464" y="148880"/>
                  </a:lnTo>
                  <a:lnTo>
                    <a:pt x="148" y="154160"/>
                  </a:lnTo>
                  <a:lnTo>
                    <a:pt x="0" y="159447"/>
                  </a:lnTo>
                  <a:lnTo>
                    <a:pt x="18" y="164736"/>
                  </a:lnTo>
                  <a:lnTo>
                    <a:pt x="205" y="170022"/>
                  </a:lnTo>
                  <a:lnTo>
                    <a:pt x="558" y="175299"/>
                  </a:lnTo>
                  <a:lnTo>
                    <a:pt x="1078" y="180563"/>
                  </a:lnTo>
                  <a:lnTo>
                    <a:pt x="1764" y="185807"/>
                  </a:lnTo>
                  <a:lnTo>
                    <a:pt x="2616" y="191027"/>
                  </a:lnTo>
                  <a:lnTo>
                    <a:pt x="3633" y="196218"/>
                  </a:lnTo>
                  <a:lnTo>
                    <a:pt x="4813" y="201374"/>
                  </a:lnTo>
                  <a:lnTo>
                    <a:pt x="6156" y="206490"/>
                  </a:lnTo>
                  <a:lnTo>
                    <a:pt x="7660" y="211560"/>
                  </a:lnTo>
                  <a:lnTo>
                    <a:pt x="9324" y="216581"/>
                  </a:lnTo>
                  <a:lnTo>
                    <a:pt x="11146" y="221547"/>
                  </a:lnTo>
                  <a:lnTo>
                    <a:pt x="13124" y="226452"/>
                  </a:lnTo>
                  <a:lnTo>
                    <a:pt x="15256" y="231293"/>
                  </a:lnTo>
                  <a:lnTo>
                    <a:pt x="17540" y="236063"/>
                  </a:lnTo>
                  <a:lnTo>
                    <a:pt x="19974" y="240759"/>
                  </a:lnTo>
                  <a:lnTo>
                    <a:pt x="22555" y="245376"/>
                  </a:lnTo>
                  <a:lnTo>
                    <a:pt x="25281" y="249908"/>
                  </a:lnTo>
                  <a:lnTo>
                    <a:pt x="28149" y="254352"/>
                  </a:lnTo>
                  <a:lnTo>
                    <a:pt x="31156" y="258704"/>
                  </a:lnTo>
                  <a:lnTo>
                    <a:pt x="34300" y="262957"/>
                  </a:lnTo>
                  <a:lnTo>
                    <a:pt x="37576" y="267110"/>
                  </a:lnTo>
                  <a:lnTo>
                    <a:pt x="40982" y="271156"/>
                  </a:lnTo>
                  <a:lnTo>
                    <a:pt x="44515" y="275093"/>
                  </a:lnTo>
                  <a:lnTo>
                    <a:pt x="48170" y="278916"/>
                  </a:lnTo>
                  <a:lnTo>
                    <a:pt x="51944" y="282621"/>
                  </a:lnTo>
                  <a:lnTo>
                    <a:pt x="55834" y="286205"/>
                  </a:lnTo>
                  <a:lnTo>
                    <a:pt x="59835" y="289665"/>
                  </a:lnTo>
                  <a:lnTo>
                    <a:pt x="63943" y="292996"/>
                  </a:lnTo>
                  <a:lnTo>
                    <a:pt x="68155" y="296195"/>
                  </a:lnTo>
                  <a:lnTo>
                    <a:pt x="72466" y="299260"/>
                  </a:lnTo>
                  <a:lnTo>
                    <a:pt x="76872" y="302186"/>
                  </a:lnTo>
                  <a:lnTo>
                    <a:pt x="81368" y="304972"/>
                  </a:lnTo>
                  <a:lnTo>
                    <a:pt x="85950" y="307614"/>
                  </a:lnTo>
                  <a:lnTo>
                    <a:pt x="90613" y="310110"/>
                  </a:lnTo>
                  <a:lnTo>
                    <a:pt x="95353" y="312457"/>
                  </a:lnTo>
                  <a:lnTo>
                    <a:pt x="100165" y="314653"/>
                  </a:lnTo>
                  <a:lnTo>
                    <a:pt x="105044" y="316696"/>
                  </a:lnTo>
                  <a:lnTo>
                    <a:pt x="109985" y="318583"/>
                  </a:lnTo>
                  <a:lnTo>
                    <a:pt x="114983" y="320313"/>
                  </a:lnTo>
                  <a:lnTo>
                    <a:pt x="120034" y="321884"/>
                  </a:lnTo>
                  <a:lnTo>
                    <a:pt x="125132" y="323294"/>
                  </a:lnTo>
                  <a:lnTo>
                    <a:pt x="130271" y="324543"/>
                  </a:lnTo>
                  <a:lnTo>
                    <a:pt x="135448" y="325628"/>
                  </a:lnTo>
                  <a:lnTo>
                    <a:pt x="140656" y="326549"/>
                  </a:lnTo>
                  <a:lnTo>
                    <a:pt x="145891" y="327305"/>
                  </a:lnTo>
                  <a:lnTo>
                    <a:pt x="151148" y="327894"/>
                  </a:lnTo>
                  <a:lnTo>
                    <a:pt x="156420" y="328317"/>
                  </a:lnTo>
                  <a:lnTo>
                    <a:pt x="161703" y="328573"/>
                  </a:lnTo>
                  <a:lnTo>
                    <a:pt x="166991" y="328662"/>
                  </a:lnTo>
                  <a:lnTo>
                    <a:pt x="172280" y="328584"/>
                  </a:lnTo>
                  <a:lnTo>
                    <a:pt x="177563" y="328338"/>
                  </a:lnTo>
                  <a:lnTo>
                    <a:pt x="182837" y="327925"/>
                  </a:lnTo>
                  <a:lnTo>
                    <a:pt x="188094" y="327346"/>
                  </a:lnTo>
                  <a:lnTo>
                    <a:pt x="193330" y="326600"/>
                  </a:lnTo>
                  <a:lnTo>
                    <a:pt x="198541" y="325690"/>
                  </a:lnTo>
                  <a:lnTo>
                    <a:pt x="203719" y="324614"/>
                  </a:lnTo>
                  <a:lnTo>
                    <a:pt x="208861" y="323376"/>
                  </a:lnTo>
                  <a:lnTo>
                    <a:pt x="213962" y="321975"/>
                  </a:lnTo>
                  <a:lnTo>
                    <a:pt x="219015" y="320414"/>
                  </a:lnTo>
                  <a:lnTo>
                    <a:pt x="224017" y="318694"/>
                  </a:lnTo>
                  <a:lnTo>
                    <a:pt x="228962" y="316816"/>
                  </a:lnTo>
                  <a:lnTo>
                    <a:pt x="233845" y="314783"/>
                  </a:lnTo>
                  <a:lnTo>
                    <a:pt x="238661" y="312597"/>
                  </a:lnTo>
                  <a:lnTo>
                    <a:pt x="243405" y="310259"/>
                  </a:lnTo>
                  <a:lnTo>
                    <a:pt x="248073" y="307772"/>
                  </a:lnTo>
                  <a:lnTo>
                    <a:pt x="252661" y="305139"/>
                  </a:lnTo>
                  <a:lnTo>
                    <a:pt x="257162" y="302362"/>
                  </a:lnTo>
                  <a:lnTo>
                    <a:pt x="261574" y="299444"/>
                  </a:lnTo>
                  <a:lnTo>
                    <a:pt x="265891" y="296388"/>
                  </a:lnTo>
                  <a:lnTo>
                    <a:pt x="270109" y="293197"/>
                  </a:lnTo>
                  <a:lnTo>
                    <a:pt x="274224" y="289874"/>
                  </a:lnTo>
                  <a:lnTo>
                    <a:pt x="278231" y="286422"/>
                  </a:lnTo>
                  <a:lnTo>
                    <a:pt x="282128" y="282846"/>
                  </a:lnTo>
                  <a:lnTo>
                    <a:pt x="285910" y="279148"/>
                  </a:lnTo>
                  <a:lnTo>
                    <a:pt x="289572" y="275332"/>
                  </a:lnTo>
                  <a:lnTo>
                    <a:pt x="293112" y="271402"/>
                  </a:lnTo>
                  <a:lnTo>
                    <a:pt x="296526" y="267362"/>
                  </a:lnTo>
                  <a:lnTo>
                    <a:pt x="299811" y="263216"/>
                  </a:lnTo>
                  <a:lnTo>
                    <a:pt x="302962" y="258969"/>
                  </a:lnTo>
                  <a:lnTo>
                    <a:pt x="305978" y="254623"/>
                  </a:lnTo>
                  <a:lnTo>
                    <a:pt x="308855" y="250185"/>
                  </a:lnTo>
                  <a:lnTo>
                    <a:pt x="311590" y="245658"/>
                  </a:lnTo>
                  <a:lnTo>
                    <a:pt x="314180" y="241046"/>
                  </a:lnTo>
                  <a:lnTo>
                    <a:pt x="316623" y="236355"/>
                  </a:lnTo>
                  <a:lnTo>
                    <a:pt x="318917" y="231589"/>
                  </a:lnTo>
                  <a:lnTo>
                    <a:pt x="321058" y="226753"/>
                  </a:lnTo>
                  <a:lnTo>
                    <a:pt x="323046" y="221851"/>
                  </a:lnTo>
                  <a:lnTo>
                    <a:pt x="324877" y="216889"/>
                  </a:lnTo>
                  <a:lnTo>
                    <a:pt x="326551" y="211871"/>
                  </a:lnTo>
                  <a:lnTo>
                    <a:pt x="328065" y="206804"/>
                  </a:lnTo>
                  <a:lnTo>
                    <a:pt x="329417" y="201690"/>
                  </a:lnTo>
                  <a:lnTo>
                    <a:pt x="330608" y="196537"/>
                  </a:lnTo>
                  <a:lnTo>
                    <a:pt x="331635" y="191348"/>
                  </a:lnTo>
                  <a:lnTo>
                    <a:pt x="332497" y="186130"/>
                  </a:lnTo>
                  <a:lnTo>
                    <a:pt x="333193" y="180887"/>
                  </a:lnTo>
                  <a:lnTo>
                    <a:pt x="333724" y="175624"/>
                  </a:lnTo>
                  <a:lnTo>
                    <a:pt x="334087" y="170347"/>
                  </a:lnTo>
                  <a:lnTo>
                    <a:pt x="334284" y="165062"/>
                  </a:lnTo>
                  <a:lnTo>
                    <a:pt x="334313" y="159773"/>
                  </a:lnTo>
                  <a:lnTo>
                    <a:pt x="334175" y="154485"/>
                  </a:lnTo>
                  <a:lnTo>
                    <a:pt x="333869" y="149205"/>
                  </a:lnTo>
                  <a:lnTo>
                    <a:pt x="333397" y="143937"/>
                  </a:lnTo>
                  <a:lnTo>
                    <a:pt x="332759" y="138686"/>
                  </a:lnTo>
                  <a:lnTo>
                    <a:pt x="331954" y="133459"/>
                  </a:lnTo>
                  <a:lnTo>
                    <a:pt x="330985" y="128259"/>
                  </a:lnTo>
                  <a:lnTo>
                    <a:pt x="329851" y="123093"/>
                  </a:lnTo>
                  <a:lnTo>
                    <a:pt x="328555" y="117965"/>
                  </a:lnTo>
                  <a:lnTo>
                    <a:pt x="327097" y="112881"/>
                  </a:lnTo>
                  <a:lnTo>
                    <a:pt x="325479" y="107845"/>
                  </a:lnTo>
                  <a:lnTo>
                    <a:pt x="323702" y="102863"/>
                  </a:lnTo>
                  <a:lnTo>
                    <a:pt x="321769" y="97940"/>
                  </a:lnTo>
                  <a:lnTo>
                    <a:pt x="319681" y="93080"/>
                  </a:lnTo>
                  <a:lnTo>
                    <a:pt x="317440" y="88289"/>
                  </a:lnTo>
                  <a:lnTo>
                    <a:pt x="315049" y="83571"/>
                  </a:lnTo>
                  <a:lnTo>
                    <a:pt x="312510" y="78931"/>
                  </a:lnTo>
                  <a:lnTo>
                    <a:pt x="309825" y="74374"/>
                  </a:lnTo>
                  <a:lnTo>
                    <a:pt x="306998" y="69904"/>
                  </a:lnTo>
                  <a:lnTo>
                    <a:pt x="304030" y="65526"/>
                  </a:lnTo>
                  <a:lnTo>
                    <a:pt x="300925" y="61244"/>
                  </a:lnTo>
                  <a:lnTo>
                    <a:pt x="297687" y="57062"/>
                  </a:lnTo>
                  <a:lnTo>
                    <a:pt x="294318" y="52985"/>
                  </a:lnTo>
                  <a:lnTo>
                    <a:pt x="290821" y="49016"/>
                  </a:lnTo>
                  <a:lnTo>
                    <a:pt x="287201" y="45160"/>
                  </a:lnTo>
                  <a:lnTo>
                    <a:pt x="283460" y="41420"/>
                  </a:lnTo>
                  <a:lnTo>
                    <a:pt x="279603" y="37801"/>
                  </a:lnTo>
                  <a:lnTo>
                    <a:pt x="275634" y="34305"/>
                  </a:lnTo>
                  <a:lnTo>
                    <a:pt x="271556" y="30937"/>
                  </a:lnTo>
                  <a:lnTo>
                    <a:pt x="167154" y="16149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3212566" y="1546402"/>
              <a:ext cx="104401" cy="167167"/>
            </a:xfrm>
            <a:custGeom>
              <a:avLst/>
              <a:pathLst>
                <a:path w="104401" h="167167">
                  <a:moveTo>
                    <a:pt x="104401" y="36609"/>
                  </a:moveTo>
                  <a:lnTo>
                    <a:pt x="99939" y="33163"/>
                  </a:lnTo>
                  <a:lnTo>
                    <a:pt x="95364" y="29869"/>
                  </a:lnTo>
                  <a:lnTo>
                    <a:pt x="90680" y="26732"/>
                  </a:lnTo>
                  <a:lnTo>
                    <a:pt x="85893" y="23754"/>
                  </a:lnTo>
                  <a:lnTo>
                    <a:pt x="81008" y="20939"/>
                  </a:lnTo>
                  <a:lnTo>
                    <a:pt x="76031" y="18291"/>
                  </a:lnTo>
                  <a:lnTo>
                    <a:pt x="70968" y="15811"/>
                  </a:lnTo>
                  <a:lnTo>
                    <a:pt x="65823" y="13504"/>
                  </a:lnTo>
                  <a:lnTo>
                    <a:pt x="60605" y="11372"/>
                  </a:lnTo>
                  <a:lnTo>
                    <a:pt x="55317" y="9417"/>
                  </a:lnTo>
                  <a:lnTo>
                    <a:pt x="49966" y="7642"/>
                  </a:lnTo>
                  <a:lnTo>
                    <a:pt x="44558" y="6047"/>
                  </a:lnTo>
                  <a:lnTo>
                    <a:pt x="39100" y="4637"/>
                  </a:lnTo>
                  <a:lnTo>
                    <a:pt x="33597" y="3411"/>
                  </a:lnTo>
                  <a:lnTo>
                    <a:pt x="28056" y="2371"/>
                  </a:lnTo>
                  <a:lnTo>
                    <a:pt x="22483" y="1518"/>
                  </a:lnTo>
                  <a:lnTo>
                    <a:pt x="16885" y="854"/>
                  </a:lnTo>
                  <a:lnTo>
                    <a:pt x="11267" y="380"/>
                  </a:lnTo>
                  <a:lnTo>
                    <a:pt x="5636" y="9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2876725" y="1943516"/>
              <a:ext cx="2057" cy="167167"/>
            </a:xfrm>
            <a:custGeom>
              <a:avLst/>
              <a:pathLst>
                <a:path w="2057" h="167167">
                  <a:moveTo>
                    <a:pt x="2057" y="0"/>
                  </a:moveTo>
                  <a:lnTo>
                    <a:pt x="0" y="12"/>
                  </a:lnTo>
                  <a:lnTo>
                    <a:pt x="2057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2876725" y="1943529"/>
              <a:ext cx="2057" cy="167154"/>
            </a:xfrm>
            <a:custGeom>
              <a:avLst/>
              <a:pathLst>
                <a:path w="2057" h="167154">
                  <a:moveTo>
                    <a:pt x="0" y="0"/>
                  </a:moveTo>
                  <a:lnTo>
                    <a:pt x="2057" y="16715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876725" y="1943529"/>
              <a:ext cx="2057" cy="167154"/>
            </a:xfrm>
            <a:custGeom>
              <a:avLst/>
              <a:pathLst>
                <a:path w="2057" h="167154">
                  <a:moveTo>
                    <a:pt x="0" y="0"/>
                  </a:moveTo>
                  <a:lnTo>
                    <a:pt x="2057" y="16715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2876725" y="1943529"/>
              <a:ext cx="2057" cy="167154"/>
            </a:xfrm>
            <a:custGeom>
              <a:avLst/>
              <a:pathLst>
                <a:path w="2057" h="167154">
                  <a:moveTo>
                    <a:pt x="0" y="0"/>
                  </a:moveTo>
                  <a:lnTo>
                    <a:pt x="2057" y="16715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876725" y="1943529"/>
              <a:ext cx="2057" cy="167154"/>
            </a:xfrm>
            <a:custGeom>
              <a:avLst/>
              <a:pathLst>
                <a:path w="2057" h="167154">
                  <a:moveTo>
                    <a:pt x="0" y="0"/>
                  </a:moveTo>
                  <a:lnTo>
                    <a:pt x="2057" y="16715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876725" y="1943529"/>
              <a:ext cx="2057" cy="167154"/>
            </a:xfrm>
            <a:custGeom>
              <a:avLst/>
              <a:pathLst>
                <a:path w="2057" h="167154">
                  <a:moveTo>
                    <a:pt x="0" y="0"/>
                  </a:moveTo>
                  <a:lnTo>
                    <a:pt x="2057" y="16715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876725" y="1943529"/>
              <a:ext cx="2057" cy="167154"/>
            </a:xfrm>
            <a:custGeom>
              <a:avLst/>
              <a:pathLst>
                <a:path w="2057" h="167154">
                  <a:moveTo>
                    <a:pt x="0" y="0"/>
                  </a:moveTo>
                  <a:lnTo>
                    <a:pt x="2057" y="16715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876725" y="1943529"/>
              <a:ext cx="2057" cy="167154"/>
            </a:xfrm>
            <a:custGeom>
              <a:avLst/>
              <a:pathLst>
                <a:path w="2057" h="167154">
                  <a:moveTo>
                    <a:pt x="0" y="0"/>
                  </a:moveTo>
                  <a:lnTo>
                    <a:pt x="2057" y="16715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876725" y="1943529"/>
              <a:ext cx="2057" cy="167154"/>
            </a:xfrm>
            <a:custGeom>
              <a:avLst/>
              <a:pathLst>
                <a:path w="2057" h="167154">
                  <a:moveTo>
                    <a:pt x="0" y="0"/>
                  </a:moveTo>
                  <a:lnTo>
                    <a:pt x="2057" y="16715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876725" y="1943529"/>
              <a:ext cx="2057" cy="167154"/>
            </a:xfrm>
            <a:custGeom>
              <a:avLst/>
              <a:pathLst>
                <a:path w="2057" h="167154">
                  <a:moveTo>
                    <a:pt x="0" y="0"/>
                  </a:moveTo>
                  <a:lnTo>
                    <a:pt x="2057" y="16715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876725" y="1943529"/>
              <a:ext cx="2057" cy="167154"/>
            </a:xfrm>
            <a:custGeom>
              <a:avLst/>
              <a:pathLst>
                <a:path w="2057" h="167154">
                  <a:moveTo>
                    <a:pt x="0" y="0"/>
                  </a:moveTo>
                  <a:lnTo>
                    <a:pt x="2057" y="1671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876725" y="1943529"/>
              <a:ext cx="2057" cy="167154"/>
            </a:xfrm>
            <a:custGeom>
              <a:avLst/>
              <a:pathLst>
                <a:path w="2057" h="167154">
                  <a:moveTo>
                    <a:pt x="0" y="0"/>
                  </a:moveTo>
                  <a:lnTo>
                    <a:pt x="2057" y="1671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876725" y="1943529"/>
              <a:ext cx="2057" cy="167154"/>
            </a:xfrm>
            <a:custGeom>
              <a:avLst/>
              <a:pathLst>
                <a:path w="2057" h="167154">
                  <a:moveTo>
                    <a:pt x="0" y="0"/>
                  </a:moveTo>
                  <a:lnTo>
                    <a:pt x="2057" y="1671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876725" y="1943529"/>
              <a:ext cx="2057" cy="167154"/>
            </a:xfrm>
            <a:custGeom>
              <a:avLst/>
              <a:pathLst>
                <a:path w="2057" h="167154">
                  <a:moveTo>
                    <a:pt x="0" y="0"/>
                  </a:moveTo>
                  <a:lnTo>
                    <a:pt x="2057" y="1671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876725" y="1943529"/>
              <a:ext cx="2057" cy="167154"/>
            </a:xfrm>
            <a:custGeom>
              <a:avLst/>
              <a:pathLst>
                <a:path w="2057" h="167154">
                  <a:moveTo>
                    <a:pt x="0" y="0"/>
                  </a:moveTo>
                  <a:lnTo>
                    <a:pt x="2057" y="16715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876725" y="1943529"/>
              <a:ext cx="2057" cy="167154"/>
            </a:xfrm>
            <a:custGeom>
              <a:avLst/>
              <a:pathLst>
                <a:path w="2057" h="167154">
                  <a:moveTo>
                    <a:pt x="0" y="0"/>
                  </a:moveTo>
                  <a:lnTo>
                    <a:pt x="2057" y="16715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752680" y="1943529"/>
              <a:ext cx="126102" cy="167154"/>
            </a:xfrm>
            <a:custGeom>
              <a:avLst/>
              <a:pathLst>
                <a:path w="126102" h="167154">
                  <a:moveTo>
                    <a:pt x="124044" y="0"/>
                  </a:moveTo>
                  <a:lnTo>
                    <a:pt x="118415" y="164"/>
                  </a:lnTo>
                  <a:lnTo>
                    <a:pt x="112793" y="517"/>
                  </a:lnTo>
                  <a:lnTo>
                    <a:pt x="107187" y="1060"/>
                  </a:lnTo>
                  <a:lnTo>
                    <a:pt x="101603" y="1792"/>
                  </a:lnTo>
                  <a:lnTo>
                    <a:pt x="96046" y="2711"/>
                  </a:lnTo>
                  <a:lnTo>
                    <a:pt x="90523" y="3817"/>
                  </a:lnTo>
                  <a:lnTo>
                    <a:pt x="85041" y="5108"/>
                  </a:lnTo>
                  <a:lnTo>
                    <a:pt x="79605" y="6583"/>
                  </a:lnTo>
                  <a:lnTo>
                    <a:pt x="74222" y="8241"/>
                  </a:lnTo>
                  <a:lnTo>
                    <a:pt x="68898" y="10079"/>
                  </a:lnTo>
                  <a:lnTo>
                    <a:pt x="63639" y="12095"/>
                  </a:lnTo>
                  <a:lnTo>
                    <a:pt x="58451" y="14287"/>
                  </a:lnTo>
                  <a:lnTo>
                    <a:pt x="53340" y="16653"/>
                  </a:lnTo>
                  <a:lnTo>
                    <a:pt x="48311" y="19190"/>
                  </a:lnTo>
                  <a:lnTo>
                    <a:pt x="43371" y="21894"/>
                  </a:lnTo>
                  <a:lnTo>
                    <a:pt x="38524" y="24764"/>
                  </a:lnTo>
                  <a:lnTo>
                    <a:pt x="33777" y="27795"/>
                  </a:lnTo>
                  <a:lnTo>
                    <a:pt x="29135" y="30984"/>
                  </a:lnTo>
                  <a:lnTo>
                    <a:pt x="24603" y="34328"/>
                  </a:lnTo>
                  <a:lnTo>
                    <a:pt x="20186" y="37823"/>
                  </a:lnTo>
                  <a:lnTo>
                    <a:pt x="15889" y="41464"/>
                  </a:lnTo>
                  <a:lnTo>
                    <a:pt x="11717" y="45249"/>
                  </a:lnTo>
                  <a:lnTo>
                    <a:pt x="7675" y="49171"/>
                  </a:lnTo>
                  <a:lnTo>
                    <a:pt x="3768" y="53228"/>
                  </a:lnTo>
                  <a:lnTo>
                    <a:pt x="0" y="57413"/>
                  </a:lnTo>
                  <a:lnTo>
                    <a:pt x="126102" y="16715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711632" y="1943516"/>
              <a:ext cx="334299" cy="334334"/>
            </a:xfrm>
            <a:custGeom>
              <a:avLst/>
              <a:pathLst>
                <a:path w="334299" h="334334">
                  <a:moveTo>
                    <a:pt x="41048" y="57426"/>
                  </a:moveTo>
                  <a:lnTo>
                    <a:pt x="37628" y="61484"/>
                  </a:lnTo>
                  <a:lnTo>
                    <a:pt x="34339" y="65648"/>
                  </a:lnTo>
                  <a:lnTo>
                    <a:pt x="31184" y="69915"/>
                  </a:lnTo>
                  <a:lnTo>
                    <a:pt x="28165" y="74280"/>
                  </a:lnTo>
                  <a:lnTo>
                    <a:pt x="25287" y="78738"/>
                  </a:lnTo>
                  <a:lnTo>
                    <a:pt x="22552" y="83285"/>
                  </a:lnTo>
                  <a:lnTo>
                    <a:pt x="19962" y="87917"/>
                  </a:lnTo>
                  <a:lnTo>
                    <a:pt x="17521" y="92629"/>
                  </a:lnTo>
                  <a:lnTo>
                    <a:pt x="15230" y="97416"/>
                  </a:lnTo>
                  <a:lnTo>
                    <a:pt x="13093" y="102273"/>
                  </a:lnTo>
                  <a:lnTo>
                    <a:pt x="11111" y="107195"/>
                  </a:lnTo>
                  <a:lnTo>
                    <a:pt x="9286" y="112178"/>
                  </a:lnTo>
                  <a:lnTo>
                    <a:pt x="7620" y="117217"/>
                  </a:lnTo>
                  <a:lnTo>
                    <a:pt x="6115" y="122306"/>
                  </a:lnTo>
                  <a:lnTo>
                    <a:pt x="4772" y="127439"/>
                  </a:lnTo>
                  <a:lnTo>
                    <a:pt x="3593" y="132613"/>
                  </a:lnTo>
                  <a:lnTo>
                    <a:pt x="2579" y="137822"/>
                  </a:lnTo>
                  <a:lnTo>
                    <a:pt x="1730" y="143061"/>
                  </a:lnTo>
                  <a:lnTo>
                    <a:pt x="1049" y="148323"/>
                  </a:lnTo>
                  <a:lnTo>
                    <a:pt x="534" y="153605"/>
                  </a:lnTo>
                  <a:lnTo>
                    <a:pt x="188" y="158900"/>
                  </a:lnTo>
                  <a:lnTo>
                    <a:pt x="9" y="164204"/>
                  </a:lnTo>
                  <a:lnTo>
                    <a:pt x="0" y="169510"/>
                  </a:lnTo>
                  <a:lnTo>
                    <a:pt x="158" y="174815"/>
                  </a:lnTo>
                  <a:lnTo>
                    <a:pt x="485" y="180111"/>
                  </a:lnTo>
                  <a:lnTo>
                    <a:pt x="980" y="185395"/>
                  </a:lnTo>
                  <a:lnTo>
                    <a:pt x="1642" y="190660"/>
                  </a:lnTo>
                  <a:lnTo>
                    <a:pt x="2471" y="195901"/>
                  </a:lnTo>
                  <a:lnTo>
                    <a:pt x="3466" y="201114"/>
                  </a:lnTo>
                  <a:lnTo>
                    <a:pt x="4626" y="206292"/>
                  </a:lnTo>
                  <a:lnTo>
                    <a:pt x="5950" y="211431"/>
                  </a:lnTo>
                  <a:lnTo>
                    <a:pt x="7436" y="216525"/>
                  </a:lnTo>
                  <a:lnTo>
                    <a:pt x="9083" y="221570"/>
                  </a:lnTo>
                  <a:lnTo>
                    <a:pt x="10890" y="226560"/>
                  </a:lnTo>
                  <a:lnTo>
                    <a:pt x="12853" y="231489"/>
                  </a:lnTo>
                  <a:lnTo>
                    <a:pt x="14973" y="236354"/>
                  </a:lnTo>
                  <a:lnTo>
                    <a:pt x="17246" y="241150"/>
                  </a:lnTo>
                  <a:lnTo>
                    <a:pt x="19669" y="245871"/>
                  </a:lnTo>
                  <a:lnTo>
                    <a:pt x="22242" y="250512"/>
                  </a:lnTo>
                  <a:lnTo>
                    <a:pt x="24960" y="255069"/>
                  </a:lnTo>
                  <a:lnTo>
                    <a:pt x="27822" y="259538"/>
                  </a:lnTo>
                  <a:lnTo>
                    <a:pt x="30824" y="263914"/>
                  </a:lnTo>
                  <a:lnTo>
                    <a:pt x="33963" y="268192"/>
                  </a:lnTo>
                  <a:lnTo>
                    <a:pt x="37237" y="272369"/>
                  </a:lnTo>
                  <a:lnTo>
                    <a:pt x="40642" y="276439"/>
                  </a:lnTo>
                  <a:lnTo>
                    <a:pt x="44174" y="280400"/>
                  </a:lnTo>
                  <a:lnTo>
                    <a:pt x="47830" y="284246"/>
                  </a:lnTo>
                  <a:lnTo>
                    <a:pt x="51606" y="287974"/>
                  </a:lnTo>
                  <a:lnTo>
                    <a:pt x="55499" y="291581"/>
                  </a:lnTo>
                  <a:lnTo>
                    <a:pt x="59504" y="295062"/>
                  </a:lnTo>
                  <a:lnTo>
                    <a:pt x="63618" y="298414"/>
                  </a:lnTo>
                  <a:lnTo>
                    <a:pt x="67836" y="301635"/>
                  </a:lnTo>
                  <a:lnTo>
                    <a:pt x="72154" y="304719"/>
                  </a:lnTo>
                  <a:lnTo>
                    <a:pt x="76568" y="307665"/>
                  </a:lnTo>
                  <a:lnTo>
                    <a:pt x="81073" y="310469"/>
                  </a:lnTo>
                  <a:lnTo>
                    <a:pt x="85665" y="313129"/>
                  </a:lnTo>
                  <a:lnTo>
                    <a:pt x="90339" y="315642"/>
                  </a:lnTo>
                  <a:lnTo>
                    <a:pt x="95090" y="318005"/>
                  </a:lnTo>
                  <a:lnTo>
                    <a:pt x="99914" y="320217"/>
                  </a:lnTo>
                  <a:lnTo>
                    <a:pt x="104806" y="322274"/>
                  </a:lnTo>
                  <a:lnTo>
                    <a:pt x="109760" y="324174"/>
                  </a:lnTo>
                  <a:lnTo>
                    <a:pt x="114773" y="325917"/>
                  </a:lnTo>
                  <a:lnTo>
                    <a:pt x="119838" y="327499"/>
                  </a:lnTo>
                  <a:lnTo>
                    <a:pt x="124951" y="328920"/>
                  </a:lnTo>
                  <a:lnTo>
                    <a:pt x="130106" y="330178"/>
                  </a:lnTo>
                  <a:lnTo>
                    <a:pt x="135299" y="331272"/>
                  </a:lnTo>
                  <a:lnTo>
                    <a:pt x="140524" y="332200"/>
                  </a:lnTo>
                  <a:lnTo>
                    <a:pt x="145775" y="332962"/>
                  </a:lnTo>
                  <a:lnTo>
                    <a:pt x="151048" y="333557"/>
                  </a:lnTo>
                  <a:lnTo>
                    <a:pt x="156338" y="333984"/>
                  </a:lnTo>
                  <a:lnTo>
                    <a:pt x="161638" y="334243"/>
                  </a:lnTo>
                  <a:lnTo>
                    <a:pt x="166944" y="334334"/>
                  </a:lnTo>
                  <a:lnTo>
                    <a:pt x="172250" y="334257"/>
                  </a:lnTo>
                  <a:lnTo>
                    <a:pt x="177551" y="334011"/>
                  </a:lnTo>
                  <a:lnTo>
                    <a:pt x="182841" y="333596"/>
                  </a:lnTo>
                  <a:lnTo>
                    <a:pt x="188116" y="333014"/>
                  </a:lnTo>
                  <a:lnTo>
                    <a:pt x="193369" y="332265"/>
                  </a:lnTo>
                  <a:lnTo>
                    <a:pt x="198597" y="331350"/>
                  </a:lnTo>
                  <a:lnTo>
                    <a:pt x="203792" y="330269"/>
                  </a:lnTo>
                  <a:lnTo>
                    <a:pt x="208950" y="329024"/>
                  </a:lnTo>
                  <a:lnTo>
                    <a:pt x="214067" y="327616"/>
                  </a:lnTo>
                  <a:lnTo>
                    <a:pt x="219136" y="326046"/>
                  </a:lnTo>
                  <a:lnTo>
                    <a:pt x="224153" y="324316"/>
                  </a:lnTo>
                  <a:lnTo>
                    <a:pt x="229112" y="322427"/>
                  </a:lnTo>
                  <a:lnTo>
                    <a:pt x="234009" y="320382"/>
                  </a:lnTo>
                  <a:lnTo>
                    <a:pt x="238838" y="318183"/>
                  </a:lnTo>
                  <a:lnTo>
                    <a:pt x="243595" y="315832"/>
                  </a:lnTo>
                  <a:lnTo>
                    <a:pt x="248275" y="313330"/>
                  </a:lnTo>
                  <a:lnTo>
                    <a:pt x="252874" y="310682"/>
                  </a:lnTo>
                  <a:lnTo>
                    <a:pt x="257386" y="307888"/>
                  </a:lnTo>
                  <a:lnTo>
                    <a:pt x="261807" y="304953"/>
                  </a:lnTo>
                  <a:lnTo>
                    <a:pt x="266133" y="301880"/>
                  </a:lnTo>
                  <a:lnTo>
                    <a:pt x="270359" y="298670"/>
                  </a:lnTo>
                  <a:lnTo>
                    <a:pt x="274481" y="295328"/>
                  </a:lnTo>
                  <a:lnTo>
                    <a:pt x="278494" y="291857"/>
                  </a:lnTo>
                  <a:lnTo>
                    <a:pt x="282396" y="288260"/>
                  </a:lnTo>
                  <a:lnTo>
                    <a:pt x="286181" y="284541"/>
                  </a:lnTo>
                  <a:lnTo>
                    <a:pt x="289847" y="280703"/>
                  </a:lnTo>
                  <a:lnTo>
                    <a:pt x="293389" y="276752"/>
                  </a:lnTo>
                  <a:lnTo>
                    <a:pt x="296803" y="272690"/>
                  </a:lnTo>
                  <a:lnTo>
                    <a:pt x="300087" y="268521"/>
                  </a:lnTo>
                  <a:lnTo>
                    <a:pt x="303238" y="264251"/>
                  </a:lnTo>
                  <a:lnTo>
                    <a:pt x="306250" y="259882"/>
                  </a:lnTo>
                  <a:lnTo>
                    <a:pt x="309123" y="255421"/>
                  </a:lnTo>
                  <a:lnTo>
                    <a:pt x="311853" y="250870"/>
                  </a:lnTo>
                  <a:lnTo>
                    <a:pt x="314437" y="246235"/>
                  </a:lnTo>
                  <a:lnTo>
                    <a:pt x="316872" y="241520"/>
                  </a:lnTo>
                  <a:lnTo>
                    <a:pt x="319157" y="236730"/>
                  </a:lnTo>
                  <a:lnTo>
                    <a:pt x="321288" y="231871"/>
                  </a:lnTo>
                  <a:lnTo>
                    <a:pt x="323264" y="226946"/>
                  </a:lnTo>
                  <a:lnTo>
                    <a:pt x="325083" y="221960"/>
                  </a:lnTo>
                  <a:lnTo>
                    <a:pt x="326742" y="216920"/>
                  </a:lnTo>
                  <a:lnTo>
                    <a:pt x="328241" y="211829"/>
                  </a:lnTo>
                  <a:lnTo>
                    <a:pt x="329578" y="206694"/>
                  </a:lnTo>
                  <a:lnTo>
                    <a:pt x="330750" y="201518"/>
                  </a:lnTo>
                  <a:lnTo>
                    <a:pt x="331758" y="196308"/>
                  </a:lnTo>
                  <a:lnTo>
                    <a:pt x="332600" y="191069"/>
                  </a:lnTo>
                  <a:lnTo>
                    <a:pt x="333276" y="185805"/>
                  </a:lnTo>
                  <a:lnTo>
                    <a:pt x="333784" y="180523"/>
                  </a:lnTo>
                  <a:lnTo>
                    <a:pt x="334124" y="175227"/>
                  </a:lnTo>
                  <a:lnTo>
                    <a:pt x="334295" y="169924"/>
                  </a:lnTo>
                  <a:lnTo>
                    <a:pt x="334299" y="164617"/>
                  </a:lnTo>
                  <a:lnTo>
                    <a:pt x="334133" y="159313"/>
                  </a:lnTo>
                  <a:lnTo>
                    <a:pt x="333800" y="154017"/>
                  </a:lnTo>
                  <a:lnTo>
                    <a:pt x="333299" y="148734"/>
                  </a:lnTo>
                  <a:lnTo>
                    <a:pt x="332630" y="143469"/>
                  </a:lnTo>
                  <a:lnTo>
                    <a:pt x="331794" y="138229"/>
                  </a:lnTo>
                  <a:lnTo>
                    <a:pt x="330793" y="133018"/>
                  </a:lnTo>
                  <a:lnTo>
                    <a:pt x="329626" y="127841"/>
                  </a:lnTo>
                  <a:lnTo>
                    <a:pt x="328296" y="122704"/>
                  </a:lnTo>
                  <a:lnTo>
                    <a:pt x="326804" y="117611"/>
                  </a:lnTo>
                  <a:lnTo>
                    <a:pt x="325150" y="112569"/>
                  </a:lnTo>
                  <a:lnTo>
                    <a:pt x="323338" y="107581"/>
                  </a:lnTo>
                  <a:lnTo>
                    <a:pt x="321368" y="102654"/>
                  </a:lnTo>
                  <a:lnTo>
                    <a:pt x="319243" y="97791"/>
                  </a:lnTo>
                  <a:lnTo>
                    <a:pt x="316964" y="92999"/>
                  </a:lnTo>
                  <a:lnTo>
                    <a:pt x="314534" y="88281"/>
                  </a:lnTo>
                  <a:lnTo>
                    <a:pt x="311956" y="83643"/>
                  </a:lnTo>
                  <a:lnTo>
                    <a:pt x="309232" y="79089"/>
                  </a:lnTo>
                  <a:lnTo>
                    <a:pt x="306365" y="74623"/>
                  </a:lnTo>
                  <a:lnTo>
                    <a:pt x="303357" y="70251"/>
                  </a:lnTo>
                  <a:lnTo>
                    <a:pt x="300213" y="65977"/>
                  </a:lnTo>
                  <a:lnTo>
                    <a:pt x="296934" y="61804"/>
                  </a:lnTo>
                  <a:lnTo>
                    <a:pt x="293524" y="57738"/>
                  </a:lnTo>
                  <a:lnTo>
                    <a:pt x="289987" y="53782"/>
                  </a:lnTo>
                  <a:lnTo>
                    <a:pt x="286326" y="49940"/>
                  </a:lnTo>
                  <a:lnTo>
                    <a:pt x="282545" y="46217"/>
                  </a:lnTo>
                  <a:lnTo>
                    <a:pt x="278648" y="42615"/>
                  </a:lnTo>
                  <a:lnTo>
                    <a:pt x="274639" y="39139"/>
                  </a:lnTo>
                  <a:lnTo>
                    <a:pt x="270521" y="35792"/>
                  </a:lnTo>
                  <a:lnTo>
                    <a:pt x="266299" y="32577"/>
                  </a:lnTo>
                  <a:lnTo>
                    <a:pt x="261977" y="29498"/>
                  </a:lnTo>
                  <a:lnTo>
                    <a:pt x="257560" y="26557"/>
                  </a:lnTo>
                  <a:lnTo>
                    <a:pt x="253051" y="23758"/>
                  </a:lnTo>
                  <a:lnTo>
                    <a:pt x="248456" y="21104"/>
                  </a:lnTo>
                  <a:lnTo>
                    <a:pt x="243779" y="18597"/>
                  </a:lnTo>
                  <a:lnTo>
                    <a:pt x="239025" y="16240"/>
                  </a:lnTo>
                  <a:lnTo>
                    <a:pt x="234198" y="14034"/>
                  </a:lnTo>
                  <a:lnTo>
                    <a:pt x="229304" y="11983"/>
                  </a:lnTo>
                  <a:lnTo>
                    <a:pt x="224347" y="10089"/>
                  </a:lnTo>
                  <a:lnTo>
                    <a:pt x="219332" y="8352"/>
                  </a:lnTo>
                  <a:lnTo>
                    <a:pt x="214265" y="6776"/>
                  </a:lnTo>
                  <a:lnTo>
                    <a:pt x="209150" y="5362"/>
                  </a:lnTo>
                  <a:lnTo>
                    <a:pt x="203994" y="4110"/>
                  </a:lnTo>
                  <a:lnTo>
                    <a:pt x="198799" y="3023"/>
                  </a:lnTo>
                  <a:lnTo>
                    <a:pt x="193574" y="2101"/>
                  </a:lnTo>
                  <a:lnTo>
                    <a:pt x="188321" y="1345"/>
                  </a:lnTo>
                  <a:lnTo>
                    <a:pt x="183047" y="757"/>
                  </a:lnTo>
                  <a:lnTo>
                    <a:pt x="177757" y="336"/>
                  </a:lnTo>
                  <a:lnTo>
                    <a:pt x="172456" y="84"/>
                  </a:lnTo>
                  <a:lnTo>
                    <a:pt x="167151" y="0"/>
                  </a:lnTo>
                  <a:lnTo>
                    <a:pt x="16715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625501" y="2406772"/>
              <a:ext cx="20231" cy="167167"/>
            </a:xfrm>
            <a:custGeom>
              <a:avLst/>
              <a:pathLst>
                <a:path w="20231" h="167167">
                  <a:moveTo>
                    <a:pt x="20231" y="0"/>
                  </a:moveTo>
                  <a:lnTo>
                    <a:pt x="10097" y="307"/>
                  </a:lnTo>
                  <a:lnTo>
                    <a:pt x="0" y="1228"/>
                  </a:lnTo>
                  <a:lnTo>
                    <a:pt x="20231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625501" y="2408001"/>
              <a:ext cx="20231" cy="165938"/>
            </a:xfrm>
            <a:custGeom>
              <a:avLst/>
              <a:pathLst>
                <a:path w="20231" h="165938">
                  <a:moveTo>
                    <a:pt x="0" y="0"/>
                  </a:moveTo>
                  <a:lnTo>
                    <a:pt x="20231" y="16593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625501" y="2408001"/>
              <a:ext cx="20231" cy="165938"/>
            </a:xfrm>
            <a:custGeom>
              <a:avLst/>
              <a:pathLst>
                <a:path w="20231" h="165938">
                  <a:moveTo>
                    <a:pt x="0" y="0"/>
                  </a:moveTo>
                  <a:lnTo>
                    <a:pt x="20231" y="16593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625501" y="2408001"/>
              <a:ext cx="20231" cy="165938"/>
            </a:xfrm>
            <a:custGeom>
              <a:avLst/>
              <a:pathLst>
                <a:path w="20231" h="165938">
                  <a:moveTo>
                    <a:pt x="0" y="0"/>
                  </a:moveTo>
                  <a:lnTo>
                    <a:pt x="20231" y="16593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625501" y="2408001"/>
              <a:ext cx="20231" cy="165938"/>
            </a:xfrm>
            <a:custGeom>
              <a:avLst/>
              <a:pathLst>
                <a:path w="20231" h="165938">
                  <a:moveTo>
                    <a:pt x="0" y="0"/>
                  </a:moveTo>
                  <a:lnTo>
                    <a:pt x="20231" y="16593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625501" y="2408001"/>
              <a:ext cx="20231" cy="165938"/>
            </a:xfrm>
            <a:custGeom>
              <a:avLst/>
              <a:pathLst>
                <a:path w="20231" h="165938">
                  <a:moveTo>
                    <a:pt x="0" y="0"/>
                  </a:moveTo>
                  <a:lnTo>
                    <a:pt x="20231" y="16593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625501" y="2408001"/>
              <a:ext cx="20231" cy="165938"/>
            </a:xfrm>
            <a:custGeom>
              <a:avLst/>
              <a:pathLst>
                <a:path w="20231" h="165938">
                  <a:moveTo>
                    <a:pt x="0" y="0"/>
                  </a:moveTo>
                  <a:lnTo>
                    <a:pt x="20231" y="16593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625501" y="2408001"/>
              <a:ext cx="20231" cy="165938"/>
            </a:xfrm>
            <a:custGeom>
              <a:avLst/>
              <a:pathLst>
                <a:path w="20231" h="165938">
                  <a:moveTo>
                    <a:pt x="0" y="0"/>
                  </a:moveTo>
                  <a:lnTo>
                    <a:pt x="20231" y="16593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625501" y="2408001"/>
              <a:ext cx="20231" cy="165938"/>
            </a:xfrm>
            <a:custGeom>
              <a:avLst/>
              <a:pathLst>
                <a:path w="20231" h="165938">
                  <a:moveTo>
                    <a:pt x="0" y="0"/>
                  </a:moveTo>
                  <a:lnTo>
                    <a:pt x="20231" y="16593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625501" y="2408001"/>
              <a:ext cx="20231" cy="165938"/>
            </a:xfrm>
            <a:custGeom>
              <a:avLst/>
              <a:pathLst>
                <a:path w="20231" h="165938">
                  <a:moveTo>
                    <a:pt x="0" y="0"/>
                  </a:moveTo>
                  <a:lnTo>
                    <a:pt x="20231" y="16593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625501" y="2408001"/>
              <a:ext cx="20231" cy="165938"/>
            </a:xfrm>
            <a:custGeom>
              <a:avLst/>
              <a:pathLst>
                <a:path w="20231" h="165938">
                  <a:moveTo>
                    <a:pt x="0" y="0"/>
                  </a:moveTo>
                  <a:lnTo>
                    <a:pt x="20231" y="16593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625501" y="2408001"/>
              <a:ext cx="20231" cy="165938"/>
            </a:xfrm>
            <a:custGeom>
              <a:avLst/>
              <a:pathLst>
                <a:path w="20231" h="165938">
                  <a:moveTo>
                    <a:pt x="0" y="0"/>
                  </a:moveTo>
                  <a:lnTo>
                    <a:pt x="20231" y="16593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625501" y="2408001"/>
              <a:ext cx="20231" cy="165938"/>
            </a:xfrm>
            <a:custGeom>
              <a:avLst/>
              <a:pathLst>
                <a:path w="20231" h="165938">
                  <a:moveTo>
                    <a:pt x="0" y="0"/>
                  </a:moveTo>
                  <a:lnTo>
                    <a:pt x="20231" y="16593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625501" y="2408001"/>
              <a:ext cx="20231" cy="165938"/>
            </a:xfrm>
            <a:custGeom>
              <a:avLst/>
              <a:pathLst>
                <a:path w="20231" h="165938">
                  <a:moveTo>
                    <a:pt x="0" y="0"/>
                  </a:moveTo>
                  <a:lnTo>
                    <a:pt x="20231" y="16593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625501" y="2408001"/>
              <a:ext cx="20231" cy="165938"/>
            </a:xfrm>
            <a:custGeom>
              <a:avLst/>
              <a:pathLst>
                <a:path w="20231" h="165938">
                  <a:moveTo>
                    <a:pt x="0" y="0"/>
                  </a:moveTo>
                  <a:lnTo>
                    <a:pt x="20231" y="16593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478575" y="2408001"/>
              <a:ext cx="334314" cy="333104"/>
            </a:xfrm>
            <a:custGeom>
              <a:avLst/>
              <a:pathLst>
                <a:path w="334314" h="333104">
                  <a:moveTo>
                    <a:pt x="146926" y="0"/>
                  </a:moveTo>
                  <a:lnTo>
                    <a:pt x="141669" y="725"/>
                  </a:lnTo>
                  <a:lnTo>
                    <a:pt x="136439" y="1617"/>
                  </a:lnTo>
                  <a:lnTo>
                    <a:pt x="131240" y="2675"/>
                  </a:lnTo>
                  <a:lnTo>
                    <a:pt x="126076" y="3897"/>
                  </a:lnTo>
                  <a:lnTo>
                    <a:pt x="120955" y="5282"/>
                  </a:lnTo>
                  <a:lnTo>
                    <a:pt x="115879" y="6830"/>
                  </a:lnTo>
                  <a:lnTo>
                    <a:pt x="110856" y="8537"/>
                  </a:lnTo>
                  <a:lnTo>
                    <a:pt x="105889" y="10403"/>
                  </a:lnTo>
                  <a:lnTo>
                    <a:pt x="100984" y="12426"/>
                  </a:lnTo>
                  <a:lnTo>
                    <a:pt x="96145" y="14603"/>
                  </a:lnTo>
                  <a:lnTo>
                    <a:pt x="91378" y="16933"/>
                  </a:lnTo>
                  <a:lnTo>
                    <a:pt x="86687" y="19413"/>
                  </a:lnTo>
                  <a:lnTo>
                    <a:pt x="82078" y="22041"/>
                  </a:lnTo>
                  <a:lnTo>
                    <a:pt x="77554" y="24813"/>
                  </a:lnTo>
                  <a:lnTo>
                    <a:pt x="73120" y="27728"/>
                  </a:lnTo>
                  <a:lnTo>
                    <a:pt x="68781" y="30782"/>
                  </a:lnTo>
                  <a:lnTo>
                    <a:pt x="64542" y="33972"/>
                  </a:lnTo>
                  <a:lnTo>
                    <a:pt x="60405" y="37295"/>
                  </a:lnTo>
                  <a:lnTo>
                    <a:pt x="56377" y="40748"/>
                  </a:lnTo>
                  <a:lnTo>
                    <a:pt x="52459" y="44327"/>
                  </a:lnTo>
                  <a:lnTo>
                    <a:pt x="48658" y="48028"/>
                  </a:lnTo>
                  <a:lnTo>
                    <a:pt x="44975" y="51848"/>
                  </a:lnTo>
                  <a:lnTo>
                    <a:pt x="41416" y="55783"/>
                  </a:lnTo>
                  <a:lnTo>
                    <a:pt x="37984" y="59829"/>
                  </a:lnTo>
                  <a:lnTo>
                    <a:pt x="34681" y="63982"/>
                  </a:lnTo>
                  <a:lnTo>
                    <a:pt x="31512" y="68238"/>
                  </a:lnTo>
                  <a:lnTo>
                    <a:pt x="28480" y="72592"/>
                  </a:lnTo>
                  <a:lnTo>
                    <a:pt x="25587" y="77040"/>
                  </a:lnTo>
                  <a:lnTo>
                    <a:pt x="22837" y="81578"/>
                  </a:lnTo>
                  <a:lnTo>
                    <a:pt x="20233" y="86200"/>
                  </a:lnTo>
                  <a:lnTo>
                    <a:pt x="17776" y="90903"/>
                  </a:lnTo>
                  <a:lnTo>
                    <a:pt x="15470" y="95682"/>
                  </a:lnTo>
                  <a:lnTo>
                    <a:pt x="13317" y="100531"/>
                  </a:lnTo>
                  <a:lnTo>
                    <a:pt x="11319" y="105446"/>
                  </a:lnTo>
                  <a:lnTo>
                    <a:pt x="9477" y="110423"/>
                  </a:lnTo>
                  <a:lnTo>
                    <a:pt x="7795" y="115455"/>
                  </a:lnTo>
                  <a:lnTo>
                    <a:pt x="6273" y="120538"/>
                  </a:lnTo>
                  <a:lnTo>
                    <a:pt x="4913" y="125666"/>
                  </a:lnTo>
                  <a:lnTo>
                    <a:pt x="3717" y="130836"/>
                  </a:lnTo>
                  <a:lnTo>
                    <a:pt x="2685" y="136040"/>
                  </a:lnTo>
                  <a:lnTo>
                    <a:pt x="1819" y="141275"/>
                  </a:lnTo>
                  <a:lnTo>
                    <a:pt x="1120" y="146535"/>
                  </a:lnTo>
                  <a:lnTo>
                    <a:pt x="588" y="151814"/>
                  </a:lnTo>
                  <a:lnTo>
                    <a:pt x="223" y="157107"/>
                  </a:lnTo>
                  <a:lnTo>
                    <a:pt x="27" y="162409"/>
                  </a:lnTo>
                  <a:lnTo>
                    <a:pt x="0" y="167715"/>
                  </a:lnTo>
                  <a:lnTo>
                    <a:pt x="140" y="173019"/>
                  </a:lnTo>
                  <a:lnTo>
                    <a:pt x="449" y="178316"/>
                  </a:lnTo>
                  <a:lnTo>
                    <a:pt x="926" y="183601"/>
                  </a:lnTo>
                  <a:lnTo>
                    <a:pt x="1570" y="188867"/>
                  </a:lnTo>
                  <a:lnTo>
                    <a:pt x="2381" y="194111"/>
                  </a:lnTo>
                  <a:lnTo>
                    <a:pt x="3358" y="199326"/>
                  </a:lnTo>
                  <a:lnTo>
                    <a:pt x="4500" y="204507"/>
                  </a:lnTo>
                  <a:lnTo>
                    <a:pt x="5806" y="209650"/>
                  </a:lnTo>
                  <a:lnTo>
                    <a:pt x="7275" y="214749"/>
                  </a:lnTo>
                  <a:lnTo>
                    <a:pt x="8904" y="219798"/>
                  </a:lnTo>
                  <a:lnTo>
                    <a:pt x="10693" y="224793"/>
                  </a:lnTo>
                  <a:lnTo>
                    <a:pt x="12640" y="229729"/>
                  </a:lnTo>
                  <a:lnTo>
                    <a:pt x="14742" y="234601"/>
                  </a:lnTo>
                  <a:lnTo>
                    <a:pt x="16998" y="239403"/>
                  </a:lnTo>
                  <a:lnTo>
                    <a:pt x="19405" y="244132"/>
                  </a:lnTo>
                  <a:lnTo>
                    <a:pt x="21961" y="248782"/>
                  </a:lnTo>
                  <a:lnTo>
                    <a:pt x="24664" y="253348"/>
                  </a:lnTo>
                  <a:lnTo>
                    <a:pt x="27509" y="257826"/>
                  </a:lnTo>
                  <a:lnTo>
                    <a:pt x="30496" y="262211"/>
                  </a:lnTo>
                  <a:lnTo>
                    <a:pt x="33620" y="266500"/>
                  </a:lnTo>
                  <a:lnTo>
                    <a:pt x="36879" y="270687"/>
                  </a:lnTo>
                  <a:lnTo>
                    <a:pt x="40269" y="274769"/>
                  </a:lnTo>
                  <a:lnTo>
                    <a:pt x="43786" y="278741"/>
                  </a:lnTo>
                  <a:lnTo>
                    <a:pt x="47429" y="282600"/>
                  </a:lnTo>
                  <a:lnTo>
                    <a:pt x="51191" y="286341"/>
                  </a:lnTo>
                  <a:lnTo>
                    <a:pt x="55071" y="289960"/>
                  </a:lnTo>
                  <a:lnTo>
                    <a:pt x="59063" y="293455"/>
                  </a:lnTo>
                  <a:lnTo>
                    <a:pt x="63165" y="296821"/>
                  </a:lnTo>
                  <a:lnTo>
                    <a:pt x="67371" y="300056"/>
                  </a:lnTo>
                  <a:lnTo>
                    <a:pt x="71677" y="303155"/>
                  </a:lnTo>
                  <a:lnTo>
                    <a:pt x="76080" y="306116"/>
                  </a:lnTo>
                  <a:lnTo>
                    <a:pt x="80575" y="308936"/>
                  </a:lnTo>
                  <a:lnTo>
                    <a:pt x="85156" y="311612"/>
                  </a:lnTo>
                  <a:lnTo>
                    <a:pt x="89821" y="314141"/>
                  </a:lnTo>
                  <a:lnTo>
                    <a:pt x="94563" y="316520"/>
                  </a:lnTo>
                  <a:lnTo>
                    <a:pt x="99379" y="318748"/>
                  </a:lnTo>
                  <a:lnTo>
                    <a:pt x="104262" y="320822"/>
                  </a:lnTo>
                  <a:lnTo>
                    <a:pt x="109209" y="322740"/>
                  </a:lnTo>
                  <a:lnTo>
                    <a:pt x="114215" y="324500"/>
                  </a:lnTo>
                  <a:lnTo>
                    <a:pt x="119274" y="326101"/>
                  </a:lnTo>
                  <a:lnTo>
                    <a:pt x="124381" y="327540"/>
                  </a:lnTo>
                  <a:lnTo>
                    <a:pt x="129531" y="328816"/>
                  </a:lnTo>
                  <a:lnTo>
                    <a:pt x="134719" y="329928"/>
                  </a:lnTo>
                  <a:lnTo>
                    <a:pt x="139940" y="330875"/>
                  </a:lnTo>
                  <a:lnTo>
                    <a:pt x="145188" y="331656"/>
                  </a:lnTo>
                  <a:lnTo>
                    <a:pt x="150458" y="332269"/>
                  </a:lnTo>
                  <a:lnTo>
                    <a:pt x="155745" y="332716"/>
                  </a:lnTo>
                  <a:lnTo>
                    <a:pt x="161044" y="332994"/>
                  </a:lnTo>
                  <a:lnTo>
                    <a:pt x="166349" y="333104"/>
                  </a:lnTo>
                  <a:lnTo>
                    <a:pt x="171654" y="333045"/>
                  </a:lnTo>
                  <a:lnTo>
                    <a:pt x="176955" y="332818"/>
                  </a:lnTo>
                  <a:lnTo>
                    <a:pt x="182246" y="332423"/>
                  </a:lnTo>
                  <a:lnTo>
                    <a:pt x="187522" y="331860"/>
                  </a:lnTo>
                  <a:lnTo>
                    <a:pt x="192778" y="331131"/>
                  </a:lnTo>
                  <a:lnTo>
                    <a:pt x="198007" y="330234"/>
                  </a:lnTo>
                  <a:lnTo>
                    <a:pt x="203206" y="329172"/>
                  </a:lnTo>
                  <a:lnTo>
                    <a:pt x="208368" y="327946"/>
                  </a:lnTo>
                  <a:lnTo>
                    <a:pt x="213489" y="326557"/>
                  </a:lnTo>
                  <a:lnTo>
                    <a:pt x="218563" y="325005"/>
                  </a:lnTo>
                  <a:lnTo>
                    <a:pt x="223585" y="323294"/>
                  </a:lnTo>
                  <a:lnTo>
                    <a:pt x="228551" y="321424"/>
                  </a:lnTo>
                  <a:lnTo>
                    <a:pt x="233454" y="319397"/>
                  </a:lnTo>
                  <a:lnTo>
                    <a:pt x="238291" y="317216"/>
                  </a:lnTo>
                  <a:lnTo>
                    <a:pt x="243056" y="314882"/>
                  </a:lnTo>
                  <a:lnTo>
                    <a:pt x="247745" y="312398"/>
                  </a:lnTo>
                  <a:lnTo>
                    <a:pt x="252352" y="309767"/>
                  </a:lnTo>
                  <a:lnTo>
                    <a:pt x="256874" y="306991"/>
                  </a:lnTo>
                  <a:lnTo>
                    <a:pt x="261305" y="304073"/>
                  </a:lnTo>
                  <a:lnTo>
                    <a:pt x="265642" y="301015"/>
                  </a:lnTo>
                  <a:lnTo>
                    <a:pt x="269879" y="297822"/>
                  </a:lnTo>
                  <a:lnTo>
                    <a:pt x="274013" y="294495"/>
                  </a:lnTo>
                  <a:lnTo>
                    <a:pt x="278039" y="291039"/>
                  </a:lnTo>
                  <a:lnTo>
                    <a:pt x="281953" y="287457"/>
                  </a:lnTo>
                  <a:lnTo>
                    <a:pt x="285752" y="283753"/>
                  </a:lnTo>
                  <a:lnTo>
                    <a:pt x="289431" y="279930"/>
                  </a:lnTo>
                  <a:lnTo>
                    <a:pt x="292987" y="275992"/>
                  </a:lnTo>
                  <a:lnTo>
                    <a:pt x="296416" y="271943"/>
                  </a:lnTo>
                  <a:lnTo>
                    <a:pt x="299715" y="267788"/>
                  </a:lnTo>
                  <a:lnTo>
                    <a:pt x="302881" y="263530"/>
                  </a:lnTo>
                  <a:lnTo>
                    <a:pt x="305910" y="259173"/>
                  </a:lnTo>
                  <a:lnTo>
                    <a:pt x="308799" y="254723"/>
                  </a:lnTo>
                  <a:lnTo>
                    <a:pt x="311545" y="250183"/>
                  </a:lnTo>
                  <a:lnTo>
                    <a:pt x="314146" y="245558"/>
                  </a:lnTo>
                  <a:lnTo>
                    <a:pt x="316599" y="240853"/>
                  </a:lnTo>
                  <a:lnTo>
                    <a:pt x="318901" y="236073"/>
                  </a:lnTo>
                  <a:lnTo>
                    <a:pt x="321050" y="231222"/>
                  </a:lnTo>
                  <a:lnTo>
                    <a:pt x="323045" y="226305"/>
                  </a:lnTo>
                  <a:lnTo>
                    <a:pt x="324882" y="221327"/>
                  </a:lnTo>
                  <a:lnTo>
                    <a:pt x="326560" y="216294"/>
                  </a:lnTo>
                  <a:lnTo>
                    <a:pt x="328078" y="211210"/>
                  </a:lnTo>
                  <a:lnTo>
                    <a:pt x="329434" y="206080"/>
                  </a:lnTo>
                  <a:lnTo>
                    <a:pt x="330626" y="200910"/>
                  </a:lnTo>
                  <a:lnTo>
                    <a:pt x="331653" y="195704"/>
                  </a:lnTo>
                  <a:lnTo>
                    <a:pt x="332515" y="190469"/>
                  </a:lnTo>
                  <a:lnTo>
                    <a:pt x="333210" y="185209"/>
                  </a:lnTo>
                  <a:lnTo>
                    <a:pt x="333738" y="179929"/>
                  </a:lnTo>
                  <a:lnTo>
                    <a:pt x="334099" y="174635"/>
                  </a:lnTo>
                  <a:lnTo>
                    <a:pt x="334290" y="169333"/>
                  </a:lnTo>
                  <a:lnTo>
                    <a:pt x="334314" y="164027"/>
                  </a:lnTo>
                  <a:lnTo>
                    <a:pt x="334169" y="158723"/>
                  </a:lnTo>
                  <a:lnTo>
                    <a:pt x="333856" y="153427"/>
                  </a:lnTo>
                  <a:lnTo>
                    <a:pt x="333375" y="148143"/>
                  </a:lnTo>
                  <a:lnTo>
                    <a:pt x="332727" y="142876"/>
                  </a:lnTo>
                  <a:lnTo>
                    <a:pt x="331911" y="137634"/>
                  </a:lnTo>
                  <a:lnTo>
                    <a:pt x="330930" y="132419"/>
                  </a:lnTo>
                  <a:lnTo>
                    <a:pt x="329784" y="127239"/>
                  </a:lnTo>
                  <a:lnTo>
                    <a:pt x="328474" y="122097"/>
                  </a:lnTo>
                  <a:lnTo>
                    <a:pt x="327001" y="117000"/>
                  </a:lnTo>
                  <a:lnTo>
                    <a:pt x="325367" y="111951"/>
                  </a:lnTo>
                  <a:lnTo>
                    <a:pt x="323574" y="106958"/>
                  </a:lnTo>
                  <a:lnTo>
                    <a:pt x="321624" y="102023"/>
                  </a:lnTo>
                  <a:lnTo>
                    <a:pt x="319518" y="97153"/>
                  </a:lnTo>
                  <a:lnTo>
                    <a:pt x="317258" y="92353"/>
                  </a:lnTo>
                  <a:lnTo>
                    <a:pt x="314847" y="87626"/>
                  </a:lnTo>
                  <a:lnTo>
                    <a:pt x="312287" y="82979"/>
                  </a:lnTo>
                  <a:lnTo>
                    <a:pt x="309581" y="78414"/>
                  </a:lnTo>
                  <a:lnTo>
                    <a:pt x="306732" y="73939"/>
                  </a:lnTo>
                  <a:lnTo>
                    <a:pt x="303742" y="69555"/>
                  </a:lnTo>
                  <a:lnTo>
                    <a:pt x="300614" y="65269"/>
                  </a:lnTo>
                  <a:lnTo>
                    <a:pt x="297352" y="61085"/>
                  </a:lnTo>
                  <a:lnTo>
                    <a:pt x="293959" y="57006"/>
                  </a:lnTo>
                  <a:lnTo>
                    <a:pt x="290438" y="53036"/>
                  </a:lnTo>
                  <a:lnTo>
                    <a:pt x="286793" y="49181"/>
                  </a:lnTo>
                  <a:lnTo>
                    <a:pt x="283027" y="45443"/>
                  </a:lnTo>
                  <a:lnTo>
                    <a:pt x="279145" y="41826"/>
                  </a:lnTo>
                  <a:lnTo>
                    <a:pt x="275150" y="38335"/>
                  </a:lnTo>
                  <a:lnTo>
                    <a:pt x="271046" y="34972"/>
                  </a:lnTo>
                  <a:lnTo>
                    <a:pt x="266837" y="31741"/>
                  </a:lnTo>
                  <a:lnTo>
                    <a:pt x="262528" y="28645"/>
                  </a:lnTo>
                  <a:lnTo>
                    <a:pt x="258123" y="25687"/>
                  </a:lnTo>
                  <a:lnTo>
                    <a:pt x="253626" y="22871"/>
                  </a:lnTo>
                  <a:lnTo>
                    <a:pt x="249042" y="20199"/>
                  </a:lnTo>
                  <a:lnTo>
                    <a:pt x="244376" y="17674"/>
                  </a:lnTo>
                  <a:lnTo>
                    <a:pt x="239631" y="15298"/>
                  </a:lnTo>
                  <a:lnTo>
                    <a:pt x="234814" y="13074"/>
                  </a:lnTo>
                  <a:lnTo>
                    <a:pt x="229929" y="11004"/>
                  </a:lnTo>
                  <a:lnTo>
                    <a:pt x="224980" y="9089"/>
                  </a:lnTo>
                  <a:lnTo>
                    <a:pt x="219973" y="7333"/>
                  </a:lnTo>
                  <a:lnTo>
                    <a:pt x="214913" y="5737"/>
                  </a:lnTo>
                  <a:lnTo>
                    <a:pt x="209805" y="4302"/>
                  </a:lnTo>
                  <a:lnTo>
                    <a:pt x="204654" y="3030"/>
                  </a:lnTo>
                  <a:lnTo>
                    <a:pt x="199465" y="1922"/>
                  </a:lnTo>
                  <a:lnTo>
                    <a:pt x="167157" y="16593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645733" y="2406772"/>
              <a:ext cx="32307" cy="167167"/>
            </a:xfrm>
            <a:custGeom>
              <a:avLst/>
              <a:pathLst>
                <a:path w="32307" h="167167">
                  <a:moveTo>
                    <a:pt x="32307" y="3151"/>
                  </a:moveTo>
                  <a:lnTo>
                    <a:pt x="25904" y="2019"/>
                  </a:lnTo>
                  <a:lnTo>
                    <a:pt x="19462" y="1136"/>
                  </a:lnTo>
                  <a:lnTo>
                    <a:pt x="12991" y="505"/>
                  </a:lnTo>
                  <a:lnTo>
                    <a:pt x="6500" y="12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22636" y="2911194"/>
              <a:ext cx="3344" cy="167167"/>
            </a:xfrm>
            <a:custGeom>
              <a:avLst/>
              <a:pathLst>
                <a:path w="3344" h="167167">
                  <a:moveTo>
                    <a:pt x="3344" y="0"/>
                  </a:moveTo>
                  <a:lnTo>
                    <a:pt x="0" y="33"/>
                  </a:lnTo>
                  <a:lnTo>
                    <a:pt x="3344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22636" y="2911228"/>
              <a:ext cx="3344" cy="167133"/>
            </a:xfrm>
            <a:custGeom>
              <a:avLst/>
              <a:pathLst>
                <a:path w="3344" h="167133">
                  <a:moveTo>
                    <a:pt x="0" y="0"/>
                  </a:moveTo>
                  <a:lnTo>
                    <a:pt x="3344" y="16713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22636" y="2911228"/>
              <a:ext cx="3344" cy="167133"/>
            </a:xfrm>
            <a:custGeom>
              <a:avLst/>
              <a:pathLst>
                <a:path w="3344" h="167133">
                  <a:moveTo>
                    <a:pt x="0" y="0"/>
                  </a:moveTo>
                  <a:lnTo>
                    <a:pt x="3344" y="16713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22636" y="2911228"/>
              <a:ext cx="3344" cy="167133"/>
            </a:xfrm>
            <a:custGeom>
              <a:avLst/>
              <a:pathLst>
                <a:path w="3344" h="167133">
                  <a:moveTo>
                    <a:pt x="0" y="0"/>
                  </a:moveTo>
                  <a:lnTo>
                    <a:pt x="3344" y="16713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22636" y="2911228"/>
              <a:ext cx="3344" cy="167133"/>
            </a:xfrm>
            <a:custGeom>
              <a:avLst/>
              <a:pathLst>
                <a:path w="3344" h="167133">
                  <a:moveTo>
                    <a:pt x="0" y="0"/>
                  </a:moveTo>
                  <a:lnTo>
                    <a:pt x="3344" y="16713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22636" y="2911228"/>
              <a:ext cx="3344" cy="167133"/>
            </a:xfrm>
            <a:custGeom>
              <a:avLst/>
              <a:pathLst>
                <a:path w="3344" h="167133">
                  <a:moveTo>
                    <a:pt x="0" y="0"/>
                  </a:moveTo>
                  <a:lnTo>
                    <a:pt x="3344" y="16713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22636" y="2911228"/>
              <a:ext cx="3344" cy="167133"/>
            </a:xfrm>
            <a:custGeom>
              <a:avLst/>
              <a:pathLst>
                <a:path w="3344" h="167133">
                  <a:moveTo>
                    <a:pt x="0" y="0"/>
                  </a:moveTo>
                  <a:lnTo>
                    <a:pt x="3344" y="16713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22636" y="2911228"/>
              <a:ext cx="3344" cy="167133"/>
            </a:xfrm>
            <a:custGeom>
              <a:avLst/>
              <a:pathLst>
                <a:path w="3344" h="167133">
                  <a:moveTo>
                    <a:pt x="0" y="0"/>
                  </a:moveTo>
                  <a:lnTo>
                    <a:pt x="3344" y="16713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22636" y="2911228"/>
              <a:ext cx="3344" cy="167133"/>
            </a:xfrm>
            <a:custGeom>
              <a:avLst/>
              <a:pathLst>
                <a:path w="3344" h="167133">
                  <a:moveTo>
                    <a:pt x="0" y="0"/>
                  </a:moveTo>
                  <a:lnTo>
                    <a:pt x="3344" y="1671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22636" y="2911228"/>
              <a:ext cx="3344" cy="167133"/>
            </a:xfrm>
            <a:custGeom>
              <a:avLst/>
              <a:pathLst>
                <a:path w="3344" h="167133">
                  <a:moveTo>
                    <a:pt x="0" y="0"/>
                  </a:moveTo>
                  <a:lnTo>
                    <a:pt x="3344" y="1671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22636" y="2911228"/>
              <a:ext cx="3344" cy="167133"/>
            </a:xfrm>
            <a:custGeom>
              <a:avLst/>
              <a:pathLst>
                <a:path w="3344" h="167133">
                  <a:moveTo>
                    <a:pt x="0" y="0"/>
                  </a:moveTo>
                  <a:lnTo>
                    <a:pt x="3344" y="1671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22636" y="2911228"/>
              <a:ext cx="3344" cy="167133"/>
            </a:xfrm>
            <a:custGeom>
              <a:avLst/>
              <a:pathLst>
                <a:path w="3344" h="167133">
                  <a:moveTo>
                    <a:pt x="0" y="0"/>
                  </a:moveTo>
                  <a:lnTo>
                    <a:pt x="3344" y="1671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22636" y="2911228"/>
              <a:ext cx="3344" cy="167133"/>
            </a:xfrm>
            <a:custGeom>
              <a:avLst/>
              <a:pathLst>
                <a:path w="3344" h="167133">
                  <a:moveTo>
                    <a:pt x="0" y="0"/>
                  </a:moveTo>
                  <a:lnTo>
                    <a:pt x="3344" y="16713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22636" y="2911228"/>
              <a:ext cx="3344" cy="167133"/>
            </a:xfrm>
            <a:custGeom>
              <a:avLst/>
              <a:pathLst>
                <a:path w="3344" h="167133">
                  <a:moveTo>
                    <a:pt x="0" y="0"/>
                  </a:moveTo>
                  <a:lnTo>
                    <a:pt x="3344" y="16713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358813" y="2911228"/>
              <a:ext cx="334334" cy="334281"/>
            </a:xfrm>
            <a:custGeom>
              <a:avLst/>
              <a:pathLst>
                <a:path w="334334" h="334281">
                  <a:moveTo>
                    <a:pt x="163822" y="0"/>
                  </a:moveTo>
                  <a:lnTo>
                    <a:pt x="158527" y="189"/>
                  </a:lnTo>
                  <a:lnTo>
                    <a:pt x="153240" y="547"/>
                  </a:lnTo>
                  <a:lnTo>
                    <a:pt x="147968" y="1072"/>
                  </a:lnTo>
                  <a:lnTo>
                    <a:pt x="142715" y="1764"/>
                  </a:lnTo>
                  <a:lnTo>
                    <a:pt x="137486" y="2622"/>
                  </a:lnTo>
                  <a:lnTo>
                    <a:pt x="132288" y="3645"/>
                  </a:lnTo>
                  <a:lnTo>
                    <a:pt x="127124" y="4833"/>
                  </a:lnTo>
                  <a:lnTo>
                    <a:pt x="122001" y="6183"/>
                  </a:lnTo>
                  <a:lnTo>
                    <a:pt x="116922" y="7695"/>
                  </a:lnTo>
                  <a:lnTo>
                    <a:pt x="111895" y="9368"/>
                  </a:lnTo>
                  <a:lnTo>
                    <a:pt x="106923" y="11199"/>
                  </a:lnTo>
                  <a:lnTo>
                    <a:pt x="102011" y="13186"/>
                  </a:lnTo>
                  <a:lnTo>
                    <a:pt x="97165" y="15328"/>
                  </a:lnTo>
                  <a:lnTo>
                    <a:pt x="92389" y="17623"/>
                  </a:lnTo>
                  <a:lnTo>
                    <a:pt x="87689" y="20068"/>
                  </a:lnTo>
                  <a:lnTo>
                    <a:pt x="83068" y="22661"/>
                  </a:lnTo>
                  <a:lnTo>
                    <a:pt x="78531" y="25399"/>
                  </a:lnTo>
                  <a:lnTo>
                    <a:pt x="74084" y="28279"/>
                  </a:lnTo>
                  <a:lnTo>
                    <a:pt x="69730" y="31298"/>
                  </a:lnTo>
                  <a:lnTo>
                    <a:pt x="65475" y="34455"/>
                  </a:lnTo>
                  <a:lnTo>
                    <a:pt x="61321" y="37744"/>
                  </a:lnTo>
                  <a:lnTo>
                    <a:pt x="57273" y="41163"/>
                  </a:lnTo>
                  <a:lnTo>
                    <a:pt x="53336" y="44709"/>
                  </a:lnTo>
                  <a:lnTo>
                    <a:pt x="49514" y="48378"/>
                  </a:lnTo>
                  <a:lnTo>
                    <a:pt x="45809" y="52167"/>
                  </a:lnTo>
                  <a:lnTo>
                    <a:pt x="42227" y="56070"/>
                  </a:lnTo>
                  <a:lnTo>
                    <a:pt x="38770" y="60086"/>
                  </a:lnTo>
                  <a:lnTo>
                    <a:pt x="35442" y="64209"/>
                  </a:lnTo>
                  <a:lnTo>
                    <a:pt x="32246" y="68435"/>
                  </a:lnTo>
                  <a:lnTo>
                    <a:pt x="29186" y="72760"/>
                  </a:lnTo>
                  <a:lnTo>
                    <a:pt x="26264" y="77180"/>
                  </a:lnTo>
                  <a:lnTo>
                    <a:pt x="23484" y="81691"/>
                  </a:lnTo>
                  <a:lnTo>
                    <a:pt x="20849" y="86287"/>
                  </a:lnTo>
                  <a:lnTo>
                    <a:pt x="18360" y="90965"/>
                  </a:lnTo>
                  <a:lnTo>
                    <a:pt x="16021" y="95719"/>
                  </a:lnTo>
                  <a:lnTo>
                    <a:pt x="13834" y="100545"/>
                  </a:lnTo>
                  <a:lnTo>
                    <a:pt x="11800" y="105438"/>
                  </a:lnTo>
                  <a:lnTo>
                    <a:pt x="9923" y="110393"/>
                  </a:lnTo>
                  <a:lnTo>
                    <a:pt x="8204" y="115405"/>
                  </a:lnTo>
                  <a:lnTo>
                    <a:pt x="6644" y="120468"/>
                  </a:lnTo>
                  <a:lnTo>
                    <a:pt x="5246" y="125579"/>
                  </a:lnTo>
                  <a:lnTo>
                    <a:pt x="4011" y="130731"/>
                  </a:lnTo>
                  <a:lnTo>
                    <a:pt x="2939" y="135920"/>
                  </a:lnTo>
                  <a:lnTo>
                    <a:pt x="2032" y="141141"/>
                  </a:lnTo>
                  <a:lnTo>
                    <a:pt x="1291" y="146387"/>
                  </a:lnTo>
                  <a:lnTo>
                    <a:pt x="717" y="151654"/>
                  </a:lnTo>
                  <a:lnTo>
                    <a:pt x="310" y="156937"/>
                  </a:lnTo>
                  <a:lnTo>
                    <a:pt x="71" y="162230"/>
                  </a:lnTo>
                  <a:lnTo>
                    <a:pt x="0" y="167528"/>
                  </a:lnTo>
                  <a:lnTo>
                    <a:pt x="96" y="172826"/>
                  </a:lnTo>
                  <a:lnTo>
                    <a:pt x="360" y="178118"/>
                  </a:lnTo>
                  <a:lnTo>
                    <a:pt x="792" y="183399"/>
                  </a:lnTo>
                  <a:lnTo>
                    <a:pt x="1391" y="188663"/>
                  </a:lnTo>
                  <a:lnTo>
                    <a:pt x="2157" y="193906"/>
                  </a:lnTo>
                  <a:lnTo>
                    <a:pt x="3088" y="199122"/>
                  </a:lnTo>
                  <a:lnTo>
                    <a:pt x="4184" y="204306"/>
                  </a:lnTo>
                  <a:lnTo>
                    <a:pt x="5444" y="209452"/>
                  </a:lnTo>
                  <a:lnTo>
                    <a:pt x="6867" y="214556"/>
                  </a:lnTo>
                  <a:lnTo>
                    <a:pt x="8450" y="219613"/>
                  </a:lnTo>
                  <a:lnTo>
                    <a:pt x="10193" y="224616"/>
                  </a:lnTo>
                  <a:lnTo>
                    <a:pt x="12094" y="229562"/>
                  </a:lnTo>
                  <a:lnTo>
                    <a:pt x="14150" y="234445"/>
                  </a:lnTo>
                  <a:lnTo>
                    <a:pt x="16360" y="239261"/>
                  </a:lnTo>
                  <a:lnTo>
                    <a:pt x="18722" y="244004"/>
                  </a:lnTo>
                  <a:lnTo>
                    <a:pt x="21232" y="248670"/>
                  </a:lnTo>
                  <a:lnTo>
                    <a:pt x="23890" y="253254"/>
                  </a:lnTo>
                  <a:lnTo>
                    <a:pt x="26691" y="257751"/>
                  </a:lnTo>
                  <a:lnTo>
                    <a:pt x="29633" y="262157"/>
                  </a:lnTo>
                  <a:lnTo>
                    <a:pt x="32714" y="266468"/>
                  </a:lnTo>
                  <a:lnTo>
                    <a:pt x="35929" y="270680"/>
                  </a:lnTo>
                  <a:lnTo>
                    <a:pt x="39277" y="274787"/>
                  </a:lnTo>
                  <a:lnTo>
                    <a:pt x="42753" y="278786"/>
                  </a:lnTo>
                  <a:lnTo>
                    <a:pt x="46354" y="282672"/>
                  </a:lnTo>
                  <a:lnTo>
                    <a:pt x="50076" y="286443"/>
                  </a:lnTo>
                  <a:lnTo>
                    <a:pt x="53916" y="290094"/>
                  </a:lnTo>
                  <a:lnTo>
                    <a:pt x="57870" y="293621"/>
                  </a:lnTo>
                  <a:lnTo>
                    <a:pt x="61933" y="297022"/>
                  </a:lnTo>
                  <a:lnTo>
                    <a:pt x="66102" y="300291"/>
                  </a:lnTo>
                  <a:lnTo>
                    <a:pt x="70373" y="303427"/>
                  </a:lnTo>
                  <a:lnTo>
                    <a:pt x="74741" y="306426"/>
                  </a:lnTo>
                  <a:lnTo>
                    <a:pt x="79202" y="309286"/>
                  </a:lnTo>
                  <a:lnTo>
                    <a:pt x="83751" y="312002"/>
                  </a:lnTo>
                  <a:lnTo>
                    <a:pt x="88384" y="314573"/>
                  </a:lnTo>
                  <a:lnTo>
                    <a:pt x="93096" y="316995"/>
                  </a:lnTo>
                  <a:lnTo>
                    <a:pt x="97883" y="319267"/>
                  </a:lnTo>
                  <a:lnTo>
                    <a:pt x="102739" y="321387"/>
                  </a:lnTo>
                  <a:lnTo>
                    <a:pt x="107660" y="323351"/>
                  </a:lnTo>
                  <a:lnTo>
                    <a:pt x="112641" y="325158"/>
                  </a:lnTo>
                  <a:lnTo>
                    <a:pt x="117676" y="326807"/>
                  </a:lnTo>
                  <a:lnTo>
                    <a:pt x="122761" y="328295"/>
                  </a:lnTo>
                  <a:lnTo>
                    <a:pt x="127891" y="329622"/>
                  </a:lnTo>
                  <a:lnTo>
                    <a:pt x="133060" y="330785"/>
                  </a:lnTo>
                  <a:lnTo>
                    <a:pt x="138264" y="331783"/>
                  </a:lnTo>
                  <a:lnTo>
                    <a:pt x="143496" y="332617"/>
                  </a:lnTo>
                  <a:lnTo>
                    <a:pt x="148753" y="333284"/>
                  </a:lnTo>
                  <a:lnTo>
                    <a:pt x="154028" y="333784"/>
                  </a:lnTo>
                  <a:lnTo>
                    <a:pt x="159316" y="334116"/>
                  </a:lnTo>
                  <a:lnTo>
                    <a:pt x="164611" y="334281"/>
                  </a:lnTo>
                  <a:lnTo>
                    <a:pt x="169910" y="334278"/>
                  </a:lnTo>
                  <a:lnTo>
                    <a:pt x="175206" y="334108"/>
                  </a:lnTo>
                  <a:lnTo>
                    <a:pt x="180493" y="333769"/>
                  </a:lnTo>
                  <a:lnTo>
                    <a:pt x="185768" y="333263"/>
                  </a:lnTo>
                  <a:lnTo>
                    <a:pt x="191023" y="332590"/>
                  </a:lnTo>
                  <a:lnTo>
                    <a:pt x="196255" y="331751"/>
                  </a:lnTo>
                  <a:lnTo>
                    <a:pt x="201457" y="330746"/>
                  </a:lnTo>
                  <a:lnTo>
                    <a:pt x="206625" y="329577"/>
                  </a:lnTo>
                  <a:lnTo>
                    <a:pt x="211753" y="328245"/>
                  </a:lnTo>
                  <a:lnTo>
                    <a:pt x="216837" y="326751"/>
                  </a:lnTo>
                  <a:lnTo>
                    <a:pt x="221870" y="325097"/>
                  </a:lnTo>
                  <a:lnTo>
                    <a:pt x="226849" y="323284"/>
                  </a:lnTo>
                  <a:lnTo>
                    <a:pt x="231768" y="321314"/>
                  </a:lnTo>
                  <a:lnTo>
                    <a:pt x="236621" y="319189"/>
                  </a:lnTo>
                  <a:lnTo>
                    <a:pt x="241405" y="316912"/>
                  </a:lnTo>
                  <a:lnTo>
                    <a:pt x="246115" y="314484"/>
                  </a:lnTo>
                  <a:lnTo>
                    <a:pt x="250745" y="311908"/>
                  </a:lnTo>
                  <a:lnTo>
                    <a:pt x="255291" y="309186"/>
                  </a:lnTo>
                  <a:lnTo>
                    <a:pt x="259749" y="306322"/>
                  </a:lnTo>
                  <a:lnTo>
                    <a:pt x="264113" y="303318"/>
                  </a:lnTo>
                  <a:lnTo>
                    <a:pt x="268381" y="300177"/>
                  </a:lnTo>
                  <a:lnTo>
                    <a:pt x="272546" y="296903"/>
                  </a:lnTo>
                  <a:lnTo>
                    <a:pt x="276606" y="293498"/>
                  </a:lnTo>
                  <a:lnTo>
                    <a:pt x="280556" y="289966"/>
                  </a:lnTo>
                  <a:lnTo>
                    <a:pt x="284391" y="286311"/>
                  </a:lnTo>
                  <a:lnTo>
                    <a:pt x="288109" y="282536"/>
                  </a:lnTo>
                  <a:lnTo>
                    <a:pt x="291706" y="278645"/>
                  </a:lnTo>
                  <a:lnTo>
                    <a:pt x="295177" y="274642"/>
                  </a:lnTo>
                  <a:lnTo>
                    <a:pt x="298520" y="270532"/>
                  </a:lnTo>
                  <a:lnTo>
                    <a:pt x="301731" y="266317"/>
                  </a:lnTo>
                  <a:lnTo>
                    <a:pt x="304807" y="262002"/>
                  </a:lnTo>
                  <a:lnTo>
                    <a:pt x="307744" y="257593"/>
                  </a:lnTo>
                  <a:lnTo>
                    <a:pt x="310540" y="253092"/>
                  </a:lnTo>
                  <a:lnTo>
                    <a:pt x="313193" y="248505"/>
                  </a:lnTo>
                  <a:lnTo>
                    <a:pt x="315698" y="243836"/>
                  </a:lnTo>
                  <a:lnTo>
                    <a:pt x="318054" y="239091"/>
                  </a:lnTo>
                  <a:lnTo>
                    <a:pt x="320259" y="234273"/>
                  </a:lnTo>
                  <a:lnTo>
                    <a:pt x="322310" y="229387"/>
                  </a:lnTo>
                  <a:lnTo>
                    <a:pt x="324205" y="224439"/>
                  </a:lnTo>
                  <a:lnTo>
                    <a:pt x="325942" y="219434"/>
                  </a:lnTo>
                  <a:lnTo>
                    <a:pt x="327520" y="214376"/>
                  </a:lnTo>
                  <a:lnTo>
                    <a:pt x="328936" y="209270"/>
                  </a:lnTo>
                  <a:lnTo>
                    <a:pt x="330190" y="204122"/>
                  </a:lnTo>
                  <a:lnTo>
                    <a:pt x="331281" y="198937"/>
                  </a:lnTo>
                  <a:lnTo>
                    <a:pt x="332206" y="193720"/>
                  </a:lnTo>
                  <a:lnTo>
                    <a:pt x="332966" y="188476"/>
                  </a:lnTo>
                  <a:lnTo>
                    <a:pt x="333559" y="183211"/>
                  </a:lnTo>
                  <a:lnTo>
                    <a:pt x="333985" y="177930"/>
                  </a:lnTo>
                  <a:lnTo>
                    <a:pt x="334243" y="172638"/>
                  </a:lnTo>
                  <a:lnTo>
                    <a:pt x="334334" y="167340"/>
                  </a:lnTo>
                  <a:lnTo>
                    <a:pt x="334256" y="162042"/>
                  </a:lnTo>
                  <a:lnTo>
                    <a:pt x="334011" y="156749"/>
                  </a:lnTo>
                  <a:lnTo>
                    <a:pt x="333598" y="151467"/>
                  </a:lnTo>
                  <a:lnTo>
                    <a:pt x="333018" y="146200"/>
                  </a:lnTo>
                  <a:lnTo>
                    <a:pt x="332271" y="140955"/>
                  </a:lnTo>
                  <a:lnTo>
                    <a:pt x="331359" y="135735"/>
                  </a:lnTo>
                  <a:lnTo>
                    <a:pt x="330281" y="130548"/>
                  </a:lnTo>
                  <a:lnTo>
                    <a:pt x="329040" y="125397"/>
                  </a:lnTo>
                  <a:lnTo>
                    <a:pt x="327636" y="120287"/>
                  </a:lnTo>
                  <a:lnTo>
                    <a:pt x="326071" y="115225"/>
                  </a:lnTo>
                  <a:lnTo>
                    <a:pt x="324346" y="110216"/>
                  </a:lnTo>
                  <a:lnTo>
                    <a:pt x="322463" y="105263"/>
                  </a:lnTo>
                  <a:lnTo>
                    <a:pt x="320424" y="100372"/>
                  </a:lnTo>
                  <a:lnTo>
                    <a:pt x="318231" y="95549"/>
                  </a:lnTo>
                  <a:lnTo>
                    <a:pt x="315887" y="90797"/>
                  </a:lnTo>
                  <a:lnTo>
                    <a:pt x="313393" y="86123"/>
                  </a:lnTo>
                  <a:lnTo>
                    <a:pt x="310752" y="81529"/>
                  </a:lnTo>
                  <a:lnTo>
                    <a:pt x="307967" y="77022"/>
                  </a:lnTo>
                  <a:lnTo>
                    <a:pt x="305041" y="72605"/>
                  </a:lnTo>
                  <a:lnTo>
                    <a:pt x="301976" y="68283"/>
                  </a:lnTo>
                  <a:lnTo>
                    <a:pt x="298775" y="64060"/>
                  </a:lnTo>
                  <a:lnTo>
                    <a:pt x="295442" y="59941"/>
                  </a:lnTo>
                  <a:lnTo>
                    <a:pt x="291981" y="55930"/>
                  </a:lnTo>
                  <a:lnTo>
                    <a:pt x="288394" y="52030"/>
                  </a:lnTo>
                  <a:lnTo>
                    <a:pt x="284685" y="48246"/>
                  </a:lnTo>
                  <a:lnTo>
                    <a:pt x="280858" y="44581"/>
                  </a:lnTo>
                  <a:lnTo>
                    <a:pt x="276917" y="41040"/>
                  </a:lnTo>
                  <a:lnTo>
                    <a:pt x="272866" y="37625"/>
                  </a:lnTo>
                  <a:lnTo>
                    <a:pt x="268709" y="34340"/>
                  </a:lnTo>
                  <a:lnTo>
                    <a:pt x="264449" y="31189"/>
                  </a:lnTo>
                  <a:lnTo>
                    <a:pt x="260092" y="28174"/>
                  </a:lnTo>
                  <a:lnTo>
                    <a:pt x="255642" y="25299"/>
                  </a:lnTo>
                  <a:lnTo>
                    <a:pt x="251102" y="22566"/>
                  </a:lnTo>
                  <a:lnTo>
                    <a:pt x="246479" y="19979"/>
                  </a:lnTo>
                  <a:lnTo>
                    <a:pt x="241775" y="17539"/>
                  </a:lnTo>
                  <a:lnTo>
                    <a:pt x="167166" y="16713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25980" y="2911194"/>
              <a:ext cx="74608" cy="167167"/>
            </a:xfrm>
            <a:custGeom>
              <a:avLst/>
              <a:pathLst>
                <a:path w="74608" h="167167">
                  <a:moveTo>
                    <a:pt x="74608" y="17572"/>
                  </a:moveTo>
                  <a:lnTo>
                    <a:pt x="69238" y="15013"/>
                  </a:lnTo>
                  <a:lnTo>
                    <a:pt x="63781" y="12645"/>
                  </a:lnTo>
                  <a:lnTo>
                    <a:pt x="58243" y="10474"/>
                  </a:lnTo>
                  <a:lnTo>
                    <a:pt x="52630" y="8501"/>
                  </a:lnTo>
                  <a:lnTo>
                    <a:pt x="46952" y="6729"/>
                  </a:lnTo>
                  <a:lnTo>
                    <a:pt x="41214" y="5160"/>
                  </a:lnTo>
                  <a:lnTo>
                    <a:pt x="35423" y="3796"/>
                  </a:lnTo>
                  <a:lnTo>
                    <a:pt x="29588" y="2639"/>
                  </a:lnTo>
                  <a:lnTo>
                    <a:pt x="23716" y="1690"/>
                  </a:lnTo>
                  <a:lnTo>
                    <a:pt x="17813" y="951"/>
                  </a:lnTo>
                  <a:lnTo>
                    <a:pt x="11888" y="423"/>
                  </a:lnTo>
                  <a:lnTo>
                    <a:pt x="5947" y="10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09484" y="3429590"/>
              <a:ext cx="16496" cy="167167"/>
            </a:xfrm>
            <a:custGeom>
              <a:avLst/>
              <a:pathLst>
                <a:path w="16496" h="167167">
                  <a:moveTo>
                    <a:pt x="16496" y="0"/>
                  </a:moveTo>
                  <a:lnTo>
                    <a:pt x="8237" y="204"/>
                  </a:lnTo>
                  <a:lnTo>
                    <a:pt x="0" y="815"/>
                  </a:lnTo>
                  <a:lnTo>
                    <a:pt x="16496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509484" y="3430406"/>
              <a:ext cx="16496" cy="166351"/>
            </a:xfrm>
            <a:custGeom>
              <a:avLst/>
              <a:pathLst>
                <a:path w="16496" h="166351">
                  <a:moveTo>
                    <a:pt x="0" y="0"/>
                  </a:moveTo>
                  <a:lnTo>
                    <a:pt x="16496" y="16635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09484" y="3430406"/>
              <a:ext cx="16496" cy="166351"/>
            </a:xfrm>
            <a:custGeom>
              <a:avLst/>
              <a:pathLst>
                <a:path w="16496" h="166351">
                  <a:moveTo>
                    <a:pt x="0" y="0"/>
                  </a:moveTo>
                  <a:lnTo>
                    <a:pt x="16496" y="16635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509484" y="3430406"/>
              <a:ext cx="16496" cy="166351"/>
            </a:xfrm>
            <a:custGeom>
              <a:avLst/>
              <a:pathLst>
                <a:path w="16496" h="166351">
                  <a:moveTo>
                    <a:pt x="0" y="0"/>
                  </a:moveTo>
                  <a:lnTo>
                    <a:pt x="16496" y="16635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509484" y="3430406"/>
              <a:ext cx="16496" cy="166351"/>
            </a:xfrm>
            <a:custGeom>
              <a:avLst/>
              <a:pathLst>
                <a:path w="16496" h="166351">
                  <a:moveTo>
                    <a:pt x="0" y="0"/>
                  </a:moveTo>
                  <a:lnTo>
                    <a:pt x="16496" y="16635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509484" y="3430406"/>
              <a:ext cx="16496" cy="166351"/>
            </a:xfrm>
            <a:custGeom>
              <a:avLst/>
              <a:pathLst>
                <a:path w="16496" h="166351">
                  <a:moveTo>
                    <a:pt x="0" y="0"/>
                  </a:moveTo>
                  <a:lnTo>
                    <a:pt x="16496" y="16635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509484" y="3430406"/>
              <a:ext cx="16496" cy="166351"/>
            </a:xfrm>
            <a:custGeom>
              <a:avLst/>
              <a:pathLst>
                <a:path w="16496" h="166351">
                  <a:moveTo>
                    <a:pt x="0" y="0"/>
                  </a:moveTo>
                  <a:lnTo>
                    <a:pt x="16496" y="16635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509484" y="3430406"/>
              <a:ext cx="16496" cy="166351"/>
            </a:xfrm>
            <a:custGeom>
              <a:avLst/>
              <a:pathLst>
                <a:path w="16496" h="166351">
                  <a:moveTo>
                    <a:pt x="0" y="0"/>
                  </a:moveTo>
                  <a:lnTo>
                    <a:pt x="16496" y="1663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509484" y="3430406"/>
              <a:ext cx="16496" cy="166351"/>
            </a:xfrm>
            <a:custGeom>
              <a:avLst/>
              <a:pathLst>
                <a:path w="16496" h="166351">
                  <a:moveTo>
                    <a:pt x="0" y="0"/>
                  </a:moveTo>
                  <a:lnTo>
                    <a:pt x="16496" y="1663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509484" y="3430406"/>
              <a:ext cx="16496" cy="166351"/>
            </a:xfrm>
            <a:custGeom>
              <a:avLst/>
              <a:pathLst>
                <a:path w="16496" h="166351">
                  <a:moveTo>
                    <a:pt x="0" y="0"/>
                  </a:moveTo>
                  <a:lnTo>
                    <a:pt x="16496" y="1663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509484" y="3430406"/>
              <a:ext cx="16496" cy="166351"/>
            </a:xfrm>
            <a:custGeom>
              <a:avLst/>
              <a:pathLst>
                <a:path w="16496" h="166351">
                  <a:moveTo>
                    <a:pt x="0" y="0"/>
                  </a:moveTo>
                  <a:lnTo>
                    <a:pt x="16496" y="1663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509484" y="3430406"/>
              <a:ext cx="16496" cy="166351"/>
            </a:xfrm>
            <a:custGeom>
              <a:avLst/>
              <a:pathLst>
                <a:path w="16496" h="166351">
                  <a:moveTo>
                    <a:pt x="0" y="0"/>
                  </a:moveTo>
                  <a:lnTo>
                    <a:pt x="16496" y="16635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509484" y="3430406"/>
              <a:ext cx="16496" cy="166351"/>
            </a:xfrm>
            <a:custGeom>
              <a:avLst/>
              <a:pathLst>
                <a:path w="16496" h="166351">
                  <a:moveTo>
                    <a:pt x="0" y="0"/>
                  </a:moveTo>
                  <a:lnTo>
                    <a:pt x="16496" y="16635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358833" y="3430406"/>
              <a:ext cx="334310" cy="333517"/>
            </a:xfrm>
            <a:custGeom>
              <a:avLst/>
              <a:pathLst>
                <a:path w="334310" h="333517">
                  <a:moveTo>
                    <a:pt x="150651" y="0"/>
                  </a:moveTo>
                  <a:lnTo>
                    <a:pt x="145395" y="605"/>
                  </a:lnTo>
                  <a:lnTo>
                    <a:pt x="140161" y="1376"/>
                  </a:lnTo>
                  <a:lnTo>
                    <a:pt x="134954" y="2313"/>
                  </a:lnTo>
                  <a:lnTo>
                    <a:pt x="129779" y="3414"/>
                  </a:lnTo>
                  <a:lnTo>
                    <a:pt x="124642" y="4678"/>
                  </a:lnTo>
                  <a:lnTo>
                    <a:pt x="119547" y="6104"/>
                  </a:lnTo>
                  <a:lnTo>
                    <a:pt x="114500" y="7690"/>
                  </a:lnTo>
                  <a:lnTo>
                    <a:pt x="109505" y="9436"/>
                  </a:lnTo>
                  <a:lnTo>
                    <a:pt x="104569" y="11338"/>
                  </a:lnTo>
                  <a:lnTo>
                    <a:pt x="99695" y="13396"/>
                  </a:lnTo>
                  <a:lnTo>
                    <a:pt x="94888" y="15607"/>
                  </a:lnTo>
                  <a:lnTo>
                    <a:pt x="90154" y="17969"/>
                  </a:lnTo>
                  <a:lnTo>
                    <a:pt x="85497" y="20480"/>
                  </a:lnTo>
                  <a:lnTo>
                    <a:pt x="80922" y="23137"/>
                  </a:lnTo>
                  <a:lnTo>
                    <a:pt x="76433" y="25937"/>
                  </a:lnTo>
                  <a:lnTo>
                    <a:pt x="72036" y="28878"/>
                  </a:lnTo>
                  <a:lnTo>
                    <a:pt x="67733" y="31957"/>
                  </a:lnTo>
                  <a:lnTo>
                    <a:pt x="63530" y="35170"/>
                  </a:lnTo>
                  <a:lnTo>
                    <a:pt x="59431" y="38514"/>
                  </a:lnTo>
                  <a:lnTo>
                    <a:pt x="55439" y="41987"/>
                  </a:lnTo>
                  <a:lnTo>
                    <a:pt x="51560" y="45584"/>
                  </a:lnTo>
                  <a:lnTo>
                    <a:pt x="47796" y="49302"/>
                  </a:lnTo>
                  <a:lnTo>
                    <a:pt x="44152" y="53138"/>
                  </a:lnTo>
                  <a:lnTo>
                    <a:pt x="40631" y="57087"/>
                  </a:lnTo>
                  <a:lnTo>
                    <a:pt x="37237" y="61145"/>
                  </a:lnTo>
                  <a:lnTo>
                    <a:pt x="33973" y="65308"/>
                  </a:lnTo>
                  <a:lnTo>
                    <a:pt x="30842" y="69573"/>
                  </a:lnTo>
                  <a:lnTo>
                    <a:pt x="27848" y="73935"/>
                  </a:lnTo>
                  <a:lnTo>
                    <a:pt x="24993" y="78389"/>
                  </a:lnTo>
                  <a:lnTo>
                    <a:pt x="22281" y="82932"/>
                  </a:lnTo>
                  <a:lnTo>
                    <a:pt x="19713" y="87558"/>
                  </a:lnTo>
                  <a:lnTo>
                    <a:pt x="17294" y="92263"/>
                  </a:lnTo>
                  <a:lnTo>
                    <a:pt x="15024" y="97042"/>
                  </a:lnTo>
                  <a:lnTo>
                    <a:pt x="12907" y="101890"/>
                  </a:lnTo>
                  <a:lnTo>
                    <a:pt x="10945" y="106803"/>
                  </a:lnTo>
                  <a:lnTo>
                    <a:pt x="9139" y="111776"/>
                  </a:lnTo>
                  <a:lnTo>
                    <a:pt x="7491" y="116804"/>
                  </a:lnTo>
                  <a:lnTo>
                    <a:pt x="6003" y="121881"/>
                  </a:lnTo>
                  <a:lnTo>
                    <a:pt x="4676" y="127002"/>
                  </a:lnTo>
                  <a:lnTo>
                    <a:pt x="3512" y="132163"/>
                  </a:lnTo>
                  <a:lnTo>
                    <a:pt x="2513" y="137358"/>
                  </a:lnTo>
                  <a:lnTo>
                    <a:pt x="1678" y="142583"/>
                  </a:lnTo>
                  <a:lnTo>
                    <a:pt x="1008" y="147831"/>
                  </a:lnTo>
                  <a:lnTo>
                    <a:pt x="505" y="153097"/>
                  </a:lnTo>
                  <a:lnTo>
                    <a:pt x="169" y="158377"/>
                  </a:lnTo>
                  <a:lnTo>
                    <a:pt x="1" y="163665"/>
                  </a:lnTo>
                  <a:lnTo>
                    <a:pt x="0" y="168956"/>
                  </a:lnTo>
                  <a:lnTo>
                    <a:pt x="166" y="174244"/>
                  </a:lnTo>
                  <a:lnTo>
                    <a:pt x="499" y="179524"/>
                  </a:lnTo>
                  <a:lnTo>
                    <a:pt x="999" y="184791"/>
                  </a:lnTo>
                  <a:lnTo>
                    <a:pt x="1666" y="190039"/>
                  </a:lnTo>
                  <a:lnTo>
                    <a:pt x="2499" y="195264"/>
                  </a:lnTo>
                  <a:lnTo>
                    <a:pt x="3496" y="200460"/>
                  </a:lnTo>
                  <a:lnTo>
                    <a:pt x="4657" y="205621"/>
                  </a:lnTo>
                  <a:lnTo>
                    <a:pt x="5981" y="210743"/>
                  </a:lnTo>
                  <a:lnTo>
                    <a:pt x="7467" y="215821"/>
                  </a:lnTo>
                  <a:lnTo>
                    <a:pt x="9112" y="220849"/>
                  </a:lnTo>
                  <a:lnTo>
                    <a:pt x="10916" y="225823"/>
                  </a:lnTo>
                  <a:lnTo>
                    <a:pt x="12876" y="230737"/>
                  </a:lnTo>
                  <a:lnTo>
                    <a:pt x="14991" y="235587"/>
                  </a:lnTo>
                  <a:lnTo>
                    <a:pt x="17258" y="240367"/>
                  </a:lnTo>
                  <a:lnTo>
                    <a:pt x="19675" y="245073"/>
                  </a:lnTo>
                  <a:lnTo>
                    <a:pt x="22240" y="249700"/>
                  </a:lnTo>
                  <a:lnTo>
                    <a:pt x="24950" y="254244"/>
                  </a:lnTo>
                  <a:lnTo>
                    <a:pt x="27803" y="258700"/>
                  </a:lnTo>
                  <a:lnTo>
                    <a:pt x="30795" y="263063"/>
                  </a:lnTo>
                  <a:lnTo>
                    <a:pt x="33924" y="267329"/>
                  </a:lnTo>
                  <a:lnTo>
                    <a:pt x="37186" y="271494"/>
                  </a:lnTo>
                  <a:lnTo>
                    <a:pt x="40578" y="275554"/>
                  </a:lnTo>
                  <a:lnTo>
                    <a:pt x="44097" y="279505"/>
                  </a:lnTo>
                  <a:lnTo>
                    <a:pt x="47739" y="283342"/>
                  </a:lnTo>
                  <a:lnTo>
                    <a:pt x="51501" y="287062"/>
                  </a:lnTo>
                  <a:lnTo>
                    <a:pt x="55379" y="290661"/>
                  </a:lnTo>
                  <a:lnTo>
                    <a:pt x="59369" y="294136"/>
                  </a:lnTo>
                  <a:lnTo>
                    <a:pt x="63466" y="297482"/>
                  </a:lnTo>
                  <a:lnTo>
                    <a:pt x="67668" y="300697"/>
                  </a:lnTo>
                  <a:lnTo>
                    <a:pt x="71969" y="303778"/>
                  </a:lnTo>
                  <a:lnTo>
                    <a:pt x="76365" y="306721"/>
                  </a:lnTo>
                  <a:lnTo>
                    <a:pt x="80853" y="309523"/>
                  </a:lnTo>
                  <a:lnTo>
                    <a:pt x="85427" y="312182"/>
                  </a:lnTo>
                  <a:lnTo>
                    <a:pt x="90082" y="314695"/>
                  </a:lnTo>
                  <a:lnTo>
                    <a:pt x="94815" y="317060"/>
                  </a:lnTo>
                  <a:lnTo>
                    <a:pt x="99621" y="319273"/>
                  </a:lnTo>
                  <a:lnTo>
                    <a:pt x="104494" y="321333"/>
                  </a:lnTo>
                  <a:lnTo>
                    <a:pt x="109429" y="323238"/>
                  </a:lnTo>
                  <a:lnTo>
                    <a:pt x="114423" y="324986"/>
                  </a:lnTo>
                  <a:lnTo>
                    <a:pt x="119469" y="326575"/>
                  </a:lnTo>
                  <a:lnTo>
                    <a:pt x="124563" y="328004"/>
                  </a:lnTo>
                  <a:lnTo>
                    <a:pt x="129700" y="329270"/>
                  </a:lnTo>
                  <a:lnTo>
                    <a:pt x="134874" y="330374"/>
                  </a:lnTo>
                  <a:lnTo>
                    <a:pt x="140081" y="331313"/>
                  </a:lnTo>
                  <a:lnTo>
                    <a:pt x="145314" y="332087"/>
                  </a:lnTo>
                  <a:lnTo>
                    <a:pt x="150570" y="332695"/>
                  </a:lnTo>
                  <a:lnTo>
                    <a:pt x="155842" y="333136"/>
                  </a:lnTo>
                  <a:lnTo>
                    <a:pt x="161126" y="333410"/>
                  </a:lnTo>
                  <a:lnTo>
                    <a:pt x="166415" y="333517"/>
                  </a:lnTo>
                  <a:lnTo>
                    <a:pt x="171705" y="333456"/>
                  </a:lnTo>
                  <a:lnTo>
                    <a:pt x="176991" y="333228"/>
                  </a:lnTo>
                  <a:lnTo>
                    <a:pt x="182267" y="332833"/>
                  </a:lnTo>
                  <a:lnTo>
                    <a:pt x="187528" y="332271"/>
                  </a:lnTo>
                  <a:lnTo>
                    <a:pt x="192768" y="331543"/>
                  </a:lnTo>
                  <a:lnTo>
                    <a:pt x="197982" y="330650"/>
                  </a:lnTo>
                  <a:lnTo>
                    <a:pt x="203166" y="329592"/>
                  </a:lnTo>
                  <a:lnTo>
                    <a:pt x="208314" y="328370"/>
                  </a:lnTo>
                  <a:lnTo>
                    <a:pt x="213420" y="326986"/>
                  </a:lnTo>
                  <a:lnTo>
                    <a:pt x="218480" y="325442"/>
                  </a:lnTo>
                  <a:lnTo>
                    <a:pt x="223489" y="323738"/>
                  </a:lnTo>
                  <a:lnTo>
                    <a:pt x="228441" y="321876"/>
                  </a:lnTo>
                  <a:lnTo>
                    <a:pt x="233332" y="319858"/>
                  </a:lnTo>
                  <a:lnTo>
                    <a:pt x="238156" y="317687"/>
                  </a:lnTo>
                  <a:lnTo>
                    <a:pt x="242910" y="315364"/>
                  </a:lnTo>
                  <a:lnTo>
                    <a:pt x="247587" y="312892"/>
                  </a:lnTo>
                  <a:lnTo>
                    <a:pt x="252184" y="310273"/>
                  </a:lnTo>
                  <a:lnTo>
                    <a:pt x="256696" y="307510"/>
                  </a:lnTo>
                  <a:lnTo>
                    <a:pt x="261118" y="304606"/>
                  </a:lnTo>
                  <a:lnTo>
                    <a:pt x="265446" y="301563"/>
                  </a:lnTo>
                  <a:lnTo>
                    <a:pt x="269675" y="298384"/>
                  </a:lnTo>
                  <a:lnTo>
                    <a:pt x="273802" y="295074"/>
                  </a:lnTo>
                  <a:lnTo>
                    <a:pt x="277822" y="291634"/>
                  </a:lnTo>
                  <a:lnTo>
                    <a:pt x="281731" y="288069"/>
                  </a:lnTo>
                  <a:lnTo>
                    <a:pt x="285525" y="284382"/>
                  </a:lnTo>
                  <a:lnTo>
                    <a:pt x="289201" y="280577"/>
                  </a:lnTo>
                  <a:lnTo>
                    <a:pt x="292755" y="276658"/>
                  </a:lnTo>
                  <a:lnTo>
                    <a:pt x="296182" y="272628"/>
                  </a:lnTo>
                  <a:lnTo>
                    <a:pt x="299481" y="268491"/>
                  </a:lnTo>
                  <a:lnTo>
                    <a:pt x="302647" y="264252"/>
                  </a:lnTo>
                  <a:lnTo>
                    <a:pt x="305677" y="259916"/>
                  </a:lnTo>
                  <a:lnTo>
                    <a:pt x="308568" y="255485"/>
                  </a:lnTo>
                  <a:lnTo>
                    <a:pt x="311318" y="250965"/>
                  </a:lnTo>
                  <a:lnTo>
                    <a:pt x="313923" y="246360"/>
                  </a:lnTo>
                  <a:lnTo>
                    <a:pt x="316382" y="241676"/>
                  </a:lnTo>
                  <a:lnTo>
                    <a:pt x="318691" y="236916"/>
                  </a:lnTo>
                  <a:lnTo>
                    <a:pt x="320848" y="232085"/>
                  </a:lnTo>
                  <a:lnTo>
                    <a:pt x="322851" y="227188"/>
                  </a:lnTo>
                  <a:lnTo>
                    <a:pt x="324698" y="222230"/>
                  </a:lnTo>
                  <a:lnTo>
                    <a:pt x="326387" y="217217"/>
                  </a:lnTo>
                  <a:lnTo>
                    <a:pt x="327917" y="212152"/>
                  </a:lnTo>
                  <a:lnTo>
                    <a:pt x="329286" y="207042"/>
                  </a:lnTo>
                  <a:lnTo>
                    <a:pt x="330493" y="201890"/>
                  </a:lnTo>
                  <a:lnTo>
                    <a:pt x="331535" y="196704"/>
                  </a:lnTo>
                  <a:lnTo>
                    <a:pt x="332414" y="191486"/>
                  </a:lnTo>
                  <a:lnTo>
                    <a:pt x="333126" y="186244"/>
                  </a:lnTo>
                  <a:lnTo>
                    <a:pt x="333673" y="180982"/>
                  </a:lnTo>
                  <a:lnTo>
                    <a:pt x="334052" y="175705"/>
                  </a:lnTo>
                  <a:lnTo>
                    <a:pt x="334265" y="170419"/>
                  </a:lnTo>
                  <a:lnTo>
                    <a:pt x="334310" y="165128"/>
                  </a:lnTo>
                  <a:lnTo>
                    <a:pt x="334187" y="159839"/>
                  </a:lnTo>
                  <a:lnTo>
                    <a:pt x="333897" y="154556"/>
                  </a:lnTo>
                  <a:lnTo>
                    <a:pt x="333441" y="149286"/>
                  </a:lnTo>
                  <a:lnTo>
                    <a:pt x="332817" y="144032"/>
                  </a:lnTo>
                  <a:lnTo>
                    <a:pt x="332028" y="138800"/>
                  </a:lnTo>
                  <a:lnTo>
                    <a:pt x="331074" y="133597"/>
                  </a:lnTo>
                  <a:lnTo>
                    <a:pt x="329955" y="128426"/>
                  </a:lnTo>
                  <a:lnTo>
                    <a:pt x="328674" y="123293"/>
                  </a:lnTo>
                  <a:lnTo>
                    <a:pt x="327230" y="118203"/>
                  </a:lnTo>
                  <a:lnTo>
                    <a:pt x="325626" y="113161"/>
                  </a:lnTo>
                  <a:lnTo>
                    <a:pt x="323864" y="108173"/>
                  </a:lnTo>
                  <a:lnTo>
                    <a:pt x="321944" y="103243"/>
                  </a:lnTo>
                  <a:lnTo>
                    <a:pt x="319870" y="98376"/>
                  </a:lnTo>
                  <a:lnTo>
                    <a:pt x="317642" y="93577"/>
                  </a:lnTo>
                  <a:lnTo>
                    <a:pt x="315264" y="88851"/>
                  </a:lnTo>
                  <a:lnTo>
                    <a:pt x="312737" y="84203"/>
                  </a:lnTo>
                  <a:lnTo>
                    <a:pt x="310065" y="79637"/>
                  </a:lnTo>
                  <a:lnTo>
                    <a:pt x="307249" y="75158"/>
                  </a:lnTo>
                  <a:lnTo>
                    <a:pt x="304293" y="70770"/>
                  </a:lnTo>
                  <a:lnTo>
                    <a:pt x="301200" y="66478"/>
                  </a:lnTo>
                  <a:lnTo>
                    <a:pt x="297972" y="62286"/>
                  </a:lnTo>
                  <a:lnTo>
                    <a:pt x="294614" y="58198"/>
                  </a:lnTo>
                  <a:lnTo>
                    <a:pt x="291127" y="54219"/>
                  </a:lnTo>
                  <a:lnTo>
                    <a:pt x="287517" y="50351"/>
                  </a:lnTo>
                  <a:lnTo>
                    <a:pt x="283786" y="46600"/>
                  </a:lnTo>
                  <a:lnTo>
                    <a:pt x="279938" y="42969"/>
                  </a:lnTo>
                  <a:lnTo>
                    <a:pt x="167147" y="16635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525980" y="3429590"/>
              <a:ext cx="112791" cy="167167"/>
            </a:xfrm>
            <a:custGeom>
              <a:avLst/>
              <a:pathLst>
                <a:path w="112791" h="167167">
                  <a:moveTo>
                    <a:pt x="112791" y="43785"/>
                  </a:moveTo>
                  <a:lnTo>
                    <a:pt x="108574" y="40059"/>
                  </a:lnTo>
                  <a:lnTo>
                    <a:pt x="104235" y="36477"/>
                  </a:lnTo>
                  <a:lnTo>
                    <a:pt x="99777" y="33043"/>
                  </a:lnTo>
                  <a:lnTo>
                    <a:pt x="95207" y="29760"/>
                  </a:lnTo>
                  <a:lnTo>
                    <a:pt x="90528" y="26634"/>
                  </a:lnTo>
                  <a:lnTo>
                    <a:pt x="85747" y="23667"/>
                  </a:lnTo>
                  <a:lnTo>
                    <a:pt x="80868" y="20862"/>
                  </a:lnTo>
                  <a:lnTo>
                    <a:pt x="75898" y="18223"/>
                  </a:lnTo>
                  <a:lnTo>
                    <a:pt x="70843" y="15753"/>
                  </a:lnTo>
                  <a:lnTo>
                    <a:pt x="65706" y="13454"/>
                  </a:lnTo>
                  <a:lnTo>
                    <a:pt x="60496" y="11330"/>
                  </a:lnTo>
                  <a:lnTo>
                    <a:pt x="55216" y="9382"/>
                  </a:lnTo>
                  <a:lnTo>
                    <a:pt x="49875" y="7613"/>
                  </a:lnTo>
                  <a:lnTo>
                    <a:pt x="44476" y="6025"/>
                  </a:lnTo>
                  <a:lnTo>
                    <a:pt x="39028" y="4619"/>
                  </a:lnTo>
                  <a:lnTo>
                    <a:pt x="33535" y="3398"/>
                  </a:lnTo>
                  <a:lnTo>
                    <a:pt x="28004" y="2362"/>
                  </a:lnTo>
                  <a:lnTo>
                    <a:pt x="22441" y="1513"/>
                  </a:lnTo>
                  <a:lnTo>
                    <a:pt x="16853" y="851"/>
                  </a:lnTo>
                  <a:lnTo>
                    <a:pt x="11246" y="378"/>
                  </a:lnTo>
                  <a:lnTo>
                    <a:pt x="5626" y="9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642155" y="3934012"/>
              <a:ext cx="3578" cy="167167"/>
            </a:xfrm>
            <a:custGeom>
              <a:avLst/>
              <a:pathLst>
                <a:path w="3578" h="167167">
                  <a:moveTo>
                    <a:pt x="3578" y="0"/>
                  </a:moveTo>
                  <a:lnTo>
                    <a:pt x="0" y="38"/>
                  </a:lnTo>
                  <a:lnTo>
                    <a:pt x="357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642155" y="3934051"/>
              <a:ext cx="3578" cy="167129"/>
            </a:xfrm>
            <a:custGeom>
              <a:avLst/>
              <a:pathLst>
                <a:path w="3578" h="167129">
                  <a:moveTo>
                    <a:pt x="0" y="0"/>
                  </a:moveTo>
                  <a:lnTo>
                    <a:pt x="3578" y="16712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642155" y="3934051"/>
              <a:ext cx="3578" cy="167129"/>
            </a:xfrm>
            <a:custGeom>
              <a:avLst/>
              <a:pathLst>
                <a:path w="3578" h="167129">
                  <a:moveTo>
                    <a:pt x="0" y="0"/>
                  </a:moveTo>
                  <a:lnTo>
                    <a:pt x="3578" y="16712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642155" y="3934051"/>
              <a:ext cx="3578" cy="167129"/>
            </a:xfrm>
            <a:custGeom>
              <a:avLst/>
              <a:pathLst>
                <a:path w="3578" h="167129">
                  <a:moveTo>
                    <a:pt x="0" y="0"/>
                  </a:moveTo>
                  <a:lnTo>
                    <a:pt x="3578" y="16712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642155" y="3934051"/>
              <a:ext cx="3578" cy="167129"/>
            </a:xfrm>
            <a:custGeom>
              <a:avLst/>
              <a:pathLst>
                <a:path w="3578" h="167129">
                  <a:moveTo>
                    <a:pt x="0" y="0"/>
                  </a:moveTo>
                  <a:lnTo>
                    <a:pt x="3578" y="16712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642155" y="3934051"/>
              <a:ext cx="3578" cy="167129"/>
            </a:xfrm>
            <a:custGeom>
              <a:avLst/>
              <a:pathLst>
                <a:path w="3578" h="167129">
                  <a:moveTo>
                    <a:pt x="0" y="0"/>
                  </a:moveTo>
                  <a:lnTo>
                    <a:pt x="3578" y="16712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642155" y="3934051"/>
              <a:ext cx="3578" cy="167129"/>
            </a:xfrm>
            <a:custGeom>
              <a:avLst/>
              <a:pathLst>
                <a:path w="3578" h="167129">
                  <a:moveTo>
                    <a:pt x="0" y="0"/>
                  </a:moveTo>
                  <a:lnTo>
                    <a:pt x="3578" y="1671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642155" y="3934051"/>
              <a:ext cx="3578" cy="167129"/>
            </a:xfrm>
            <a:custGeom>
              <a:avLst/>
              <a:pathLst>
                <a:path w="3578" h="167129">
                  <a:moveTo>
                    <a:pt x="0" y="0"/>
                  </a:moveTo>
                  <a:lnTo>
                    <a:pt x="3578" y="1671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642155" y="3934051"/>
              <a:ext cx="3578" cy="167129"/>
            </a:xfrm>
            <a:custGeom>
              <a:avLst/>
              <a:pathLst>
                <a:path w="3578" h="167129">
                  <a:moveTo>
                    <a:pt x="0" y="0"/>
                  </a:moveTo>
                  <a:lnTo>
                    <a:pt x="3578" y="1671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642155" y="3934051"/>
              <a:ext cx="3578" cy="167129"/>
            </a:xfrm>
            <a:custGeom>
              <a:avLst/>
              <a:pathLst>
                <a:path w="3578" h="167129">
                  <a:moveTo>
                    <a:pt x="0" y="0"/>
                  </a:moveTo>
                  <a:lnTo>
                    <a:pt x="3578" y="1671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642155" y="3934051"/>
              <a:ext cx="3578" cy="167129"/>
            </a:xfrm>
            <a:custGeom>
              <a:avLst/>
              <a:pathLst>
                <a:path w="3578" h="167129">
                  <a:moveTo>
                    <a:pt x="0" y="0"/>
                  </a:moveTo>
                  <a:lnTo>
                    <a:pt x="3578" y="16712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642155" y="3934051"/>
              <a:ext cx="3578" cy="167129"/>
            </a:xfrm>
            <a:custGeom>
              <a:avLst/>
              <a:pathLst>
                <a:path w="3578" h="167129">
                  <a:moveTo>
                    <a:pt x="0" y="0"/>
                  </a:moveTo>
                  <a:lnTo>
                    <a:pt x="3578" y="16712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478566" y="3934051"/>
              <a:ext cx="334327" cy="334285"/>
            </a:xfrm>
            <a:custGeom>
              <a:avLst/>
              <a:pathLst>
                <a:path w="334327" h="334285">
                  <a:moveTo>
                    <a:pt x="163588" y="0"/>
                  </a:moveTo>
                  <a:lnTo>
                    <a:pt x="158305" y="196"/>
                  </a:lnTo>
                  <a:lnTo>
                    <a:pt x="153030" y="560"/>
                  </a:lnTo>
                  <a:lnTo>
                    <a:pt x="147769" y="1090"/>
                  </a:lnTo>
                  <a:lnTo>
                    <a:pt x="142527" y="1787"/>
                  </a:lnTo>
                  <a:lnTo>
                    <a:pt x="137310" y="2649"/>
                  </a:lnTo>
                  <a:lnTo>
                    <a:pt x="132124" y="3676"/>
                  </a:lnTo>
                  <a:lnTo>
                    <a:pt x="126972" y="4866"/>
                  </a:lnTo>
                  <a:lnTo>
                    <a:pt x="121860" y="6218"/>
                  </a:lnTo>
                  <a:lnTo>
                    <a:pt x="116794" y="7731"/>
                  </a:lnTo>
                  <a:lnTo>
                    <a:pt x="111778" y="9404"/>
                  </a:lnTo>
                  <a:lnTo>
                    <a:pt x="106817" y="11235"/>
                  </a:lnTo>
                  <a:lnTo>
                    <a:pt x="101917" y="13221"/>
                  </a:lnTo>
                  <a:lnTo>
                    <a:pt x="97082" y="15362"/>
                  </a:lnTo>
                  <a:lnTo>
                    <a:pt x="92318" y="17654"/>
                  </a:lnTo>
                  <a:lnTo>
                    <a:pt x="87628" y="20096"/>
                  </a:lnTo>
                  <a:lnTo>
                    <a:pt x="83017" y="22685"/>
                  </a:lnTo>
                  <a:lnTo>
                    <a:pt x="78491" y="25419"/>
                  </a:lnTo>
                  <a:lnTo>
                    <a:pt x="74054" y="28294"/>
                  </a:lnTo>
                  <a:lnTo>
                    <a:pt x="69710" y="31309"/>
                  </a:lnTo>
                  <a:lnTo>
                    <a:pt x="65463" y="34459"/>
                  </a:lnTo>
                  <a:lnTo>
                    <a:pt x="61318" y="37742"/>
                  </a:lnTo>
                  <a:lnTo>
                    <a:pt x="57279" y="41154"/>
                  </a:lnTo>
                  <a:lnTo>
                    <a:pt x="53350" y="44692"/>
                  </a:lnTo>
                  <a:lnTo>
                    <a:pt x="49535" y="48353"/>
                  </a:lnTo>
                  <a:lnTo>
                    <a:pt x="45837" y="52133"/>
                  </a:lnTo>
                  <a:lnTo>
                    <a:pt x="42261" y="56028"/>
                  </a:lnTo>
                  <a:lnTo>
                    <a:pt x="38810" y="60033"/>
                  </a:lnTo>
                  <a:lnTo>
                    <a:pt x="35487" y="64146"/>
                  </a:lnTo>
                  <a:lnTo>
                    <a:pt x="32296" y="68362"/>
                  </a:lnTo>
                  <a:lnTo>
                    <a:pt x="29240" y="72677"/>
                  </a:lnTo>
                  <a:lnTo>
                    <a:pt x="26322" y="77087"/>
                  </a:lnTo>
                  <a:lnTo>
                    <a:pt x="23544" y="81586"/>
                  </a:lnTo>
                  <a:lnTo>
                    <a:pt x="20911" y="86171"/>
                  </a:lnTo>
                  <a:lnTo>
                    <a:pt x="18424" y="90837"/>
                  </a:lnTo>
                  <a:lnTo>
                    <a:pt x="16085" y="95579"/>
                  </a:lnTo>
                  <a:lnTo>
                    <a:pt x="13898" y="100393"/>
                  </a:lnTo>
                  <a:lnTo>
                    <a:pt x="11864" y="105274"/>
                  </a:lnTo>
                  <a:lnTo>
                    <a:pt x="9986" y="110217"/>
                  </a:lnTo>
                  <a:lnTo>
                    <a:pt x="8264" y="115216"/>
                  </a:lnTo>
                  <a:lnTo>
                    <a:pt x="6702" y="120268"/>
                  </a:lnTo>
                  <a:lnTo>
                    <a:pt x="5300" y="125366"/>
                  </a:lnTo>
                  <a:lnTo>
                    <a:pt x="4060" y="130506"/>
                  </a:lnTo>
                  <a:lnTo>
                    <a:pt x="2984" y="135683"/>
                  </a:lnTo>
                  <a:lnTo>
                    <a:pt x="2071" y="140891"/>
                  </a:lnTo>
                  <a:lnTo>
                    <a:pt x="1324" y="146125"/>
                  </a:lnTo>
                  <a:lnTo>
                    <a:pt x="743" y="151381"/>
                  </a:lnTo>
                  <a:lnTo>
                    <a:pt x="328" y="156652"/>
                  </a:lnTo>
                  <a:lnTo>
                    <a:pt x="80" y="161934"/>
                  </a:lnTo>
                  <a:lnTo>
                    <a:pt x="0" y="167221"/>
                  </a:lnTo>
                  <a:lnTo>
                    <a:pt x="86" y="172508"/>
                  </a:lnTo>
                  <a:lnTo>
                    <a:pt x="340" y="177789"/>
                  </a:lnTo>
                  <a:lnTo>
                    <a:pt x="760" y="183060"/>
                  </a:lnTo>
                  <a:lnTo>
                    <a:pt x="1347" y="188315"/>
                  </a:lnTo>
                  <a:lnTo>
                    <a:pt x="2100" y="193548"/>
                  </a:lnTo>
                  <a:lnTo>
                    <a:pt x="3019" y="198755"/>
                  </a:lnTo>
                  <a:lnTo>
                    <a:pt x="4101" y="203931"/>
                  </a:lnTo>
                  <a:lnTo>
                    <a:pt x="5346" y="209070"/>
                  </a:lnTo>
                  <a:lnTo>
                    <a:pt x="6754" y="214167"/>
                  </a:lnTo>
                  <a:lnTo>
                    <a:pt x="8322" y="219216"/>
                  </a:lnTo>
                  <a:lnTo>
                    <a:pt x="10048" y="224214"/>
                  </a:lnTo>
                  <a:lnTo>
                    <a:pt x="11932" y="229154"/>
                  </a:lnTo>
                  <a:lnTo>
                    <a:pt x="13972" y="234033"/>
                  </a:lnTo>
                  <a:lnTo>
                    <a:pt x="16164" y="238844"/>
                  </a:lnTo>
                  <a:lnTo>
                    <a:pt x="18508" y="243584"/>
                  </a:lnTo>
                  <a:lnTo>
                    <a:pt x="21000" y="248247"/>
                  </a:lnTo>
                  <a:lnTo>
                    <a:pt x="23639" y="252829"/>
                  </a:lnTo>
                  <a:lnTo>
                    <a:pt x="26421" y="257326"/>
                  </a:lnTo>
                  <a:lnTo>
                    <a:pt x="29344" y="261732"/>
                  </a:lnTo>
                  <a:lnTo>
                    <a:pt x="32405" y="266043"/>
                  </a:lnTo>
                  <a:lnTo>
                    <a:pt x="35601" y="270256"/>
                  </a:lnTo>
                  <a:lnTo>
                    <a:pt x="38928" y="274365"/>
                  </a:lnTo>
                  <a:lnTo>
                    <a:pt x="42383" y="278367"/>
                  </a:lnTo>
                  <a:lnTo>
                    <a:pt x="45964" y="282258"/>
                  </a:lnTo>
                  <a:lnTo>
                    <a:pt x="49666" y="286034"/>
                  </a:lnTo>
                  <a:lnTo>
                    <a:pt x="53485" y="289690"/>
                  </a:lnTo>
                  <a:lnTo>
                    <a:pt x="57418" y="293224"/>
                  </a:lnTo>
                  <a:lnTo>
                    <a:pt x="61461" y="296632"/>
                  </a:lnTo>
                  <a:lnTo>
                    <a:pt x="65609" y="299911"/>
                  </a:lnTo>
                  <a:lnTo>
                    <a:pt x="69860" y="303056"/>
                  </a:lnTo>
                  <a:lnTo>
                    <a:pt x="74207" y="306065"/>
                  </a:lnTo>
                  <a:lnTo>
                    <a:pt x="78648" y="308936"/>
                  </a:lnTo>
                  <a:lnTo>
                    <a:pt x="83177" y="311664"/>
                  </a:lnTo>
                  <a:lnTo>
                    <a:pt x="87790" y="314248"/>
                  </a:lnTo>
                  <a:lnTo>
                    <a:pt x="92482" y="316685"/>
                  </a:lnTo>
                  <a:lnTo>
                    <a:pt x="97250" y="318972"/>
                  </a:lnTo>
                  <a:lnTo>
                    <a:pt x="102087" y="321108"/>
                  </a:lnTo>
                  <a:lnTo>
                    <a:pt x="106989" y="323089"/>
                  </a:lnTo>
                  <a:lnTo>
                    <a:pt x="111952" y="324914"/>
                  </a:lnTo>
                  <a:lnTo>
                    <a:pt x="116969" y="326581"/>
                  </a:lnTo>
                  <a:lnTo>
                    <a:pt x="122037" y="328089"/>
                  </a:lnTo>
                  <a:lnTo>
                    <a:pt x="127151" y="329436"/>
                  </a:lnTo>
                  <a:lnTo>
                    <a:pt x="132304" y="330620"/>
                  </a:lnTo>
                  <a:lnTo>
                    <a:pt x="137492" y="331641"/>
                  </a:lnTo>
                  <a:lnTo>
                    <a:pt x="142710" y="332497"/>
                  </a:lnTo>
                  <a:lnTo>
                    <a:pt x="147952" y="333188"/>
                  </a:lnTo>
                  <a:lnTo>
                    <a:pt x="153213" y="333713"/>
                  </a:lnTo>
                  <a:lnTo>
                    <a:pt x="158489" y="334071"/>
                  </a:lnTo>
                  <a:lnTo>
                    <a:pt x="163773" y="334262"/>
                  </a:lnTo>
                  <a:lnTo>
                    <a:pt x="169060" y="334285"/>
                  </a:lnTo>
                  <a:lnTo>
                    <a:pt x="174346" y="334142"/>
                  </a:lnTo>
                  <a:lnTo>
                    <a:pt x="179624" y="333831"/>
                  </a:lnTo>
                  <a:lnTo>
                    <a:pt x="184890" y="333354"/>
                  </a:lnTo>
                  <a:lnTo>
                    <a:pt x="190138" y="332710"/>
                  </a:lnTo>
                  <a:lnTo>
                    <a:pt x="195363" y="331901"/>
                  </a:lnTo>
                  <a:lnTo>
                    <a:pt x="200560" y="330927"/>
                  </a:lnTo>
                  <a:lnTo>
                    <a:pt x="205724" y="329789"/>
                  </a:lnTo>
                  <a:lnTo>
                    <a:pt x="210849" y="328488"/>
                  </a:lnTo>
                  <a:lnTo>
                    <a:pt x="215930" y="327026"/>
                  </a:lnTo>
                  <a:lnTo>
                    <a:pt x="220963" y="325404"/>
                  </a:lnTo>
                  <a:lnTo>
                    <a:pt x="225942" y="323623"/>
                  </a:lnTo>
                  <a:lnTo>
                    <a:pt x="230862" y="321686"/>
                  </a:lnTo>
                  <a:lnTo>
                    <a:pt x="235718" y="319594"/>
                  </a:lnTo>
                  <a:lnTo>
                    <a:pt x="240505" y="317350"/>
                  </a:lnTo>
                  <a:lnTo>
                    <a:pt x="245220" y="314955"/>
                  </a:lnTo>
                  <a:lnTo>
                    <a:pt x="249856" y="312413"/>
                  </a:lnTo>
                  <a:lnTo>
                    <a:pt x="254409" y="309725"/>
                  </a:lnTo>
                  <a:lnTo>
                    <a:pt x="258875" y="306895"/>
                  </a:lnTo>
                  <a:lnTo>
                    <a:pt x="263250" y="303924"/>
                  </a:lnTo>
                  <a:lnTo>
                    <a:pt x="267528" y="300817"/>
                  </a:lnTo>
                  <a:lnTo>
                    <a:pt x="271706" y="297576"/>
                  </a:lnTo>
                  <a:lnTo>
                    <a:pt x="275779" y="294205"/>
                  </a:lnTo>
                  <a:lnTo>
                    <a:pt x="279744" y="290706"/>
                  </a:lnTo>
                  <a:lnTo>
                    <a:pt x="283596" y="287084"/>
                  </a:lnTo>
                  <a:lnTo>
                    <a:pt x="287331" y="283342"/>
                  </a:lnTo>
                  <a:lnTo>
                    <a:pt x="290946" y="279483"/>
                  </a:lnTo>
                  <a:lnTo>
                    <a:pt x="294438" y="275513"/>
                  </a:lnTo>
                  <a:lnTo>
                    <a:pt x="297802" y="271433"/>
                  </a:lnTo>
                  <a:lnTo>
                    <a:pt x="301035" y="267250"/>
                  </a:lnTo>
                  <a:lnTo>
                    <a:pt x="304135" y="262966"/>
                  </a:lnTo>
                  <a:lnTo>
                    <a:pt x="307097" y="258586"/>
                  </a:lnTo>
                  <a:lnTo>
                    <a:pt x="309920" y="254115"/>
                  </a:lnTo>
                  <a:lnTo>
                    <a:pt x="312599" y="249557"/>
                  </a:lnTo>
                  <a:lnTo>
                    <a:pt x="315133" y="244916"/>
                  </a:lnTo>
                  <a:lnTo>
                    <a:pt x="317519" y="240197"/>
                  </a:lnTo>
                  <a:lnTo>
                    <a:pt x="319755" y="235406"/>
                  </a:lnTo>
                  <a:lnTo>
                    <a:pt x="321838" y="230546"/>
                  </a:lnTo>
                  <a:lnTo>
                    <a:pt x="323766" y="225623"/>
                  </a:lnTo>
                  <a:lnTo>
                    <a:pt x="325538" y="220641"/>
                  </a:lnTo>
                  <a:lnTo>
                    <a:pt x="327151" y="215605"/>
                  </a:lnTo>
                  <a:lnTo>
                    <a:pt x="328604" y="210521"/>
                  </a:lnTo>
                  <a:lnTo>
                    <a:pt x="329896" y="205394"/>
                  </a:lnTo>
                  <a:lnTo>
                    <a:pt x="331025" y="200228"/>
                  </a:lnTo>
                  <a:lnTo>
                    <a:pt x="331990" y="195030"/>
                  </a:lnTo>
                  <a:lnTo>
                    <a:pt x="332789" y="189803"/>
                  </a:lnTo>
                  <a:lnTo>
                    <a:pt x="333424" y="184554"/>
                  </a:lnTo>
                  <a:lnTo>
                    <a:pt x="333892" y="179287"/>
                  </a:lnTo>
                  <a:lnTo>
                    <a:pt x="334193" y="174008"/>
                  </a:lnTo>
                  <a:lnTo>
                    <a:pt x="334327" y="168722"/>
                  </a:lnTo>
                  <a:lnTo>
                    <a:pt x="334294" y="163435"/>
                  </a:lnTo>
                  <a:lnTo>
                    <a:pt x="334093" y="158151"/>
                  </a:lnTo>
                  <a:lnTo>
                    <a:pt x="333726" y="152876"/>
                  </a:lnTo>
                  <a:lnTo>
                    <a:pt x="333192" y="147616"/>
                  </a:lnTo>
                  <a:lnTo>
                    <a:pt x="332491" y="142375"/>
                  </a:lnTo>
                  <a:lnTo>
                    <a:pt x="331626" y="137159"/>
                  </a:lnTo>
                  <a:lnTo>
                    <a:pt x="330596" y="131972"/>
                  </a:lnTo>
                  <a:lnTo>
                    <a:pt x="329402" y="126821"/>
                  </a:lnTo>
                  <a:lnTo>
                    <a:pt x="328046" y="121711"/>
                  </a:lnTo>
                  <a:lnTo>
                    <a:pt x="326529" y="116645"/>
                  </a:lnTo>
                  <a:lnTo>
                    <a:pt x="324853" y="111631"/>
                  </a:lnTo>
                  <a:lnTo>
                    <a:pt x="323019" y="106671"/>
                  </a:lnTo>
                  <a:lnTo>
                    <a:pt x="321029" y="101773"/>
                  </a:lnTo>
                  <a:lnTo>
                    <a:pt x="318885" y="96939"/>
                  </a:lnTo>
                  <a:lnTo>
                    <a:pt x="316589" y="92176"/>
                  </a:lnTo>
                  <a:lnTo>
                    <a:pt x="314144" y="87488"/>
                  </a:lnTo>
                  <a:lnTo>
                    <a:pt x="311552" y="82879"/>
                  </a:lnTo>
                  <a:lnTo>
                    <a:pt x="308815" y="78355"/>
                  </a:lnTo>
                  <a:lnTo>
                    <a:pt x="305937" y="73920"/>
                  </a:lnTo>
                  <a:lnTo>
                    <a:pt x="302919" y="69578"/>
                  </a:lnTo>
                  <a:lnTo>
                    <a:pt x="299766" y="65333"/>
                  </a:lnTo>
                  <a:lnTo>
                    <a:pt x="296481" y="61190"/>
                  </a:lnTo>
                  <a:lnTo>
                    <a:pt x="293066" y="57154"/>
                  </a:lnTo>
                  <a:lnTo>
                    <a:pt x="289525" y="53227"/>
                  </a:lnTo>
                  <a:lnTo>
                    <a:pt x="285861" y="49414"/>
                  </a:lnTo>
                  <a:lnTo>
                    <a:pt x="282079" y="45719"/>
                  </a:lnTo>
                  <a:lnTo>
                    <a:pt x="278182" y="42146"/>
                  </a:lnTo>
                  <a:lnTo>
                    <a:pt x="274173" y="38697"/>
                  </a:lnTo>
                  <a:lnTo>
                    <a:pt x="270058" y="35377"/>
                  </a:lnTo>
                  <a:lnTo>
                    <a:pt x="265840" y="32189"/>
                  </a:lnTo>
                  <a:lnTo>
                    <a:pt x="261523" y="29136"/>
                  </a:lnTo>
                  <a:lnTo>
                    <a:pt x="257111" y="26221"/>
                  </a:lnTo>
                  <a:lnTo>
                    <a:pt x="252610" y="23447"/>
                  </a:lnTo>
                  <a:lnTo>
                    <a:pt x="248023" y="20817"/>
                  </a:lnTo>
                  <a:lnTo>
                    <a:pt x="243356" y="18333"/>
                  </a:lnTo>
                  <a:lnTo>
                    <a:pt x="238612" y="15998"/>
                  </a:lnTo>
                  <a:lnTo>
                    <a:pt x="233796" y="13814"/>
                  </a:lnTo>
                  <a:lnTo>
                    <a:pt x="228914" y="11783"/>
                  </a:lnTo>
                  <a:lnTo>
                    <a:pt x="223970" y="9908"/>
                  </a:lnTo>
                  <a:lnTo>
                    <a:pt x="218970" y="8190"/>
                  </a:lnTo>
                  <a:lnTo>
                    <a:pt x="213917" y="6631"/>
                  </a:lnTo>
                  <a:lnTo>
                    <a:pt x="167167" y="16712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645733" y="3934012"/>
              <a:ext cx="46750" cy="167167"/>
            </a:xfrm>
            <a:custGeom>
              <a:avLst/>
              <a:pathLst>
                <a:path w="46750" h="167167">
                  <a:moveTo>
                    <a:pt x="46750" y="6670"/>
                  </a:moveTo>
                  <a:lnTo>
                    <a:pt x="41035" y="5114"/>
                  </a:lnTo>
                  <a:lnTo>
                    <a:pt x="35269" y="3762"/>
                  </a:lnTo>
                  <a:lnTo>
                    <a:pt x="29459" y="2616"/>
                  </a:lnTo>
                  <a:lnTo>
                    <a:pt x="23611" y="1675"/>
                  </a:lnTo>
                  <a:lnTo>
                    <a:pt x="17734" y="943"/>
                  </a:lnTo>
                  <a:lnTo>
                    <a:pt x="11835" y="419"/>
                  </a:lnTo>
                  <a:lnTo>
                    <a:pt x="5921" y="10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875205" y="4397268"/>
              <a:ext cx="3578" cy="167167"/>
            </a:xfrm>
            <a:custGeom>
              <a:avLst/>
              <a:pathLst>
                <a:path w="3578" h="167167">
                  <a:moveTo>
                    <a:pt x="3578" y="0"/>
                  </a:moveTo>
                  <a:lnTo>
                    <a:pt x="0" y="38"/>
                  </a:lnTo>
                  <a:lnTo>
                    <a:pt x="357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875205" y="4397306"/>
              <a:ext cx="3578" cy="167129"/>
            </a:xfrm>
            <a:custGeom>
              <a:avLst/>
              <a:pathLst>
                <a:path w="3578" h="167129">
                  <a:moveTo>
                    <a:pt x="0" y="0"/>
                  </a:moveTo>
                  <a:lnTo>
                    <a:pt x="3578" y="16712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875205" y="4397306"/>
              <a:ext cx="3578" cy="167129"/>
            </a:xfrm>
            <a:custGeom>
              <a:avLst/>
              <a:pathLst>
                <a:path w="3578" h="167129">
                  <a:moveTo>
                    <a:pt x="0" y="0"/>
                  </a:moveTo>
                  <a:lnTo>
                    <a:pt x="3578" y="16712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875205" y="4397306"/>
              <a:ext cx="3578" cy="167129"/>
            </a:xfrm>
            <a:custGeom>
              <a:avLst/>
              <a:pathLst>
                <a:path w="3578" h="167129">
                  <a:moveTo>
                    <a:pt x="0" y="0"/>
                  </a:moveTo>
                  <a:lnTo>
                    <a:pt x="3578" y="16712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875205" y="4397306"/>
              <a:ext cx="3578" cy="167129"/>
            </a:xfrm>
            <a:custGeom>
              <a:avLst/>
              <a:pathLst>
                <a:path w="3578" h="167129">
                  <a:moveTo>
                    <a:pt x="0" y="0"/>
                  </a:moveTo>
                  <a:lnTo>
                    <a:pt x="3578" y="16712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875205" y="4397306"/>
              <a:ext cx="3578" cy="167129"/>
            </a:xfrm>
            <a:custGeom>
              <a:avLst/>
              <a:pathLst>
                <a:path w="3578" h="167129">
                  <a:moveTo>
                    <a:pt x="0" y="0"/>
                  </a:moveTo>
                  <a:lnTo>
                    <a:pt x="3578" y="1671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875205" y="4397306"/>
              <a:ext cx="3578" cy="167129"/>
            </a:xfrm>
            <a:custGeom>
              <a:avLst/>
              <a:pathLst>
                <a:path w="3578" h="167129">
                  <a:moveTo>
                    <a:pt x="0" y="0"/>
                  </a:moveTo>
                  <a:lnTo>
                    <a:pt x="3578" y="1671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2875205" y="4397306"/>
              <a:ext cx="3578" cy="167129"/>
            </a:xfrm>
            <a:custGeom>
              <a:avLst/>
              <a:pathLst>
                <a:path w="3578" h="167129">
                  <a:moveTo>
                    <a:pt x="0" y="0"/>
                  </a:moveTo>
                  <a:lnTo>
                    <a:pt x="3578" y="1671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2875205" y="4397306"/>
              <a:ext cx="3578" cy="167129"/>
            </a:xfrm>
            <a:custGeom>
              <a:avLst/>
              <a:pathLst>
                <a:path w="3578" h="167129">
                  <a:moveTo>
                    <a:pt x="0" y="0"/>
                  </a:moveTo>
                  <a:lnTo>
                    <a:pt x="3578" y="1671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2875205" y="4397306"/>
              <a:ext cx="3578" cy="167129"/>
            </a:xfrm>
            <a:custGeom>
              <a:avLst/>
              <a:pathLst>
                <a:path w="3578" h="167129">
                  <a:moveTo>
                    <a:pt x="0" y="0"/>
                  </a:moveTo>
                  <a:lnTo>
                    <a:pt x="3578" y="16712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2875205" y="4397306"/>
              <a:ext cx="3578" cy="167129"/>
            </a:xfrm>
            <a:custGeom>
              <a:avLst/>
              <a:pathLst>
                <a:path w="3578" h="167129">
                  <a:moveTo>
                    <a:pt x="0" y="0"/>
                  </a:moveTo>
                  <a:lnTo>
                    <a:pt x="3578" y="16712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2711616" y="4397306"/>
              <a:ext cx="334327" cy="334285"/>
            </a:xfrm>
            <a:custGeom>
              <a:avLst/>
              <a:pathLst>
                <a:path w="334327" h="334285">
                  <a:moveTo>
                    <a:pt x="163588" y="0"/>
                  </a:moveTo>
                  <a:lnTo>
                    <a:pt x="158305" y="196"/>
                  </a:lnTo>
                  <a:lnTo>
                    <a:pt x="153030" y="560"/>
                  </a:lnTo>
                  <a:lnTo>
                    <a:pt x="147769" y="1090"/>
                  </a:lnTo>
                  <a:lnTo>
                    <a:pt x="142527" y="1787"/>
                  </a:lnTo>
                  <a:lnTo>
                    <a:pt x="137310" y="2649"/>
                  </a:lnTo>
                  <a:lnTo>
                    <a:pt x="132124" y="3676"/>
                  </a:lnTo>
                  <a:lnTo>
                    <a:pt x="126972" y="4866"/>
                  </a:lnTo>
                  <a:lnTo>
                    <a:pt x="121860" y="6218"/>
                  </a:lnTo>
                  <a:lnTo>
                    <a:pt x="116794" y="7731"/>
                  </a:lnTo>
                  <a:lnTo>
                    <a:pt x="111778" y="9404"/>
                  </a:lnTo>
                  <a:lnTo>
                    <a:pt x="106817" y="11235"/>
                  </a:lnTo>
                  <a:lnTo>
                    <a:pt x="101917" y="13221"/>
                  </a:lnTo>
                  <a:lnTo>
                    <a:pt x="97082" y="15362"/>
                  </a:lnTo>
                  <a:lnTo>
                    <a:pt x="92318" y="17654"/>
                  </a:lnTo>
                  <a:lnTo>
                    <a:pt x="87628" y="20096"/>
                  </a:lnTo>
                  <a:lnTo>
                    <a:pt x="83017" y="22685"/>
                  </a:lnTo>
                  <a:lnTo>
                    <a:pt x="78491" y="25419"/>
                  </a:lnTo>
                  <a:lnTo>
                    <a:pt x="74054" y="28294"/>
                  </a:lnTo>
                  <a:lnTo>
                    <a:pt x="69710" y="31309"/>
                  </a:lnTo>
                  <a:lnTo>
                    <a:pt x="65463" y="34459"/>
                  </a:lnTo>
                  <a:lnTo>
                    <a:pt x="61318" y="37742"/>
                  </a:lnTo>
                  <a:lnTo>
                    <a:pt x="57279" y="41154"/>
                  </a:lnTo>
                  <a:lnTo>
                    <a:pt x="53350" y="44692"/>
                  </a:lnTo>
                  <a:lnTo>
                    <a:pt x="49535" y="48353"/>
                  </a:lnTo>
                  <a:lnTo>
                    <a:pt x="45837" y="52133"/>
                  </a:lnTo>
                  <a:lnTo>
                    <a:pt x="42261" y="56028"/>
                  </a:lnTo>
                  <a:lnTo>
                    <a:pt x="38810" y="60033"/>
                  </a:lnTo>
                  <a:lnTo>
                    <a:pt x="35487" y="64146"/>
                  </a:lnTo>
                  <a:lnTo>
                    <a:pt x="32296" y="68362"/>
                  </a:lnTo>
                  <a:lnTo>
                    <a:pt x="29240" y="72677"/>
                  </a:lnTo>
                  <a:lnTo>
                    <a:pt x="26322" y="77087"/>
                  </a:lnTo>
                  <a:lnTo>
                    <a:pt x="23544" y="81586"/>
                  </a:lnTo>
                  <a:lnTo>
                    <a:pt x="20911" y="86171"/>
                  </a:lnTo>
                  <a:lnTo>
                    <a:pt x="18424" y="90837"/>
                  </a:lnTo>
                  <a:lnTo>
                    <a:pt x="16085" y="95579"/>
                  </a:lnTo>
                  <a:lnTo>
                    <a:pt x="13898" y="100393"/>
                  </a:lnTo>
                  <a:lnTo>
                    <a:pt x="11864" y="105274"/>
                  </a:lnTo>
                  <a:lnTo>
                    <a:pt x="9986" y="110217"/>
                  </a:lnTo>
                  <a:lnTo>
                    <a:pt x="8264" y="115216"/>
                  </a:lnTo>
                  <a:lnTo>
                    <a:pt x="6702" y="120268"/>
                  </a:lnTo>
                  <a:lnTo>
                    <a:pt x="5300" y="125366"/>
                  </a:lnTo>
                  <a:lnTo>
                    <a:pt x="4060" y="130506"/>
                  </a:lnTo>
                  <a:lnTo>
                    <a:pt x="2984" y="135683"/>
                  </a:lnTo>
                  <a:lnTo>
                    <a:pt x="2071" y="140891"/>
                  </a:lnTo>
                  <a:lnTo>
                    <a:pt x="1324" y="146125"/>
                  </a:lnTo>
                  <a:lnTo>
                    <a:pt x="743" y="151381"/>
                  </a:lnTo>
                  <a:lnTo>
                    <a:pt x="328" y="156652"/>
                  </a:lnTo>
                  <a:lnTo>
                    <a:pt x="80" y="161934"/>
                  </a:lnTo>
                  <a:lnTo>
                    <a:pt x="0" y="167221"/>
                  </a:lnTo>
                  <a:lnTo>
                    <a:pt x="86" y="172508"/>
                  </a:lnTo>
                  <a:lnTo>
                    <a:pt x="340" y="177789"/>
                  </a:lnTo>
                  <a:lnTo>
                    <a:pt x="760" y="183060"/>
                  </a:lnTo>
                  <a:lnTo>
                    <a:pt x="1347" y="188315"/>
                  </a:lnTo>
                  <a:lnTo>
                    <a:pt x="2100" y="193548"/>
                  </a:lnTo>
                  <a:lnTo>
                    <a:pt x="3019" y="198755"/>
                  </a:lnTo>
                  <a:lnTo>
                    <a:pt x="4101" y="203931"/>
                  </a:lnTo>
                  <a:lnTo>
                    <a:pt x="5346" y="209070"/>
                  </a:lnTo>
                  <a:lnTo>
                    <a:pt x="6754" y="214167"/>
                  </a:lnTo>
                  <a:lnTo>
                    <a:pt x="8322" y="219216"/>
                  </a:lnTo>
                  <a:lnTo>
                    <a:pt x="10048" y="224214"/>
                  </a:lnTo>
                  <a:lnTo>
                    <a:pt x="11932" y="229154"/>
                  </a:lnTo>
                  <a:lnTo>
                    <a:pt x="13972" y="234033"/>
                  </a:lnTo>
                  <a:lnTo>
                    <a:pt x="16164" y="238844"/>
                  </a:lnTo>
                  <a:lnTo>
                    <a:pt x="18508" y="243584"/>
                  </a:lnTo>
                  <a:lnTo>
                    <a:pt x="21000" y="248247"/>
                  </a:lnTo>
                  <a:lnTo>
                    <a:pt x="23639" y="252829"/>
                  </a:lnTo>
                  <a:lnTo>
                    <a:pt x="26421" y="257326"/>
                  </a:lnTo>
                  <a:lnTo>
                    <a:pt x="29344" y="261732"/>
                  </a:lnTo>
                  <a:lnTo>
                    <a:pt x="32405" y="266043"/>
                  </a:lnTo>
                  <a:lnTo>
                    <a:pt x="35601" y="270256"/>
                  </a:lnTo>
                  <a:lnTo>
                    <a:pt x="38928" y="274365"/>
                  </a:lnTo>
                  <a:lnTo>
                    <a:pt x="42383" y="278367"/>
                  </a:lnTo>
                  <a:lnTo>
                    <a:pt x="45964" y="282258"/>
                  </a:lnTo>
                  <a:lnTo>
                    <a:pt x="49666" y="286034"/>
                  </a:lnTo>
                  <a:lnTo>
                    <a:pt x="53485" y="289690"/>
                  </a:lnTo>
                  <a:lnTo>
                    <a:pt x="57418" y="293224"/>
                  </a:lnTo>
                  <a:lnTo>
                    <a:pt x="61461" y="296632"/>
                  </a:lnTo>
                  <a:lnTo>
                    <a:pt x="65609" y="299911"/>
                  </a:lnTo>
                  <a:lnTo>
                    <a:pt x="69860" y="303056"/>
                  </a:lnTo>
                  <a:lnTo>
                    <a:pt x="74207" y="306065"/>
                  </a:lnTo>
                  <a:lnTo>
                    <a:pt x="78648" y="308936"/>
                  </a:lnTo>
                  <a:lnTo>
                    <a:pt x="83177" y="311664"/>
                  </a:lnTo>
                  <a:lnTo>
                    <a:pt x="87790" y="314248"/>
                  </a:lnTo>
                  <a:lnTo>
                    <a:pt x="92482" y="316685"/>
                  </a:lnTo>
                  <a:lnTo>
                    <a:pt x="97250" y="318972"/>
                  </a:lnTo>
                  <a:lnTo>
                    <a:pt x="102087" y="321108"/>
                  </a:lnTo>
                  <a:lnTo>
                    <a:pt x="106989" y="323089"/>
                  </a:lnTo>
                  <a:lnTo>
                    <a:pt x="111952" y="324914"/>
                  </a:lnTo>
                  <a:lnTo>
                    <a:pt x="116969" y="326581"/>
                  </a:lnTo>
                  <a:lnTo>
                    <a:pt x="122037" y="328089"/>
                  </a:lnTo>
                  <a:lnTo>
                    <a:pt x="127151" y="329436"/>
                  </a:lnTo>
                  <a:lnTo>
                    <a:pt x="132304" y="330620"/>
                  </a:lnTo>
                  <a:lnTo>
                    <a:pt x="137492" y="331641"/>
                  </a:lnTo>
                  <a:lnTo>
                    <a:pt x="142710" y="332497"/>
                  </a:lnTo>
                  <a:lnTo>
                    <a:pt x="147952" y="333188"/>
                  </a:lnTo>
                  <a:lnTo>
                    <a:pt x="153213" y="333713"/>
                  </a:lnTo>
                  <a:lnTo>
                    <a:pt x="158489" y="334071"/>
                  </a:lnTo>
                  <a:lnTo>
                    <a:pt x="163773" y="334262"/>
                  </a:lnTo>
                  <a:lnTo>
                    <a:pt x="169060" y="334285"/>
                  </a:lnTo>
                  <a:lnTo>
                    <a:pt x="174346" y="334142"/>
                  </a:lnTo>
                  <a:lnTo>
                    <a:pt x="179624" y="333831"/>
                  </a:lnTo>
                  <a:lnTo>
                    <a:pt x="184890" y="333354"/>
                  </a:lnTo>
                  <a:lnTo>
                    <a:pt x="190138" y="332710"/>
                  </a:lnTo>
                  <a:lnTo>
                    <a:pt x="195363" y="331901"/>
                  </a:lnTo>
                  <a:lnTo>
                    <a:pt x="200560" y="330927"/>
                  </a:lnTo>
                  <a:lnTo>
                    <a:pt x="205724" y="329789"/>
                  </a:lnTo>
                  <a:lnTo>
                    <a:pt x="210849" y="328488"/>
                  </a:lnTo>
                  <a:lnTo>
                    <a:pt x="215930" y="327026"/>
                  </a:lnTo>
                  <a:lnTo>
                    <a:pt x="220963" y="325404"/>
                  </a:lnTo>
                  <a:lnTo>
                    <a:pt x="225942" y="323623"/>
                  </a:lnTo>
                  <a:lnTo>
                    <a:pt x="230862" y="321686"/>
                  </a:lnTo>
                  <a:lnTo>
                    <a:pt x="235718" y="319594"/>
                  </a:lnTo>
                  <a:lnTo>
                    <a:pt x="240505" y="317350"/>
                  </a:lnTo>
                  <a:lnTo>
                    <a:pt x="245220" y="314955"/>
                  </a:lnTo>
                  <a:lnTo>
                    <a:pt x="249856" y="312413"/>
                  </a:lnTo>
                  <a:lnTo>
                    <a:pt x="254409" y="309725"/>
                  </a:lnTo>
                  <a:lnTo>
                    <a:pt x="258875" y="306895"/>
                  </a:lnTo>
                  <a:lnTo>
                    <a:pt x="263250" y="303924"/>
                  </a:lnTo>
                  <a:lnTo>
                    <a:pt x="267528" y="300817"/>
                  </a:lnTo>
                  <a:lnTo>
                    <a:pt x="271706" y="297576"/>
                  </a:lnTo>
                  <a:lnTo>
                    <a:pt x="275779" y="294205"/>
                  </a:lnTo>
                  <a:lnTo>
                    <a:pt x="279744" y="290706"/>
                  </a:lnTo>
                  <a:lnTo>
                    <a:pt x="283596" y="287084"/>
                  </a:lnTo>
                  <a:lnTo>
                    <a:pt x="287331" y="283342"/>
                  </a:lnTo>
                  <a:lnTo>
                    <a:pt x="290946" y="279483"/>
                  </a:lnTo>
                  <a:lnTo>
                    <a:pt x="294438" y="275513"/>
                  </a:lnTo>
                  <a:lnTo>
                    <a:pt x="297802" y="271433"/>
                  </a:lnTo>
                  <a:lnTo>
                    <a:pt x="301035" y="267250"/>
                  </a:lnTo>
                  <a:lnTo>
                    <a:pt x="304135" y="262966"/>
                  </a:lnTo>
                  <a:lnTo>
                    <a:pt x="307097" y="258586"/>
                  </a:lnTo>
                  <a:lnTo>
                    <a:pt x="309920" y="254115"/>
                  </a:lnTo>
                  <a:lnTo>
                    <a:pt x="312599" y="249557"/>
                  </a:lnTo>
                  <a:lnTo>
                    <a:pt x="315133" y="244916"/>
                  </a:lnTo>
                  <a:lnTo>
                    <a:pt x="317519" y="240197"/>
                  </a:lnTo>
                  <a:lnTo>
                    <a:pt x="319755" y="235406"/>
                  </a:lnTo>
                  <a:lnTo>
                    <a:pt x="321838" y="230546"/>
                  </a:lnTo>
                  <a:lnTo>
                    <a:pt x="323766" y="225623"/>
                  </a:lnTo>
                  <a:lnTo>
                    <a:pt x="325538" y="220641"/>
                  </a:lnTo>
                  <a:lnTo>
                    <a:pt x="327151" y="215605"/>
                  </a:lnTo>
                  <a:lnTo>
                    <a:pt x="328604" y="210521"/>
                  </a:lnTo>
                  <a:lnTo>
                    <a:pt x="329896" y="205394"/>
                  </a:lnTo>
                  <a:lnTo>
                    <a:pt x="331025" y="200228"/>
                  </a:lnTo>
                  <a:lnTo>
                    <a:pt x="331990" y="195030"/>
                  </a:lnTo>
                  <a:lnTo>
                    <a:pt x="332789" y="189803"/>
                  </a:lnTo>
                  <a:lnTo>
                    <a:pt x="333424" y="184554"/>
                  </a:lnTo>
                  <a:lnTo>
                    <a:pt x="333892" y="179287"/>
                  </a:lnTo>
                  <a:lnTo>
                    <a:pt x="334193" y="174008"/>
                  </a:lnTo>
                  <a:lnTo>
                    <a:pt x="334327" y="168722"/>
                  </a:lnTo>
                  <a:lnTo>
                    <a:pt x="334294" y="163435"/>
                  </a:lnTo>
                  <a:lnTo>
                    <a:pt x="334093" y="158151"/>
                  </a:lnTo>
                  <a:lnTo>
                    <a:pt x="333726" y="152876"/>
                  </a:lnTo>
                  <a:lnTo>
                    <a:pt x="333192" y="147616"/>
                  </a:lnTo>
                  <a:lnTo>
                    <a:pt x="332491" y="142375"/>
                  </a:lnTo>
                  <a:lnTo>
                    <a:pt x="331626" y="137159"/>
                  </a:lnTo>
                  <a:lnTo>
                    <a:pt x="330596" y="131972"/>
                  </a:lnTo>
                  <a:lnTo>
                    <a:pt x="329402" y="126821"/>
                  </a:lnTo>
                  <a:lnTo>
                    <a:pt x="328046" y="121711"/>
                  </a:lnTo>
                  <a:lnTo>
                    <a:pt x="326529" y="116645"/>
                  </a:lnTo>
                  <a:lnTo>
                    <a:pt x="324853" y="111631"/>
                  </a:lnTo>
                  <a:lnTo>
                    <a:pt x="323019" y="106671"/>
                  </a:lnTo>
                  <a:lnTo>
                    <a:pt x="321029" y="101773"/>
                  </a:lnTo>
                  <a:lnTo>
                    <a:pt x="318885" y="96939"/>
                  </a:lnTo>
                  <a:lnTo>
                    <a:pt x="316589" y="92176"/>
                  </a:lnTo>
                  <a:lnTo>
                    <a:pt x="314144" y="87488"/>
                  </a:lnTo>
                  <a:lnTo>
                    <a:pt x="311552" y="82879"/>
                  </a:lnTo>
                  <a:lnTo>
                    <a:pt x="308815" y="78355"/>
                  </a:lnTo>
                  <a:lnTo>
                    <a:pt x="305937" y="73920"/>
                  </a:lnTo>
                  <a:lnTo>
                    <a:pt x="302919" y="69578"/>
                  </a:lnTo>
                  <a:lnTo>
                    <a:pt x="299766" y="65333"/>
                  </a:lnTo>
                  <a:lnTo>
                    <a:pt x="296481" y="61190"/>
                  </a:lnTo>
                  <a:lnTo>
                    <a:pt x="293066" y="57154"/>
                  </a:lnTo>
                  <a:lnTo>
                    <a:pt x="289525" y="53227"/>
                  </a:lnTo>
                  <a:lnTo>
                    <a:pt x="285861" y="49414"/>
                  </a:lnTo>
                  <a:lnTo>
                    <a:pt x="282079" y="45719"/>
                  </a:lnTo>
                  <a:lnTo>
                    <a:pt x="278182" y="42146"/>
                  </a:lnTo>
                  <a:lnTo>
                    <a:pt x="274173" y="38697"/>
                  </a:lnTo>
                  <a:lnTo>
                    <a:pt x="270058" y="35377"/>
                  </a:lnTo>
                  <a:lnTo>
                    <a:pt x="265840" y="32189"/>
                  </a:lnTo>
                  <a:lnTo>
                    <a:pt x="261523" y="29136"/>
                  </a:lnTo>
                  <a:lnTo>
                    <a:pt x="257111" y="26221"/>
                  </a:lnTo>
                  <a:lnTo>
                    <a:pt x="252610" y="23447"/>
                  </a:lnTo>
                  <a:lnTo>
                    <a:pt x="248023" y="20817"/>
                  </a:lnTo>
                  <a:lnTo>
                    <a:pt x="243356" y="18333"/>
                  </a:lnTo>
                  <a:lnTo>
                    <a:pt x="238612" y="15998"/>
                  </a:lnTo>
                  <a:lnTo>
                    <a:pt x="233796" y="13814"/>
                  </a:lnTo>
                  <a:lnTo>
                    <a:pt x="228914" y="11783"/>
                  </a:lnTo>
                  <a:lnTo>
                    <a:pt x="223970" y="9908"/>
                  </a:lnTo>
                  <a:lnTo>
                    <a:pt x="218970" y="8190"/>
                  </a:lnTo>
                  <a:lnTo>
                    <a:pt x="213917" y="6631"/>
                  </a:lnTo>
                  <a:lnTo>
                    <a:pt x="167167" y="16712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2878783" y="4397268"/>
              <a:ext cx="46750" cy="167167"/>
            </a:xfrm>
            <a:custGeom>
              <a:avLst/>
              <a:pathLst>
                <a:path w="46750" h="167167">
                  <a:moveTo>
                    <a:pt x="46750" y="6670"/>
                  </a:moveTo>
                  <a:lnTo>
                    <a:pt x="41035" y="5114"/>
                  </a:lnTo>
                  <a:lnTo>
                    <a:pt x="35269" y="3762"/>
                  </a:lnTo>
                  <a:lnTo>
                    <a:pt x="29459" y="2616"/>
                  </a:lnTo>
                  <a:lnTo>
                    <a:pt x="23611" y="1675"/>
                  </a:lnTo>
                  <a:lnTo>
                    <a:pt x="17734" y="943"/>
                  </a:lnTo>
                  <a:lnTo>
                    <a:pt x="11835" y="419"/>
                  </a:lnTo>
                  <a:lnTo>
                    <a:pt x="5921" y="10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211780" y="4794382"/>
              <a:ext cx="785" cy="167167"/>
            </a:xfrm>
            <a:custGeom>
              <a:avLst/>
              <a:pathLst>
                <a:path w="785" h="167167">
                  <a:moveTo>
                    <a:pt x="785" y="0"/>
                  </a:moveTo>
                  <a:lnTo>
                    <a:pt x="0" y="1"/>
                  </a:lnTo>
                  <a:lnTo>
                    <a:pt x="785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211780" y="4794384"/>
              <a:ext cx="785" cy="167165"/>
            </a:xfrm>
            <a:custGeom>
              <a:avLst/>
              <a:pathLst>
                <a:path w="785" h="167165">
                  <a:moveTo>
                    <a:pt x="0" y="0"/>
                  </a:moveTo>
                  <a:lnTo>
                    <a:pt x="785" y="1671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211780" y="4794384"/>
              <a:ext cx="785" cy="167165"/>
            </a:xfrm>
            <a:custGeom>
              <a:avLst/>
              <a:pathLst>
                <a:path w="785" h="167165">
                  <a:moveTo>
                    <a:pt x="0" y="0"/>
                  </a:moveTo>
                  <a:lnTo>
                    <a:pt x="785" y="1671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211780" y="4794384"/>
              <a:ext cx="785" cy="167165"/>
            </a:xfrm>
            <a:custGeom>
              <a:avLst/>
              <a:pathLst>
                <a:path w="785" h="167165">
                  <a:moveTo>
                    <a:pt x="0" y="0"/>
                  </a:moveTo>
                  <a:lnTo>
                    <a:pt x="785" y="16716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211780" y="4794384"/>
              <a:ext cx="785" cy="167165"/>
            </a:xfrm>
            <a:custGeom>
              <a:avLst/>
              <a:pathLst>
                <a:path w="785" h="167165">
                  <a:moveTo>
                    <a:pt x="0" y="0"/>
                  </a:moveTo>
                  <a:lnTo>
                    <a:pt x="785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211780" y="4794384"/>
              <a:ext cx="785" cy="167165"/>
            </a:xfrm>
            <a:custGeom>
              <a:avLst/>
              <a:pathLst>
                <a:path w="785" h="167165">
                  <a:moveTo>
                    <a:pt x="0" y="0"/>
                  </a:moveTo>
                  <a:lnTo>
                    <a:pt x="785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211780" y="4794384"/>
              <a:ext cx="785" cy="167165"/>
            </a:xfrm>
            <a:custGeom>
              <a:avLst/>
              <a:pathLst>
                <a:path w="785" h="167165">
                  <a:moveTo>
                    <a:pt x="0" y="0"/>
                  </a:moveTo>
                  <a:lnTo>
                    <a:pt x="785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211780" y="4794384"/>
              <a:ext cx="785" cy="167165"/>
            </a:xfrm>
            <a:custGeom>
              <a:avLst/>
              <a:pathLst>
                <a:path w="785" h="167165">
                  <a:moveTo>
                    <a:pt x="0" y="0"/>
                  </a:moveTo>
                  <a:lnTo>
                    <a:pt x="785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211780" y="4794384"/>
              <a:ext cx="785" cy="167165"/>
            </a:xfrm>
            <a:custGeom>
              <a:avLst/>
              <a:pathLst>
                <a:path w="785" h="167165">
                  <a:moveTo>
                    <a:pt x="0" y="0"/>
                  </a:moveTo>
                  <a:lnTo>
                    <a:pt x="785" y="16716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211780" y="4794384"/>
              <a:ext cx="785" cy="167165"/>
            </a:xfrm>
            <a:custGeom>
              <a:avLst/>
              <a:pathLst>
                <a:path w="785" h="167165">
                  <a:moveTo>
                    <a:pt x="0" y="0"/>
                  </a:moveTo>
                  <a:lnTo>
                    <a:pt x="785" y="16716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048046" y="4794384"/>
              <a:ext cx="164520" cy="167165"/>
            </a:xfrm>
            <a:custGeom>
              <a:avLst/>
              <a:pathLst>
                <a:path w="164520" h="167165">
                  <a:moveTo>
                    <a:pt x="163734" y="0"/>
                  </a:moveTo>
                  <a:lnTo>
                    <a:pt x="158340" y="112"/>
                  </a:lnTo>
                  <a:lnTo>
                    <a:pt x="152952" y="398"/>
                  </a:lnTo>
                  <a:lnTo>
                    <a:pt x="147576" y="859"/>
                  </a:lnTo>
                  <a:lnTo>
                    <a:pt x="142218" y="1492"/>
                  </a:lnTo>
                  <a:lnTo>
                    <a:pt x="136883" y="2298"/>
                  </a:lnTo>
                  <a:lnTo>
                    <a:pt x="131577" y="3276"/>
                  </a:lnTo>
                  <a:lnTo>
                    <a:pt x="126306" y="4424"/>
                  </a:lnTo>
                  <a:lnTo>
                    <a:pt x="121074" y="5742"/>
                  </a:lnTo>
                  <a:lnTo>
                    <a:pt x="115887" y="7228"/>
                  </a:lnTo>
                  <a:lnTo>
                    <a:pt x="110751" y="8881"/>
                  </a:lnTo>
                  <a:lnTo>
                    <a:pt x="105671" y="10699"/>
                  </a:lnTo>
                  <a:lnTo>
                    <a:pt x="100652" y="12679"/>
                  </a:lnTo>
                  <a:lnTo>
                    <a:pt x="95700" y="14821"/>
                  </a:lnTo>
                  <a:lnTo>
                    <a:pt x="90820" y="17121"/>
                  </a:lnTo>
                  <a:lnTo>
                    <a:pt x="86016" y="19578"/>
                  </a:lnTo>
                  <a:lnTo>
                    <a:pt x="81294" y="22188"/>
                  </a:lnTo>
                  <a:lnTo>
                    <a:pt x="76659" y="24949"/>
                  </a:lnTo>
                  <a:lnTo>
                    <a:pt x="72115" y="27859"/>
                  </a:lnTo>
                  <a:lnTo>
                    <a:pt x="67668" y="30913"/>
                  </a:lnTo>
                  <a:lnTo>
                    <a:pt x="63321" y="34110"/>
                  </a:lnTo>
                  <a:lnTo>
                    <a:pt x="59080" y="37445"/>
                  </a:lnTo>
                  <a:lnTo>
                    <a:pt x="54949" y="40915"/>
                  </a:lnTo>
                  <a:lnTo>
                    <a:pt x="50931" y="44517"/>
                  </a:lnTo>
                  <a:lnTo>
                    <a:pt x="47033" y="48246"/>
                  </a:lnTo>
                  <a:lnTo>
                    <a:pt x="43256" y="52100"/>
                  </a:lnTo>
                  <a:lnTo>
                    <a:pt x="39606" y="56073"/>
                  </a:lnTo>
                  <a:lnTo>
                    <a:pt x="36086" y="60162"/>
                  </a:lnTo>
                  <a:lnTo>
                    <a:pt x="32700" y="64362"/>
                  </a:lnTo>
                  <a:lnTo>
                    <a:pt x="29451" y="68670"/>
                  </a:lnTo>
                  <a:lnTo>
                    <a:pt x="26343" y="73080"/>
                  </a:lnTo>
                  <a:lnTo>
                    <a:pt x="23378" y="77588"/>
                  </a:lnTo>
                  <a:lnTo>
                    <a:pt x="20561" y="82189"/>
                  </a:lnTo>
                  <a:lnTo>
                    <a:pt x="17894" y="86879"/>
                  </a:lnTo>
                  <a:lnTo>
                    <a:pt x="15379" y="91653"/>
                  </a:lnTo>
                  <a:lnTo>
                    <a:pt x="13020" y="96505"/>
                  </a:lnTo>
                  <a:lnTo>
                    <a:pt x="10819" y="101431"/>
                  </a:lnTo>
                  <a:lnTo>
                    <a:pt x="8778" y="106425"/>
                  </a:lnTo>
                  <a:lnTo>
                    <a:pt x="6899" y="111483"/>
                  </a:lnTo>
                  <a:lnTo>
                    <a:pt x="5184" y="116599"/>
                  </a:lnTo>
                  <a:lnTo>
                    <a:pt x="3635" y="121767"/>
                  </a:lnTo>
                  <a:lnTo>
                    <a:pt x="2254" y="126982"/>
                  </a:lnTo>
                  <a:lnTo>
                    <a:pt x="1041" y="132240"/>
                  </a:lnTo>
                  <a:lnTo>
                    <a:pt x="0" y="137534"/>
                  </a:lnTo>
                  <a:lnTo>
                    <a:pt x="164520" y="16716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045412" y="4794382"/>
              <a:ext cx="334304" cy="334334"/>
            </a:xfrm>
            <a:custGeom>
              <a:avLst/>
              <a:pathLst>
                <a:path w="334304" h="334334">
                  <a:moveTo>
                    <a:pt x="2634" y="137535"/>
                  </a:moveTo>
                  <a:lnTo>
                    <a:pt x="1776" y="142774"/>
                  </a:lnTo>
                  <a:lnTo>
                    <a:pt x="1085" y="148038"/>
                  </a:lnTo>
                  <a:lnTo>
                    <a:pt x="561" y="153320"/>
                  </a:lnTo>
                  <a:lnTo>
                    <a:pt x="206" y="158617"/>
                  </a:lnTo>
                  <a:lnTo>
                    <a:pt x="18" y="163922"/>
                  </a:lnTo>
                  <a:lnTo>
                    <a:pt x="0" y="169231"/>
                  </a:lnTo>
                  <a:lnTo>
                    <a:pt x="149" y="174537"/>
                  </a:lnTo>
                  <a:lnTo>
                    <a:pt x="468" y="179836"/>
                  </a:lnTo>
                  <a:lnTo>
                    <a:pt x="954" y="185122"/>
                  </a:lnTo>
                  <a:lnTo>
                    <a:pt x="1608" y="190390"/>
                  </a:lnTo>
                  <a:lnTo>
                    <a:pt x="2429" y="195635"/>
                  </a:lnTo>
                  <a:lnTo>
                    <a:pt x="3416" y="200851"/>
                  </a:lnTo>
                  <a:lnTo>
                    <a:pt x="4568" y="206033"/>
                  </a:lnTo>
                  <a:lnTo>
                    <a:pt x="5884" y="211176"/>
                  </a:lnTo>
                  <a:lnTo>
                    <a:pt x="7362" y="216274"/>
                  </a:lnTo>
                  <a:lnTo>
                    <a:pt x="9002" y="221323"/>
                  </a:lnTo>
                  <a:lnTo>
                    <a:pt x="10801" y="226317"/>
                  </a:lnTo>
                  <a:lnTo>
                    <a:pt x="12758" y="231252"/>
                  </a:lnTo>
                  <a:lnTo>
                    <a:pt x="14871" y="236122"/>
                  </a:lnTo>
                  <a:lnTo>
                    <a:pt x="17137" y="240922"/>
                  </a:lnTo>
                  <a:lnTo>
                    <a:pt x="19555" y="245649"/>
                  </a:lnTo>
                  <a:lnTo>
                    <a:pt x="22121" y="250295"/>
                  </a:lnTo>
                  <a:lnTo>
                    <a:pt x="24834" y="254859"/>
                  </a:lnTo>
                  <a:lnTo>
                    <a:pt x="27690" y="259333"/>
                  </a:lnTo>
                  <a:lnTo>
                    <a:pt x="30687" y="263715"/>
                  </a:lnTo>
                  <a:lnTo>
                    <a:pt x="33821" y="267999"/>
                  </a:lnTo>
                  <a:lnTo>
                    <a:pt x="37090" y="272182"/>
                  </a:lnTo>
                  <a:lnTo>
                    <a:pt x="40490" y="276259"/>
                  </a:lnTo>
                  <a:lnTo>
                    <a:pt x="44018" y="280226"/>
                  </a:lnTo>
                  <a:lnTo>
                    <a:pt x="47669" y="284079"/>
                  </a:lnTo>
                  <a:lnTo>
                    <a:pt x="51442" y="287814"/>
                  </a:lnTo>
                  <a:lnTo>
                    <a:pt x="55331" y="291427"/>
                  </a:lnTo>
                  <a:lnTo>
                    <a:pt x="59333" y="294915"/>
                  </a:lnTo>
                  <a:lnTo>
                    <a:pt x="63443" y="298274"/>
                  </a:lnTo>
                  <a:lnTo>
                    <a:pt x="67658" y="301501"/>
                  </a:lnTo>
                  <a:lnTo>
                    <a:pt x="71974" y="304592"/>
                  </a:lnTo>
                  <a:lnTo>
                    <a:pt x="76385" y="307545"/>
                  </a:lnTo>
                  <a:lnTo>
                    <a:pt x="80888" y="310356"/>
                  </a:lnTo>
                  <a:lnTo>
                    <a:pt x="85478" y="313023"/>
                  </a:lnTo>
                  <a:lnTo>
                    <a:pt x="90151" y="315543"/>
                  </a:lnTo>
                  <a:lnTo>
                    <a:pt x="94901" y="317913"/>
                  </a:lnTo>
                  <a:lnTo>
                    <a:pt x="99724" y="320131"/>
                  </a:lnTo>
                  <a:lnTo>
                    <a:pt x="104615" y="322195"/>
                  </a:lnTo>
                  <a:lnTo>
                    <a:pt x="109569" y="324103"/>
                  </a:lnTo>
                  <a:lnTo>
                    <a:pt x="114581" y="325852"/>
                  </a:lnTo>
                  <a:lnTo>
                    <a:pt x="119646" y="327441"/>
                  </a:lnTo>
                  <a:lnTo>
                    <a:pt x="124759" y="328869"/>
                  </a:lnTo>
                  <a:lnTo>
                    <a:pt x="129914" y="330134"/>
                  </a:lnTo>
                  <a:lnTo>
                    <a:pt x="135108" y="331234"/>
                  </a:lnTo>
                  <a:lnTo>
                    <a:pt x="140333" y="332169"/>
                  </a:lnTo>
                  <a:lnTo>
                    <a:pt x="145586" y="332937"/>
                  </a:lnTo>
                  <a:lnTo>
                    <a:pt x="150860" y="333538"/>
                  </a:lnTo>
                  <a:lnTo>
                    <a:pt x="156151" y="333972"/>
                  </a:lnTo>
                  <a:lnTo>
                    <a:pt x="161453" y="334237"/>
                  </a:lnTo>
                  <a:lnTo>
                    <a:pt x="166760" y="334334"/>
                  </a:lnTo>
                  <a:lnTo>
                    <a:pt x="172068" y="334262"/>
                  </a:lnTo>
                  <a:lnTo>
                    <a:pt x="177371" y="334022"/>
                  </a:lnTo>
                  <a:lnTo>
                    <a:pt x="182664" y="333613"/>
                  </a:lnTo>
                  <a:lnTo>
                    <a:pt x="187941" y="333037"/>
                  </a:lnTo>
                  <a:lnTo>
                    <a:pt x="193198" y="332293"/>
                  </a:lnTo>
                  <a:lnTo>
                    <a:pt x="198427" y="331383"/>
                  </a:lnTo>
                  <a:lnTo>
                    <a:pt x="203626" y="330307"/>
                  </a:lnTo>
                  <a:lnTo>
                    <a:pt x="208787" y="329067"/>
                  </a:lnTo>
                  <a:lnTo>
                    <a:pt x="213907" y="327663"/>
                  </a:lnTo>
                  <a:lnTo>
                    <a:pt x="218980" y="326098"/>
                  </a:lnTo>
                  <a:lnTo>
                    <a:pt x="224000" y="324372"/>
                  </a:lnTo>
                  <a:lnTo>
                    <a:pt x="228963" y="322488"/>
                  </a:lnTo>
                  <a:lnTo>
                    <a:pt x="233863" y="320447"/>
                  </a:lnTo>
                  <a:lnTo>
                    <a:pt x="238696" y="318252"/>
                  </a:lnTo>
                  <a:lnTo>
                    <a:pt x="243458" y="315904"/>
                  </a:lnTo>
                  <a:lnTo>
                    <a:pt x="248142" y="313406"/>
                  </a:lnTo>
                  <a:lnTo>
                    <a:pt x="252744" y="310761"/>
                  </a:lnTo>
                  <a:lnTo>
                    <a:pt x="257261" y="307971"/>
                  </a:lnTo>
                  <a:lnTo>
                    <a:pt x="261686" y="305039"/>
                  </a:lnTo>
                  <a:lnTo>
                    <a:pt x="266016" y="301968"/>
                  </a:lnTo>
                  <a:lnTo>
                    <a:pt x="270246" y="298761"/>
                  </a:lnTo>
                  <a:lnTo>
                    <a:pt x="274373" y="295421"/>
                  </a:lnTo>
                  <a:lnTo>
                    <a:pt x="278391" y="291952"/>
                  </a:lnTo>
                  <a:lnTo>
                    <a:pt x="282297" y="288357"/>
                  </a:lnTo>
                  <a:lnTo>
                    <a:pt x="286087" y="284640"/>
                  </a:lnTo>
                  <a:lnTo>
                    <a:pt x="289757" y="280805"/>
                  </a:lnTo>
                  <a:lnTo>
                    <a:pt x="293303" y="276855"/>
                  </a:lnTo>
                  <a:lnTo>
                    <a:pt x="296722" y="272794"/>
                  </a:lnTo>
                  <a:lnTo>
                    <a:pt x="300011" y="268627"/>
                  </a:lnTo>
                  <a:lnTo>
                    <a:pt x="303165" y="264357"/>
                  </a:lnTo>
                  <a:lnTo>
                    <a:pt x="306183" y="259989"/>
                  </a:lnTo>
                  <a:lnTo>
                    <a:pt x="309060" y="255528"/>
                  </a:lnTo>
                  <a:lnTo>
                    <a:pt x="311794" y="250978"/>
                  </a:lnTo>
                  <a:lnTo>
                    <a:pt x="314382" y="246343"/>
                  </a:lnTo>
                  <a:lnTo>
                    <a:pt x="316822" y="241628"/>
                  </a:lnTo>
                  <a:lnTo>
                    <a:pt x="319111" y="236839"/>
                  </a:lnTo>
                  <a:lnTo>
                    <a:pt x="321246" y="231979"/>
                  </a:lnTo>
                  <a:lnTo>
                    <a:pt x="323227" y="227053"/>
                  </a:lnTo>
                  <a:lnTo>
                    <a:pt x="325049" y="222068"/>
                  </a:lnTo>
                  <a:lnTo>
                    <a:pt x="326713" y="217026"/>
                  </a:lnTo>
                  <a:lnTo>
                    <a:pt x="328216" y="211935"/>
                  </a:lnTo>
                  <a:lnTo>
                    <a:pt x="329556" y="206798"/>
                  </a:lnTo>
                  <a:lnTo>
                    <a:pt x="330732" y="201622"/>
                  </a:lnTo>
                  <a:lnTo>
                    <a:pt x="331744" y="196411"/>
                  </a:lnTo>
                  <a:lnTo>
                    <a:pt x="332589" y="191170"/>
                  </a:lnTo>
                  <a:lnTo>
                    <a:pt x="333268" y="185905"/>
                  </a:lnTo>
                  <a:lnTo>
                    <a:pt x="333779" y="180621"/>
                  </a:lnTo>
                  <a:lnTo>
                    <a:pt x="334123" y="175324"/>
                  </a:lnTo>
                  <a:lnTo>
                    <a:pt x="334297" y="170018"/>
                  </a:lnTo>
                  <a:lnTo>
                    <a:pt x="334304" y="164710"/>
                  </a:lnTo>
                  <a:lnTo>
                    <a:pt x="334141" y="159404"/>
                  </a:lnTo>
                  <a:lnTo>
                    <a:pt x="333811" y="154105"/>
                  </a:lnTo>
                  <a:lnTo>
                    <a:pt x="333312" y="148820"/>
                  </a:lnTo>
                  <a:lnTo>
                    <a:pt x="332646" y="143554"/>
                  </a:lnTo>
                  <a:lnTo>
                    <a:pt x="331812" y="138311"/>
                  </a:lnTo>
                  <a:lnTo>
                    <a:pt x="330813" y="133097"/>
                  </a:lnTo>
                  <a:lnTo>
                    <a:pt x="329649" y="127918"/>
                  </a:lnTo>
                  <a:lnTo>
                    <a:pt x="328321" y="122778"/>
                  </a:lnTo>
                  <a:lnTo>
                    <a:pt x="326830" y="117683"/>
                  </a:lnTo>
                  <a:lnTo>
                    <a:pt x="325178" y="112638"/>
                  </a:lnTo>
                  <a:lnTo>
                    <a:pt x="323367" y="107648"/>
                  </a:lnTo>
                  <a:lnTo>
                    <a:pt x="321399" y="102718"/>
                  </a:lnTo>
                  <a:lnTo>
                    <a:pt x="319274" y="97853"/>
                  </a:lnTo>
                  <a:lnTo>
                    <a:pt x="316997" y="93058"/>
                  </a:lnTo>
                  <a:lnTo>
                    <a:pt x="314568" y="88338"/>
                  </a:lnTo>
                  <a:lnTo>
                    <a:pt x="311991" y="83697"/>
                  </a:lnTo>
                  <a:lnTo>
                    <a:pt x="309268" y="79140"/>
                  </a:lnTo>
                  <a:lnTo>
                    <a:pt x="306401" y="74672"/>
                  </a:lnTo>
                  <a:lnTo>
                    <a:pt x="303394" y="70298"/>
                  </a:lnTo>
                  <a:lnTo>
                    <a:pt x="300250" y="66021"/>
                  </a:lnTo>
                  <a:lnTo>
                    <a:pt x="296971" y="61846"/>
                  </a:lnTo>
                  <a:lnTo>
                    <a:pt x="293561" y="57777"/>
                  </a:lnTo>
                  <a:lnTo>
                    <a:pt x="290024" y="53818"/>
                  </a:lnTo>
                  <a:lnTo>
                    <a:pt x="286363" y="49974"/>
                  </a:lnTo>
                  <a:lnTo>
                    <a:pt x="282582" y="46248"/>
                  </a:lnTo>
                  <a:lnTo>
                    <a:pt x="278684" y="42644"/>
                  </a:lnTo>
                  <a:lnTo>
                    <a:pt x="274674" y="39166"/>
                  </a:lnTo>
                  <a:lnTo>
                    <a:pt x="270556" y="35816"/>
                  </a:lnTo>
                  <a:lnTo>
                    <a:pt x="266333" y="32599"/>
                  </a:lnTo>
                  <a:lnTo>
                    <a:pt x="262010" y="29518"/>
                  </a:lnTo>
                  <a:lnTo>
                    <a:pt x="257592" y="26575"/>
                  </a:lnTo>
                  <a:lnTo>
                    <a:pt x="253082" y="23775"/>
                  </a:lnTo>
                  <a:lnTo>
                    <a:pt x="248486" y="21119"/>
                  </a:lnTo>
                  <a:lnTo>
                    <a:pt x="243808" y="18610"/>
                  </a:lnTo>
                  <a:lnTo>
                    <a:pt x="239052" y="16251"/>
                  </a:lnTo>
                  <a:lnTo>
                    <a:pt x="234224" y="14044"/>
                  </a:lnTo>
                  <a:lnTo>
                    <a:pt x="229328" y="11992"/>
                  </a:lnTo>
                  <a:lnTo>
                    <a:pt x="224370" y="10096"/>
                  </a:lnTo>
                  <a:lnTo>
                    <a:pt x="219354" y="8358"/>
                  </a:lnTo>
                  <a:lnTo>
                    <a:pt x="214285" y="6781"/>
                  </a:lnTo>
                  <a:lnTo>
                    <a:pt x="209169" y="5365"/>
                  </a:lnTo>
                  <a:lnTo>
                    <a:pt x="204010" y="4113"/>
                  </a:lnTo>
                  <a:lnTo>
                    <a:pt x="198814" y="3025"/>
                  </a:lnTo>
                  <a:lnTo>
                    <a:pt x="193587" y="2102"/>
                  </a:lnTo>
                  <a:lnTo>
                    <a:pt x="188332" y="1346"/>
                  </a:lnTo>
                  <a:lnTo>
                    <a:pt x="183056" y="758"/>
                  </a:lnTo>
                  <a:lnTo>
                    <a:pt x="177765" y="337"/>
                  </a:lnTo>
                  <a:lnTo>
                    <a:pt x="172462" y="84"/>
                  </a:lnTo>
                  <a:lnTo>
                    <a:pt x="167154" y="0"/>
                  </a:lnTo>
                  <a:lnTo>
                    <a:pt x="16715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3629013" y="5103947"/>
              <a:ext cx="74" cy="167167"/>
            </a:xfrm>
            <a:custGeom>
              <a:avLst/>
              <a:pathLst>
                <a:path w="74" h="167167">
                  <a:moveTo>
                    <a:pt x="0" y="0"/>
                  </a:moveTo>
                  <a:lnTo>
                    <a:pt x="74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3629013" y="5103947"/>
              <a:ext cx="74" cy="167167"/>
            </a:xfrm>
            <a:custGeom>
              <a:avLst/>
              <a:pathLst>
                <a:path w="74" h="167167">
                  <a:moveTo>
                    <a:pt x="0" y="0"/>
                  </a:moveTo>
                  <a:lnTo>
                    <a:pt x="74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3629013" y="5103947"/>
              <a:ext cx="74" cy="167167"/>
            </a:xfrm>
            <a:custGeom>
              <a:avLst/>
              <a:pathLst>
                <a:path w="74" h="167167">
                  <a:moveTo>
                    <a:pt x="0" y="0"/>
                  </a:moveTo>
                  <a:lnTo>
                    <a:pt x="74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3629013" y="5103947"/>
              <a:ext cx="74" cy="167167"/>
            </a:xfrm>
            <a:custGeom>
              <a:avLst/>
              <a:pathLst>
                <a:path w="74" h="167167">
                  <a:moveTo>
                    <a:pt x="0" y="0"/>
                  </a:moveTo>
                  <a:lnTo>
                    <a:pt x="7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3629013" y="5103947"/>
              <a:ext cx="74" cy="167167"/>
            </a:xfrm>
            <a:custGeom>
              <a:avLst/>
              <a:pathLst>
                <a:path w="74" h="167167">
                  <a:moveTo>
                    <a:pt x="0" y="0"/>
                  </a:moveTo>
                  <a:lnTo>
                    <a:pt x="7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3629013" y="5103947"/>
              <a:ext cx="74" cy="167167"/>
            </a:xfrm>
            <a:custGeom>
              <a:avLst/>
              <a:pathLst>
                <a:path w="74" h="167167">
                  <a:moveTo>
                    <a:pt x="0" y="0"/>
                  </a:moveTo>
                  <a:lnTo>
                    <a:pt x="7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3629013" y="5103947"/>
              <a:ext cx="74" cy="167167"/>
            </a:xfrm>
            <a:custGeom>
              <a:avLst/>
              <a:pathLst>
                <a:path w="74" h="167167">
                  <a:moveTo>
                    <a:pt x="0" y="0"/>
                  </a:moveTo>
                  <a:lnTo>
                    <a:pt x="7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3629013" y="5103947"/>
              <a:ext cx="74" cy="167167"/>
            </a:xfrm>
            <a:custGeom>
              <a:avLst/>
              <a:pathLst>
                <a:path w="74" h="167167">
                  <a:moveTo>
                    <a:pt x="0" y="0"/>
                  </a:moveTo>
                  <a:lnTo>
                    <a:pt x="74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3629013" y="5103947"/>
              <a:ext cx="74" cy="167167"/>
            </a:xfrm>
            <a:custGeom>
              <a:avLst/>
              <a:pathLst>
                <a:path w="74" h="167167">
                  <a:moveTo>
                    <a:pt x="0" y="0"/>
                  </a:moveTo>
                  <a:lnTo>
                    <a:pt x="74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3461938" y="5103947"/>
              <a:ext cx="334304" cy="334334"/>
            </a:xfrm>
            <a:custGeom>
              <a:avLst/>
              <a:pathLst>
                <a:path w="334304" h="334334">
                  <a:moveTo>
                    <a:pt x="167075" y="0"/>
                  </a:moveTo>
                  <a:lnTo>
                    <a:pt x="161767" y="86"/>
                  </a:lnTo>
                  <a:lnTo>
                    <a:pt x="156466" y="341"/>
                  </a:lnTo>
                  <a:lnTo>
                    <a:pt x="151175" y="765"/>
                  </a:lnTo>
                  <a:lnTo>
                    <a:pt x="145900" y="1356"/>
                  </a:lnTo>
                  <a:lnTo>
                    <a:pt x="140646" y="2114"/>
                  </a:lnTo>
                  <a:lnTo>
                    <a:pt x="135419" y="3038"/>
                  </a:lnTo>
                  <a:lnTo>
                    <a:pt x="130225" y="4129"/>
                  </a:lnTo>
                  <a:lnTo>
                    <a:pt x="125067" y="5383"/>
                  </a:lnTo>
                  <a:lnTo>
                    <a:pt x="119952" y="6801"/>
                  </a:lnTo>
                  <a:lnTo>
                    <a:pt x="114884" y="8380"/>
                  </a:lnTo>
                  <a:lnTo>
                    <a:pt x="109869" y="10119"/>
                  </a:lnTo>
                  <a:lnTo>
                    <a:pt x="104912" y="12017"/>
                  </a:lnTo>
                  <a:lnTo>
                    <a:pt x="100018" y="14071"/>
                  </a:lnTo>
                  <a:lnTo>
                    <a:pt x="95191" y="16280"/>
                  </a:lnTo>
                  <a:lnTo>
                    <a:pt x="90437" y="18640"/>
                  </a:lnTo>
                  <a:lnTo>
                    <a:pt x="85760" y="21151"/>
                  </a:lnTo>
                  <a:lnTo>
                    <a:pt x="81166" y="23808"/>
                  </a:lnTo>
                  <a:lnTo>
                    <a:pt x="76658" y="26610"/>
                  </a:lnTo>
                  <a:lnTo>
                    <a:pt x="72241" y="29554"/>
                  </a:lnTo>
                  <a:lnTo>
                    <a:pt x="67920" y="32637"/>
                  </a:lnTo>
                  <a:lnTo>
                    <a:pt x="63699" y="35855"/>
                  </a:lnTo>
                  <a:lnTo>
                    <a:pt x="59582" y="39205"/>
                  </a:lnTo>
                  <a:lnTo>
                    <a:pt x="55574" y="42685"/>
                  </a:lnTo>
                  <a:lnTo>
                    <a:pt x="51678" y="46290"/>
                  </a:lnTo>
                  <a:lnTo>
                    <a:pt x="47898" y="50017"/>
                  </a:lnTo>
                  <a:lnTo>
                    <a:pt x="44239" y="53862"/>
                  </a:lnTo>
                  <a:lnTo>
                    <a:pt x="40704" y="57821"/>
                  </a:lnTo>
                  <a:lnTo>
                    <a:pt x="37296" y="61891"/>
                  </a:lnTo>
                  <a:lnTo>
                    <a:pt x="34019" y="66067"/>
                  </a:lnTo>
                  <a:lnTo>
                    <a:pt x="30877" y="70344"/>
                  </a:lnTo>
                  <a:lnTo>
                    <a:pt x="27871" y="74719"/>
                  </a:lnTo>
                  <a:lnTo>
                    <a:pt x="25007" y="79188"/>
                  </a:lnTo>
                  <a:lnTo>
                    <a:pt x="22285" y="83745"/>
                  </a:lnTo>
                  <a:lnTo>
                    <a:pt x="19710" y="88386"/>
                  </a:lnTo>
                  <a:lnTo>
                    <a:pt x="17283" y="93107"/>
                  </a:lnTo>
                  <a:lnTo>
                    <a:pt x="15007" y="97902"/>
                  </a:lnTo>
                  <a:lnTo>
                    <a:pt x="12885" y="102767"/>
                  </a:lnTo>
                  <a:lnTo>
                    <a:pt x="10918" y="107697"/>
                  </a:lnTo>
                  <a:lnTo>
                    <a:pt x="9109" y="112687"/>
                  </a:lnTo>
                  <a:lnTo>
                    <a:pt x="7459" y="117732"/>
                  </a:lnTo>
                  <a:lnTo>
                    <a:pt x="5970" y="122827"/>
                  </a:lnTo>
                  <a:lnTo>
                    <a:pt x="4643" y="127967"/>
                  </a:lnTo>
                  <a:lnTo>
                    <a:pt x="3481" y="133146"/>
                  </a:lnTo>
                  <a:lnTo>
                    <a:pt x="2483" y="138359"/>
                  </a:lnTo>
                  <a:lnTo>
                    <a:pt x="1651" y="143602"/>
                  </a:lnTo>
                  <a:lnTo>
                    <a:pt x="987" y="148868"/>
                  </a:lnTo>
                  <a:lnTo>
                    <a:pt x="489" y="154152"/>
                  </a:lnTo>
                  <a:lnTo>
                    <a:pt x="160" y="159450"/>
                  </a:lnTo>
                  <a:lnTo>
                    <a:pt x="0" y="164756"/>
                  </a:lnTo>
                  <a:lnTo>
                    <a:pt x="7" y="170063"/>
                  </a:lnTo>
                  <a:lnTo>
                    <a:pt x="183" y="175368"/>
                  </a:lnTo>
                  <a:lnTo>
                    <a:pt x="528" y="180665"/>
                  </a:lnTo>
                  <a:lnTo>
                    <a:pt x="1041" y="185948"/>
                  </a:lnTo>
                  <a:lnTo>
                    <a:pt x="1721" y="191212"/>
                  </a:lnTo>
                  <a:lnTo>
                    <a:pt x="2567" y="196452"/>
                  </a:lnTo>
                  <a:lnTo>
                    <a:pt x="3580" y="201663"/>
                  </a:lnTo>
                  <a:lnTo>
                    <a:pt x="4758" y="206839"/>
                  </a:lnTo>
                  <a:lnTo>
                    <a:pt x="6099" y="211974"/>
                  </a:lnTo>
                  <a:lnTo>
                    <a:pt x="7603" y="217065"/>
                  </a:lnTo>
                  <a:lnTo>
                    <a:pt x="9267" y="222105"/>
                  </a:lnTo>
                  <a:lnTo>
                    <a:pt x="11091" y="227090"/>
                  </a:lnTo>
                  <a:lnTo>
                    <a:pt x="13072" y="232014"/>
                  </a:lnTo>
                  <a:lnTo>
                    <a:pt x="15209" y="236873"/>
                  </a:lnTo>
                  <a:lnTo>
                    <a:pt x="17498" y="241662"/>
                  </a:lnTo>
                  <a:lnTo>
                    <a:pt x="19939" y="246375"/>
                  </a:lnTo>
                  <a:lnTo>
                    <a:pt x="22528" y="251009"/>
                  </a:lnTo>
                  <a:lnTo>
                    <a:pt x="25262" y="255558"/>
                  </a:lnTo>
                  <a:lnTo>
                    <a:pt x="28140" y="260018"/>
                  </a:lnTo>
                  <a:lnTo>
                    <a:pt x="31158" y="264385"/>
                  </a:lnTo>
                  <a:lnTo>
                    <a:pt x="34313" y="268653"/>
                  </a:lnTo>
                  <a:lnTo>
                    <a:pt x="37602" y="272819"/>
                  </a:lnTo>
                  <a:lnTo>
                    <a:pt x="41022" y="276879"/>
                  </a:lnTo>
                  <a:lnTo>
                    <a:pt x="44569" y="280828"/>
                  </a:lnTo>
                  <a:lnTo>
                    <a:pt x="48239" y="284662"/>
                  </a:lnTo>
                  <a:lnTo>
                    <a:pt x="52029" y="288378"/>
                  </a:lnTo>
                  <a:lnTo>
                    <a:pt x="55935" y="291972"/>
                  </a:lnTo>
                  <a:lnTo>
                    <a:pt x="59954" y="295440"/>
                  </a:lnTo>
                  <a:lnTo>
                    <a:pt x="64080" y="298779"/>
                  </a:lnTo>
                  <a:lnTo>
                    <a:pt x="68311" y="301985"/>
                  </a:lnTo>
                  <a:lnTo>
                    <a:pt x="72641" y="305055"/>
                  </a:lnTo>
                  <a:lnTo>
                    <a:pt x="77066" y="307986"/>
                  </a:lnTo>
                  <a:lnTo>
                    <a:pt x="81582" y="310775"/>
                  </a:lnTo>
                  <a:lnTo>
                    <a:pt x="86185" y="313419"/>
                  </a:lnTo>
                  <a:lnTo>
                    <a:pt x="90869" y="315916"/>
                  </a:lnTo>
                  <a:lnTo>
                    <a:pt x="95630" y="318262"/>
                  </a:lnTo>
                  <a:lnTo>
                    <a:pt x="100463" y="320457"/>
                  </a:lnTo>
                  <a:lnTo>
                    <a:pt x="105363" y="322497"/>
                  </a:lnTo>
                  <a:lnTo>
                    <a:pt x="110325" y="324380"/>
                  </a:lnTo>
                  <a:lnTo>
                    <a:pt x="115345" y="326105"/>
                  </a:lnTo>
                  <a:lnTo>
                    <a:pt x="120417" y="327669"/>
                  </a:lnTo>
                  <a:lnTo>
                    <a:pt x="125537" y="329072"/>
                  </a:lnTo>
                  <a:lnTo>
                    <a:pt x="130698" y="330312"/>
                  </a:lnTo>
                  <a:lnTo>
                    <a:pt x="135896" y="331387"/>
                  </a:lnTo>
                  <a:lnTo>
                    <a:pt x="141125" y="332296"/>
                  </a:lnTo>
                  <a:lnTo>
                    <a:pt x="146381" y="333039"/>
                  </a:lnTo>
                  <a:lnTo>
                    <a:pt x="151658" y="333615"/>
                  </a:lnTo>
                  <a:lnTo>
                    <a:pt x="156950" y="334023"/>
                  </a:lnTo>
                  <a:lnTo>
                    <a:pt x="162252" y="334263"/>
                  </a:lnTo>
                  <a:lnTo>
                    <a:pt x="167560" y="334334"/>
                  </a:lnTo>
                  <a:lnTo>
                    <a:pt x="172867" y="334237"/>
                  </a:lnTo>
                  <a:lnTo>
                    <a:pt x="178168" y="333971"/>
                  </a:lnTo>
                  <a:lnTo>
                    <a:pt x="183458" y="333537"/>
                  </a:lnTo>
                  <a:lnTo>
                    <a:pt x="188732" y="332935"/>
                  </a:lnTo>
                  <a:lnTo>
                    <a:pt x="193984" y="332167"/>
                  </a:lnTo>
                  <a:lnTo>
                    <a:pt x="199209" y="331231"/>
                  </a:lnTo>
                  <a:lnTo>
                    <a:pt x="204401" y="330131"/>
                  </a:lnTo>
                  <a:lnTo>
                    <a:pt x="209556" y="328866"/>
                  </a:lnTo>
                  <a:lnTo>
                    <a:pt x="214669" y="327438"/>
                  </a:lnTo>
                  <a:lnTo>
                    <a:pt x="219733" y="325849"/>
                  </a:lnTo>
                  <a:lnTo>
                    <a:pt x="224744" y="324099"/>
                  </a:lnTo>
                  <a:lnTo>
                    <a:pt x="229698" y="322192"/>
                  </a:lnTo>
                  <a:lnTo>
                    <a:pt x="234588" y="320128"/>
                  </a:lnTo>
                  <a:lnTo>
                    <a:pt x="239410" y="317910"/>
                  </a:lnTo>
                  <a:lnTo>
                    <a:pt x="244160" y="315539"/>
                  </a:lnTo>
                  <a:lnTo>
                    <a:pt x="248831" y="313020"/>
                  </a:lnTo>
                  <a:lnTo>
                    <a:pt x="253421" y="310353"/>
                  </a:lnTo>
                  <a:lnTo>
                    <a:pt x="257923" y="307542"/>
                  </a:lnTo>
                  <a:lnTo>
                    <a:pt x="262334" y="304589"/>
                  </a:lnTo>
                  <a:lnTo>
                    <a:pt x="266649" y="301498"/>
                  </a:lnTo>
                  <a:lnTo>
                    <a:pt x="270863" y="298271"/>
                  </a:lnTo>
                  <a:lnTo>
                    <a:pt x="274974" y="294913"/>
                  </a:lnTo>
                  <a:lnTo>
                    <a:pt x="278975" y="291425"/>
                  </a:lnTo>
                  <a:lnTo>
                    <a:pt x="282863" y="287812"/>
                  </a:lnTo>
                  <a:lnTo>
                    <a:pt x="286635" y="284078"/>
                  </a:lnTo>
                  <a:lnTo>
                    <a:pt x="290287" y="280225"/>
                  </a:lnTo>
                  <a:lnTo>
                    <a:pt x="293814" y="276259"/>
                  </a:lnTo>
                  <a:lnTo>
                    <a:pt x="297214" y="272182"/>
                  </a:lnTo>
                  <a:lnTo>
                    <a:pt x="300482" y="268000"/>
                  </a:lnTo>
                  <a:lnTo>
                    <a:pt x="303616" y="263716"/>
                  </a:lnTo>
                  <a:lnTo>
                    <a:pt x="306613" y="259335"/>
                  </a:lnTo>
                  <a:lnTo>
                    <a:pt x="309469" y="254861"/>
                  </a:lnTo>
                  <a:lnTo>
                    <a:pt x="312181" y="250298"/>
                  </a:lnTo>
                  <a:lnTo>
                    <a:pt x="314747" y="245652"/>
                  </a:lnTo>
                  <a:lnTo>
                    <a:pt x="317165" y="240926"/>
                  </a:lnTo>
                  <a:lnTo>
                    <a:pt x="319431" y="236126"/>
                  </a:lnTo>
                  <a:lnTo>
                    <a:pt x="321543" y="231257"/>
                  </a:lnTo>
                  <a:lnTo>
                    <a:pt x="323500" y="226323"/>
                  </a:lnTo>
                  <a:lnTo>
                    <a:pt x="325299" y="221329"/>
                  </a:lnTo>
                  <a:lnTo>
                    <a:pt x="326939" y="216281"/>
                  </a:lnTo>
                  <a:lnTo>
                    <a:pt x="328418" y="211183"/>
                  </a:lnTo>
                  <a:lnTo>
                    <a:pt x="329734" y="206041"/>
                  </a:lnTo>
                  <a:lnTo>
                    <a:pt x="330886" y="200860"/>
                  </a:lnTo>
                  <a:lnTo>
                    <a:pt x="331874" y="195644"/>
                  </a:lnTo>
                  <a:lnTo>
                    <a:pt x="332695" y="190400"/>
                  </a:lnTo>
                  <a:lnTo>
                    <a:pt x="333349" y="185133"/>
                  </a:lnTo>
                  <a:lnTo>
                    <a:pt x="333835" y="179847"/>
                  </a:lnTo>
                  <a:lnTo>
                    <a:pt x="334154" y="174549"/>
                  </a:lnTo>
                  <a:lnTo>
                    <a:pt x="334304" y="169243"/>
                  </a:lnTo>
                  <a:lnTo>
                    <a:pt x="334286" y="163935"/>
                  </a:lnTo>
                  <a:lnTo>
                    <a:pt x="334099" y="158631"/>
                  </a:lnTo>
                  <a:lnTo>
                    <a:pt x="333744" y="153335"/>
                  </a:lnTo>
                  <a:lnTo>
                    <a:pt x="333221" y="148053"/>
                  </a:lnTo>
                  <a:lnTo>
                    <a:pt x="332530" y="142790"/>
                  </a:lnTo>
                  <a:lnTo>
                    <a:pt x="331673" y="137551"/>
                  </a:lnTo>
                  <a:lnTo>
                    <a:pt x="330650" y="132343"/>
                  </a:lnTo>
                  <a:lnTo>
                    <a:pt x="329462" y="127170"/>
                  </a:lnTo>
                  <a:lnTo>
                    <a:pt x="328110" y="122037"/>
                  </a:lnTo>
                  <a:lnTo>
                    <a:pt x="326596" y="116949"/>
                  </a:lnTo>
                  <a:lnTo>
                    <a:pt x="324921" y="111913"/>
                  </a:lnTo>
                  <a:lnTo>
                    <a:pt x="323088" y="106931"/>
                  </a:lnTo>
                  <a:lnTo>
                    <a:pt x="321097" y="102011"/>
                  </a:lnTo>
                  <a:lnTo>
                    <a:pt x="318950" y="97156"/>
                  </a:lnTo>
                  <a:lnTo>
                    <a:pt x="316651" y="92372"/>
                  </a:lnTo>
                  <a:lnTo>
                    <a:pt x="314201" y="87664"/>
                  </a:lnTo>
                  <a:lnTo>
                    <a:pt x="311603" y="83035"/>
                  </a:lnTo>
                  <a:lnTo>
                    <a:pt x="308859" y="78491"/>
                  </a:lnTo>
                  <a:lnTo>
                    <a:pt x="305972" y="74037"/>
                  </a:lnTo>
                  <a:lnTo>
                    <a:pt x="302946" y="69677"/>
                  </a:lnTo>
                  <a:lnTo>
                    <a:pt x="299782" y="65414"/>
                  </a:lnTo>
                  <a:lnTo>
                    <a:pt x="296485" y="61255"/>
                  </a:lnTo>
                  <a:lnTo>
                    <a:pt x="293057" y="57202"/>
                  </a:lnTo>
                  <a:lnTo>
                    <a:pt x="289502" y="53260"/>
                  </a:lnTo>
                  <a:lnTo>
                    <a:pt x="285824" y="49433"/>
                  </a:lnTo>
                  <a:lnTo>
                    <a:pt x="282027" y="45725"/>
                  </a:lnTo>
                  <a:lnTo>
                    <a:pt x="278113" y="42139"/>
                  </a:lnTo>
                  <a:lnTo>
                    <a:pt x="274088" y="38679"/>
                  </a:lnTo>
                  <a:lnTo>
                    <a:pt x="269955" y="35349"/>
                  </a:lnTo>
                  <a:lnTo>
                    <a:pt x="265718" y="32151"/>
                  </a:lnTo>
                  <a:lnTo>
                    <a:pt x="261382" y="29090"/>
                  </a:lnTo>
                  <a:lnTo>
                    <a:pt x="256951" y="26168"/>
                  </a:lnTo>
                  <a:lnTo>
                    <a:pt x="252429" y="23388"/>
                  </a:lnTo>
                  <a:lnTo>
                    <a:pt x="247821" y="20753"/>
                  </a:lnTo>
                  <a:lnTo>
                    <a:pt x="243132" y="18266"/>
                  </a:lnTo>
                  <a:lnTo>
                    <a:pt x="238366" y="15928"/>
                  </a:lnTo>
                  <a:lnTo>
                    <a:pt x="233529" y="13744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3629088" y="5103947"/>
              <a:ext cx="66379" cy="167167"/>
            </a:xfrm>
            <a:custGeom>
              <a:avLst/>
              <a:pathLst>
                <a:path w="66379" h="167167">
                  <a:moveTo>
                    <a:pt x="66379" y="13744"/>
                  </a:moveTo>
                  <a:lnTo>
                    <a:pt x="60639" y="11386"/>
                  </a:lnTo>
                  <a:lnTo>
                    <a:pt x="54816" y="9243"/>
                  </a:lnTo>
                  <a:lnTo>
                    <a:pt x="48917" y="7317"/>
                  </a:lnTo>
                  <a:lnTo>
                    <a:pt x="42951" y="5612"/>
                  </a:lnTo>
                  <a:lnTo>
                    <a:pt x="36925" y="4129"/>
                  </a:lnTo>
                  <a:lnTo>
                    <a:pt x="30849" y="2871"/>
                  </a:lnTo>
                  <a:lnTo>
                    <a:pt x="24730" y="1839"/>
                  </a:lnTo>
                  <a:lnTo>
                    <a:pt x="18578" y="1035"/>
                  </a:lnTo>
                  <a:lnTo>
                    <a:pt x="12399" y="460"/>
                  </a:lnTo>
                  <a:lnTo>
                    <a:pt x="6204" y="11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4105891" y="5309273"/>
              <a:ext cx="2" cy="167167"/>
            </a:xfrm>
            <a:custGeom>
              <a:avLst/>
              <a:pathLst>
                <a:path w="2" h="167167">
                  <a:moveTo>
                    <a:pt x="0" y="0"/>
                  </a:moveTo>
                  <a:lnTo>
                    <a:pt x="2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4105891" y="5309273"/>
              <a:ext cx="2" cy="167167"/>
            </a:xfrm>
            <a:custGeom>
              <a:avLst/>
              <a:pathLst>
                <a:path w="2" h="167167">
                  <a:moveTo>
                    <a:pt x="0" y="0"/>
                  </a:moveTo>
                  <a:lnTo>
                    <a:pt x="2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4105891" y="5309273"/>
              <a:ext cx="2" cy="167167"/>
            </a:xfrm>
            <a:custGeom>
              <a:avLst/>
              <a:pathLst>
                <a:path w="2" h="167167">
                  <a:moveTo>
                    <a:pt x="0" y="0"/>
                  </a:moveTo>
                  <a:lnTo>
                    <a:pt x="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4105891" y="5309273"/>
              <a:ext cx="2" cy="167167"/>
            </a:xfrm>
            <a:custGeom>
              <a:avLst/>
              <a:pathLst>
                <a:path w="2" h="167167">
                  <a:moveTo>
                    <a:pt x="0" y="0"/>
                  </a:moveTo>
                  <a:lnTo>
                    <a:pt x="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4105891" y="5309273"/>
              <a:ext cx="2" cy="167167"/>
            </a:xfrm>
            <a:custGeom>
              <a:avLst/>
              <a:pathLst>
                <a:path w="2" h="167167">
                  <a:moveTo>
                    <a:pt x="0" y="0"/>
                  </a:moveTo>
                  <a:lnTo>
                    <a:pt x="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4105891" y="5309273"/>
              <a:ext cx="2" cy="167167"/>
            </a:xfrm>
            <a:custGeom>
              <a:avLst/>
              <a:pathLst>
                <a:path w="2" h="167167">
                  <a:moveTo>
                    <a:pt x="0" y="0"/>
                  </a:moveTo>
                  <a:lnTo>
                    <a:pt x="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4105891" y="5309273"/>
              <a:ext cx="2" cy="167167"/>
            </a:xfrm>
            <a:custGeom>
              <a:avLst/>
              <a:pathLst>
                <a:path w="2" h="167167">
                  <a:moveTo>
                    <a:pt x="0" y="0"/>
                  </a:moveTo>
                  <a:lnTo>
                    <a:pt x="2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4105891" y="5309273"/>
              <a:ext cx="2" cy="167167"/>
            </a:xfrm>
            <a:custGeom>
              <a:avLst/>
              <a:pathLst>
                <a:path w="2" h="167167">
                  <a:moveTo>
                    <a:pt x="0" y="0"/>
                  </a:moveTo>
                  <a:lnTo>
                    <a:pt x="2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3940278" y="5309273"/>
              <a:ext cx="165615" cy="167167"/>
            </a:xfrm>
            <a:custGeom>
              <a:avLst/>
              <a:pathLst>
                <a:path w="165615" h="167167">
                  <a:moveTo>
                    <a:pt x="165612" y="0"/>
                  </a:moveTo>
                  <a:lnTo>
                    <a:pt x="160164" y="88"/>
                  </a:lnTo>
                  <a:lnTo>
                    <a:pt x="154721" y="355"/>
                  </a:lnTo>
                  <a:lnTo>
                    <a:pt x="149289" y="799"/>
                  </a:lnTo>
                  <a:lnTo>
                    <a:pt x="143875" y="1419"/>
                  </a:lnTo>
                  <a:lnTo>
                    <a:pt x="138484" y="2216"/>
                  </a:lnTo>
                  <a:lnTo>
                    <a:pt x="133122" y="3188"/>
                  </a:lnTo>
                  <a:lnTo>
                    <a:pt x="127794" y="4334"/>
                  </a:lnTo>
                  <a:lnTo>
                    <a:pt x="122507" y="5653"/>
                  </a:lnTo>
                  <a:lnTo>
                    <a:pt x="117265" y="7144"/>
                  </a:lnTo>
                  <a:lnTo>
                    <a:pt x="112075" y="8805"/>
                  </a:lnTo>
                  <a:lnTo>
                    <a:pt x="106942" y="10635"/>
                  </a:lnTo>
                  <a:lnTo>
                    <a:pt x="101871" y="12630"/>
                  </a:lnTo>
                  <a:lnTo>
                    <a:pt x="96868" y="14790"/>
                  </a:lnTo>
                  <a:lnTo>
                    <a:pt x="91937" y="17112"/>
                  </a:lnTo>
                  <a:lnTo>
                    <a:pt x="87086" y="19593"/>
                  </a:lnTo>
                  <a:lnTo>
                    <a:pt x="82317" y="22231"/>
                  </a:lnTo>
                  <a:lnTo>
                    <a:pt x="77637" y="25023"/>
                  </a:lnTo>
                  <a:lnTo>
                    <a:pt x="73051" y="27967"/>
                  </a:lnTo>
                  <a:lnTo>
                    <a:pt x="68563" y="31058"/>
                  </a:lnTo>
                  <a:lnTo>
                    <a:pt x="64178" y="34293"/>
                  </a:lnTo>
                  <a:lnTo>
                    <a:pt x="59901" y="37670"/>
                  </a:lnTo>
                  <a:lnTo>
                    <a:pt x="55736" y="41185"/>
                  </a:lnTo>
                  <a:lnTo>
                    <a:pt x="51688" y="44833"/>
                  </a:lnTo>
                  <a:lnTo>
                    <a:pt x="47761" y="48612"/>
                  </a:lnTo>
                  <a:lnTo>
                    <a:pt x="43959" y="52516"/>
                  </a:lnTo>
                  <a:lnTo>
                    <a:pt x="40287" y="56542"/>
                  </a:lnTo>
                  <a:lnTo>
                    <a:pt x="36748" y="60686"/>
                  </a:lnTo>
                  <a:lnTo>
                    <a:pt x="33346" y="64943"/>
                  </a:lnTo>
                  <a:lnTo>
                    <a:pt x="30084" y="69309"/>
                  </a:lnTo>
                  <a:lnTo>
                    <a:pt x="26966" y="73779"/>
                  </a:lnTo>
                  <a:lnTo>
                    <a:pt x="23996" y="78347"/>
                  </a:lnTo>
                  <a:lnTo>
                    <a:pt x="21176" y="83011"/>
                  </a:lnTo>
                  <a:lnTo>
                    <a:pt x="18510" y="87763"/>
                  </a:lnTo>
                  <a:lnTo>
                    <a:pt x="16000" y="92600"/>
                  </a:lnTo>
                  <a:lnTo>
                    <a:pt x="13649" y="97517"/>
                  </a:lnTo>
                  <a:lnTo>
                    <a:pt x="11459" y="102507"/>
                  </a:lnTo>
                  <a:lnTo>
                    <a:pt x="9434" y="107566"/>
                  </a:lnTo>
                  <a:lnTo>
                    <a:pt x="7574" y="112689"/>
                  </a:lnTo>
                  <a:lnTo>
                    <a:pt x="5882" y="117869"/>
                  </a:lnTo>
                  <a:lnTo>
                    <a:pt x="4360" y="123102"/>
                  </a:lnTo>
                  <a:lnTo>
                    <a:pt x="3010" y="128381"/>
                  </a:lnTo>
                  <a:lnTo>
                    <a:pt x="1832" y="133702"/>
                  </a:lnTo>
                  <a:lnTo>
                    <a:pt x="828" y="139058"/>
                  </a:lnTo>
                  <a:lnTo>
                    <a:pt x="0" y="144444"/>
                  </a:lnTo>
                  <a:lnTo>
                    <a:pt x="165615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3938735" y="5309273"/>
              <a:ext cx="334311" cy="334333"/>
            </a:xfrm>
            <a:custGeom>
              <a:avLst/>
              <a:pathLst>
                <a:path w="334311" h="334333">
                  <a:moveTo>
                    <a:pt x="1543" y="144444"/>
                  </a:moveTo>
                  <a:lnTo>
                    <a:pt x="907" y="149703"/>
                  </a:lnTo>
                  <a:lnTo>
                    <a:pt x="437" y="154980"/>
                  </a:lnTo>
                  <a:lnTo>
                    <a:pt x="134" y="160269"/>
                  </a:lnTo>
                  <a:lnTo>
                    <a:pt x="0" y="165565"/>
                  </a:lnTo>
                  <a:lnTo>
                    <a:pt x="33" y="170862"/>
                  </a:lnTo>
                  <a:lnTo>
                    <a:pt x="234" y="176156"/>
                  </a:lnTo>
                  <a:lnTo>
                    <a:pt x="602" y="181440"/>
                  </a:lnTo>
                  <a:lnTo>
                    <a:pt x="1138" y="186711"/>
                  </a:lnTo>
                  <a:lnTo>
                    <a:pt x="1841" y="191961"/>
                  </a:lnTo>
                  <a:lnTo>
                    <a:pt x="2709" y="197187"/>
                  </a:lnTo>
                  <a:lnTo>
                    <a:pt x="3743" y="202383"/>
                  </a:lnTo>
                  <a:lnTo>
                    <a:pt x="4941" y="207543"/>
                  </a:lnTo>
                  <a:lnTo>
                    <a:pt x="6302" y="212663"/>
                  </a:lnTo>
                  <a:lnTo>
                    <a:pt x="7824" y="217737"/>
                  </a:lnTo>
                  <a:lnTo>
                    <a:pt x="9507" y="222760"/>
                  </a:lnTo>
                  <a:lnTo>
                    <a:pt x="11347" y="227728"/>
                  </a:lnTo>
                  <a:lnTo>
                    <a:pt x="13344" y="232634"/>
                  </a:lnTo>
                  <a:lnTo>
                    <a:pt x="15496" y="237475"/>
                  </a:lnTo>
                  <a:lnTo>
                    <a:pt x="17800" y="242245"/>
                  </a:lnTo>
                  <a:lnTo>
                    <a:pt x="20254" y="246940"/>
                  </a:lnTo>
                  <a:lnTo>
                    <a:pt x="22855" y="251555"/>
                  </a:lnTo>
                  <a:lnTo>
                    <a:pt x="25602" y="256085"/>
                  </a:lnTo>
                  <a:lnTo>
                    <a:pt x="28490" y="260526"/>
                  </a:lnTo>
                  <a:lnTo>
                    <a:pt x="31518" y="264873"/>
                  </a:lnTo>
                  <a:lnTo>
                    <a:pt x="34682" y="269121"/>
                  </a:lnTo>
                  <a:lnTo>
                    <a:pt x="37979" y="273268"/>
                  </a:lnTo>
                  <a:lnTo>
                    <a:pt x="41406" y="277308"/>
                  </a:lnTo>
                  <a:lnTo>
                    <a:pt x="44959" y="281237"/>
                  </a:lnTo>
                  <a:lnTo>
                    <a:pt x="48635" y="285052"/>
                  </a:lnTo>
                  <a:lnTo>
                    <a:pt x="52429" y="288748"/>
                  </a:lnTo>
                  <a:lnTo>
                    <a:pt x="56339" y="292322"/>
                  </a:lnTo>
                  <a:lnTo>
                    <a:pt x="60361" y="295771"/>
                  </a:lnTo>
                  <a:lnTo>
                    <a:pt x="64489" y="299090"/>
                  </a:lnTo>
                  <a:lnTo>
                    <a:pt x="68721" y="302277"/>
                  </a:lnTo>
                  <a:lnTo>
                    <a:pt x="73051" y="305329"/>
                  </a:lnTo>
                  <a:lnTo>
                    <a:pt x="77476" y="308241"/>
                  </a:lnTo>
                  <a:lnTo>
                    <a:pt x="81991" y="311012"/>
                  </a:lnTo>
                  <a:lnTo>
                    <a:pt x="86592" y="313638"/>
                  </a:lnTo>
                  <a:lnTo>
                    <a:pt x="91274" y="316118"/>
                  </a:lnTo>
                  <a:lnTo>
                    <a:pt x="96031" y="318447"/>
                  </a:lnTo>
                  <a:lnTo>
                    <a:pt x="100861" y="320625"/>
                  </a:lnTo>
                  <a:lnTo>
                    <a:pt x="105756" y="322649"/>
                  </a:lnTo>
                  <a:lnTo>
                    <a:pt x="110714" y="324516"/>
                  </a:lnTo>
                  <a:lnTo>
                    <a:pt x="115728" y="326226"/>
                  </a:lnTo>
                  <a:lnTo>
                    <a:pt x="120793" y="327776"/>
                  </a:lnTo>
                  <a:lnTo>
                    <a:pt x="125906" y="329164"/>
                  </a:lnTo>
                  <a:lnTo>
                    <a:pt x="131059" y="330390"/>
                  </a:lnTo>
                  <a:lnTo>
                    <a:pt x="136249" y="331452"/>
                  </a:lnTo>
                  <a:lnTo>
                    <a:pt x="141470" y="332349"/>
                  </a:lnTo>
                  <a:lnTo>
                    <a:pt x="146717" y="333080"/>
                  </a:lnTo>
                  <a:lnTo>
                    <a:pt x="151985" y="333644"/>
                  </a:lnTo>
                  <a:lnTo>
                    <a:pt x="157267" y="334041"/>
                  </a:lnTo>
                  <a:lnTo>
                    <a:pt x="162560" y="334271"/>
                  </a:lnTo>
                  <a:lnTo>
                    <a:pt x="167857" y="334333"/>
                  </a:lnTo>
                  <a:lnTo>
                    <a:pt x="173153" y="334227"/>
                  </a:lnTo>
                  <a:lnTo>
                    <a:pt x="178444" y="333953"/>
                  </a:lnTo>
                  <a:lnTo>
                    <a:pt x="183723" y="333512"/>
                  </a:lnTo>
                  <a:lnTo>
                    <a:pt x="188985" y="332903"/>
                  </a:lnTo>
                  <a:lnTo>
                    <a:pt x="194226" y="332129"/>
                  </a:lnTo>
                  <a:lnTo>
                    <a:pt x="199439" y="331188"/>
                  </a:lnTo>
                  <a:lnTo>
                    <a:pt x="204620" y="330083"/>
                  </a:lnTo>
                  <a:lnTo>
                    <a:pt x="209763" y="328814"/>
                  </a:lnTo>
                  <a:lnTo>
                    <a:pt x="214864" y="327383"/>
                  </a:lnTo>
                  <a:lnTo>
                    <a:pt x="219917" y="325791"/>
                  </a:lnTo>
                  <a:lnTo>
                    <a:pt x="224916" y="324040"/>
                  </a:lnTo>
                  <a:lnTo>
                    <a:pt x="229858" y="322131"/>
                  </a:lnTo>
                  <a:lnTo>
                    <a:pt x="234737" y="320066"/>
                  </a:lnTo>
                  <a:lnTo>
                    <a:pt x="239547" y="317848"/>
                  </a:lnTo>
                  <a:lnTo>
                    <a:pt x="244285" y="315479"/>
                  </a:lnTo>
                  <a:lnTo>
                    <a:pt x="248946" y="312961"/>
                  </a:lnTo>
                  <a:lnTo>
                    <a:pt x="253525" y="310296"/>
                  </a:lnTo>
                  <a:lnTo>
                    <a:pt x="258016" y="307488"/>
                  </a:lnTo>
                  <a:lnTo>
                    <a:pt x="262417" y="304538"/>
                  </a:lnTo>
                  <a:lnTo>
                    <a:pt x="266722" y="301451"/>
                  </a:lnTo>
                  <a:lnTo>
                    <a:pt x="270927" y="298229"/>
                  </a:lnTo>
                  <a:lnTo>
                    <a:pt x="275028" y="294875"/>
                  </a:lnTo>
                  <a:lnTo>
                    <a:pt x="279020" y="291393"/>
                  </a:lnTo>
                  <a:lnTo>
                    <a:pt x="282900" y="287786"/>
                  </a:lnTo>
                  <a:lnTo>
                    <a:pt x="286664" y="284058"/>
                  </a:lnTo>
                  <a:lnTo>
                    <a:pt x="290308" y="280213"/>
                  </a:lnTo>
                  <a:lnTo>
                    <a:pt x="293828" y="276254"/>
                  </a:lnTo>
                  <a:lnTo>
                    <a:pt x="297221" y="272186"/>
                  </a:lnTo>
                  <a:lnTo>
                    <a:pt x="300483" y="268012"/>
                  </a:lnTo>
                  <a:lnTo>
                    <a:pt x="303611" y="263737"/>
                  </a:lnTo>
                  <a:lnTo>
                    <a:pt x="306603" y="259365"/>
                  </a:lnTo>
                  <a:lnTo>
                    <a:pt x="309454" y="254900"/>
                  </a:lnTo>
                  <a:lnTo>
                    <a:pt x="312162" y="250348"/>
                  </a:lnTo>
                  <a:lnTo>
                    <a:pt x="314725" y="245711"/>
                  </a:lnTo>
                  <a:lnTo>
                    <a:pt x="317140" y="240996"/>
                  </a:lnTo>
                  <a:lnTo>
                    <a:pt x="319404" y="236207"/>
                  </a:lnTo>
                  <a:lnTo>
                    <a:pt x="321515" y="231348"/>
                  </a:lnTo>
                  <a:lnTo>
                    <a:pt x="323471" y="226425"/>
                  </a:lnTo>
                  <a:lnTo>
                    <a:pt x="325270" y="221442"/>
                  </a:lnTo>
                  <a:lnTo>
                    <a:pt x="326911" y="216405"/>
                  </a:lnTo>
                  <a:lnTo>
                    <a:pt x="328391" y="211319"/>
                  </a:lnTo>
                  <a:lnTo>
                    <a:pt x="329709" y="206188"/>
                  </a:lnTo>
                  <a:lnTo>
                    <a:pt x="330864" y="201018"/>
                  </a:lnTo>
                  <a:lnTo>
                    <a:pt x="331854" y="195814"/>
                  </a:lnTo>
                  <a:lnTo>
                    <a:pt x="332679" y="190581"/>
                  </a:lnTo>
                  <a:lnTo>
                    <a:pt x="333338" y="185324"/>
                  </a:lnTo>
                  <a:lnTo>
                    <a:pt x="333830" y="180050"/>
                  </a:lnTo>
                  <a:lnTo>
                    <a:pt x="334154" y="174762"/>
                  </a:lnTo>
                  <a:lnTo>
                    <a:pt x="334311" y="169467"/>
                  </a:lnTo>
                  <a:lnTo>
                    <a:pt x="334300" y="164169"/>
                  </a:lnTo>
                  <a:lnTo>
                    <a:pt x="334121" y="158875"/>
                  </a:lnTo>
                  <a:lnTo>
                    <a:pt x="333774" y="153589"/>
                  </a:lnTo>
                  <a:lnTo>
                    <a:pt x="333260" y="148316"/>
                  </a:lnTo>
                  <a:lnTo>
                    <a:pt x="332580" y="143063"/>
                  </a:lnTo>
                  <a:lnTo>
                    <a:pt x="331733" y="137833"/>
                  </a:lnTo>
                  <a:lnTo>
                    <a:pt x="330721" y="132633"/>
                  </a:lnTo>
                  <a:lnTo>
                    <a:pt x="329544" y="127468"/>
                  </a:lnTo>
                  <a:lnTo>
                    <a:pt x="328205" y="122343"/>
                  </a:lnTo>
                  <a:lnTo>
                    <a:pt x="326704" y="117262"/>
                  </a:lnTo>
                  <a:lnTo>
                    <a:pt x="325043" y="112232"/>
                  </a:lnTo>
                  <a:lnTo>
                    <a:pt x="323223" y="107257"/>
                  </a:lnTo>
                  <a:lnTo>
                    <a:pt x="321246" y="102342"/>
                  </a:lnTo>
                  <a:lnTo>
                    <a:pt x="319115" y="97492"/>
                  </a:lnTo>
                  <a:lnTo>
                    <a:pt x="316831" y="92713"/>
                  </a:lnTo>
                  <a:lnTo>
                    <a:pt x="314396" y="88007"/>
                  </a:lnTo>
                  <a:lnTo>
                    <a:pt x="311814" y="83382"/>
                  </a:lnTo>
                  <a:lnTo>
                    <a:pt x="309087" y="78840"/>
                  </a:lnTo>
                  <a:lnTo>
                    <a:pt x="306217" y="74388"/>
                  </a:lnTo>
                  <a:lnTo>
                    <a:pt x="303207" y="70028"/>
                  </a:lnTo>
                  <a:lnTo>
                    <a:pt x="300061" y="65766"/>
                  </a:lnTo>
                  <a:lnTo>
                    <a:pt x="296781" y="61606"/>
                  </a:lnTo>
                  <a:lnTo>
                    <a:pt x="293371" y="57552"/>
                  </a:lnTo>
                  <a:lnTo>
                    <a:pt x="289835" y="53608"/>
                  </a:lnTo>
                  <a:lnTo>
                    <a:pt x="286175" y="49778"/>
                  </a:lnTo>
                  <a:lnTo>
                    <a:pt x="282396" y="46066"/>
                  </a:lnTo>
                  <a:lnTo>
                    <a:pt x="278500" y="42475"/>
                  </a:lnTo>
                  <a:lnTo>
                    <a:pt x="274494" y="39010"/>
                  </a:lnTo>
                  <a:lnTo>
                    <a:pt x="270379" y="35673"/>
                  </a:lnTo>
                  <a:lnTo>
                    <a:pt x="266161" y="32468"/>
                  </a:lnTo>
                  <a:lnTo>
                    <a:pt x="261843" y="29399"/>
                  </a:lnTo>
                  <a:lnTo>
                    <a:pt x="257430" y="26468"/>
                  </a:lnTo>
                  <a:lnTo>
                    <a:pt x="252927" y="23679"/>
                  </a:lnTo>
                  <a:lnTo>
                    <a:pt x="248337" y="21033"/>
                  </a:lnTo>
                  <a:lnTo>
                    <a:pt x="243666" y="18534"/>
                  </a:lnTo>
                  <a:lnTo>
                    <a:pt x="238918" y="16185"/>
                  </a:lnTo>
                  <a:lnTo>
                    <a:pt x="234098" y="13987"/>
                  </a:lnTo>
                  <a:lnTo>
                    <a:pt x="229211" y="11943"/>
                  </a:lnTo>
                  <a:lnTo>
                    <a:pt x="224261" y="10054"/>
                  </a:lnTo>
                  <a:lnTo>
                    <a:pt x="219254" y="8324"/>
                  </a:lnTo>
                  <a:lnTo>
                    <a:pt x="214195" y="6753"/>
                  </a:lnTo>
                  <a:lnTo>
                    <a:pt x="209088" y="5343"/>
                  </a:lnTo>
                  <a:lnTo>
                    <a:pt x="203940" y="4096"/>
                  </a:lnTo>
                  <a:lnTo>
                    <a:pt x="198754" y="3012"/>
                  </a:lnTo>
                  <a:lnTo>
                    <a:pt x="193537" y="2094"/>
                  </a:lnTo>
                  <a:lnTo>
                    <a:pt x="188293" y="1341"/>
                  </a:lnTo>
                  <a:lnTo>
                    <a:pt x="183028" y="754"/>
                  </a:lnTo>
                  <a:lnTo>
                    <a:pt x="177748" y="335"/>
                  </a:lnTo>
                  <a:lnTo>
                    <a:pt x="172456" y="83"/>
                  </a:lnTo>
                  <a:lnTo>
                    <a:pt x="167159" y="0"/>
                  </a:lnTo>
                  <a:lnTo>
                    <a:pt x="167159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4611132" y="5399291"/>
              <a:ext cx="6148" cy="167167"/>
            </a:xfrm>
            <a:custGeom>
              <a:avLst/>
              <a:pathLst>
                <a:path w="6148" h="167167">
                  <a:moveTo>
                    <a:pt x="6148" y="0"/>
                  </a:moveTo>
                  <a:lnTo>
                    <a:pt x="0" y="113"/>
                  </a:lnTo>
                  <a:lnTo>
                    <a:pt x="6148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4611132" y="5399404"/>
              <a:ext cx="6148" cy="167054"/>
            </a:xfrm>
            <a:custGeom>
              <a:avLst/>
              <a:pathLst>
                <a:path w="6148" h="167054">
                  <a:moveTo>
                    <a:pt x="0" y="0"/>
                  </a:moveTo>
                  <a:lnTo>
                    <a:pt x="6148" y="1670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4611132" y="5399404"/>
              <a:ext cx="6148" cy="167054"/>
            </a:xfrm>
            <a:custGeom>
              <a:avLst/>
              <a:pathLst>
                <a:path w="6148" h="167054">
                  <a:moveTo>
                    <a:pt x="0" y="0"/>
                  </a:moveTo>
                  <a:lnTo>
                    <a:pt x="6148" y="1670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4611132" y="5399404"/>
              <a:ext cx="6148" cy="167054"/>
            </a:xfrm>
            <a:custGeom>
              <a:avLst/>
              <a:pathLst>
                <a:path w="6148" h="167054">
                  <a:moveTo>
                    <a:pt x="0" y="0"/>
                  </a:moveTo>
                  <a:lnTo>
                    <a:pt x="6148" y="1670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4611132" y="5399404"/>
              <a:ext cx="6148" cy="167054"/>
            </a:xfrm>
            <a:custGeom>
              <a:avLst/>
              <a:pathLst>
                <a:path w="6148" h="167054">
                  <a:moveTo>
                    <a:pt x="0" y="0"/>
                  </a:moveTo>
                  <a:lnTo>
                    <a:pt x="6148" y="1670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4611132" y="5399404"/>
              <a:ext cx="6148" cy="167054"/>
            </a:xfrm>
            <a:custGeom>
              <a:avLst/>
              <a:pathLst>
                <a:path w="6148" h="167054">
                  <a:moveTo>
                    <a:pt x="0" y="0"/>
                  </a:moveTo>
                  <a:lnTo>
                    <a:pt x="6148" y="16705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4611132" y="5399404"/>
              <a:ext cx="6148" cy="167054"/>
            </a:xfrm>
            <a:custGeom>
              <a:avLst/>
              <a:pathLst>
                <a:path w="6148" h="167054">
                  <a:moveTo>
                    <a:pt x="0" y="0"/>
                  </a:moveTo>
                  <a:lnTo>
                    <a:pt x="6148" y="16705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4450127" y="5399404"/>
              <a:ext cx="334304" cy="334221"/>
            </a:xfrm>
            <a:custGeom>
              <a:avLst/>
              <a:pathLst>
                <a:path w="334304" h="334221">
                  <a:moveTo>
                    <a:pt x="161004" y="0"/>
                  </a:moveTo>
                  <a:lnTo>
                    <a:pt x="155715" y="278"/>
                  </a:lnTo>
                  <a:lnTo>
                    <a:pt x="150438" y="724"/>
                  </a:lnTo>
                  <a:lnTo>
                    <a:pt x="145177" y="1337"/>
                  </a:lnTo>
                  <a:lnTo>
                    <a:pt x="139939" y="2116"/>
                  </a:lnTo>
                  <a:lnTo>
                    <a:pt x="134727" y="3061"/>
                  </a:lnTo>
                  <a:lnTo>
                    <a:pt x="129549" y="4171"/>
                  </a:lnTo>
                  <a:lnTo>
                    <a:pt x="124408" y="5444"/>
                  </a:lnTo>
                  <a:lnTo>
                    <a:pt x="119310" y="6879"/>
                  </a:lnTo>
                  <a:lnTo>
                    <a:pt x="114260" y="8475"/>
                  </a:lnTo>
                  <a:lnTo>
                    <a:pt x="109263" y="10230"/>
                  </a:lnTo>
                  <a:lnTo>
                    <a:pt x="104324" y="12142"/>
                  </a:lnTo>
                  <a:lnTo>
                    <a:pt x="99448" y="14210"/>
                  </a:lnTo>
                  <a:lnTo>
                    <a:pt x="94640" y="16432"/>
                  </a:lnTo>
                  <a:lnTo>
                    <a:pt x="89905" y="18805"/>
                  </a:lnTo>
                  <a:lnTo>
                    <a:pt x="85248" y="21326"/>
                  </a:lnTo>
                  <a:lnTo>
                    <a:pt x="80673" y="23994"/>
                  </a:lnTo>
                  <a:lnTo>
                    <a:pt x="76184" y="26805"/>
                  </a:lnTo>
                  <a:lnTo>
                    <a:pt x="71787" y="29757"/>
                  </a:lnTo>
                  <a:lnTo>
                    <a:pt x="67486" y="32847"/>
                  </a:lnTo>
                  <a:lnTo>
                    <a:pt x="63284" y="36072"/>
                  </a:lnTo>
                  <a:lnTo>
                    <a:pt x="59187" y="39428"/>
                  </a:lnTo>
                  <a:lnTo>
                    <a:pt x="55198" y="42912"/>
                  </a:lnTo>
                  <a:lnTo>
                    <a:pt x="51322" y="46521"/>
                  </a:lnTo>
                  <a:lnTo>
                    <a:pt x="47562" y="50250"/>
                  </a:lnTo>
                  <a:lnTo>
                    <a:pt x="43922" y="54097"/>
                  </a:lnTo>
                  <a:lnTo>
                    <a:pt x="40405" y="58058"/>
                  </a:lnTo>
                  <a:lnTo>
                    <a:pt x="37016" y="62128"/>
                  </a:lnTo>
                  <a:lnTo>
                    <a:pt x="33758" y="66303"/>
                  </a:lnTo>
                  <a:lnTo>
                    <a:pt x="30633" y="70579"/>
                  </a:lnTo>
                  <a:lnTo>
                    <a:pt x="27645" y="74952"/>
                  </a:lnTo>
                  <a:lnTo>
                    <a:pt x="24798" y="79418"/>
                  </a:lnTo>
                  <a:lnTo>
                    <a:pt x="22093" y="83971"/>
                  </a:lnTo>
                  <a:lnTo>
                    <a:pt x="19534" y="88608"/>
                  </a:lnTo>
                  <a:lnTo>
                    <a:pt x="17123" y="93324"/>
                  </a:lnTo>
                  <a:lnTo>
                    <a:pt x="14863" y="98113"/>
                  </a:lnTo>
                  <a:lnTo>
                    <a:pt x="12755" y="102972"/>
                  </a:lnTo>
                  <a:lnTo>
                    <a:pt x="10803" y="107895"/>
                  </a:lnTo>
                  <a:lnTo>
                    <a:pt x="9007" y="112878"/>
                  </a:lnTo>
                  <a:lnTo>
                    <a:pt x="7370" y="117915"/>
                  </a:lnTo>
                  <a:lnTo>
                    <a:pt x="5894" y="123001"/>
                  </a:lnTo>
                  <a:lnTo>
                    <a:pt x="4579" y="128132"/>
                  </a:lnTo>
                  <a:lnTo>
                    <a:pt x="3428" y="133301"/>
                  </a:lnTo>
                  <a:lnTo>
                    <a:pt x="2441" y="138505"/>
                  </a:lnTo>
                  <a:lnTo>
                    <a:pt x="1619" y="143737"/>
                  </a:lnTo>
                  <a:lnTo>
                    <a:pt x="964" y="148992"/>
                  </a:lnTo>
                  <a:lnTo>
                    <a:pt x="475" y="154266"/>
                  </a:lnTo>
                  <a:lnTo>
                    <a:pt x="153" y="159552"/>
                  </a:lnTo>
                  <a:lnTo>
                    <a:pt x="0" y="164846"/>
                  </a:lnTo>
                  <a:lnTo>
                    <a:pt x="13" y="170142"/>
                  </a:lnTo>
                  <a:lnTo>
                    <a:pt x="195" y="175435"/>
                  </a:lnTo>
                  <a:lnTo>
                    <a:pt x="544" y="180720"/>
                  </a:lnTo>
                  <a:lnTo>
                    <a:pt x="1061" y="185991"/>
                  </a:lnTo>
                  <a:lnTo>
                    <a:pt x="1744" y="191243"/>
                  </a:lnTo>
                  <a:lnTo>
                    <a:pt x="2594" y="196471"/>
                  </a:lnTo>
                  <a:lnTo>
                    <a:pt x="3608" y="201669"/>
                  </a:lnTo>
                  <a:lnTo>
                    <a:pt x="4787" y="206832"/>
                  </a:lnTo>
                  <a:lnTo>
                    <a:pt x="6128" y="211956"/>
                  </a:lnTo>
                  <a:lnTo>
                    <a:pt x="7631" y="217034"/>
                  </a:lnTo>
                  <a:lnTo>
                    <a:pt x="9295" y="222062"/>
                  </a:lnTo>
                  <a:lnTo>
                    <a:pt x="11117" y="227035"/>
                  </a:lnTo>
                  <a:lnTo>
                    <a:pt x="13095" y="231948"/>
                  </a:lnTo>
                  <a:lnTo>
                    <a:pt x="15228" y="236796"/>
                  </a:lnTo>
                  <a:lnTo>
                    <a:pt x="17514" y="241574"/>
                  </a:lnTo>
                  <a:lnTo>
                    <a:pt x="19949" y="246276"/>
                  </a:lnTo>
                  <a:lnTo>
                    <a:pt x="22533" y="250900"/>
                  </a:lnTo>
                  <a:lnTo>
                    <a:pt x="25261" y="255439"/>
                  </a:lnTo>
                  <a:lnTo>
                    <a:pt x="28133" y="259889"/>
                  </a:lnTo>
                  <a:lnTo>
                    <a:pt x="31143" y="264247"/>
                  </a:lnTo>
                  <a:lnTo>
                    <a:pt x="34290" y="268506"/>
                  </a:lnTo>
                  <a:lnTo>
                    <a:pt x="37571" y="272664"/>
                  </a:lnTo>
                  <a:lnTo>
                    <a:pt x="40981" y="276716"/>
                  </a:lnTo>
                  <a:lnTo>
                    <a:pt x="44519" y="280658"/>
                  </a:lnTo>
                  <a:lnTo>
                    <a:pt x="48179" y="284486"/>
                  </a:lnTo>
                  <a:lnTo>
                    <a:pt x="51959" y="288196"/>
                  </a:lnTo>
                  <a:lnTo>
                    <a:pt x="55854" y="291784"/>
                  </a:lnTo>
                  <a:lnTo>
                    <a:pt x="59861" y="295247"/>
                  </a:lnTo>
                  <a:lnTo>
                    <a:pt x="63976" y="298582"/>
                  </a:lnTo>
                  <a:lnTo>
                    <a:pt x="68194" y="301784"/>
                  </a:lnTo>
                  <a:lnTo>
                    <a:pt x="72512" y="304851"/>
                  </a:lnTo>
                  <a:lnTo>
                    <a:pt x="76925" y="307780"/>
                  </a:lnTo>
                  <a:lnTo>
                    <a:pt x="81428" y="310568"/>
                  </a:lnTo>
                  <a:lnTo>
                    <a:pt x="86017" y="313211"/>
                  </a:lnTo>
                  <a:lnTo>
                    <a:pt x="90688" y="315708"/>
                  </a:lnTo>
                  <a:lnTo>
                    <a:pt x="95435" y="318056"/>
                  </a:lnTo>
                  <a:lnTo>
                    <a:pt x="100255" y="320252"/>
                  </a:lnTo>
                  <a:lnTo>
                    <a:pt x="105141" y="322294"/>
                  </a:lnTo>
                  <a:lnTo>
                    <a:pt x="110090" y="324181"/>
                  </a:lnTo>
                  <a:lnTo>
                    <a:pt x="115096" y="325909"/>
                  </a:lnTo>
                  <a:lnTo>
                    <a:pt x="120155" y="327479"/>
                  </a:lnTo>
                  <a:lnTo>
                    <a:pt x="125260" y="328887"/>
                  </a:lnTo>
                  <a:lnTo>
                    <a:pt x="130408" y="330133"/>
                  </a:lnTo>
                  <a:lnTo>
                    <a:pt x="135592" y="331215"/>
                  </a:lnTo>
                  <a:lnTo>
                    <a:pt x="140808" y="332132"/>
                  </a:lnTo>
                  <a:lnTo>
                    <a:pt x="146051" y="332884"/>
                  </a:lnTo>
                  <a:lnTo>
                    <a:pt x="151315" y="333469"/>
                  </a:lnTo>
                  <a:lnTo>
                    <a:pt x="156594" y="333888"/>
                  </a:lnTo>
                  <a:lnTo>
                    <a:pt x="161885" y="334138"/>
                  </a:lnTo>
                  <a:lnTo>
                    <a:pt x="167180" y="334221"/>
                  </a:lnTo>
                  <a:lnTo>
                    <a:pt x="172476" y="334137"/>
                  </a:lnTo>
                  <a:lnTo>
                    <a:pt x="177766" y="333884"/>
                  </a:lnTo>
                  <a:lnTo>
                    <a:pt x="183045" y="333464"/>
                  </a:lnTo>
                  <a:lnTo>
                    <a:pt x="188309" y="332877"/>
                  </a:lnTo>
                  <a:lnTo>
                    <a:pt x="193551" y="332124"/>
                  </a:lnTo>
                  <a:lnTo>
                    <a:pt x="198767" y="331205"/>
                  </a:lnTo>
                  <a:lnTo>
                    <a:pt x="203951" y="330121"/>
                  </a:lnTo>
                  <a:lnTo>
                    <a:pt x="209098" y="328873"/>
                  </a:lnTo>
                  <a:lnTo>
                    <a:pt x="214204" y="327463"/>
                  </a:lnTo>
                  <a:lnTo>
                    <a:pt x="219261" y="325892"/>
                  </a:lnTo>
                  <a:lnTo>
                    <a:pt x="224267" y="324162"/>
                  </a:lnTo>
                  <a:lnTo>
                    <a:pt x="229215" y="322274"/>
                  </a:lnTo>
                  <a:lnTo>
                    <a:pt x="234101" y="320230"/>
                  </a:lnTo>
                  <a:lnTo>
                    <a:pt x="238920" y="318032"/>
                  </a:lnTo>
                  <a:lnTo>
                    <a:pt x="243666" y="315683"/>
                  </a:lnTo>
                  <a:lnTo>
                    <a:pt x="248336" y="313184"/>
                  </a:lnTo>
                  <a:lnTo>
                    <a:pt x="252925" y="310539"/>
                  </a:lnTo>
                  <a:lnTo>
                    <a:pt x="257427" y="307750"/>
                  </a:lnTo>
                  <a:lnTo>
                    <a:pt x="261839" y="304820"/>
                  </a:lnTo>
                  <a:lnTo>
                    <a:pt x="266155" y="301751"/>
                  </a:lnTo>
                  <a:lnTo>
                    <a:pt x="270373" y="298547"/>
                  </a:lnTo>
                  <a:lnTo>
                    <a:pt x="274486" y="295212"/>
                  </a:lnTo>
                  <a:lnTo>
                    <a:pt x="278492" y="291747"/>
                  </a:lnTo>
                  <a:lnTo>
                    <a:pt x="282386" y="288157"/>
                  </a:lnTo>
                  <a:lnTo>
                    <a:pt x="286165" y="284446"/>
                  </a:lnTo>
                  <a:lnTo>
                    <a:pt x="289824" y="280617"/>
                  </a:lnTo>
                  <a:lnTo>
                    <a:pt x="293360" y="276674"/>
                  </a:lnTo>
                  <a:lnTo>
                    <a:pt x="296769" y="272621"/>
                  </a:lnTo>
                  <a:lnTo>
                    <a:pt x="300048" y="268462"/>
                  </a:lnTo>
                  <a:lnTo>
                    <a:pt x="303194" y="264201"/>
                  </a:lnTo>
                  <a:lnTo>
                    <a:pt x="306203" y="259843"/>
                  </a:lnTo>
                  <a:lnTo>
                    <a:pt x="309073" y="255392"/>
                  </a:lnTo>
                  <a:lnTo>
                    <a:pt x="311800" y="250852"/>
                  </a:lnTo>
                  <a:lnTo>
                    <a:pt x="314382" y="246227"/>
                  </a:lnTo>
                  <a:lnTo>
                    <a:pt x="316816" y="241524"/>
                  </a:lnTo>
                  <a:lnTo>
                    <a:pt x="319100" y="236745"/>
                  </a:lnTo>
                  <a:lnTo>
                    <a:pt x="321231" y="231897"/>
                  </a:lnTo>
                  <a:lnTo>
                    <a:pt x="323208" y="226983"/>
                  </a:lnTo>
                  <a:lnTo>
                    <a:pt x="325028" y="222010"/>
                  </a:lnTo>
                  <a:lnTo>
                    <a:pt x="326690" y="216981"/>
                  </a:lnTo>
                  <a:lnTo>
                    <a:pt x="328191" y="211902"/>
                  </a:lnTo>
                  <a:lnTo>
                    <a:pt x="329531" y="206778"/>
                  </a:lnTo>
                  <a:lnTo>
                    <a:pt x="330708" y="201614"/>
                  </a:lnTo>
                  <a:lnTo>
                    <a:pt x="331721" y="196416"/>
                  </a:lnTo>
                  <a:lnTo>
                    <a:pt x="332568" y="191188"/>
                  </a:lnTo>
                  <a:lnTo>
                    <a:pt x="333250" y="185936"/>
                  </a:lnTo>
                  <a:lnTo>
                    <a:pt x="333765" y="180665"/>
                  </a:lnTo>
                  <a:lnTo>
                    <a:pt x="334112" y="175380"/>
                  </a:lnTo>
                  <a:lnTo>
                    <a:pt x="334292" y="170087"/>
                  </a:lnTo>
                  <a:lnTo>
                    <a:pt x="334304" y="164791"/>
                  </a:lnTo>
                  <a:lnTo>
                    <a:pt x="334149" y="159497"/>
                  </a:lnTo>
                  <a:lnTo>
                    <a:pt x="333826" y="154210"/>
                  </a:lnTo>
                  <a:lnTo>
                    <a:pt x="333335" y="148937"/>
                  </a:lnTo>
                  <a:lnTo>
                    <a:pt x="332678" y="143682"/>
                  </a:lnTo>
                  <a:lnTo>
                    <a:pt x="331854" y="138450"/>
                  </a:lnTo>
                  <a:lnTo>
                    <a:pt x="330866" y="133247"/>
                  </a:lnTo>
                  <a:lnTo>
                    <a:pt x="329713" y="128078"/>
                  </a:lnTo>
                  <a:lnTo>
                    <a:pt x="328396" y="122948"/>
                  </a:lnTo>
                  <a:lnTo>
                    <a:pt x="326918" y="117862"/>
                  </a:lnTo>
                  <a:lnTo>
                    <a:pt x="325280" y="112825"/>
                  </a:lnTo>
                  <a:lnTo>
                    <a:pt x="323482" y="107843"/>
                  </a:lnTo>
                  <a:lnTo>
                    <a:pt x="321528" y="102921"/>
                  </a:lnTo>
                  <a:lnTo>
                    <a:pt x="319419" y="98063"/>
                  </a:lnTo>
                  <a:lnTo>
                    <a:pt x="317157" y="93274"/>
                  </a:lnTo>
                  <a:lnTo>
                    <a:pt x="314745" y="88559"/>
                  </a:lnTo>
                  <a:lnTo>
                    <a:pt x="312184" y="83923"/>
                  </a:lnTo>
                  <a:lnTo>
                    <a:pt x="309478" y="79370"/>
                  </a:lnTo>
                  <a:lnTo>
                    <a:pt x="306629" y="74906"/>
                  </a:lnTo>
                  <a:lnTo>
                    <a:pt x="303640" y="70534"/>
                  </a:lnTo>
                  <a:lnTo>
                    <a:pt x="300514" y="66258"/>
                  </a:lnTo>
                  <a:lnTo>
                    <a:pt x="297254" y="62084"/>
                  </a:lnTo>
                  <a:lnTo>
                    <a:pt x="293863" y="58016"/>
                  </a:lnTo>
                  <a:lnTo>
                    <a:pt x="290346" y="54056"/>
                  </a:lnTo>
                  <a:lnTo>
                    <a:pt x="286704" y="50211"/>
                  </a:lnTo>
                  <a:lnTo>
                    <a:pt x="282943" y="46482"/>
                  </a:lnTo>
                  <a:lnTo>
                    <a:pt x="279065" y="42875"/>
                  </a:lnTo>
                  <a:lnTo>
                    <a:pt x="275075" y="39392"/>
                  </a:lnTo>
                  <a:lnTo>
                    <a:pt x="270977" y="36037"/>
                  </a:lnTo>
                  <a:lnTo>
                    <a:pt x="266775" y="32814"/>
                  </a:lnTo>
                  <a:lnTo>
                    <a:pt x="262472" y="29725"/>
                  </a:lnTo>
                  <a:lnTo>
                    <a:pt x="258074" y="26775"/>
                  </a:lnTo>
                  <a:lnTo>
                    <a:pt x="253585" y="23965"/>
                  </a:lnTo>
                  <a:lnTo>
                    <a:pt x="249008" y="21299"/>
                  </a:lnTo>
                  <a:lnTo>
                    <a:pt x="244350" y="18779"/>
                  </a:lnTo>
                  <a:lnTo>
                    <a:pt x="239614" y="16408"/>
                  </a:lnTo>
                  <a:lnTo>
                    <a:pt x="234806" y="14188"/>
                  </a:lnTo>
                  <a:lnTo>
                    <a:pt x="229929" y="12122"/>
                  </a:lnTo>
                  <a:lnTo>
                    <a:pt x="224990" y="10211"/>
                  </a:lnTo>
                  <a:lnTo>
                    <a:pt x="219992" y="8457"/>
                  </a:lnTo>
                  <a:lnTo>
                    <a:pt x="214942" y="6863"/>
                  </a:lnTo>
                  <a:lnTo>
                    <a:pt x="209843" y="5429"/>
                  </a:lnTo>
                  <a:lnTo>
                    <a:pt x="204702" y="4158"/>
                  </a:lnTo>
                  <a:lnTo>
                    <a:pt x="167152" y="16705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4617280" y="5399291"/>
              <a:ext cx="37549" cy="167167"/>
            </a:xfrm>
            <a:custGeom>
              <a:avLst/>
              <a:pathLst>
                <a:path w="37549" h="167167">
                  <a:moveTo>
                    <a:pt x="37549" y="4271"/>
                  </a:moveTo>
                  <a:lnTo>
                    <a:pt x="31373" y="2970"/>
                  </a:lnTo>
                  <a:lnTo>
                    <a:pt x="25152" y="1903"/>
                  </a:lnTo>
                  <a:lnTo>
                    <a:pt x="18895" y="1071"/>
                  </a:lnTo>
                  <a:lnTo>
                    <a:pt x="12612" y="476"/>
                  </a:lnTo>
                  <a:lnTo>
                    <a:pt x="6310" y="11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5089958" y="5369149"/>
              <a:ext cx="45718" cy="167167"/>
            </a:xfrm>
            <a:custGeom>
              <a:avLst/>
              <a:pathLst>
                <a:path w="45718" h="167167">
                  <a:moveTo>
                    <a:pt x="45718" y="0"/>
                  </a:moveTo>
                  <a:lnTo>
                    <a:pt x="39104" y="130"/>
                  </a:lnTo>
                  <a:lnTo>
                    <a:pt x="32500" y="523"/>
                  </a:lnTo>
                  <a:lnTo>
                    <a:pt x="25918" y="1176"/>
                  </a:lnTo>
                  <a:lnTo>
                    <a:pt x="19366" y="2090"/>
                  </a:lnTo>
                  <a:lnTo>
                    <a:pt x="12856" y="3261"/>
                  </a:lnTo>
                  <a:lnTo>
                    <a:pt x="6397" y="4690"/>
                  </a:lnTo>
                  <a:lnTo>
                    <a:pt x="0" y="6373"/>
                  </a:lnTo>
                  <a:lnTo>
                    <a:pt x="45718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5089958" y="5375522"/>
              <a:ext cx="45718" cy="160794"/>
            </a:xfrm>
            <a:custGeom>
              <a:avLst/>
              <a:pathLst>
                <a:path w="45718" h="160794">
                  <a:moveTo>
                    <a:pt x="0" y="0"/>
                  </a:moveTo>
                  <a:lnTo>
                    <a:pt x="45718" y="1607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5089958" y="5375522"/>
              <a:ext cx="45718" cy="160794"/>
            </a:xfrm>
            <a:custGeom>
              <a:avLst/>
              <a:pathLst>
                <a:path w="45718" h="160794">
                  <a:moveTo>
                    <a:pt x="0" y="0"/>
                  </a:moveTo>
                  <a:lnTo>
                    <a:pt x="45718" y="1607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5089958" y="5375522"/>
              <a:ext cx="45718" cy="160794"/>
            </a:xfrm>
            <a:custGeom>
              <a:avLst/>
              <a:pathLst>
                <a:path w="45718" h="160794">
                  <a:moveTo>
                    <a:pt x="0" y="0"/>
                  </a:moveTo>
                  <a:lnTo>
                    <a:pt x="45718" y="1607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5089958" y="5375522"/>
              <a:ext cx="45718" cy="160794"/>
            </a:xfrm>
            <a:custGeom>
              <a:avLst/>
              <a:pathLst>
                <a:path w="45718" h="160794">
                  <a:moveTo>
                    <a:pt x="0" y="0"/>
                  </a:moveTo>
                  <a:lnTo>
                    <a:pt x="45718" y="16079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5089958" y="5375522"/>
              <a:ext cx="45718" cy="160794"/>
            </a:xfrm>
            <a:custGeom>
              <a:avLst/>
              <a:pathLst>
                <a:path w="45718" h="160794">
                  <a:moveTo>
                    <a:pt x="0" y="0"/>
                  </a:moveTo>
                  <a:lnTo>
                    <a:pt x="45718" y="16079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4968515" y="5375522"/>
              <a:ext cx="167161" cy="327844"/>
            </a:xfrm>
            <a:custGeom>
              <a:avLst/>
              <a:pathLst>
                <a:path w="167161" h="327844">
                  <a:moveTo>
                    <a:pt x="121443" y="0"/>
                  </a:moveTo>
                  <a:lnTo>
                    <a:pt x="116301" y="1551"/>
                  </a:lnTo>
                  <a:lnTo>
                    <a:pt x="111212" y="3267"/>
                  </a:lnTo>
                  <a:lnTo>
                    <a:pt x="106181" y="5145"/>
                  </a:lnTo>
                  <a:lnTo>
                    <a:pt x="101213" y="7184"/>
                  </a:lnTo>
                  <a:lnTo>
                    <a:pt x="96313" y="9382"/>
                  </a:lnTo>
                  <a:lnTo>
                    <a:pt x="91486" y="11736"/>
                  </a:lnTo>
                  <a:lnTo>
                    <a:pt x="86737" y="14244"/>
                  </a:lnTo>
                  <a:lnTo>
                    <a:pt x="82071" y="16903"/>
                  </a:lnTo>
                  <a:lnTo>
                    <a:pt x="77493" y="19710"/>
                  </a:lnTo>
                  <a:lnTo>
                    <a:pt x="73007" y="22663"/>
                  </a:lnTo>
                  <a:lnTo>
                    <a:pt x="68619" y="25759"/>
                  </a:lnTo>
                  <a:lnTo>
                    <a:pt x="64332" y="28994"/>
                  </a:lnTo>
                  <a:lnTo>
                    <a:pt x="60152" y="32365"/>
                  </a:lnTo>
                  <a:lnTo>
                    <a:pt x="56081" y="35868"/>
                  </a:lnTo>
                  <a:lnTo>
                    <a:pt x="52126" y="39501"/>
                  </a:lnTo>
                  <a:lnTo>
                    <a:pt x="48289" y="43259"/>
                  </a:lnTo>
                  <a:lnTo>
                    <a:pt x="44575" y="47138"/>
                  </a:lnTo>
                  <a:lnTo>
                    <a:pt x="40988" y="51134"/>
                  </a:lnTo>
                  <a:lnTo>
                    <a:pt x="37530" y="55243"/>
                  </a:lnTo>
                  <a:lnTo>
                    <a:pt x="34207" y="59462"/>
                  </a:lnTo>
                  <a:lnTo>
                    <a:pt x="31020" y="63785"/>
                  </a:lnTo>
                  <a:lnTo>
                    <a:pt x="27974" y="68208"/>
                  </a:lnTo>
                  <a:lnTo>
                    <a:pt x="25072" y="72726"/>
                  </a:lnTo>
                  <a:lnTo>
                    <a:pt x="22317" y="77336"/>
                  </a:lnTo>
                  <a:lnTo>
                    <a:pt x="19711" y="82032"/>
                  </a:lnTo>
                  <a:lnTo>
                    <a:pt x="17257" y="86809"/>
                  </a:lnTo>
                  <a:lnTo>
                    <a:pt x="14958" y="91662"/>
                  </a:lnTo>
                  <a:lnTo>
                    <a:pt x="12816" y="96587"/>
                  </a:lnTo>
                  <a:lnTo>
                    <a:pt x="10833" y="101578"/>
                  </a:lnTo>
                  <a:lnTo>
                    <a:pt x="9011" y="106630"/>
                  </a:lnTo>
                  <a:lnTo>
                    <a:pt x="7353" y="111738"/>
                  </a:lnTo>
                  <a:lnTo>
                    <a:pt x="5860" y="116896"/>
                  </a:lnTo>
                  <a:lnTo>
                    <a:pt x="4533" y="122100"/>
                  </a:lnTo>
                  <a:lnTo>
                    <a:pt x="3374" y="127344"/>
                  </a:lnTo>
                  <a:lnTo>
                    <a:pt x="2384" y="132622"/>
                  </a:lnTo>
                  <a:lnTo>
                    <a:pt x="1564" y="137930"/>
                  </a:lnTo>
                  <a:lnTo>
                    <a:pt x="915" y="143261"/>
                  </a:lnTo>
                  <a:lnTo>
                    <a:pt x="438" y="148610"/>
                  </a:lnTo>
                  <a:lnTo>
                    <a:pt x="132" y="153972"/>
                  </a:lnTo>
                  <a:lnTo>
                    <a:pt x="0" y="159340"/>
                  </a:lnTo>
                  <a:lnTo>
                    <a:pt x="39" y="164711"/>
                  </a:lnTo>
                  <a:lnTo>
                    <a:pt x="251" y="170077"/>
                  </a:lnTo>
                  <a:lnTo>
                    <a:pt x="635" y="175433"/>
                  </a:lnTo>
                  <a:lnTo>
                    <a:pt x="1192" y="180775"/>
                  </a:lnTo>
                  <a:lnTo>
                    <a:pt x="1919" y="186096"/>
                  </a:lnTo>
                  <a:lnTo>
                    <a:pt x="2817" y="191391"/>
                  </a:lnTo>
                  <a:lnTo>
                    <a:pt x="3885" y="196654"/>
                  </a:lnTo>
                  <a:lnTo>
                    <a:pt x="5121" y="201880"/>
                  </a:lnTo>
                  <a:lnTo>
                    <a:pt x="6524" y="207064"/>
                  </a:lnTo>
                  <a:lnTo>
                    <a:pt x="8093" y="212200"/>
                  </a:lnTo>
                  <a:lnTo>
                    <a:pt x="9827" y="217283"/>
                  </a:lnTo>
                  <a:lnTo>
                    <a:pt x="11722" y="222307"/>
                  </a:lnTo>
                  <a:lnTo>
                    <a:pt x="13779" y="227269"/>
                  </a:lnTo>
                  <a:lnTo>
                    <a:pt x="15993" y="232161"/>
                  </a:lnTo>
                  <a:lnTo>
                    <a:pt x="18363" y="236980"/>
                  </a:lnTo>
                  <a:lnTo>
                    <a:pt x="20887" y="241720"/>
                  </a:lnTo>
                  <a:lnTo>
                    <a:pt x="23562" y="246377"/>
                  </a:lnTo>
                  <a:lnTo>
                    <a:pt x="26386" y="250946"/>
                  </a:lnTo>
                  <a:lnTo>
                    <a:pt x="29354" y="255421"/>
                  </a:lnTo>
                  <a:lnTo>
                    <a:pt x="32465" y="259799"/>
                  </a:lnTo>
                  <a:lnTo>
                    <a:pt x="35714" y="264074"/>
                  </a:lnTo>
                  <a:lnTo>
                    <a:pt x="39100" y="268243"/>
                  </a:lnTo>
                  <a:lnTo>
                    <a:pt x="42617" y="272301"/>
                  </a:lnTo>
                  <a:lnTo>
                    <a:pt x="46263" y="276244"/>
                  </a:lnTo>
                  <a:lnTo>
                    <a:pt x="50034" y="280068"/>
                  </a:lnTo>
                  <a:lnTo>
                    <a:pt x="53926" y="283769"/>
                  </a:lnTo>
                  <a:lnTo>
                    <a:pt x="57935" y="287343"/>
                  </a:lnTo>
                  <a:lnTo>
                    <a:pt x="62056" y="290786"/>
                  </a:lnTo>
                  <a:lnTo>
                    <a:pt x="66286" y="294095"/>
                  </a:lnTo>
                  <a:lnTo>
                    <a:pt x="70620" y="297266"/>
                  </a:lnTo>
                  <a:lnTo>
                    <a:pt x="75053" y="300297"/>
                  </a:lnTo>
                  <a:lnTo>
                    <a:pt x="79582" y="303184"/>
                  </a:lnTo>
                  <a:lnTo>
                    <a:pt x="84201" y="305923"/>
                  </a:lnTo>
                  <a:lnTo>
                    <a:pt x="88905" y="308513"/>
                  </a:lnTo>
                  <a:lnTo>
                    <a:pt x="93691" y="310951"/>
                  </a:lnTo>
                  <a:lnTo>
                    <a:pt x="98552" y="313233"/>
                  </a:lnTo>
                  <a:lnTo>
                    <a:pt x="103484" y="315358"/>
                  </a:lnTo>
                  <a:lnTo>
                    <a:pt x="108482" y="317324"/>
                  </a:lnTo>
                  <a:lnTo>
                    <a:pt x="113540" y="319128"/>
                  </a:lnTo>
                  <a:lnTo>
                    <a:pt x="118653" y="320769"/>
                  </a:lnTo>
                  <a:lnTo>
                    <a:pt x="123817" y="322244"/>
                  </a:lnTo>
                  <a:lnTo>
                    <a:pt x="129026" y="323553"/>
                  </a:lnTo>
                  <a:lnTo>
                    <a:pt x="134273" y="324694"/>
                  </a:lnTo>
                  <a:lnTo>
                    <a:pt x="139555" y="325666"/>
                  </a:lnTo>
                  <a:lnTo>
                    <a:pt x="144865" y="326468"/>
                  </a:lnTo>
                  <a:lnTo>
                    <a:pt x="150199" y="327098"/>
                  </a:lnTo>
                  <a:lnTo>
                    <a:pt x="155549" y="327558"/>
                  </a:lnTo>
                  <a:lnTo>
                    <a:pt x="160912" y="327844"/>
                  </a:lnTo>
                  <a:lnTo>
                    <a:pt x="167161" y="16079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5129427" y="5369149"/>
              <a:ext cx="173401" cy="334332"/>
            </a:xfrm>
            <a:custGeom>
              <a:avLst/>
              <a:pathLst>
                <a:path w="173401" h="334332">
                  <a:moveTo>
                    <a:pt x="0" y="334218"/>
                  </a:moveTo>
                  <a:lnTo>
                    <a:pt x="5312" y="334332"/>
                  </a:lnTo>
                  <a:lnTo>
                    <a:pt x="10626" y="334277"/>
                  </a:lnTo>
                  <a:lnTo>
                    <a:pt x="15935" y="334053"/>
                  </a:lnTo>
                  <a:lnTo>
                    <a:pt x="21235" y="333661"/>
                  </a:lnTo>
                  <a:lnTo>
                    <a:pt x="26519" y="333101"/>
                  </a:lnTo>
                  <a:lnTo>
                    <a:pt x="31783" y="332373"/>
                  </a:lnTo>
                  <a:lnTo>
                    <a:pt x="37021" y="331478"/>
                  </a:lnTo>
                  <a:lnTo>
                    <a:pt x="42228" y="330416"/>
                  </a:lnTo>
                  <a:lnTo>
                    <a:pt x="47399" y="329190"/>
                  </a:lnTo>
                  <a:lnTo>
                    <a:pt x="52528" y="327801"/>
                  </a:lnTo>
                  <a:lnTo>
                    <a:pt x="57610" y="326248"/>
                  </a:lnTo>
                  <a:lnTo>
                    <a:pt x="62640" y="324536"/>
                  </a:lnTo>
                  <a:lnTo>
                    <a:pt x="67614" y="322664"/>
                  </a:lnTo>
                  <a:lnTo>
                    <a:pt x="72525" y="320635"/>
                  </a:lnTo>
                  <a:lnTo>
                    <a:pt x="77370" y="318450"/>
                  </a:lnTo>
                  <a:lnTo>
                    <a:pt x="82142" y="316113"/>
                  </a:lnTo>
                  <a:lnTo>
                    <a:pt x="86838" y="313626"/>
                  </a:lnTo>
                  <a:lnTo>
                    <a:pt x="91452" y="310990"/>
                  </a:lnTo>
                  <a:lnTo>
                    <a:pt x="95981" y="308210"/>
                  </a:lnTo>
                  <a:lnTo>
                    <a:pt x="100418" y="305286"/>
                  </a:lnTo>
                  <a:lnTo>
                    <a:pt x="104761" y="302223"/>
                  </a:lnTo>
                  <a:lnTo>
                    <a:pt x="109004" y="299024"/>
                  </a:lnTo>
                  <a:lnTo>
                    <a:pt x="113143" y="295691"/>
                  </a:lnTo>
                  <a:lnTo>
                    <a:pt x="117174" y="292229"/>
                  </a:lnTo>
                  <a:lnTo>
                    <a:pt x="121093" y="288640"/>
                  </a:lnTo>
                  <a:lnTo>
                    <a:pt x="124896" y="284928"/>
                  </a:lnTo>
                  <a:lnTo>
                    <a:pt x="128579" y="281098"/>
                  </a:lnTo>
                  <a:lnTo>
                    <a:pt x="132138" y="277152"/>
                  </a:lnTo>
                  <a:lnTo>
                    <a:pt x="135570" y="273095"/>
                  </a:lnTo>
                  <a:lnTo>
                    <a:pt x="138872" y="268931"/>
                  </a:lnTo>
                  <a:lnTo>
                    <a:pt x="142039" y="264664"/>
                  </a:lnTo>
                  <a:lnTo>
                    <a:pt x="145070" y="260299"/>
                  </a:lnTo>
                  <a:lnTo>
                    <a:pt x="147960" y="255839"/>
                  </a:lnTo>
                  <a:lnTo>
                    <a:pt x="150706" y="251290"/>
                  </a:lnTo>
                  <a:lnTo>
                    <a:pt x="153307" y="246656"/>
                  </a:lnTo>
                  <a:lnTo>
                    <a:pt x="155759" y="241942"/>
                  </a:lnTo>
                  <a:lnTo>
                    <a:pt x="158061" y="237152"/>
                  </a:lnTo>
                  <a:lnTo>
                    <a:pt x="160208" y="232291"/>
                  </a:lnTo>
                  <a:lnTo>
                    <a:pt x="162201" y="227365"/>
                  </a:lnTo>
                  <a:lnTo>
                    <a:pt x="164035" y="222378"/>
                  </a:lnTo>
                  <a:lnTo>
                    <a:pt x="165710" y="217335"/>
                  </a:lnTo>
                  <a:lnTo>
                    <a:pt x="167224" y="212241"/>
                  </a:lnTo>
                  <a:lnTo>
                    <a:pt x="168576" y="207102"/>
                  </a:lnTo>
                  <a:lnTo>
                    <a:pt x="169763" y="201922"/>
                  </a:lnTo>
                  <a:lnTo>
                    <a:pt x="170785" y="196707"/>
                  </a:lnTo>
                  <a:lnTo>
                    <a:pt x="171641" y="191463"/>
                  </a:lnTo>
                  <a:lnTo>
                    <a:pt x="172329" y="186193"/>
                  </a:lnTo>
                  <a:lnTo>
                    <a:pt x="172850" y="180905"/>
                  </a:lnTo>
                  <a:lnTo>
                    <a:pt x="173203" y="175603"/>
                  </a:lnTo>
                  <a:lnTo>
                    <a:pt x="173386" y="170292"/>
                  </a:lnTo>
                  <a:lnTo>
                    <a:pt x="173401" y="164978"/>
                  </a:lnTo>
                  <a:lnTo>
                    <a:pt x="173247" y="159666"/>
                  </a:lnTo>
                  <a:lnTo>
                    <a:pt x="172924" y="154362"/>
                  </a:lnTo>
                  <a:lnTo>
                    <a:pt x="172433" y="149071"/>
                  </a:lnTo>
                  <a:lnTo>
                    <a:pt x="171774" y="143798"/>
                  </a:lnTo>
                  <a:lnTo>
                    <a:pt x="170948" y="138548"/>
                  </a:lnTo>
                  <a:lnTo>
                    <a:pt x="169955" y="133328"/>
                  </a:lnTo>
                  <a:lnTo>
                    <a:pt x="168797" y="128142"/>
                  </a:lnTo>
                  <a:lnTo>
                    <a:pt x="167474" y="122995"/>
                  </a:lnTo>
                  <a:lnTo>
                    <a:pt x="165989" y="117893"/>
                  </a:lnTo>
                  <a:lnTo>
                    <a:pt x="164342" y="112840"/>
                  </a:lnTo>
                  <a:lnTo>
                    <a:pt x="162535" y="107843"/>
                  </a:lnTo>
                  <a:lnTo>
                    <a:pt x="160571" y="102905"/>
                  </a:lnTo>
                  <a:lnTo>
                    <a:pt x="158450" y="98033"/>
                  </a:lnTo>
                  <a:lnTo>
                    <a:pt x="156176" y="93230"/>
                  </a:lnTo>
                  <a:lnTo>
                    <a:pt x="153750" y="88502"/>
                  </a:lnTo>
                  <a:lnTo>
                    <a:pt x="151175" y="83854"/>
                  </a:lnTo>
                  <a:lnTo>
                    <a:pt x="148454" y="79289"/>
                  </a:lnTo>
                  <a:lnTo>
                    <a:pt x="145589" y="74814"/>
                  </a:lnTo>
                  <a:lnTo>
                    <a:pt x="142583" y="70431"/>
                  </a:lnTo>
                  <a:lnTo>
                    <a:pt x="139439" y="66147"/>
                  </a:lnTo>
                  <a:lnTo>
                    <a:pt x="136161" y="61965"/>
                  </a:lnTo>
                  <a:lnTo>
                    <a:pt x="132752" y="57889"/>
                  </a:lnTo>
                  <a:lnTo>
                    <a:pt x="129215" y="53923"/>
                  </a:lnTo>
                  <a:lnTo>
                    <a:pt x="125553" y="50072"/>
                  </a:lnTo>
                  <a:lnTo>
                    <a:pt x="121771" y="46339"/>
                  </a:lnTo>
                  <a:lnTo>
                    <a:pt x="117872" y="42728"/>
                  </a:lnTo>
                  <a:lnTo>
                    <a:pt x="113861" y="39243"/>
                  </a:lnTo>
                  <a:lnTo>
                    <a:pt x="109740" y="35887"/>
                  </a:lnTo>
                  <a:lnTo>
                    <a:pt x="105515" y="32664"/>
                  </a:lnTo>
                  <a:lnTo>
                    <a:pt x="101190" y="29577"/>
                  </a:lnTo>
                  <a:lnTo>
                    <a:pt x="96769" y="26629"/>
                  </a:lnTo>
                  <a:lnTo>
                    <a:pt x="92256" y="23823"/>
                  </a:lnTo>
                  <a:lnTo>
                    <a:pt x="87657" y="21161"/>
                  </a:lnTo>
                  <a:lnTo>
                    <a:pt x="82975" y="18648"/>
                  </a:lnTo>
                  <a:lnTo>
                    <a:pt x="78215" y="16284"/>
                  </a:lnTo>
                  <a:lnTo>
                    <a:pt x="73383" y="14073"/>
                  </a:lnTo>
                  <a:lnTo>
                    <a:pt x="68483" y="12016"/>
                  </a:lnTo>
                  <a:lnTo>
                    <a:pt x="63520" y="10117"/>
                  </a:lnTo>
                  <a:lnTo>
                    <a:pt x="58500" y="8376"/>
                  </a:lnTo>
                  <a:lnTo>
                    <a:pt x="53426" y="6795"/>
                  </a:lnTo>
                  <a:lnTo>
                    <a:pt x="48305" y="5376"/>
                  </a:lnTo>
                  <a:lnTo>
                    <a:pt x="43141" y="4121"/>
                  </a:lnTo>
                  <a:lnTo>
                    <a:pt x="37940" y="3031"/>
                  </a:lnTo>
                  <a:lnTo>
                    <a:pt x="32708" y="2107"/>
                  </a:lnTo>
                  <a:lnTo>
                    <a:pt x="27448" y="1349"/>
                  </a:lnTo>
                  <a:lnTo>
                    <a:pt x="22167" y="759"/>
                  </a:lnTo>
                  <a:lnTo>
                    <a:pt x="16869" y="337"/>
                  </a:lnTo>
                  <a:lnTo>
                    <a:pt x="11561" y="84"/>
                  </a:lnTo>
                  <a:lnTo>
                    <a:pt x="6248" y="0"/>
                  </a:lnTo>
                  <a:lnTo>
                    <a:pt x="624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5621188" y="5220472"/>
              <a:ext cx="11947" cy="167167"/>
            </a:xfrm>
            <a:custGeom>
              <a:avLst/>
              <a:pathLst>
                <a:path w="11947" h="167167">
                  <a:moveTo>
                    <a:pt x="11947" y="0"/>
                  </a:moveTo>
                  <a:lnTo>
                    <a:pt x="0" y="427"/>
                  </a:lnTo>
                  <a:lnTo>
                    <a:pt x="1194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5621188" y="5220899"/>
              <a:ext cx="11947" cy="166739"/>
            </a:xfrm>
            <a:custGeom>
              <a:avLst/>
              <a:pathLst>
                <a:path w="11947" h="166739">
                  <a:moveTo>
                    <a:pt x="0" y="0"/>
                  </a:moveTo>
                  <a:lnTo>
                    <a:pt x="11947" y="16673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5621188" y="5220899"/>
              <a:ext cx="11947" cy="166739"/>
            </a:xfrm>
            <a:custGeom>
              <a:avLst/>
              <a:pathLst>
                <a:path w="11947" h="166739">
                  <a:moveTo>
                    <a:pt x="0" y="0"/>
                  </a:moveTo>
                  <a:lnTo>
                    <a:pt x="11947" y="16673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5621188" y="5220899"/>
              <a:ext cx="11947" cy="166739"/>
            </a:xfrm>
            <a:custGeom>
              <a:avLst/>
              <a:pathLst>
                <a:path w="11947" h="166739">
                  <a:moveTo>
                    <a:pt x="0" y="0"/>
                  </a:moveTo>
                  <a:lnTo>
                    <a:pt x="11947" y="16673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5621188" y="5220899"/>
              <a:ext cx="11947" cy="166739"/>
            </a:xfrm>
            <a:custGeom>
              <a:avLst/>
              <a:pathLst>
                <a:path w="11947" h="166739">
                  <a:moveTo>
                    <a:pt x="0" y="0"/>
                  </a:moveTo>
                  <a:lnTo>
                    <a:pt x="11947" y="16673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5493211" y="5220899"/>
              <a:ext cx="139924" cy="166739"/>
            </a:xfrm>
            <a:custGeom>
              <a:avLst/>
              <a:pathLst>
                <a:path w="139924" h="166739">
                  <a:moveTo>
                    <a:pt x="127977" y="0"/>
                  </a:moveTo>
                  <a:lnTo>
                    <a:pt x="122504" y="482"/>
                  </a:lnTo>
                  <a:lnTo>
                    <a:pt x="117050" y="1144"/>
                  </a:lnTo>
                  <a:lnTo>
                    <a:pt x="111620" y="1986"/>
                  </a:lnTo>
                  <a:lnTo>
                    <a:pt x="106221" y="3005"/>
                  </a:lnTo>
                  <a:lnTo>
                    <a:pt x="100859" y="4201"/>
                  </a:lnTo>
                  <a:lnTo>
                    <a:pt x="95539" y="5572"/>
                  </a:lnTo>
                  <a:lnTo>
                    <a:pt x="90266" y="7118"/>
                  </a:lnTo>
                  <a:lnTo>
                    <a:pt x="85048" y="8836"/>
                  </a:lnTo>
                  <a:lnTo>
                    <a:pt x="79888" y="10725"/>
                  </a:lnTo>
                  <a:lnTo>
                    <a:pt x="74794" y="12782"/>
                  </a:lnTo>
                  <a:lnTo>
                    <a:pt x="69769" y="15005"/>
                  </a:lnTo>
                  <a:lnTo>
                    <a:pt x="64821" y="17393"/>
                  </a:lnTo>
                  <a:lnTo>
                    <a:pt x="59954" y="19941"/>
                  </a:lnTo>
                  <a:lnTo>
                    <a:pt x="55173" y="22649"/>
                  </a:lnTo>
                  <a:lnTo>
                    <a:pt x="50483" y="25511"/>
                  </a:lnTo>
                  <a:lnTo>
                    <a:pt x="45891" y="28527"/>
                  </a:lnTo>
                  <a:lnTo>
                    <a:pt x="41399" y="31692"/>
                  </a:lnTo>
                  <a:lnTo>
                    <a:pt x="37015" y="35002"/>
                  </a:lnTo>
                  <a:lnTo>
                    <a:pt x="32741" y="38455"/>
                  </a:lnTo>
                  <a:lnTo>
                    <a:pt x="28583" y="42047"/>
                  </a:lnTo>
                  <a:lnTo>
                    <a:pt x="24546" y="45773"/>
                  </a:lnTo>
                  <a:lnTo>
                    <a:pt x="20633" y="49630"/>
                  </a:lnTo>
                  <a:lnTo>
                    <a:pt x="16849" y="53613"/>
                  </a:lnTo>
                  <a:lnTo>
                    <a:pt x="13198" y="57719"/>
                  </a:lnTo>
                  <a:lnTo>
                    <a:pt x="9684" y="61942"/>
                  </a:lnTo>
                  <a:lnTo>
                    <a:pt x="6310" y="66279"/>
                  </a:lnTo>
                  <a:lnTo>
                    <a:pt x="3081" y="70724"/>
                  </a:lnTo>
                  <a:lnTo>
                    <a:pt x="0" y="75273"/>
                  </a:lnTo>
                  <a:lnTo>
                    <a:pt x="139924" y="16673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5465974" y="5220472"/>
              <a:ext cx="334313" cy="334332"/>
            </a:xfrm>
            <a:custGeom>
              <a:avLst/>
              <a:pathLst>
                <a:path w="334313" h="334332">
                  <a:moveTo>
                    <a:pt x="27236" y="75700"/>
                  </a:moveTo>
                  <a:lnTo>
                    <a:pt x="24409" y="80179"/>
                  </a:lnTo>
                  <a:lnTo>
                    <a:pt x="21725" y="84745"/>
                  </a:lnTo>
                  <a:lnTo>
                    <a:pt x="19187" y="89394"/>
                  </a:lnTo>
                  <a:lnTo>
                    <a:pt x="16797" y="94120"/>
                  </a:lnTo>
                  <a:lnTo>
                    <a:pt x="14559" y="98921"/>
                  </a:lnTo>
                  <a:lnTo>
                    <a:pt x="12473" y="103789"/>
                  </a:lnTo>
                  <a:lnTo>
                    <a:pt x="10543" y="108721"/>
                  </a:lnTo>
                  <a:lnTo>
                    <a:pt x="8770" y="113712"/>
                  </a:lnTo>
                  <a:lnTo>
                    <a:pt x="7156" y="118757"/>
                  </a:lnTo>
                  <a:lnTo>
                    <a:pt x="5703" y="123850"/>
                  </a:lnTo>
                  <a:lnTo>
                    <a:pt x="4412" y="128987"/>
                  </a:lnTo>
                  <a:lnTo>
                    <a:pt x="3284" y="134162"/>
                  </a:lnTo>
                  <a:lnTo>
                    <a:pt x="2321" y="139370"/>
                  </a:lnTo>
                  <a:lnTo>
                    <a:pt x="1523" y="144606"/>
                  </a:lnTo>
                  <a:lnTo>
                    <a:pt x="891" y="149864"/>
                  </a:lnTo>
                  <a:lnTo>
                    <a:pt x="426" y="155140"/>
                  </a:lnTo>
                  <a:lnTo>
                    <a:pt x="129" y="160428"/>
                  </a:lnTo>
                  <a:lnTo>
                    <a:pt x="0" y="165723"/>
                  </a:lnTo>
                  <a:lnTo>
                    <a:pt x="38" y="171019"/>
                  </a:lnTo>
                  <a:lnTo>
                    <a:pt x="244" y="176312"/>
                  </a:lnTo>
                  <a:lnTo>
                    <a:pt x="617" y="181595"/>
                  </a:lnTo>
                  <a:lnTo>
                    <a:pt x="1158" y="186864"/>
                  </a:lnTo>
                  <a:lnTo>
                    <a:pt x="1865" y="192113"/>
                  </a:lnTo>
                  <a:lnTo>
                    <a:pt x="2738" y="197337"/>
                  </a:lnTo>
                  <a:lnTo>
                    <a:pt x="3777" y="202531"/>
                  </a:lnTo>
                  <a:lnTo>
                    <a:pt x="4979" y="207689"/>
                  </a:lnTo>
                  <a:lnTo>
                    <a:pt x="6344" y="212806"/>
                  </a:lnTo>
                  <a:lnTo>
                    <a:pt x="7871" y="217878"/>
                  </a:lnTo>
                  <a:lnTo>
                    <a:pt x="9557" y="222899"/>
                  </a:lnTo>
                  <a:lnTo>
                    <a:pt x="11402" y="227863"/>
                  </a:lnTo>
                  <a:lnTo>
                    <a:pt x="13403" y="232767"/>
                  </a:lnTo>
                  <a:lnTo>
                    <a:pt x="15558" y="237605"/>
                  </a:lnTo>
                  <a:lnTo>
                    <a:pt x="17866" y="242373"/>
                  </a:lnTo>
                  <a:lnTo>
                    <a:pt x="20323" y="247065"/>
                  </a:lnTo>
                  <a:lnTo>
                    <a:pt x="22928" y="251676"/>
                  </a:lnTo>
                  <a:lnTo>
                    <a:pt x="25677" y="256203"/>
                  </a:lnTo>
                  <a:lnTo>
                    <a:pt x="28569" y="260640"/>
                  </a:lnTo>
                  <a:lnTo>
                    <a:pt x="31600" y="264984"/>
                  </a:lnTo>
                  <a:lnTo>
                    <a:pt x="34767" y="269229"/>
                  </a:lnTo>
                  <a:lnTo>
                    <a:pt x="38066" y="273372"/>
                  </a:lnTo>
                  <a:lnTo>
                    <a:pt x="41496" y="277409"/>
                  </a:lnTo>
                  <a:lnTo>
                    <a:pt x="45051" y="281334"/>
                  </a:lnTo>
                  <a:lnTo>
                    <a:pt x="48729" y="285145"/>
                  </a:lnTo>
                  <a:lnTo>
                    <a:pt x="52526" y="288838"/>
                  </a:lnTo>
                  <a:lnTo>
                    <a:pt x="56438" y="292409"/>
                  </a:lnTo>
                  <a:lnTo>
                    <a:pt x="60461" y="295853"/>
                  </a:lnTo>
                  <a:lnTo>
                    <a:pt x="64592" y="299169"/>
                  </a:lnTo>
                  <a:lnTo>
                    <a:pt x="68825" y="302352"/>
                  </a:lnTo>
                  <a:lnTo>
                    <a:pt x="73157" y="305399"/>
                  </a:lnTo>
                  <a:lnTo>
                    <a:pt x="77583" y="308308"/>
                  </a:lnTo>
                  <a:lnTo>
                    <a:pt x="82099" y="311075"/>
                  </a:lnTo>
                  <a:lnTo>
                    <a:pt x="86701" y="313697"/>
                  </a:lnTo>
                  <a:lnTo>
                    <a:pt x="91383" y="316173"/>
                  </a:lnTo>
                  <a:lnTo>
                    <a:pt x="96142" y="318499"/>
                  </a:lnTo>
                  <a:lnTo>
                    <a:pt x="100971" y="320672"/>
                  </a:lnTo>
                  <a:lnTo>
                    <a:pt x="105868" y="322692"/>
                  </a:lnTo>
                  <a:lnTo>
                    <a:pt x="110825" y="324556"/>
                  </a:lnTo>
                  <a:lnTo>
                    <a:pt x="115840" y="326262"/>
                  </a:lnTo>
                  <a:lnTo>
                    <a:pt x="120905" y="327808"/>
                  </a:lnTo>
                  <a:lnTo>
                    <a:pt x="126018" y="329192"/>
                  </a:lnTo>
                  <a:lnTo>
                    <a:pt x="131171" y="330414"/>
                  </a:lnTo>
                  <a:lnTo>
                    <a:pt x="136361" y="331473"/>
                  </a:lnTo>
                  <a:lnTo>
                    <a:pt x="141581" y="332366"/>
                  </a:lnTo>
                  <a:lnTo>
                    <a:pt x="146828" y="333093"/>
                  </a:lnTo>
                  <a:lnTo>
                    <a:pt x="152094" y="333654"/>
                  </a:lnTo>
                  <a:lnTo>
                    <a:pt x="157376" y="334048"/>
                  </a:lnTo>
                  <a:lnTo>
                    <a:pt x="162668" y="334274"/>
                  </a:lnTo>
                  <a:lnTo>
                    <a:pt x="167964" y="334332"/>
                  </a:lnTo>
                  <a:lnTo>
                    <a:pt x="173259" y="334223"/>
                  </a:lnTo>
                  <a:lnTo>
                    <a:pt x="178548" y="333946"/>
                  </a:lnTo>
                  <a:lnTo>
                    <a:pt x="183826" y="333502"/>
                  </a:lnTo>
                  <a:lnTo>
                    <a:pt x="189087" y="332890"/>
                  </a:lnTo>
                  <a:lnTo>
                    <a:pt x="194326" y="332112"/>
                  </a:lnTo>
                  <a:lnTo>
                    <a:pt x="199538" y="331169"/>
                  </a:lnTo>
                  <a:lnTo>
                    <a:pt x="204717" y="330061"/>
                  </a:lnTo>
                  <a:lnTo>
                    <a:pt x="209859" y="328789"/>
                  </a:lnTo>
                  <a:lnTo>
                    <a:pt x="214957" y="327356"/>
                  </a:lnTo>
                  <a:lnTo>
                    <a:pt x="220008" y="325761"/>
                  </a:lnTo>
                  <a:lnTo>
                    <a:pt x="225006" y="324007"/>
                  </a:lnTo>
                  <a:lnTo>
                    <a:pt x="229945" y="322096"/>
                  </a:lnTo>
                  <a:lnTo>
                    <a:pt x="234822" y="320029"/>
                  </a:lnTo>
                  <a:lnTo>
                    <a:pt x="239630" y="317809"/>
                  </a:lnTo>
                  <a:lnTo>
                    <a:pt x="244366" y="315438"/>
                  </a:lnTo>
                  <a:lnTo>
                    <a:pt x="249025" y="312918"/>
                  </a:lnTo>
                  <a:lnTo>
                    <a:pt x="253601" y="310251"/>
                  </a:lnTo>
                  <a:lnTo>
                    <a:pt x="258090" y="307441"/>
                  </a:lnTo>
                  <a:lnTo>
                    <a:pt x="262488" y="304490"/>
                  </a:lnTo>
                  <a:lnTo>
                    <a:pt x="266791" y="301401"/>
                  </a:lnTo>
                  <a:lnTo>
                    <a:pt x="270993" y="298177"/>
                  </a:lnTo>
                  <a:lnTo>
                    <a:pt x="275092" y="294822"/>
                  </a:lnTo>
                  <a:lnTo>
                    <a:pt x="279081" y="291339"/>
                  </a:lnTo>
                  <a:lnTo>
                    <a:pt x="282959" y="287731"/>
                  </a:lnTo>
                  <a:lnTo>
                    <a:pt x="286720" y="284002"/>
                  </a:lnTo>
                  <a:lnTo>
                    <a:pt x="290362" y="280156"/>
                  </a:lnTo>
                  <a:lnTo>
                    <a:pt x="293879" y="276196"/>
                  </a:lnTo>
                  <a:lnTo>
                    <a:pt x="297270" y="272127"/>
                  </a:lnTo>
                  <a:lnTo>
                    <a:pt x="300529" y="267953"/>
                  </a:lnTo>
                  <a:lnTo>
                    <a:pt x="303655" y="263677"/>
                  </a:lnTo>
                  <a:lnTo>
                    <a:pt x="306644" y="259305"/>
                  </a:lnTo>
                  <a:lnTo>
                    <a:pt x="309493" y="254840"/>
                  </a:lnTo>
                  <a:lnTo>
                    <a:pt x="312199" y="250287"/>
                  </a:lnTo>
                  <a:lnTo>
                    <a:pt x="314759" y="245650"/>
                  </a:lnTo>
                  <a:lnTo>
                    <a:pt x="317172" y="240935"/>
                  </a:lnTo>
                  <a:lnTo>
                    <a:pt x="319433" y="236146"/>
                  </a:lnTo>
                  <a:lnTo>
                    <a:pt x="321542" y="231287"/>
                  </a:lnTo>
                  <a:lnTo>
                    <a:pt x="323496" y="226364"/>
                  </a:lnTo>
                  <a:lnTo>
                    <a:pt x="325293" y="221382"/>
                  </a:lnTo>
                  <a:lnTo>
                    <a:pt x="326931" y="216345"/>
                  </a:lnTo>
                  <a:lnTo>
                    <a:pt x="328408" y="211259"/>
                  </a:lnTo>
                  <a:lnTo>
                    <a:pt x="329724" y="206129"/>
                  </a:lnTo>
                  <a:lnTo>
                    <a:pt x="330877" y="200959"/>
                  </a:lnTo>
                  <a:lnTo>
                    <a:pt x="331865" y="195756"/>
                  </a:lnTo>
                  <a:lnTo>
                    <a:pt x="332688" y="190524"/>
                  </a:lnTo>
                  <a:lnTo>
                    <a:pt x="333345" y="185268"/>
                  </a:lnTo>
                  <a:lnTo>
                    <a:pt x="333835" y="179994"/>
                  </a:lnTo>
                  <a:lnTo>
                    <a:pt x="334158" y="174708"/>
                  </a:lnTo>
                  <a:lnTo>
                    <a:pt x="334313" y="169414"/>
                  </a:lnTo>
                  <a:lnTo>
                    <a:pt x="334300" y="164117"/>
                  </a:lnTo>
                  <a:lnTo>
                    <a:pt x="334120" y="158824"/>
                  </a:lnTo>
                  <a:lnTo>
                    <a:pt x="333772" y="153539"/>
                  </a:lnTo>
                  <a:lnTo>
                    <a:pt x="333256" y="148268"/>
                  </a:lnTo>
                  <a:lnTo>
                    <a:pt x="332574" y="143015"/>
                  </a:lnTo>
                  <a:lnTo>
                    <a:pt x="331726" y="137787"/>
                  </a:lnTo>
                  <a:lnTo>
                    <a:pt x="330713" y="132589"/>
                  </a:lnTo>
                  <a:lnTo>
                    <a:pt x="329535" y="127425"/>
                  </a:lnTo>
                  <a:lnTo>
                    <a:pt x="328195" y="122301"/>
                  </a:lnTo>
                  <a:lnTo>
                    <a:pt x="326693" y="117222"/>
                  </a:lnTo>
                  <a:lnTo>
                    <a:pt x="325030" y="112193"/>
                  </a:lnTo>
                  <a:lnTo>
                    <a:pt x="323210" y="107219"/>
                  </a:lnTo>
                  <a:lnTo>
                    <a:pt x="321232" y="102306"/>
                  </a:lnTo>
                  <a:lnTo>
                    <a:pt x="319100" y="97458"/>
                  </a:lnTo>
                  <a:lnTo>
                    <a:pt x="316815" y="92679"/>
                  </a:lnTo>
                  <a:lnTo>
                    <a:pt x="314381" y="87976"/>
                  </a:lnTo>
                  <a:lnTo>
                    <a:pt x="311798" y="83352"/>
                  </a:lnTo>
                  <a:lnTo>
                    <a:pt x="309070" y="78812"/>
                  </a:lnTo>
                  <a:lnTo>
                    <a:pt x="306200" y="74360"/>
                  </a:lnTo>
                  <a:lnTo>
                    <a:pt x="303190" y="70002"/>
                  </a:lnTo>
                  <a:lnTo>
                    <a:pt x="300044" y="65742"/>
                  </a:lnTo>
                  <a:lnTo>
                    <a:pt x="296764" y="61583"/>
                  </a:lnTo>
                  <a:lnTo>
                    <a:pt x="293354" y="57530"/>
                  </a:lnTo>
                  <a:lnTo>
                    <a:pt x="289817" y="53587"/>
                  </a:lnTo>
                  <a:lnTo>
                    <a:pt x="286158" y="49759"/>
                  </a:lnTo>
                  <a:lnTo>
                    <a:pt x="282378" y="46048"/>
                  </a:lnTo>
                  <a:lnTo>
                    <a:pt x="278484" y="42459"/>
                  </a:lnTo>
                  <a:lnTo>
                    <a:pt x="274477" y="38995"/>
                  </a:lnTo>
                  <a:lnTo>
                    <a:pt x="270363" y="35659"/>
                  </a:lnTo>
                  <a:lnTo>
                    <a:pt x="266145" y="32456"/>
                  </a:lnTo>
                  <a:lnTo>
                    <a:pt x="261828" y="29388"/>
                  </a:lnTo>
                  <a:lnTo>
                    <a:pt x="257415" y="26458"/>
                  </a:lnTo>
                  <a:lnTo>
                    <a:pt x="252913" y="23669"/>
                  </a:lnTo>
                  <a:lnTo>
                    <a:pt x="248324" y="21025"/>
                  </a:lnTo>
                  <a:lnTo>
                    <a:pt x="243653" y="18527"/>
                  </a:lnTo>
                  <a:lnTo>
                    <a:pt x="238906" y="16178"/>
                  </a:lnTo>
                  <a:lnTo>
                    <a:pt x="234087" y="13981"/>
                  </a:lnTo>
                  <a:lnTo>
                    <a:pt x="229200" y="11938"/>
                  </a:lnTo>
                  <a:lnTo>
                    <a:pt x="224251" y="10050"/>
                  </a:lnTo>
                  <a:lnTo>
                    <a:pt x="219245" y="8321"/>
                  </a:lnTo>
                  <a:lnTo>
                    <a:pt x="214187" y="6750"/>
                  </a:lnTo>
                  <a:lnTo>
                    <a:pt x="209082" y="5341"/>
                  </a:lnTo>
                  <a:lnTo>
                    <a:pt x="203934" y="4094"/>
                  </a:lnTo>
                  <a:lnTo>
                    <a:pt x="198750" y="3011"/>
                  </a:lnTo>
                  <a:lnTo>
                    <a:pt x="193533" y="2093"/>
                  </a:lnTo>
                  <a:lnTo>
                    <a:pt x="188291" y="1340"/>
                  </a:lnTo>
                  <a:lnTo>
                    <a:pt x="183027" y="754"/>
                  </a:lnTo>
                  <a:lnTo>
                    <a:pt x="177747" y="335"/>
                  </a:lnTo>
                  <a:lnTo>
                    <a:pt x="172456" y="83"/>
                  </a:lnTo>
                  <a:lnTo>
                    <a:pt x="167161" y="0"/>
                  </a:lnTo>
                  <a:lnTo>
                    <a:pt x="16716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056492" y="4961274"/>
              <a:ext cx="26347" cy="167167"/>
            </a:xfrm>
            <a:custGeom>
              <a:avLst/>
              <a:pathLst>
                <a:path w="26347" h="167167">
                  <a:moveTo>
                    <a:pt x="26347" y="0"/>
                  </a:moveTo>
                  <a:lnTo>
                    <a:pt x="19735" y="130"/>
                  </a:lnTo>
                  <a:lnTo>
                    <a:pt x="13132" y="523"/>
                  </a:lnTo>
                  <a:lnTo>
                    <a:pt x="6550" y="1176"/>
                  </a:lnTo>
                  <a:lnTo>
                    <a:pt x="0" y="2089"/>
                  </a:lnTo>
                  <a:lnTo>
                    <a:pt x="2634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056492" y="4963363"/>
              <a:ext cx="26347" cy="165077"/>
            </a:xfrm>
            <a:custGeom>
              <a:avLst/>
              <a:pathLst>
                <a:path w="26347" h="165077">
                  <a:moveTo>
                    <a:pt x="0" y="0"/>
                  </a:moveTo>
                  <a:lnTo>
                    <a:pt x="26347" y="16507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056492" y="4963363"/>
              <a:ext cx="26347" cy="165077"/>
            </a:xfrm>
            <a:custGeom>
              <a:avLst/>
              <a:pathLst>
                <a:path w="26347" h="165077">
                  <a:moveTo>
                    <a:pt x="0" y="0"/>
                  </a:moveTo>
                  <a:lnTo>
                    <a:pt x="26347" y="16507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056492" y="4963363"/>
              <a:ext cx="26347" cy="165077"/>
            </a:xfrm>
            <a:custGeom>
              <a:avLst/>
              <a:pathLst>
                <a:path w="26347" h="165077">
                  <a:moveTo>
                    <a:pt x="0" y="0"/>
                  </a:moveTo>
                  <a:lnTo>
                    <a:pt x="26347" y="16507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5915691" y="4963363"/>
              <a:ext cx="167149" cy="199826"/>
            </a:xfrm>
            <a:custGeom>
              <a:avLst/>
              <a:pathLst>
                <a:path w="167149" h="199826">
                  <a:moveTo>
                    <a:pt x="140801" y="0"/>
                  </a:moveTo>
                  <a:lnTo>
                    <a:pt x="135461" y="941"/>
                  </a:lnTo>
                  <a:lnTo>
                    <a:pt x="130154" y="2055"/>
                  </a:lnTo>
                  <a:lnTo>
                    <a:pt x="124886" y="3341"/>
                  </a:lnTo>
                  <a:lnTo>
                    <a:pt x="119663" y="4796"/>
                  </a:lnTo>
                  <a:lnTo>
                    <a:pt x="114489" y="6421"/>
                  </a:lnTo>
                  <a:lnTo>
                    <a:pt x="109372" y="8212"/>
                  </a:lnTo>
                  <a:lnTo>
                    <a:pt x="104314" y="10168"/>
                  </a:lnTo>
                  <a:lnTo>
                    <a:pt x="99323" y="12288"/>
                  </a:lnTo>
                  <a:lnTo>
                    <a:pt x="94404" y="14568"/>
                  </a:lnTo>
                  <a:lnTo>
                    <a:pt x="89560" y="17006"/>
                  </a:lnTo>
                  <a:lnTo>
                    <a:pt x="84799" y="19601"/>
                  </a:lnTo>
                  <a:lnTo>
                    <a:pt x="80124" y="22348"/>
                  </a:lnTo>
                  <a:lnTo>
                    <a:pt x="75541" y="25246"/>
                  </a:lnTo>
                  <a:lnTo>
                    <a:pt x="71054" y="28290"/>
                  </a:lnTo>
                  <a:lnTo>
                    <a:pt x="66668" y="31479"/>
                  </a:lnTo>
                  <a:lnTo>
                    <a:pt x="62388" y="34808"/>
                  </a:lnTo>
                  <a:lnTo>
                    <a:pt x="58218" y="38274"/>
                  </a:lnTo>
                  <a:lnTo>
                    <a:pt x="54163" y="41874"/>
                  </a:lnTo>
                  <a:lnTo>
                    <a:pt x="50226" y="45603"/>
                  </a:lnTo>
                  <a:lnTo>
                    <a:pt x="46413" y="49458"/>
                  </a:lnTo>
                  <a:lnTo>
                    <a:pt x="42727" y="53435"/>
                  </a:lnTo>
                  <a:lnTo>
                    <a:pt x="39171" y="57529"/>
                  </a:lnTo>
                  <a:lnTo>
                    <a:pt x="35751" y="61736"/>
                  </a:lnTo>
                  <a:lnTo>
                    <a:pt x="32468" y="66052"/>
                  </a:lnTo>
                  <a:lnTo>
                    <a:pt x="29327" y="70472"/>
                  </a:lnTo>
                  <a:lnTo>
                    <a:pt x="26331" y="74992"/>
                  </a:lnTo>
                  <a:lnTo>
                    <a:pt x="23484" y="79606"/>
                  </a:lnTo>
                  <a:lnTo>
                    <a:pt x="20787" y="84311"/>
                  </a:lnTo>
                  <a:lnTo>
                    <a:pt x="18245" y="89100"/>
                  </a:lnTo>
                  <a:lnTo>
                    <a:pt x="15859" y="93969"/>
                  </a:lnTo>
                  <a:lnTo>
                    <a:pt x="13632" y="98913"/>
                  </a:lnTo>
                  <a:lnTo>
                    <a:pt x="11567" y="103927"/>
                  </a:lnTo>
                  <a:lnTo>
                    <a:pt x="9666" y="109005"/>
                  </a:lnTo>
                  <a:lnTo>
                    <a:pt x="7930" y="114142"/>
                  </a:lnTo>
                  <a:lnTo>
                    <a:pt x="6362" y="119333"/>
                  </a:lnTo>
                  <a:lnTo>
                    <a:pt x="4963" y="124572"/>
                  </a:lnTo>
                  <a:lnTo>
                    <a:pt x="3734" y="129853"/>
                  </a:lnTo>
                  <a:lnTo>
                    <a:pt x="2678" y="135172"/>
                  </a:lnTo>
                  <a:lnTo>
                    <a:pt x="1795" y="140522"/>
                  </a:lnTo>
                  <a:lnTo>
                    <a:pt x="1085" y="145897"/>
                  </a:lnTo>
                  <a:lnTo>
                    <a:pt x="551" y="151293"/>
                  </a:lnTo>
                  <a:lnTo>
                    <a:pt x="191" y="156704"/>
                  </a:lnTo>
                  <a:lnTo>
                    <a:pt x="7" y="162123"/>
                  </a:lnTo>
                  <a:lnTo>
                    <a:pt x="0" y="167546"/>
                  </a:lnTo>
                  <a:lnTo>
                    <a:pt x="167" y="172965"/>
                  </a:lnTo>
                  <a:lnTo>
                    <a:pt x="511" y="178377"/>
                  </a:lnTo>
                  <a:lnTo>
                    <a:pt x="1030" y="183774"/>
                  </a:lnTo>
                  <a:lnTo>
                    <a:pt x="1724" y="189152"/>
                  </a:lnTo>
                  <a:lnTo>
                    <a:pt x="2592" y="194505"/>
                  </a:lnTo>
                  <a:lnTo>
                    <a:pt x="3633" y="199826"/>
                  </a:lnTo>
                  <a:lnTo>
                    <a:pt x="167149" y="16507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5919324" y="4961274"/>
              <a:ext cx="330665" cy="334334"/>
            </a:xfrm>
            <a:custGeom>
              <a:avLst/>
              <a:pathLst>
                <a:path w="330665" h="334334">
                  <a:moveTo>
                    <a:pt x="0" y="201916"/>
                  </a:moveTo>
                  <a:lnTo>
                    <a:pt x="1183" y="207083"/>
                  </a:lnTo>
                  <a:lnTo>
                    <a:pt x="2531" y="212209"/>
                  </a:lnTo>
                  <a:lnTo>
                    <a:pt x="4040" y="217291"/>
                  </a:lnTo>
                  <a:lnTo>
                    <a:pt x="5709" y="222322"/>
                  </a:lnTo>
                  <a:lnTo>
                    <a:pt x="7537" y="227298"/>
                  </a:lnTo>
                  <a:lnTo>
                    <a:pt x="9522" y="232213"/>
                  </a:lnTo>
                  <a:lnTo>
                    <a:pt x="11662" y="237063"/>
                  </a:lnTo>
                  <a:lnTo>
                    <a:pt x="13954" y="241842"/>
                  </a:lnTo>
                  <a:lnTo>
                    <a:pt x="16397" y="246547"/>
                  </a:lnTo>
                  <a:lnTo>
                    <a:pt x="18988" y="251171"/>
                  </a:lnTo>
                  <a:lnTo>
                    <a:pt x="21724" y="255712"/>
                  </a:lnTo>
                  <a:lnTo>
                    <a:pt x="24603" y="260163"/>
                  </a:lnTo>
                  <a:lnTo>
                    <a:pt x="27621" y="264520"/>
                  </a:lnTo>
                  <a:lnTo>
                    <a:pt x="30776" y="268780"/>
                  </a:lnTo>
                  <a:lnTo>
                    <a:pt x="34065" y="272937"/>
                  </a:lnTo>
                  <a:lnTo>
                    <a:pt x="37483" y="276989"/>
                  </a:lnTo>
                  <a:lnTo>
                    <a:pt x="41029" y="280929"/>
                  </a:lnTo>
                  <a:lnTo>
                    <a:pt x="44697" y="284756"/>
                  </a:lnTo>
                  <a:lnTo>
                    <a:pt x="48485" y="288464"/>
                  </a:lnTo>
                  <a:lnTo>
                    <a:pt x="52389" y="292050"/>
                  </a:lnTo>
                  <a:lnTo>
                    <a:pt x="56404" y="295511"/>
                  </a:lnTo>
                  <a:lnTo>
                    <a:pt x="60527" y="298842"/>
                  </a:lnTo>
                  <a:lnTo>
                    <a:pt x="64754" y="302041"/>
                  </a:lnTo>
                  <a:lnTo>
                    <a:pt x="69080" y="305105"/>
                  </a:lnTo>
                  <a:lnTo>
                    <a:pt x="73501" y="308030"/>
                  </a:lnTo>
                  <a:lnTo>
                    <a:pt x="78012" y="310813"/>
                  </a:lnTo>
                  <a:lnTo>
                    <a:pt x="82610" y="313452"/>
                  </a:lnTo>
                  <a:lnTo>
                    <a:pt x="87288" y="315943"/>
                  </a:lnTo>
                  <a:lnTo>
                    <a:pt x="92044" y="318285"/>
                  </a:lnTo>
                  <a:lnTo>
                    <a:pt x="96871" y="320475"/>
                  </a:lnTo>
                  <a:lnTo>
                    <a:pt x="101765" y="322511"/>
                  </a:lnTo>
                  <a:lnTo>
                    <a:pt x="106722" y="324391"/>
                  </a:lnTo>
                  <a:lnTo>
                    <a:pt x="111735" y="326113"/>
                  </a:lnTo>
                  <a:lnTo>
                    <a:pt x="116801" y="327675"/>
                  </a:lnTo>
                  <a:lnTo>
                    <a:pt x="121913" y="329075"/>
                  </a:lnTo>
                  <a:lnTo>
                    <a:pt x="127068" y="330313"/>
                  </a:lnTo>
                  <a:lnTo>
                    <a:pt x="132259" y="331386"/>
                  </a:lnTo>
                  <a:lnTo>
                    <a:pt x="137481" y="332295"/>
                  </a:lnTo>
                  <a:lnTo>
                    <a:pt x="142730" y="333037"/>
                  </a:lnTo>
                  <a:lnTo>
                    <a:pt x="147999" y="333613"/>
                  </a:lnTo>
                  <a:lnTo>
                    <a:pt x="153284" y="334021"/>
                  </a:lnTo>
                  <a:lnTo>
                    <a:pt x="158580" y="334262"/>
                  </a:lnTo>
                  <a:lnTo>
                    <a:pt x="163880" y="334334"/>
                  </a:lnTo>
                  <a:lnTo>
                    <a:pt x="169180" y="334238"/>
                  </a:lnTo>
                  <a:lnTo>
                    <a:pt x="174474" y="333975"/>
                  </a:lnTo>
                  <a:lnTo>
                    <a:pt x="179758" y="333543"/>
                  </a:lnTo>
                  <a:lnTo>
                    <a:pt x="185025" y="332945"/>
                  </a:lnTo>
                  <a:lnTo>
                    <a:pt x="190270" y="332180"/>
                  </a:lnTo>
                  <a:lnTo>
                    <a:pt x="195488" y="331248"/>
                  </a:lnTo>
                  <a:lnTo>
                    <a:pt x="200675" y="330152"/>
                  </a:lnTo>
                  <a:lnTo>
                    <a:pt x="205824" y="328892"/>
                  </a:lnTo>
                  <a:lnTo>
                    <a:pt x="210930" y="327469"/>
                  </a:lnTo>
                  <a:lnTo>
                    <a:pt x="215989" y="325885"/>
                  </a:lnTo>
                  <a:lnTo>
                    <a:pt x="220995" y="324142"/>
                  </a:lnTo>
                  <a:lnTo>
                    <a:pt x="225943" y="322240"/>
                  </a:lnTo>
                  <a:lnTo>
                    <a:pt x="230828" y="320183"/>
                  </a:lnTo>
                  <a:lnTo>
                    <a:pt x="235646" y="317972"/>
                  </a:lnTo>
                  <a:lnTo>
                    <a:pt x="240391" y="315609"/>
                  </a:lnTo>
                  <a:lnTo>
                    <a:pt x="245059" y="313097"/>
                  </a:lnTo>
                  <a:lnTo>
                    <a:pt x="249645" y="310438"/>
                  </a:lnTo>
                  <a:lnTo>
                    <a:pt x="254144" y="307636"/>
                  </a:lnTo>
                  <a:lnTo>
                    <a:pt x="258552" y="304692"/>
                  </a:lnTo>
                  <a:lnTo>
                    <a:pt x="262865" y="301609"/>
                  </a:lnTo>
                  <a:lnTo>
                    <a:pt x="267077" y="298392"/>
                  </a:lnTo>
                  <a:lnTo>
                    <a:pt x="271186" y="295042"/>
                  </a:lnTo>
                  <a:lnTo>
                    <a:pt x="275186" y="291564"/>
                  </a:lnTo>
                  <a:lnTo>
                    <a:pt x="279074" y="287961"/>
                  </a:lnTo>
                  <a:lnTo>
                    <a:pt x="282846" y="284236"/>
                  </a:lnTo>
                  <a:lnTo>
                    <a:pt x="286498" y="280394"/>
                  </a:lnTo>
                  <a:lnTo>
                    <a:pt x="290026" y="276438"/>
                  </a:lnTo>
                  <a:lnTo>
                    <a:pt x="293427" y="272372"/>
                  </a:lnTo>
                  <a:lnTo>
                    <a:pt x="296697" y="268200"/>
                  </a:lnTo>
                  <a:lnTo>
                    <a:pt x="299833" y="263926"/>
                  </a:lnTo>
                  <a:lnTo>
                    <a:pt x="302833" y="259556"/>
                  </a:lnTo>
                  <a:lnTo>
                    <a:pt x="305692" y="255092"/>
                  </a:lnTo>
                  <a:lnTo>
                    <a:pt x="308408" y="250540"/>
                  </a:lnTo>
                  <a:lnTo>
                    <a:pt x="310979" y="245904"/>
                  </a:lnTo>
                  <a:lnTo>
                    <a:pt x="313401" y="241189"/>
                  </a:lnTo>
                  <a:lnTo>
                    <a:pt x="315673" y="236400"/>
                  </a:lnTo>
                  <a:lnTo>
                    <a:pt x="317791" y="231541"/>
                  </a:lnTo>
                  <a:lnTo>
                    <a:pt x="319755" y="226617"/>
                  </a:lnTo>
                  <a:lnTo>
                    <a:pt x="321561" y="221633"/>
                  </a:lnTo>
                  <a:lnTo>
                    <a:pt x="323208" y="216595"/>
                  </a:lnTo>
                  <a:lnTo>
                    <a:pt x="324695" y="211507"/>
                  </a:lnTo>
                  <a:lnTo>
                    <a:pt x="326020" y="206374"/>
                  </a:lnTo>
                  <a:lnTo>
                    <a:pt x="327182" y="201202"/>
                  </a:lnTo>
                  <a:lnTo>
                    <a:pt x="328178" y="195996"/>
                  </a:lnTo>
                  <a:lnTo>
                    <a:pt x="329010" y="190760"/>
                  </a:lnTo>
                  <a:lnTo>
                    <a:pt x="329674" y="185501"/>
                  </a:lnTo>
                  <a:lnTo>
                    <a:pt x="330172" y="180224"/>
                  </a:lnTo>
                  <a:lnTo>
                    <a:pt x="330502" y="174933"/>
                  </a:lnTo>
                  <a:lnTo>
                    <a:pt x="330665" y="169635"/>
                  </a:lnTo>
                  <a:lnTo>
                    <a:pt x="330659" y="164334"/>
                  </a:lnTo>
                  <a:lnTo>
                    <a:pt x="330485" y="159036"/>
                  </a:lnTo>
                  <a:lnTo>
                    <a:pt x="330143" y="153746"/>
                  </a:lnTo>
                  <a:lnTo>
                    <a:pt x="329634" y="148470"/>
                  </a:lnTo>
                  <a:lnTo>
                    <a:pt x="328958" y="143212"/>
                  </a:lnTo>
                  <a:lnTo>
                    <a:pt x="328115" y="137979"/>
                  </a:lnTo>
                  <a:lnTo>
                    <a:pt x="327107" y="132775"/>
                  </a:lnTo>
                  <a:lnTo>
                    <a:pt x="325934" y="127605"/>
                  </a:lnTo>
                  <a:lnTo>
                    <a:pt x="324598" y="122476"/>
                  </a:lnTo>
                  <a:lnTo>
                    <a:pt x="323100" y="117391"/>
                  </a:lnTo>
                  <a:lnTo>
                    <a:pt x="321442" y="112356"/>
                  </a:lnTo>
                  <a:lnTo>
                    <a:pt x="319625" y="107376"/>
                  </a:lnTo>
                  <a:lnTo>
                    <a:pt x="317650" y="102457"/>
                  </a:lnTo>
                  <a:lnTo>
                    <a:pt x="315521" y="97602"/>
                  </a:lnTo>
                  <a:lnTo>
                    <a:pt x="313239" y="92818"/>
                  </a:lnTo>
                  <a:lnTo>
                    <a:pt x="310807" y="88108"/>
                  </a:lnTo>
                  <a:lnTo>
                    <a:pt x="308226" y="83478"/>
                  </a:lnTo>
                  <a:lnTo>
                    <a:pt x="305500" y="78932"/>
                  </a:lnTo>
                  <a:lnTo>
                    <a:pt x="302631" y="74474"/>
                  </a:lnTo>
                  <a:lnTo>
                    <a:pt x="299622" y="70110"/>
                  </a:lnTo>
                  <a:lnTo>
                    <a:pt x="296476" y="65844"/>
                  </a:lnTo>
                  <a:lnTo>
                    <a:pt x="293197" y="61679"/>
                  </a:lnTo>
                  <a:lnTo>
                    <a:pt x="289787" y="57620"/>
                  </a:lnTo>
                  <a:lnTo>
                    <a:pt x="286250" y="53672"/>
                  </a:lnTo>
                  <a:lnTo>
                    <a:pt x="282590" y="49838"/>
                  </a:lnTo>
                  <a:lnTo>
                    <a:pt x="278810" y="46121"/>
                  </a:lnTo>
                  <a:lnTo>
                    <a:pt x="274914" y="42527"/>
                  </a:lnTo>
                  <a:lnTo>
                    <a:pt x="270907" y="39057"/>
                  </a:lnTo>
                  <a:lnTo>
                    <a:pt x="266791" y="35717"/>
                  </a:lnTo>
                  <a:lnTo>
                    <a:pt x="262571" y="32508"/>
                  </a:lnTo>
                  <a:lnTo>
                    <a:pt x="258252" y="29435"/>
                  </a:lnTo>
                  <a:lnTo>
                    <a:pt x="253837" y="26501"/>
                  </a:lnTo>
                  <a:lnTo>
                    <a:pt x="249332" y="23708"/>
                  </a:lnTo>
                  <a:lnTo>
                    <a:pt x="244740" y="21059"/>
                  </a:lnTo>
                  <a:lnTo>
                    <a:pt x="240067" y="18557"/>
                  </a:lnTo>
                  <a:lnTo>
                    <a:pt x="235317" y="16205"/>
                  </a:lnTo>
                  <a:lnTo>
                    <a:pt x="230494" y="14004"/>
                  </a:lnTo>
                  <a:lnTo>
                    <a:pt x="225604" y="11958"/>
                  </a:lnTo>
                  <a:lnTo>
                    <a:pt x="220652" y="10067"/>
                  </a:lnTo>
                  <a:lnTo>
                    <a:pt x="215642" y="8334"/>
                  </a:lnTo>
                  <a:lnTo>
                    <a:pt x="210580" y="6762"/>
                  </a:lnTo>
                  <a:lnTo>
                    <a:pt x="205471" y="5350"/>
                  </a:lnTo>
                  <a:lnTo>
                    <a:pt x="200319" y="4101"/>
                  </a:lnTo>
                  <a:lnTo>
                    <a:pt x="195130" y="3016"/>
                  </a:lnTo>
                  <a:lnTo>
                    <a:pt x="189910" y="2096"/>
                  </a:lnTo>
                  <a:lnTo>
                    <a:pt x="184663" y="1343"/>
                  </a:lnTo>
                  <a:lnTo>
                    <a:pt x="179395" y="755"/>
                  </a:lnTo>
                  <a:lnTo>
                    <a:pt x="174111" y="336"/>
                  </a:lnTo>
                  <a:lnTo>
                    <a:pt x="168816" y="84"/>
                  </a:lnTo>
                  <a:lnTo>
                    <a:pt x="163515" y="0"/>
                  </a:lnTo>
                  <a:lnTo>
                    <a:pt x="16351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386260" y="4605529"/>
              <a:ext cx="74286" cy="167167"/>
            </a:xfrm>
            <a:custGeom>
              <a:avLst/>
              <a:pathLst>
                <a:path w="74286" h="167167">
                  <a:moveTo>
                    <a:pt x="74286" y="0"/>
                  </a:moveTo>
                  <a:lnTo>
                    <a:pt x="68366" y="104"/>
                  </a:lnTo>
                  <a:lnTo>
                    <a:pt x="62453" y="419"/>
                  </a:lnTo>
                  <a:lnTo>
                    <a:pt x="56555" y="942"/>
                  </a:lnTo>
                  <a:lnTo>
                    <a:pt x="50679" y="1675"/>
                  </a:lnTo>
                  <a:lnTo>
                    <a:pt x="44833" y="2614"/>
                  </a:lnTo>
                  <a:lnTo>
                    <a:pt x="39024" y="3761"/>
                  </a:lnTo>
                  <a:lnTo>
                    <a:pt x="33259" y="5112"/>
                  </a:lnTo>
                  <a:lnTo>
                    <a:pt x="27546" y="6667"/>
                  </a:lnTo>
                  <a:lnTo>
                    <a:pt x="21891" y="8423"/>
                  </a:lnTo>
                  <a:lnTo>
                    <a:pt x="16302" y="10378"/>
                  </a:lnTo>
                  <a:lnTo>
                    <a:pt x="10786" y="12529"/>
                  </a:lnTo>
                  <a:lnTo>
                    <a:pt x="5350" y="14875"/>
                  </a:lnTo>
                  <a:lnTo>
                    <a:pt x="0" y="17412"/>
                  </a:lnTo>
                  <a:lnTo>
                    <a:pt x="74286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386260" y="4622942"/>
              <a:ext cx="74286" cy="149754"/>
            </a:xfrm>
            <a:custGeom>
              <a:avLst/>
              <a:pathLst>
                <a:path w="74286" h="149754">
                  <a:moveTo>
                    <a:pt x="0" y="0"/>
                  </a:moveTo>
                  <a:lnTo>
                    <a:pt x="74286" y="14975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386260" y="4622942"/>
              <a:ext cx="74286" cy="149754"/>
            </a:xfrm>
            <a:custGeom>
              <a:avLst/>
              <a:pathLst>
                <a:path w="74286" h="149754">
                  <a:moveTo>
                    <a:pt x="0" y="0"/>
                  </a:moveTo>
                  <a:lnTo>
                    <a:pt x="74286" y="14975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293381" y="4622942"/>
              <a:ext cx="278638" cy="316921"/>
            </a:xfrm>
            <a:custGeom>
              <a:avLst/>
              <a:pathLst>
                <a:path w="278638" h="316921">
                  <a:moveTo>
                    <a:pt x="92878" y="0"/>
                  </a:moveTo>
                  <a:lnTo>
                    <a:pt x="88143" y="2443"/>
                  </a:lnTo>
                  <a:lnTo>
                    <a:pt x="83487" y="5037"/>
                  </a:lnTo>
                  <a:lnTo>
                    <a:pt x="78917" y="7778"/>
                  </a:lnTo>
                  <a:lnTo>
                    <a:pt x="74437" y="10662"/>
                  </a:lnTo>
                  <a:lnTo>
                    <a:pt x="70051" y="13689"/>
                  </a:lnTo>
                  <a:lnTo>
                    <a:pt x="65763" y="16853"/>
                  </a:lnTo>
                  <a:lnTo>
                    <a:pt x="61578" y="20153"/>
                  </a:lnTo>
                  <a:lnTo>
                    <a:pt x="57501" y="23584"/>
                  </a:lnTo>
                  <a:lnTo>
                    <a:pt x="53535" y="27144"/>
                  </a:lnTo>
                  <a:lnTo>
                    <a:pt x="49685" y="30828"/>
                  </a:lnTo>
                  <a:lnTo>
                    <a:pt x="45954" y="34633"/>
                  </a:lnTo>
                  <a:lnTo>
                    <a:pt x="42346" y="38554"/>
                  </a:lnTo>
                  <a:lnTo>
                    <a:pt x="38865" y="42589"/>
                  </a:lnTo>
                  <a:lnTo>
                    <a:pt x="35515" y="46733"/>
                  </a:lnTo>
                  <a:lnTo>
                    <a:pt x="32298" y="50982"/>
                  </a:lnTo>
                  <a:lnTo>
                    <a:pt x="29218" y="55331"/>
                  </a:lnTo>
                  <a:lnTo>
                    <a:pt x="26279" y="59775"/>
                  </a:lnTo>
                  <a:lnTo>
                    <a:pt x="23483" y="64312"/>
                  </a:lnTo>
                  <a:lnTo>
                    <a:pt x="20832" y="68935"/>
                  </a:lnTo>
                  <a:lnTo>
                    <a:pt x="18330" y="73640"/>
                  </a:lnTo>
                  <a:lnTo>
                    <a:pt x="15980" y="78422"/>
                  </a:lnTo>
                  <a:lnTo>
                    <a:pt x="13783" y="83278"/>
                  </a:lnTo>
                  <a:lnTo>
                    <a:pt x="11742" y="88200"/>
                  </a:lnTo>
                  <a:lnTo>
                    <a:pt x="9859" y="93185"/>
                  </a:lnTo>
                  <a:lnTo>
                    <a:pt x="8136" y="98228"/>
                  </a:lnTo>
                  <a:lnTo>
                    <a:pt x="6575" y="103323"/>
                  </a:lnTo>
                  <a:lnTo>
                    <a:pt x="5176" y="108465"/>
                  </a:lnTo>
                  <a:lnTo>
                    <a:pt x="3943" y="113649"/>
                  </a:lnTo>
                  <a:lnTo>
                    <a:pt x="2875" y="118870"/>
                  </a:lnTo>
                  <a:lnTo>
                    <a:pt x="1974" y="124122"/>
                  </a:lnTo>
                  <a:lnTo>
                    <a:pt x="1241" y="129401"/>
                  </a:lnTo>
                  <a:lnTo>
                    <a:pt x="676" y="134699"/>
                  </a:lnTo>
                  <a:lnTo>
                    <a:pt x="281" y="140014"/>
                  </a:lnTo>
                  <a:lnTo>
                    <a:pt x="55" y="145338"/>
                  </a:lnTo>
                  <a:lnTo>
                    <a:pt x="0" y="150666"/>
                  </a:lnTo>
                  <a:lnTo>
                    <a:pt x="114" y="155994"/>
                  </a:lnTo>
                  <a:lnTo>
                    <a:pt x="397" y="161316"/>
                  </a:lnTo>
                  <a:lnTo>
                    <a:pt x="851" y="166625"/>
                  </a:lnTo>
                  <a:lnTo>
                    <a:pt x="1473" y="171918"/>
                  </a:lnTo>
                  <a:lnTo>
                    <a:pt x="2263" y="177188"/>
                  </a:lnTo>
                  <a:lnTo>
                    <a:pt x="3222" y="182430"/>
                  </a:lnTo>
                  <a:lnTo>
                    <a:pt x="4346" y="187639"/>
                  </a:lnTo>
                  <a:lnTo>
                    <a:pt x="5637" y="192809"/>
                  </a:lnTo>
                  <a:lnTo>
                    <a:pt x="7091" y="197935"/>
                  </a:lnTo>
                  <a:lnTo>
                    <a:pt x="8708" y="203013"/>
                  </a:lnTo>
                  <a:lnTo>
                    <a:pt x="10486" y="208037"/>
                  </a:lnTo>
                  <a:lnTo>
                    <a:pt x="12423" y="213001"/>
                  </a:lnTo>
                  <a:lnTo>
                    <a:pt x="14518" y="217901"/>
                  </a:lnTo>
                  <a:lnTo>
                    <a:pt x="16768" y="222732"/>
                  </a:lnTo>
                  <a:lnTo>
                    <a:pt x="19170" y="227488"/>
                  </a:lnTo>
                  <a:lnTo>
                    <a:pt x="21723" y="232166"/>
                  </a:lnTo>
                  <a:lnTo>
                    <a:pt x="24424" y="236760"/>
                  </a:lnTo>
                  <a:lnTo>
                    <a:pt x="27269" y="241265"/>
                  </a:lnTo>
                  <a:lnTo>
                    <a:pt x="30257" y="245678"/>
                  </a:lnTo>
                  <a:lnTo>
                    <a:pt x="33384" y="249993"/>
                  </a:lnTo>
                  <a:lnTo>
                    <a:pt x="36647" y="254206"/>
                  </a:lnTo>
                  <a:lnTo>
                    <a:pt x="40043" y="258313"/>
                  </a:lnTo>
                  <a:lnTo>
                    <a:pt x="43567" y="262310"/>
                  </a:lnTo>
                  <a:lnTo>
                    <a:pt x="47218" y="266192"/>
                  </a:lnTo>
                  <a:lnTo>
                    <a:pt x="50990" y="269956"/>
                  </a:lnTo>
                  <a:lnTo>
                    <a:pt x="54880" y="273598"/>
                  </a:lnTo>
                  <a:lnTo>
                    <a:pt x="58885" y="277114"/>
                  </a:lnTo>
                  <a:lnTo>
                    <a:pt x="62999" y="280500"/>
                  </a:lnTo>
                  <a:lnTo>
                    <a:pt x="67219" y="283754"/>
                  </a:lnTo>
                  <a:lnTo>
                    <a:pt x="71541" y="286872"/>
                  </a:lnTo>
                  <a:lnTo>
                    <a:pt x="75960" y="289850"/>
                  </a:lnTo>
                  <a:lnTo>
                    <a:pt x="80472" y="292686"/>
                  </a:lnTo>
                  <a:lnTo>
                    <a:pt x="85072" y="295376"/>
                  </a:lnTo>
                  <a:lnTo>
                    <a:pt x="89755" y="297919"/>
                  </a:lnTo>
                  <a:lnTo>
                    <a:pt x="94517" y="300311"/>
                  </a:lnTo>
                  <a:lnTo>
                    <a:pt x="99353" y="302550"/>
                  </a:lnTo>
                  <a:lnTo>
                    <a:pt x="104257" y="304634"/>
                  </a:lnTo>
                  <a:lnTo>
                    <a:pt x="109226" y="306560"/>
                  </a:lnTo>
                  <a:lnTo>
                    <a:pt x="114253" y="308327"/>
                  </a:lnTo>
                  <a:lnTo>
                    <a:pt x="119334" y="309933"/>
                  </a:lnTo>
                  <a:lnTo>
                    <a:pt x="124464" y="311376"/>
                  </a:lnTo>
                  <a:lnTo>
                    <a:pt x="129637" y="312655"/>
                  </a:lnTo>
                  <a:lnTo>
                    <a:pt x="134849" y="313768"/>
                  </a:lnTo>
                  <a:lnTo>
                    <a:pt x="140093" y="314715"/>
                  </a:lnTo>
                  <a:lnTo>
                    <a:pt x="145364" y="315494"/>
                  </a:lnTo>
                  <a:lnTo>
                    <a:pt x="150658" y="316105"/>
                  </a:lnTo>
                  <a:lnTo>
                    <a:pt x="155969" y="316546"/>
                  </a:lnTo>
                  <a:lnTo>
                    <a:pt x="161291" y="316819"/>
                  </a:lnTo>
                  <a:lnTo>
                    <a:pt x="166619" y="316921"/>
                  </a:lnTo>
                  <a:lnTo>
                    <a:pt x="171947" y="316853"/>
                  </a:lnTo>
                  <a:lnTo>
                    <a:pt x="177271" y="316616"/>
                  </a:lnTo>
                  <a:lnTo>
                    <a:pt x="182584" y="316209"/>
                  </a:lnTo>
                  <a:lnTo>
                    <a:pt x="187882" y="315633"/>
                  </a:lnTo>
                  <a:lnTo>
                    <a:pt x="193159" y="314888"/>
                  </a:lnTo>
                  <a:lnTo>
                    <a:pt x="198409" y="313976"/>
                  </a:lnTo>
                  <a:lnTo>
                    <a:pt x="203627" y="312897"/>
                  </a:lnTo>
                  <a:lnTo>
                    <a:pt x="208809" y="311652"/>
                  </a:lnTo>
                  <a:lnTo>
                    <a:pt x="213948" y="310242"/>
                  </a:lnTo>
                  <a:lnTo>
                    <a:pt x="219039" y="308669"/>
                  </a:lnTo>
                  <a:lnTo>
                    <a:pt x="224078" y="306935"/>
                  </a:lnTo>
                  <a:lnTo>
                    <a:pt x="229059" y="305041"/>
                  </a:lnTo>
                  <a:lnTo>
                    <a:pt x="233977" y="302989"/>
                  </a:lnTo>
                  <a:lnTo>
                    <a:pt x="238828" y="300782"/>
                  </a:lnTo>
                  <a:lnTo>
                    <a:pt x="243605" y="298421"/>
                  </a:lnTo>
                  <a:lnTo>
                    <a:pt x="248305" y="295909"/>
                  </a:lnTo>
                  <a:lnTo>
                    <a:pt x="252922" y="293249"/>
                  </a:lnTo>
                  <a:lnTo>
                    <a:pt x="257452" y="290442"/>
                  </a:lnTo>
                  <a:lnTo>
                    <a:pt x="261890" y="287493"/>
                  </a:lnTo>
                  <a:lnTo>
                    <a:pt x="266233" y="284404"/>
                  </a:lnTo>
                  <a:lnTo>
                    <a:pt x="270474" y="281178"/>
                  </a:lnTo>
                  <a:lnTo>
                    <a:pt x="274610" y="277818"/>
                  </a:lnTo>
                  <a:lnTo>
                    <a:pt x="278638" y="274328"/>
                  </a:lnTo>
                  <a:lnTo>
                    <a:pt x="167164" y="14975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460546" y="4605529"/>
              <a:ext cx="167165" cy="291741"/>
            </a:xfrm>
            <a:custGeom>
              <a:avLst/>
              <a:pathLst>
                <a:path w="167165" h="291741">
                  <a:moveTo>
                    <a:pt x="111473" y="291741"/>
                  </a:moveTo>
                  <a:lnTo>
                    <a:pt x="115420" y="288093"/>
                  </a:lnTo>
                  <a:lnTo>
                    <a:pt x="119248" y="284319"/>
                  </a:lnTo>
                  <a:lnTo>
                    <a:pt x="122953" y="280425"/>
                  </a:lnTo>
                  <a:lnTo>
                    <a:pt x="126531" y="276414"/>
                  </a:lnTo>
                  <a:lnTo>
                    <a:pt x="129977" y="272289"/>
                  </a:lnTo>
                  <a:lnTo>
                    <a:pt x="133290" y="268056"/>
                  </a:lnTo>
                  <a:lnTo>
                    <a:pt x="136465" y="263719"/>
                  </a:lnTo>
                  <a:lnTo>
                    <a:pt x="139498" y="259281"/>
                  </a:lnTo>
                  <a:lnTo>
                    <a:pt x="142387" y="254749"/>
                  </a:lnTo>
                  <a:lnTo>
                    <a:pt x="145130" y="250126"/>
                  </a:lnTo>
                  <a:lnTo>
                    <a:pt x="147722" y="245417"/>
                  </a:lnTo>
                  <a:lnTo>
                    <a:pt x="150161" y="240628"/>
                  </a:lnTo>
                  <a:lnTo>
                    <a:pt x="152445" y="235762"/>
                  </a:lnTo>
                  <a:lnTo>
                    <a:pt x="154572" y="230825"/>
                  </a:lnTo>
                  <a:lnTo>
                    <a:pt x="156538" y="225823"/>
                  </a:lnTo>
                  <a:lnTo>
                    <a:pt x="158343" y="220760"/>
                  </a:lnTo>
                  <a:lnTo>
                    <a:pt x="159984" y="215642"/>
                  </a:lnTo>
                  <a:lnTo>
                    <a:pt x="161460" y="210473"/>
                  </a:lnTo>
                  <a:lnTo>
                    <a:pt x="162769" y="205260"/>
                  </a:lnTo>
                  <a:lnTo>
                    <a:pt x="163909" y="200007"/>
                  </a:lnTo>
                  <a:lnTo>
                    <a:pt x="164881" y="194721"/>
                  </a:lnTo>
                  <a:lnTo>
                    <a:pt x="165681" y="189406"/>
                  </a:lnTo>
                  <a:lnTo>
                    <a:pt x="166310" y="184067"/>
                  </a:lnTo>
                  <a:lnTo>
                    <a:pt x="166768" y="178712"/>
                  </a:lnTo>
                  <a:lnTo>
                    <a:pt x="167053" y="173344"/>
                  </a:lnTo>
                  <a:lnTo>
                    <a:pt x="167165" y="167970"/>
                  </a:lnTo>
                  <a:lnTo>
                    <a:pt x="167104" y="162596"/>
                  </a:lnTo>
                  <a:lnTo>
                    <a:pt x="166871" y="157226"/>
                  </a:lnTo>
                  <a:lnTo>
                    <a:pt x="166465" y="151866"/>
                  </a:lnTo>
                  <a:lnTo>
                    <a:pt x="165887" y="146522"/>
                  </a:lnTo>
                  <a:lnTo>
                    <a:pt x="165138" y="141200"/>
                  </a:lnTo>
                  <a:lnTo>
                    <a:pt x="164218" y="135904"/>
                  </a:lnTo>
                  <a:lnTo>
                    <a:pt x="163128" y="130640"/>
                  </a:lnTo>
                  <a:lnTo>
                    <a:pt x="161869" y="125415"/>
                  </a:lnTo>
                  <a:lnTo>
                    <a:pt x="160443" y="120232"/>
                  </a:lnTo>
                  <a:lnTo>
                    <a:pt x="158851" y="115098"/>
                  </a:lnTo>
                  <a:lnTo>
                    <a:pt x="157095" y="110018"/>
                  </a:lnTo>
                  <a:lnTo>
                    <a:pt x="155176" y="104997"/>
                  </a:lnTo>
                  <a:lnTo>
                    <a:pt x="153098" y="100041"/>
                  </a:lnTo>
                  <a:lnTo>
                    <a:pt x="150860" y="95153"/>
                  </a:lnTo>
                  <a:lnTo>
                    <a:pt x="148467" y="90340"/>
                  </a:lnTo>
                  <a:lnTo>
                    <a:pt x="145920" y="85607"/>
                  </a:lnTo>
                  <a:lnTo>
                    <a:pt x="143223" y="80958"/>
                  </a:lnTo>
                  <a:lnTo>
                    <a:pt x="140377" y="76398"/>
                  </a:lnTo>
                  <a:lnTo>
                    <a:pt x="137386" y="71932"/>
                  </a:lnTo>
                  <a:lnTo>
                    <a:pt x="134254" y="67564"/>
                  </a:lnTo>
                  <a:lnTo>
                    <a:pt x="130982" y="63299"/>
                  </a:lnTo>
                  <a:lnTo>
                    <a:pt x="127575" y="59142"/>
                  </a:lnTo>
                  <a:lnTo>
                    <a:pt x="124036" y="55096"/>
                  </a:lnTo>
                  <a:lnTo>
                    <a:pt x="120369" y="51166"/>
                  </a:lnTo>
                  <a:lnTo>
                    <a:pt x="116577" y="47356"/>
                  </a:lnTo>
                  <a:lnTo>
                    <a:pt x="112665" y="43670"/>
                  </a:lnTo>
                  <a:lnTo>
                    <a:pt x="108637" y="40112"/>
                  </a:lnTo>
                  <a:lnTo>
                    <a:pt x="104496" y="36685"/>
                  </a:lnTo>
                  <a:lnTo>
                    <a:pt x="100247" y="33393"/>
                  </a:lnTo>
                  <a:lnTo>
                    <a:pt x="95894" y="30239"/>
                  </a:lnTo>
                  <a:lnTo>
                    <a:pt x="91442" y="27227"/>
                  </a:lnTo>
                  <a:lnTo>
                    <a:pt x="86896" y="24360"/>
                  </a:lnTo>
                  <a:lnTo>
                    <a:pt x="82260" y="21640"/>
                  </a:lnTo>
                  <a:lnTo>
                    <a:pt x="77539" y="19070"/>
                  </a:lnTo>
                  <a:lnTo>
                    <a:pt x="72738" y="16654"/>
                  </a:lnTo>
                  <a:lnTo>
                    <a:pt x="67861" y="14393"/>
                  </a:lnTo>
                  <a:lnTo>
                    <a:pt x="62914" y="12291"/>
                  </a:lnTo>
                  <a:lnTo>
                    <a:pt x="57903" y="10348"/>
                  </a:lnTo>
                  <a:lnTo>
                    <a:pt x="52831" y="8567"/>
                  </a:lnTo>
                  <a:lnTo>
                    <a:pt x="47705" y="6951"/>
                  </a:lnTo>
                  <a:lnTo>
                    <a:pt x="42529" y="5500"/>
                  </a:lnTo>
                  <a:lnTo>
                    <a:pt x="37310" y="4216"/>
                  </a:lnTo>
                  <a:lnTo>
                    <a:pt x="32052" y="3101"/>
                  </a:lnTo>
                  <a:lnTo>
                    <a:pt x="26760" y="2155"/>
                  </a:lnTo>
                  <a:lnTo>
                    <a:pt x="21441" y="1380"/>
                  </a:lnTo>
                  <a:lnTo>
                    <a:pt x="16100" y="777"/>
                  </a:lnTo>
                  <a:lnTo>
                    <a:pt x="10743" y="345"/>
                  </a:lnTo>
                  <a:lnTo>
                    <a:pt x="5374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6652975" y="4172415"/>
              <a:ext cx="92917" cy="167167"/>
            </a:xfrm>
            <a:custGeom>
              <a:avLst/>
              <a:pathLst>
                <a:path w="92917" h="167167">
                  <a:moveTo>
                    <a:pt x="92917" y="0"/>
                  </a:moveTo>
                  <a:lnTo>
                    <a:pt x="87122" y="100"/>
                  </a:lnTo>
                  <a:lnTo>
                    <a:pt x="81335" y="401"/>
                  </a:lnTo>
                  <a:lnTo>
                    <a:pt x="75562" y="903"/>
                  </a:lnTo>
                  <a:lnTo>
                    <a:pt x="69809" y="1604"/>
                  </a:lnTo>
                  <a:lnTo>
                    <a:pt x="64084" y="2505"/>
                  </a:lnTo>
                  <a:lnTo>
                    <a:pt x="58394" y="3603"/>
                  </a:lnTo>
                  <a:lnTo>
                    <a:pt x="52746" y="4898"/>
                  </a:lnTo>
                  <a:lnTo>
                    <a:pt x="47145" y="6388"/>
                  </a:lnTo>
                  <a:lnTo>
                    <a:pt x="41600" y="8071"/>
                  </a:lnTo>
                  <a:lnTo>
                    <a:pt x="36116" y="9945"/>
                  </a:lnTo>
                  <a:lnTo>
                    <a:pt x="30701" y="12009"/>
                  </a:lnTo>
                  <a:lnTo>
                    <a:pt x="25360" y="14258"/>
                  </a:lnTo>
                  <a:lnTo>
                    <a:pt x="20101" y="16692"/>
                  </a:lnTo>
                  <a:lnTo>
                    <a:pt x="14929" y="19306"/>
                  </a:lnTo>
                  <a:lnTo>
                    <a:pt x="9850" y="22098"/>
                  </a:lnTo>
                  <a:lnTo>
                    <a:pt x="4872" y="25065"/>
                  </a:lnTo>
                  <a:lnTo>
                    <a:pt x="0" y="28202"/>
                  </a:lnTo>
                  <a:lnTo>
                    <a:pt x="92917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6652975" y="4200618"/>
              <a:ext cx="92917" cy="138965"/>
            </a:xfrm>
            <a:custGeom>
              <a:avLst/>
              <a:pathLst>
                <a:path w="92917" h="138965">
                  <a:moveTo>
                    <a:pt x="0" y="0"/>
                  </a:moveTo>
                  <a:lnTo>
                    <a:pt x="92917" y="13896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6578725" y="4200618"/>
              <a:ext cx="334334" cy="306116"/>
            </a:xfrm>
            <a:custGeom>
              <a:avLst/>
              <a:pathLst>
                <a:path w="334334" h="306116">
                  <a:moveTo>
                    <a:pt x="74249" y="0"/>
                  </a:moveTo>
                  <a:lnTo>
                    <a:pt x="69888" y="3017"/>
                  </a:lnTo>
                  <a:lnTo>
                    <a:pt x="65624" y="6171"/>
                  </a:lnTo>
                  <a:lnTo>
                    <a:pt x="61463" y="9459"/>
                  </a:lnTo>
                  <a:lnTo>
                    <a:pt x="57408" y="12877"/>
                  </a:lnTo>
                  <a:lnTo>
                    <a:pt x="53464" y="16422"/>
                  </a:lnTo>
                  <a:lnTo>
                    <a:pt x="49634" y="20091"/>
                  </a:lnTo>
                  <a:lnTo>
                    <a:pt x="45922" y="23879"/>
                  </a:lnTo>
                  <a:lnTo>
                    <a:pt x="42333" y="27783"/>
                  </a:lnTo>
                  <a:lnTo>
                    <a:pt x="38869" y="31799"/>
                  </a:lnTo>
                  <a:lnTo>
                    <a:pt x="35534" y="35922"/>
                  </a:lnTo>
                  <a:lnTo>
                    <a:pt x="32331" y="40150"/>
                  </a:lnTo>
                  <a:lnTo>
                    <a:pt x="29265" y="44477"/>
                  </a:lnTo>
                  <a:lnTo>
                    <a:pt x="26337" y="48899"/>
                  </a:lnTo>
                  <a:lnTo>
                    <a:pt x="23551" y="53411"/>
                  </a:lnTo>
                  <a:lnTo>
                    <a:pt x="20909" y="58010"/>
                  </a:lnTo>
                  <a:lnTo>
                    <a:pt x="18415" y="62690"/>
                  </a:lnTo>
                  <a:lnTo>
                    <a:pt x="16070" y="67447"/>
                  </a:lnTo>
                  <a:lnTo>
                    <a:pt x="13877" y="72276"/>
                  </a:lnTo>
                  <a:lnTo>
                    <a:pt x="11839" y="77172"/>
                  </a:lnTo>
                  <a:lnTo>
                    <a:pt x="9957" y="82130"/>
                  </a:lnTo>
                  <a:lnTo>
                    <a:pt x="8233" y="87146"/>
                  </a:lnTo>
                  <a:lnTo>
                    <a:pt x="6670" y="92213"/>
                  </a:lnTo>
                  <a:lnTo>
                    <a:pt x="5267" y="97328"/>
                  </a:lnTo>
                  <a:lnTo>
                    <a:pt x="4028" y="102485"/>
                  </a:lnTo>
                  <a:lnTo>
                    <a:pt x="2953" y="107678"/>
                  </a:lnTo>
                  <a:lnTo>
                    <a:pt x="2043" y="112903"/>
                  </a:lnTo>
                  <a:lnTo>
                    <a:pt x="1300" y="118154"/>
                  </a:lnTo>
                  <a:lnTo>
                    <a:pt x="723" y="123426"/>
                  </a:lnTo>
                  <a:lnTo>
                    <a:pt x="314" y="128713"/>
                  </a:lnTo>
                  <a:lnTo>
                    <a:pt x="73" y="134011"/>
                  </a:lnTo>
                  <a:lnTo>
                    <a:pt x="0" y="139314"/>
                  </a:lnTo>
                  <a:lnTo>
                    <a:pt x="95" y="144617"/>
                  </a:lnTo>
                  <a:lnTo>
                    <a:pt x="358" y="149914"/>
                  </a:lnTo>
                  <a:lnTo>
                    <a:pt x="789" y="155200"/>
                  </a:lnTo>
                  <a:lnTo>
                    <a:pt x="1388" y="160469"/>
                  </a:lnTo>
                  <a:lnTo>
                    <a:pt x="2154" y="165717"/>
                  </a:lnTo>
                  <a:lnTo>
                    <a:pt x="3085" y="170938"/>
                  </a:lnTo>
                  <a:lnTo>
                    <a:pt x="4182" y="176127"/>
                  </a:lnTo>
                  <a:lnTo>
                    <a:pt x="5443" y="181278"/>
                  </a:lnTo>
                  <a:lnTo>
                    <a:pt x="6867" y="186387"/>
                  </a:lnTo>
                  <a:lnTo>
                    <a:pt x="8451" y="191448"/>
                  </a:lnTo>
                  <a:lnTo>
                    <a:pt x="10196" y="196456"/>
                  </a:lnTo>
                  <a:lnTo>
                    <a:pt x="12099" y="201406"/>
                  </a:lnTo>
                  <a:lnTo>
                    <a:pt x="14158" y="206294"/>
                  </a:lnTo>
                  <a:lnTo>
                    <a:pt x="16370" y="211114"/>
                  </a:lnTo>
                  <a:lnTo>
                    <a:pt x="18735" y="215861"/>
                  </a:lnTo>
                  <a:lnTo>
                    <a:pt x="21249" y="220530"/>
                  </a:lnTo>
                  <a:lnTo>
                    <a:pt x="23910" y="225118"/>
                  </a:lnTo>
                  <a:lnTo>
                    <a:pt x="26715" y="229619"/>
                  </a:lnTo>
                  <a:lnTo>
                    <a:pt x="29661" y="234029"/>
                  </a:lnTo>
                  <a:lnTo>
                    <a:pt x="32746" y="238343"/>
                  </a:lnTo>
                  <a:lnTo>
                    <a:pt x="35966" y="242557"/>
                  </a:lnTo>
                  <a:lnTo>
                    <a:pt x="39318" y="246666"/>
                  </a:lnTo>
                  <a:lnTo>
                    <a:pt x="42799" y="250668"/>
                  </a:lnTo>
                  <a:lnTo>
                    <a:pt x="46405" y="254557"/>
                  </a:lnTo>
                  <a:lnTo>
                    <a:pt x="50132" y="258329"/>
                  </a:lnTo>
                  <a:lnTo>
                    <a:pt x="53977" y="261982"/>
                  </a:lnTo>
                  <a:lnTo>
                    <a:pt x="57937" y="265510"/>
                  </a:lnTo>
                  <a:lnTo>
                    <a:pt x="62006" y="268911"/>
                  </a:lnTo>
                  <a:lnTo>
                    <a:pt x="66181" y="272182"/>
                  </a:lnTo>
                  <a:lnTo>
                    <a:pt x="70457" y="275318"/>
                  </a:lnTo>
                  <a:lnTo>
                    <a:pt x="74831" y="278317"/>
                  </a:lnTo>
                  <a:lnTo>
                    <a:pt x="79298" y="281176"/>
                  </a:lnTo>
                  <a:lnTo>
                    <a:pt x="83853" y="283892"/>
                  </a:lnTo>
                  <a:lnTo>
                    <a:pt x="88493" y="286462"/>
                  </a:lnTo>
                  <a:lnTo>
                    <a:pt x="93211" y="288883"/>
                  </a:lnTo>
                  <a:lnTo>
                    <a:pt x="98004" y="291154"/>
                  </a:lnTo>
                  <a:lnTo>
                    <a:pt x="102866" y="293271"/>
                  </a:lnTo>
                  <a:lnTo>
                    <a:pt x="107793" y="295233"/>
                  </a:lnTo>
                  <a:lnTo>
                    <a:pt x="112780" y="297038"/>
                  </a:lnTo>
                  <a:lnTo>
                    <a:pt x="117822" y="298683"/>
                  </a:lnTo>
                  <a:lnTo>
                    <a:pt x="122913" y="300168"/>
                  </a:lnTo>
                  <a:lnTo>
                    <a:pt x="128049" y="301491"/>
                  </a:lnTo>
                  <a:lnTo>
                    <a:pt x="133224" y="302650"/>
                  </a:lnTo>
                  <a:lnTo>
                    <a:pt x="138434" y="303644"/>
                  </a:lnTo>
                  <a:lnTo>
                    <a:pt x="143672" y="304473"/>
                  </a:lnTo>
                  <a:lnTo>
                    <a:pt x="148934" y="305135"/>
                  </a:lnTo>
                  <a:lnTo>
                    <a:pt x="154214" y="305630"/>
                  </a:lnTo>
                  <a:lnTo>
                    <a:pt x="159507" y="305957"/>
                  </a:lnTo>
                  <a:lnTo>
                    <a:pt x="164809" y="306116"/>
                  </a:lnTo>
                  <a:lnTo>
                    <a:pt x="170112" y="306106"/>
                  </a:lnTo>
                  <a:lnTo>
                    <a:pt x="175412" y="305929"/>
                  </a:lnTo>
                  <a:lnTo>
                    <a:pt x="180705" y="305583"/>
                  </a:lnTo>
                  <a:lnTo>
                    <a:pt x="185983" y="305070"/>
                  </a:lnTo>
                  <a:lnTo>
                    <a:pt x="191243" y="304389"/>
                  </a:lnTo>
                  <a:lnTo>
                    <a:pt x="196478" y="303542"/>
                  </a:lnTo>
                  <a:lnTo>
                    <a:pt x="201684" y="302530"/>
                  </a:lnTo>
                  <a:lnTo>
                    <a:pt x="206855" y="301352"/>
                  </a:lnTo>
                  <a:lnTo>
                    <a:pt x="211986" y="300012"/>
                  </a:lnTo>
                  <a:lnTo>
                    <a:pt x="217072" y="298509"/>
                  </a:lnTo>
                  <a:lnTo>
                    <a:pt x="222108" y="296846"/>
                  </a:lnTo>
                  <a:lnTo>
                    <a:pt x="227088" y="295023"/>
                  </a:lnTo>
                  <a:lnTo>
                    <a:pt x="232009" y="293044"/>
                  </a:lnTo>
                  <a:lnTo>
                    <a:pt x="236864" y="290910"/>
                  </a:lnTo>
                  <a:lnTo>
                    <a:pt x="241648" y="288622"/>
                  </a:lnTo>
                  <a:lnTo>
                    <a:pt x="246358" y="286184"/>
                  </a:lnTo>
                  <a:lnTo>
                    <a:pt x="250988" y="283598"/>
                  </a:lnTo>
                  <a:lnTo>
                    <a:pt x="255534" y="280867"/>
                  </a:lnTo>
                  <a:lnTo>
                    <a:pt x="259991" y="277992"/>
                  </a:lnTo>
                  <a:lnTo>
                    <a:pt x="264354" y="274978"/>
                  </a:lnTo>
                  <a:lnTo>
                    <a:pt x="268620" y="271826"/>
                  </a:lnTo>
                  <a:lnTo>
                    <a:pt x="272783" y="268541"/>
                  </a:lnTo>
                  <a:lnTo>
                    <a:pt x="276841" y="265126"/>
                  </a:lnTo>
                  <a:lnTo>
                    <a:pt x="280787" y="261583"/>
                  </a:lnTo>
                  <a:lnTo>
                    <a:pt x="284620" y="257917"/>
                  </a:lnTo>
                  <a:lnTo>
                    <a:pt x="288334" y="254132"/>
                  </a:lnTo>
                  <a:lnTo>
                    <a:pt x="291926" y="250230"/>
                  </a:lnTo>
                  <a:lnTo>
                    <a:pt x="295393" y="246217"/>
                  </a:lnTo>
                  <a:lnTo>
                    <a:pt x="298731" y="242095"/>
                  </a:lnTo>
                  <a:lnTo>
                    <a:pt x="301936" y="237870"/>
                  </a:lnTo>
                  <a:lnTo>
                    <a:pt x="305005" y="233545"/>
                  </a:lnTo>
                  <a:lnTo>
                    <a:pt x="307936" y="229125"/>
                  </a:lnTo>
                  <a:lnTo>
                    <a:pt x="310725" y="224614"/>
                  </a:lnTo>
                  <a:lnTo>
                    <a:pt x="313370" y="220017"/>
                  </a:lnTo>
                  <a:lnTo>
                    <a:pt x="315867" y="215339"/>
                  </a:lnTo>
                  <a:lnTo>
                    <a:pt x="318215" y="210583"/>
                  </a:lnTo>
                  <a:lnTo>
                    <a:pt x="320411" y="205756"/>
                  </a:lnTo>
                  <a:lnTo>
                    <a:pt x="322453" y="200861"/>
                  </a:lnTo>
                  <a:lnTo>
                    <a:pt x="324338" y="195904"/>
                  </a:lnTo>
                  <a:lnTo>
                    <a:pt x="326065" y="190890"/>
                  </a:lnTo>
                  <a:lnTo>
                    <a:pt x="327632" y="185823"/>
                  </a:lnTo>
                  <a:lnTo>
                    <a:pt x="329038" y="180709"/>
                  </a:lnTo>
                  <a:lnTo>
                    <a:pt x="330281" y="175554"/>
                  </a:lnTo>
                  <a:lnTo>
                    <a:pt x="331359" y="170361"/>
                  </a:lnTo>
                  <a:lnTo>
                    <a:pt x="332273" y="165137"/>
                  </a:lnTo>
                  <a:lnTo>
                    <a:pt x="333020" y="159886"/>
                  </a:lnTo>
                  <a:lnTo>
                    <a:pt x="333600" y="154615"/>
                  </a:lnTo>
                  <a:lnTo>
                    <a:pt x="334013" y="149327"/>
                  </a:lnTo>
                  <a:lnTo>
                    <a:pt x="334257" y="144030"/>
                  </a:lnTo>
                  <a:lnTo>
                    <a:pt x="334334" y="138727"/>
                  </a:lnTo>
                  <a:lnTo>
                    <a:pt x="334242" y="133424"/>
                  </a:lnTo>
                  <a:lnTo>
                    <a:pt x="333982" y="128127"/>
                  </a:lnTo>
                  <a:lnTo>
                    <a:pt x="333555" y="122841"/>
                  </a:lnTo>
                  <a:lnTo>
                    <a:pt x="332959" y="117571"/>
                  </a:lnTo>
                  <a:lnTo>
                    <a:pt x="332197" y="112323"/>
                  </a:lnTo>
                  <a:lnTo>
                    <a:pt x="167167" y="13896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6745892" y="4172415"/>
              <a:ext cx="165030" cy="167167"/>
            </a:xfrm>
            <a:custGeom>
              <a:avLst/>
              <a:pathLst>
                <a:path w="165030" h="167167">
                  <a:moveTo>
                    <a:pt x="165030" y="140525"/>
                  </a:moveTo>
                  <a:lnTo>
                    <a:pt x="164068" y="135126"/>
                  </a:lnTo>
                  <a:lnTo>
                    <a:pt x="162928" y="129761"/>
                  </a:lnTo>
                  <a:lnTo>
                    <a:pt x="161614" y="124437"/>
                  </a:lnTo>
                  <a:lnTo>
                    <a:pt x="160125" y="119159"/>
                  </a:lnTo>
                  <a:lnTo>
                    <a:pt x="158464" y="113932"/>
                  </a:lnTo>
                  <a:lnTo>
                    <a:pt x="156633" y="108763"/>
                  </a:lnTo>
                  <a:lnTo>
                    <a:pt x="154633" y="103657"/>
                  </a:lnTo>
                  <a:lnTo>
                    <a:pt x="152466" y="98618"/>
                  </a:lnTo>
                  <a:lnTo>
                    <a:pt x="150135" y="93654"/>
                  </a:lnTo>
                  <a:lnTo>
                    <a:pt x="147643" y="88769"/>
                  </a:lnTo>
                  <a:lnTo>
                    <a:pt x="144992" y="83968"/>
                  </a:lnTo>
                  <a:lnTo>
                    <a:pt x="142185" y="79257"/>
                  </a:lnTo>
                  <a:lnTo>
                    <a:pt x="139225" y="74640"/>
                  </a:lnTo>
                  <a:lnTo>
                    <a:pt x="136115" y="70123"/>
                  </a:lnTo>
                  <a:lnTo>
                    <a:pt x="132859" y="65710"/>
                  </a:lnTo>
                  <a:lnTo>
                    <a:pt x="129459" y="61407"/>
                  </a:lnTo>
                  <a:lnTo>
                    <a:pt x="125920" y="57217"/>
                  </a:lnTo>
                  <a:lnTo>
                    <a:pt x="122246" y="53146"/>
                  </a:lnTo>
                  <a:lnTo>
                    <a:pt x="118440" y="49197"/>
                  </a:lnTo>
                  <a:lnTo>
                    <a:pt x="114507" y="45376"/>
                  </a:lnTo>
                  <a:lnTo>
                    <a:pt x="110450" y="41685"/>
                  </a:lnTo>
                  <a:lnTo>
                    <a:pt x="106274" y="38130"/>
                  </a:lnTo>
                  <a:lnTo>
                    <a:pt x="101985" y="34713"/>
                  </a:lnTo>
                  <a:lnTo>
                    <a:pt x="97585" y="31439"/>
                  </a:lnTo>
                  <a:lnTo>
                    <a:pt x="93080" y="28311"/>
                  </a:lnTo>
                  <a:lnTo>
                    <a:pt x="88475" y="25333"/>
                  </a:lnTo>
                  <a:lnTo>
                    <a:pt x="83775" y="22507"/>
                  </a:lnTo>
                  <a:lnTo>
                    <a:pt x="78985" y="19837"/>
                  </a:lnTo>
                  <a:lnTo>
                    <a:pt x="74110" y="17325"/>
                  </a:lnTo>
                  <a:lnTo>
                    <a:pt x="69155" y="14975"/>
                  </a:lnTo>
                  <a:lnTo>
                    <a:pt x="64126" y="12788"/>
                  </a:lnTo>
                  <a:lnTo>
                    <a:pt x="59027" y="10768"/>
                  </a:lnTo>
                  <a:lnTo>
                    <a:pt x="53865" y="8916"/>
                  </a:lnTo>
                  <a:lnTo>
                    <a:pt x="48645" y="7234"/>
                  </a:lnTo>
                  <a:lnTo>
                    <a:pt x="43373" y="5724"/>
                  </a:lnTo>
                  <a:lnTo>
                    <a:pt x="38054" y="4389"/>
                  </a:lnTo>
                  <a:lnTo>
                    <a:pt x="32694" y="3228"/>
                  </a:lnTo>
                  <a:lnTo>
                    <a:pt x="27299" y="2244"/>
                  </a:lnTo>
                  <a:lnTo>
                    <a:pt x="21874" y="1437"/>
                  </a:lnTo>
                  <a:lnTo>
                    <a:pt x="16426" y="809"/>
                  </a:lnTo>
                  <a:lnTo>
                    <a:pt x="10960" y="359"/>
                  </a:lnTo>
                  <a:lnTo>
                    <a:pt x="5483" y="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5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6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g807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g808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g809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g810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g811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g812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g813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g814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g815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pg816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" name="pg817"/>
            <p:cNvSpPr/>
            <p:nvPr/>
          </p:nvSpPr>
          <p:spPr>
            <a:xfrm>
              <a:off x="6763913" y="3685283"/>
              <a:ext cx="159581" cy="167167"/>
            </a:xfrm>
            <a:custGeom>
              <a:avLst/>
              <a:pathLst>
                <a:path w="159581" h="167167">
                  <a:moveTo>
                    <a:pt x="159581" y="0"/>
                  </a:moveTo>
                  <a:lnTo>
                    <a:pt x="154145" y="88"/>
                  </a:lnTo>
                  <a:lnTo>
                    <a:pt x="148715" y="353"/>
                  </a:lnTo>
                  <a:lnTo>
                    <a:pt x="143297" y="795"/>
                  </a:lnTo>
                  <a:lnTo>
                    <a:pt x="137895" y="1412"/>
                  </a:lnTo>
                  <a:lnTo>
                    <a:pt x="132517" y="2205"/>
                  </a:lnTo>
                  <a:lnTo>
                    <a:pt x="127167" y="3172"/>
                  </a:lnTo>
                  <a:lnTo>
                    <a:pt x="121852" y="4313"/>
                  </a:lnTo>
                  <a:lnTo>
                    <a:pt x="116576" y="5626"/>
                  </a:lnTo>
                  <a:lnTo>
                    <a:pt x="111346" y="7110"/>
                  </a:lnTo>
                  <a:lnTo>
                    <a:pt x="106167" y="8763"/>
                  </a:lnTo>
                  <a:lnTo>
                    <a:pt x="101045" y="10583"/>
                  </a:lnTo>
                  <a:lnTo>
                    <a:pt x="95984" y="12570"/>
                  </a:lnTo>
                  <a:lnTo>
                    <a:pt x="90990" y="14719"/>
                  </a:lnTo>
                  <a:lnTo>
                    <a:pt x="86070" y="17030"/>
                  </a:lnTo>
                  <a:lnTo>
                    <a:pt x="81226" y="19500"/>
                  </a:lnTo>
                  <a:lnTo>
                    <a:pt x="76466" y="22126"/>
                  </a:lnTo>
                  <a:lnTo>
                    <a:pt x="71794" y="24905"/>
                  </a:lnTo>
                  <a:lnTo>
                    <a:pt x="67214" y="27835"/>
                  </a:lnTo>
                  <a:lnTo>
                    <a:pt x="62733" y="30912"/>
                  </a:lnTo>
                  <a:lnTo>
                    <a:pt x="58353" y="34134"/>
                  </a:lnTo>
                  <a:lnTo>
                    <a:pt x="54081" y="37495"/>
                  </a:lnTo>
                  <a:lnTo>
                    <a:pt x="49920" y="40995"/>
                  </a:lnTo>
                  <a:lnTo>
                    <a:pt x="45875" y="44627"/>
                  </a:lnTo>
                  <a:lnTo>
                    <a:pt x="41951" y="48389"/>
                  </a:lnTo>
                  <a:lnTo>
                    <a:pt x="38151" y="52277"/>
                  </a:lnTo>
                  <a:lnTo>
                    <a:pt x="34479" y="56286"/>
                  </a:lnTo>
                  <a:lnTo>
                    <a:pt x="30940" y="60413"/>
                  </a:lnTo>
                  <a:lnTo>
                    <a:pt x="27537" y="64652"/>
                  </a:lnTo>
                  <a:lnTo>
                    <a:pt x="24273" y="69000"/>
                  </a:lnTo>
                  <a:lnTo>
                    <a:pt x="21152" y="73452"/>
                  </a:lnTo>
                  <a:lnTo>
                    <a:pt x="18178" y="78003"/>
                  </a:lnTo>
                  <a:lnTo>
                    <a:pt x="15354" y="82648"/>
                  </a:lnTo>
                  <a:lnTo>
                    <a:pt x="12682" y="87382"/>
                  </a:lnTo>
                  <a:lnTo>
                    <a:pt x="10165" y="92201"/>
                  </a:lnTo>
                  <a:lnTo>
                    <a:pt x="7806" y="97100"/>
                  </a:lnTo>
                  <a:lnTo>
                    <a:pt x="5608" y="102072"/>
                  </a:lnTo>
                  <a:lnTo>
                    <a:pt x="3573" y="107113"/>
                  </a:lnTo>
                  <a:lnTo>
                    <a:pt x="1703" y="112218"/>
                  </a:lnTo>
                  <a:lnTo>
                    <a:pt x="0" y="117380"/>
                  </a:lnTo>
                  <a:lnTo>
                    <a:pt x="159581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" name="pg818"/>
            <p:cNvSpPr/>
            <p:nvPr/>
          </p:nvSpPr>
          <p:spPr>
            <a:xfrm>
              <a:off x="6756345" y="3685414"/>
              <a:ext cx="334308" cy="334202"/>
            </a:xfrm>
            <a:custGeom>
              <a:avLst/>
              <a:pathLst>
                <a:path w="334308" h="334202">
                  <a:moveTo>
                    <a:pt x="7568" y="117249"/>
                  </a:moveTo>
                  <a:lnTo>
                    <a:pt x="6071" y="122331"/>
                  </a:lnTo>
                  <a:lnTo>
                    <a:pt x="4735" y="127457"/>
                  </a:lnTo>
                  <a:lnTo>
                    <a:pt x="3563" y="132622"/>
                  </a:lnTo>
                  <a:lnTo>
                    <a:pt x="2554" y="137823"/>
                  </a:lnTo>
                  <a:lnTo>
                    <a:pt x="1711" y="143052"/>
                  </a:lnTo>
                  <a:lnTo>
                    <a:pt x="1035" y="148306"/>
                  </a:lnTo>
                  <a:lnTo>
                    <a:pt x="525" y="153579"/>
                  </a:lnTo>
                  <a:lnTo>
                    <a:pt x="182" y="158865"/>
                  </a:lnTo>
                  <a:lnTo>
                    <a:pt x="7" y="164159"/>
                  </a:lnTo>
                  <a:lnTo>
                    <a:pt x="0" y="169456"/>
                  </a:lnTo>
                  <a:lnTo>
                    <a:pt x="160" y="174751"/>
                  </a:lnTo>
                  <a:lnTo>
                    <a:pt x="488" y="180038"/>
                  </a:lnTo>
                  <a:lnTo>
                    <a:pt x="984" y="185312"/>
                  </a:lnTo>
                  <a:lnTo>
                    <a:pt x="1646" y="190567"/>
                  </a:lnTo>
                  <a:lnTo>
                    <a:pt x="2475" y="195799"/>
                  </a:lnTo>
                  <a:lnTo>
                    <a:pt x="3469" y="201002"/>
                  </a:lnTo>
                  <a:lnTo>
                    <a:pt x="4628" y="206171"/>
                  </a:lnTo>
                  <a:lnTo>
                    <a:pt x="5949" y="211301"/>
                  </a:lnTo>
                  <a:lnTo>
                    <a:pt x="7433" y="216386"/>
                  </a:lnTo>
                  <a:lnTo>
                    <a:pt x="9076" y="221422"/>
                  </a:lnTo>
                  <a:lnTo>
                    <a:pt x="10879" y="226403"/>
                  </a:lnTo>
                  <a:lnTo>
                    <a:pt x="12838" y="231325"/>
                  </a:lnTo>
                  <a:lnTo>
                    <a:pt x="14953" y="236181"/>
                  </a:lnTo>
                  <a:lnTo>
                    <a:pt x="17220" y="240969"/>
                  </a:lnTo>
                  <a:lnTo>
                    <a:pt x="19638" y="245682"/>
                  </a:lnTo>
                  <a:lnTo>
                    <a:pt x="22204" y="250316"/>
                  </a:lnTo>
                  <a:lnTo>
                    <a:pt x="24915" y="254867"/>
                  </a:lnTo>
                  <a:lnTo>
                    <a:pt x="27769" y="259329"/>
                  </a:lnTo>
                  <a:lnTo>
                    <a:pt x="30763" y="263699"/>
                  </a:lnTo>
                  <a:lnTo>
                    <a:pt x="33895" y="267972"/>
                  </a:lnTo>
                  <a:lnTo>
                    <a:pt x="37159" y="272143"/>
                  </a:lnTo>
                  <a:lnTo>
                    <a:pt x="40555" y="276209"/>
                  </a:lnTo>
                  <a:lnTo>
                    <a:pt x="44078" y="280165"/>
                  </a:lnTo>
                  <a:lnTo>
                    <a:pt x="47724" y="284008"/>
                  </a:lnTo>
                  <a:lnTo>
                    <a:pt x="51490" y="287733"/>
                  </a:lnTo>
                  <a:lnTo>
                    <a:pt x="55372" y="291337"/>
                  </a:lnTo>
                  <a:lnTo>
                    <a:pt x="59366" y="294816"/>
                  </a:lnTo>
                  <a:lnTo>
                    <a:pt x="63469" y="298167"/>
                  </a:lnTo>
                  <a:lnTo>
                    <a:pt x="67676" y="301386"/>
                  </a:lnTo>
                  <a:lnTo>
                    <a:pt x="71983" y="304470"/>
                  </a:lnTo>
                  <a:lnTo>
                    <a:pt x="76385" y="307417"/>
                  </a:lnTo>
                  <a:lnTo>
                    <a:pt x="80878" y="310222"/>
                  </a:lnTo>
                  <a:lnTo>
                    <a:pt x="85458" y="312883"/>
                  </a:lnTo>
                  <a:lnTo>
                    <a:pt x="90120" y="315398"/>
                  </a:lnTo>
                  <a:lnTo>
                    <a:pt x="94860" y="317765"/>
                  </a:lnTo>
                  <a:lnTo>
                    <a:pt x="99672" y="319979"/>
                  </a:lnTo>
                  <a:lnTo>
                    <a:pt x="104551" y="322040"/>
                  </a:lnTo>
                  <a:lnTo>
                    <a:pt x="109494" y="323946"/>
                  </a:lnTo>
                  <a:lnTo>
                    <a:pt x="114494" y="325694"/>
                  </a:lnTo>
                  <a:lnTo>
                    <a:pt x="119548" y="327283"/>
                  </a:lnTo>
                  <a:lnTo>
                    <a:pt x="124649" y="328710"/>
                  </a:lnTo>
                  <a:lnTo>
                    <a:pt x="129793" y="329976"/>
                  </a:lnTo>
                  <a:lnTo>
                    <a:pt x="134974" y="331078"/>
                  </a:lnTo>
                  <a:lnTo>
                    <a:pt x="140187" y="332015"/>
                  </a:lnTo>
                  <a:lnTo>
                    <a:pt x="145428" y="332786"/>
                  </a:lnTo>
                  <a:lnTo>
                    <a:pt x="150691" y="333391"/>
                  </a:lnTo>
                  <a:lnTo>
                    <a:pt x="155970" y="333829"/>
                  </a:lnTo>
                  <a:lnTo>
                    <a:pt x="161260" y="334100"/>
                  </a:lnTo>
                  <a:lnTo>
                    <a:pt x="166556" y="334202"/>
                  </a:lnTo>
                  <a:lnTo>
                    <a:pt x="171853" y="334137"/>
                  </a:lnTo>
                  <a:lnTo>
                    <a:pt x="177145" y="333904"/>
                  </a:lnTo>
                  <a:lnTo>
                    <a:pt x="182427" y="333504"/>
                  </a:lnTo>
                  <a:lnTo>
                    <a:pt x="187694" y="332936"/>
                  </a:lnTo>
                  <a:lnTo>
                    <a:pt x="192940" y="332202"/>
                  </a:lnTo>
                  <a:lnTo>
                    <a:pt x="198160" y="331302"/>
                  </a:lnTo>
                  <a:lnTo>
                    <a:pt x="203349" y="330237"/>
                  </a:lnTo>
                  <a:lnTo>
                    <a:pt x="208502" y="329008"/>
                  </a:lnTo>
                  <a:lnTo>
                    <a:pt x="213613" y="327616"/>
                  </a:lnTo>
                  <a:lnTo>
                    <a:pt x="218677" y="326064"/>
                  </a:lnTo>
                  <a:lnTo>
                    <a:pt x="223690" y="324351"/>
                  </a:lnTo>
                  <a:lnTo>
                    <a:pt x="228646" y="322481"/>
                  </a:lnTo>
                  <a:lnTo>
                    <a:pt x="233540" y="320454"/>
                  </a:lnTo>
                  <a:lnTo>
                    <a:pt x="238368" y="318274"/>
                  </a:lnTo>
                  <a:lnTo>
                    <a:pt x="243124" y="315941"/>
                  </a:lnTo>
                  <a:lnTo>
                    <a:pt x="247803" y="313459"/>
                  </a:lnTo>
                  <a:lnTo>
                    <a:pt x="252402" y="310831"/>
                  </a:lnTo>
                  <a:lnTo>
                    <a:pt x="256915" y="308057"/>
                  </a:lnTo>
                  <a:lnTo>
                    <a:pt x="261338" y="305142"/>
                  </a:lnTo>
                  <a:lnTo>
                    <a:pt x="265667" y="302089"/>
                  </a:lnTo>
                  <a:lnTo>
                    <a:pt x="269896" y="298899"/>
                  </a:lnTo>
                  <a:lnTo>
                    <a:pt x="274023" y="295578"/>
                  </a:lnTo>
                  <a:lnTo>
                    <a:pt x="278042" y="292127"/>
                  </a:lnTo>
                  <a:lnTo>
                    <a:pt x="281950" y="288551"/>
                  </a:lnTo>
                  <a:lnTo>
                    <a:pt x="285742" y="284853"/>
                  </a:lnTo>
                  <a:lnTo>
                    <a:pt x="289415" y="281036"/>
                  </a:lnTo>
                  <a:lnTo>
                    <a:pt x="292966" y="277105"/>
                  </a:lnTo>
                  <a:lnTo>
                    <a:pt x="296390" y="273063"/>
                  </a:lnTo>
                  <a:lnTo>
                    <a:pt x="299685" y="268915"/>
                  </a:lnTo>
                  <a:lnTo>
                    <a:pt x="302846" y="264665"/>
                  </a:lnTo>
                  <a:lnTo>
                    <a:pt x="305871" y="260316"/>
                  </a:lnTo>
                  <a:lnTo>
                    <a:pt x="308757" y="255874"/>
                  </a:lnTo>
                  <a:lnTo>
                    <a:pt x="311501" y="251343"/>
                  </a:lnTo>
                  <a:lnTo>
                    <a:pt x="314099" y="246727"/>
                  </a:lnTo>
                  <a:lnTo>
                    <a:pt x="316550" y="242031"/>
                  </a:lnTo>
                  <a:lnTo>
                    <a:pt x="318852" y="237260"/>
                  </a:lnTo>
                  <a:lnTo>
                    <a:pt x="321000" y="232418"/>
                  </a:lnTo>
                  <a:lnTo>
                    <a:pt x="322995" y="227511"/>
                  </a:lnTo>
                  <a:lnTo>
                    <a:pt x="324833" y="222543"/>
                  </a:lnTo>
                  <a:lnTo>
                    <a:pt x="326512" y="217519"/>
                  </a:lnTo>
                  <a:lnTo>
                    <a:pt x="328031" y="212444"/>
                  </a:lnTo>
                  <a:lnTo>
                    <a:pt x="329389" y="207324"/>
                  </a:lnTo>
                  <a:lnTo>
                    <a:pt x="330584" y="202163"/>
                  </a:lnTo>
                  <a:lnTo>
                    <a:pt x="331615" y="196967"/>
                  </a:lnTo>
                  <a:lnTo>
                    <a:pt x="332481" y="191742"/>
                  </a:lnTo>
                  <a:lnTo>
                    <a:pt x="333181" y="186491"/>
                  </a:lnTo>
                  <a:lnTo>
                    <a:pt x="333714" y="181220"/>
                  </a:lnTo>
                  <a:lnTo>
                    <a:pt x="334080" y="175936"/>
                  </a:lnTo>
                  <a:lnTo>
                    <a:pt x="334278" y="170642"/>
                  </a:lnTo>
                  <a:lnTo>
                    <a:pt x="334308" y="165345"/>
                  </a:lnTo>
                  <a:lnTo>
                    <a:pt x="334171" y="160050"/>
                  </a:lnTo>
                  <a:lnTo>
                    <a:pt x="333866" y="154762"/>
                  </a:lnTo>
                  <a:lnTo>
                    <a:pt x="333393" y="149486"/>
                  </a:lnTo>
                  <a:lnTo>
                    <a:pt x="332754" y="144227"/>
                  </a:lnTo>
                  <a:lnTo>
                    <a:pt x="331948" y="138992"/>
                  </a:lnTo>
                  <a:lnTo>
                    <a:pt x="330976" y="133784"/>
                  </a:lnTo>
                  <a:lnTo>
                    <a:pt x="329841" y="128610"/>
                  </a:lnTo>
                  <a:lnTo>
                    <a:pt x="328541" y="123475"/>
                  </a:lnTo>
                  <a:lnTo>
                    <a:pt x="327080" y="118383"/>
                  </a:lnTo>
                  <a:lnTo>
                    <a:pt x="325458" y="113340"/>
                  </a:lnTo>
                  <a:lnTo>
                    <a:pt x="323678" y="108352"/>
                  </a:lnTo>
                  <a:lnTo>
                    <a:pt x="321740" y="103422"/>
                  </a:lnTo>
                  <a:lnTo>
                    <a:pt x="319647" y="98556"/>
                  </a:lnTo>
                  <a:lnTo>
                    <a:pt x="317400" y="93758"/>
                  </a:lnTo>
                  <a:lnTo>
                    <a:pt x="315003" y="89034"/>
                  </a:lnTo>
                  <a:lnTo>
                    <a:pt x="312458" y="84389"/>
                  </a:lnTo>
                  <a:lnTo>
                    <a:pt x="309766" y="79827"/>
                  </a:lnTo>
                  <a:lnTo>
                    <a:pt x="306931" y="75352"/>
                  </a:lnTo>
                  <a:lnTo>
                    <a:pt x="303956" y="70969"/>
                  </a:lnTo>
                  <a:lnTo>
                    <a:pt x="300844" y="66683"/>
                  </a:lnTo>
                  <a:lnTo>
                    <a:pt x="297597" y="62497"/>
                  </a:lnTo>
                  <a:lnTo>
                    <a:pt x="294219" y="58416"/>
                  </a:lnTo>
                  <a:lnTo>
                    <a:pt x="290714" y="54445"/>
                  </a:lnTo>
                  <a:lnTo>
                    <a:pt x="287085" y="50586"/>
                  </a:lnTo>
                  <a:lnTo>
                    <a:pt x="283335" y="46845"/>
                  </a:lnTo>
                  <a:lnTo>
                    <a:pt x="279469" y="43224"/>
                  </a:lnTo>
                  <a:lnTo>
                    <a:pt x="275489" y="39728"/>
                  </a:lnTo>
                  <a:lnTo>
                    <a:pt x="271401" y="36359"/>
                  </a:lnTo>
                  <a:lnTo>
                    <a:pt x="267209" y="33121"/>
                  </a:lnTo>
                  <a:lnTo>
                    <a:pt x="262915" y="30018"/>
                  </a:lnTo>
                  <a:lnTo>
                    <a:pt x="258526" y="27053"/>
                  </a:lnTo>
                  <a:lnTo>
                    <a:pt x="254045" y="24228"/>
                  </a:lnTo>
                  <a:lnTo>
                    <a:pt x="249477" y="21546"/>
                  </a:lnTo>
                  <a:lnTo>
                    <a:pt x="244826" y="19011"/>
                  </a:lnTo>
                  <a:lnTo>
                    <a:pt x="240097" y="16624"/>
                  </a:lnTo>
                  <a:lnTo>
                    <a:pt x="235295" y="14389"/>
                  </a:lnTo>
                  <a:lnTo>
                    <a:pt x="230424" y="12306"/>
                  </a:lnTo>
                  <a:lnTo>
                    <a:pt x="225490" y="10379"/>
                  </a:lnTo>
                  <a:lnTo>
                    <a:pt x="220497" y="8609"/>
                  </a:lnTo>
                  <a:lnTo>
                    <a:pt x="215451" y="6998"/>
                  </a:lnTo>
                  <a:lnTo>
                    <a:pt x="210356" y="5548"/>
                  </a:lnTo>
                  <a:lnTo>
                    <a:pt x="205217" y="4261"/>
                  </a:lnTo>
                  <a:lnTo>
                    <a:pt x="200041" y="3136"/>
                  </a:lnTo>
                  <a:lnTo>
                    <a:pt x="194831" y="2176"/>
                  </a:lnTo>
                  <a:lnTo>
                    <a:pt x="189594" y="1382"/>
                  </a:lnTo>
                  <a:lnTo>
                    <a:pt x="184334" y="754"/>
                  </a:lnTo>
                  <a:lnTo>
                    <a:pt x="179057" y="293"/>
                  </a:lnTo>
                  <a:lnTo>
                    <a:pt x="173768" y="0"/>
                  </a:lnTo>
                  <a:lnTo>
                    <a:pt x="167149" y="16703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" name="pg819"/>
            <p:cNvSpPr/>
            <p:nvPr/>
          </p:nvSpPr>
          <p:spPr>
            <a:xfrm>
              <a:off x="6923495" y="3685283"/>
              <a:ext cx="6618" cy="167167"/>
            </a:xfrm>
            <a:custGeom>
              <a:avLst/>
              <a:pathLst>
                <a:path w="6618" h="167167">
                  <a:moveTo>
                    <a:pt x="6618" y="131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" name="tx820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821" name="tx821"/>
            <p:cNvSpPr/>
            <p:nvPr/>
          </p:nvSpPr>
          <p:spPr>
            <a:xfrm>
              <a:off x="6727739" y="2753836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822" name="tx822"/>
            <p:cNvSpPr/>
            <p:nvPr/>
          </p:nvSpPr>
          <p:spPr>
            <a:xfrm>
              <a:off x="6555392" y="2266703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823" name="tx823"/>
            <p:cNvSpPr/>
            <p:nvPr/>
          </p:nvSpPr>
          <p:spPr>
            <a:xfrm>
              <a:off x="6285813" y="1833590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824" name="tx824"/>
            <p:cNvSpPr/>
            <p:nvPr/>
          </p:nvSpPr>
          <p:spPr>
            <a:xfrm>
              <a:off x="5876387" y="1482170"/>
              <a:ext cx="412905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AMP</a:t>
              </a:r>
            </a:p>
          </p:txBody>
        </p:sp>
        <p:sp>
          <p:nvSpPr>
            <p:cNvPr id="825" name="tx825"/>
            <p:cNvSpPr/>
            <p:nvPr/>
          </p:nvSpPr>
          <p:spPr>
            <a:xfrm>
              <a:off x="5410870" y="1222972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826" name="tx826"/>
            <p:cNvSpPr/>
            <p:nvPr/>
          </p:nvSpPr>
          <p:spPr>
            <a:xfrm>
              <a:off x="4982243" y="1069969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827" name="tx827"/>
            <p:cNvSpPr/>
            <p:nvPr/>
          </p:nvSpPr>
          <p:spPr>
            <a:xfrm>
              <a:off x="4410874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828" name="tx828"/>
            <p:cNvSpPr/>
            <p:nvPr/>
          </p:nvSpPr>
          <p:spPr>
            <a:xfrm>
              <a:off x="3904837" y="1135613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829" name="tx829"/>
            <p:cNvSpPr/>
            <p:nvPr/>
          </p:nvSpPr>
          <p:spPr>
            <a:xfrm>
              <a:off x="3412078" y="1335172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830" name="tx830"/>
            <p:cNvSpPr/>
            <p:nvPr/>
          </p:nvSpPr>
          <p:spPr>
            <a:xfrm>
              <a:off x="3043228" y="1650504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831" name="tx831"/>
            <p:cNvSpPr/>
            <p:nvPr/>
          </p:nvSpPr>
          <p:spPr>
            <a:xfrm>
              <a:off x="2661773" y="2041851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832" name="tx832"/>
            <p:cNvSpPr/>
            <p:nvPr/>
          </p:nvSpPr>
          <p:spPr>
            <a:xfrm>
              <a:off x="2455187" y="2505106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833" name="tx833"/>
            <p:cNvSpPr/>
            <p:nvPr/>
          </p:nvSpPr>
          <p:spPr>
            <a:xfrm>
              <a:off x="2335480" y="3009529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834" name="tx834"/>
            <p:cNvSpPr/>
            <p:nvPr/>
          </p:nvSpPr>
          <p:spPr>
            <a:xfrm>
              <a:off x="2324783" y="3527924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835" name="tx835"/>
            <p:cNvSpPr/>
            <p:nvPr/>
          </p:nvSpPr>
          <p:spPr>
            <a:xfrm>
              <a:off x="2449885" y="4032347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836" name="tx836"/>
            <p:cNvSpPr/>
            <p:nvPr/>
          </p:nvSpPr>
          <p:spPr>
            <a:xfrm>
              <a:off x="2688283" y="4495602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837" name="tx837"/>
            <p:cNvSpPr/>
            <p:nvPr/>
          </p:nvSpPr>
          <p:spPr>
            <a:xfrm>
              <a:off x="3048437" y="4898484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838" name="tx838"/>
            <p:cNvSpPr/>
            <p:nvPr/>
          </p:nvSpPr>
          <p:spPr>
            <a:xfrm>
              <a:off x="3449192" y="5208048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839" name="tx839"/>
            <p:cNvSpPr/>
            <p:nvPr/>
          </p:nvSpPr>
          <p:spPr>
            <a:xfrm>
              <a:off x="3936509" y="5413374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840" name="tx840"/>
            <p:cNvSpPr/>
            <p:nvPr/>
          </p:nvSpPr>
          <p:spPr>
            <a:xfrm>
              <a:off x="4431989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841" name="tx841"/>
            <p:cNvSpPr/>
            <p:nvPr/>
          </p:nvSpPr>
          <p:spPr>
            <a:xfrm>
              <a:off x="4987452" y="5467484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842" name="tx842"/>
            <p:cNvSpPr/>
            <p:nvPr/>
          </p:nvSpPr>
          <p:spPr>
            <a:xfrm>
              <a:off x="5447984" y="5320248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843" name="tx843"/>
            <p:cNvSpPr/>
            <p:nvPr/>
          </p:nvSpPr>
          <p:spPr>
            <a:xfrm>
              <a:off x="5881736" y="5059608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844" name="tx844"/>
            <p:cNvSpPr/>
            <p:nvPr/>
          </p:nvSpPr>
          <p:spPr>
            <a:xfrm>
              <a:off x="6280604" y="4703863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845" name="tx845"/>
            <p:cNvSpPr/>
            <p:nvPr/>
          </p:nvSpPr>
          <p:spPr>
            <a:xfrm>
              <a:off x="6550137" y="4272006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846" name="tx846"/>
            <p:cNvSpPr/>
            <p:nvPr/>
          </p:nvSpPr>
          <p:spPr>
            <a:xfrm>
              <a:off x="6743552" y="3783478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2025-06-26T12:02:09Z</dcterms:modified>
  <cp:category/>
</cp:coreProperties>
</file>