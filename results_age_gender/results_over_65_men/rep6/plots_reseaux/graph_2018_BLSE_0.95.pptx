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6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0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59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9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99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3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89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0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5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83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0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9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67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55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43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58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10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6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4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73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4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0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60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3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60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56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56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8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04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6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89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0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6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6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4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73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4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16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89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09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38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9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0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38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7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59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99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3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83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0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59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3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5454" y="3170392"/>
              <a:ext cx="48324" cy="167167"/>
            </a:xfrm>
            <a:custGeom>
              <a:avLst/>
              <a:pathLst>
                <a:path w="48324" h="167167">
                  <a:moveTo>
                    <a:pt x="48324" y="0"/>
                  </a:moveTo>
                  <a:lnTo>
                    <a:pt x="42197" y="112"/>
                  </a:lnTo>
                  <a:lnTo>
                    <a:pt x="36079" y="449"/>
                  </a:lnTo>
                  <a:lnTo>
                    <a:pt x="29977" y="1009"/>
                  </a:lnTo>
                  <a:lnTo>
                    <a:pt x="23900" y="1793"/>
                  </a:lnTo>
                  <a:lnTo>
                    <a:pt x="17855" y="2800"/>
                  </a:lnTo>
                  <a:lnTo>
                    <a:pt x="11852" y="4027"/>
                  </a:lnTo>
                  <a:lnTo>
                    <a:pt x="5897" y="5473"/>
                  </a:lnTo>
                  <a:lnTo>
                    <a:pt x="0" y="7137"/>
                  </a:lnTo>
                  <a:lnTo>
                    <a:pt x="483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816616" y="3171541"/>
              <a:ext cx="334326" cy="333179"/>
            </a:xfrm>
            <a:custGeom>
              <a:avLst/>
              <a:pathLst>
                <a:path w="334326" h="333179">
                  <a:moveTo>
                    <a:pt x="118837" y="5988"/>
                  </a:moveTo>
                  <a:lnTo>
                    <a:pt x="113783" y="7602"/>
                  </a:lnTo>
                  <a:lnTo>
                    <a:pt x="108782" y="9376"/>
                  </a:lnTo>
                  <a:lnTo>
                    <a:pt x="103839" y="11308"/>
                  </a:lnTo>
                  <a:lnTo>
                    <a:pt x="98961" y="13396"/>
                  </a:lnTo>
                  <a:lnTo>
                    <a:pt x="94151" y="15637"/>
                  </a:lnTo>
                  <a:lnTo>
                    <a:pt x="89415" y="18030"/>
                  </a:lnTo>
                  <a:lnTo>
                    <a:pt x="84758" y="20572"/>
                  </a:lnTo>
                  <a:lnTo>
                    <a:pt x="80183" y="23261"/>
                  </a:lnTo>
                  <a:lnTo>
                    <a:pt x="75696" y="26093"/>
                  </a:lnTo>
                  <a:lnTo>
                    <a:pt x="71301" y="29067"/>
                  </a:lnTo>
                  <a:lnTo>
                    <a:pt x="67002" y="32178"/>
                  </a:lnTo>
                  <a:lnTo>
                    <a:pt x="62805" y="35425"/>
                  </a:lnTo>
                  <a:lnTo>
                    <a:pt x="58713" y="38803"/>
                  </a:lnTo>
                  <a:lnTo>
                    <a:pt x="54730" y="42309"/>
                  </a:lnTo>
                  <a:lnTo>
                    <a:pt x="50860" y="45940"/>
                  </a:lnTo>
                  <a:lnTo>
                    <a:pt x="47108" y="49691"/>
                  </a:lnTo>
                  <a:lnTo>
                    <a:pt x="43476" y="53560"/>
                  </a:lnTo>
                  <a:lnTo>
                    <a:pt x="39969" y="57543"/>
                  </a:lnTo>
                  <a:lnTo>
                    <a:pt x="36590" y="61634"/>
                  </a:lnTo>
                  <a:lnTo>
                    <a:pt x="33343" y="65831"/>
                  </a:lnTo>
                  <a:lnTo>
                    <a:pt x="30231" y="70129"/>
                  </a:lnTo>
                  <a:lnTo>
                    <a:pt x="27256" y="74523"/>
                  </a:lnTo>
                  <a:lnTo>
                    <a:pt x="24423" y="79009"/>
                  </a:lnTo>
                  <a:lnTo>
                    <a:pt x="21733" y="83583"/>
                  </a:lnTo>
                  <a:lnTo>
                    <a:pt x="19190" y="88241"/>
                  </a:lnTo>
                  <a:lnTo>
                    <a:pt x="16796" y="92976"/>
                  </a:lnTo>
                  <a:lnTo>
                    <a:pt x="14554" y="97785"/>
                  </a:lnTo>
                  <a:lnTo>
                    <a:pt x="12465" y="102663"/>
                  </a:lnTo>
                  <a:lnTo>
                    <a:pt x="10532" y="107605"/>
                  </a:lnTo>
                  <a:lnTo>
                    <a:pt x="8757" y="112606"/>
                  </a:lnTo>
                  <a:lnTo>
                    <a:pt x="7142" y="117660"/>
                  </a:lnTo>
                  <a:lnTo>
                    <a:pt x="5687" y="122763"/>
                  </a:lnTo>
                  <a:lnTo>
                    <a:pt x="4396" y="127910"/>
                  </a:lnTo>
                  <a:lnTo>
                    <a:pt x="3268" y="133095"/>
                  </a:lnTo>
                  <a:lnTo>
                    <a:pt x="2306" y="138314"/>
                  </a:lnTo>
                  <a:lnTo>
                    <a:pt x="1510" y="143560"/>
                  </a:lnTo>
                  <a:lnTo>
                    <a:pt x="881" y="148829"/>
                  </a:lnTo>
                  <a:lnTo>
                    <a:pt x="419" y="154115"/>
                  </a:lnTo>
                  <a:lnTo>
                    <a:pt x="125" y="159413"/>
                  </a:lnTo>
                  <a:lnTo>
                    <a:pt x="0" y="164718"/>
                  </a:lnTo>
                  <a:lnTo>
                    <a:pt x="42" y="170024"/>
                  </a:lnTo>
                  <a:lnTo>
                    <a:pt x="254" y="175326"/>
                  </a:lnTo>
                  <a:lnTo>
                    <a:pt x="633" y="180619"/>
                  </a:lnTo>
                  <a:lnTo>
                    <a:pt x="1181" y="185897"/>
                  </a:lnTo>
                  <a:lnTo>
                    <a:pt x="1895" y="191155"/>
                  </a:lnTo>
                  <a:lnTo>
                    <a:pt x="2776" y="196388"/>
                  </a:lnTo>
                  <a:lnTo>
                    <a:pt x="3823" y="201590"/>
                  </a:lnTo>
                  <a:lnTo>
                    <a:pt x="5034" y="206756"/>
                  </a:lnTo>
                  <a:lnTo>
                    <a:pt x="6409" y="211881"/>
                  </a:lnTo>
                  <a:lnTo>
                    <a:pt x="7945" y="216960"/>
                  </a:lnTo>
                  <a:lnTo>
                    <a:pt x="9642" y="221988"/>
                  </a:lnTo>
                  <a:lnTo>
                    <a:pt x="11498" y="226959"/>
                  </a:lnTo>
                  <a:lnTo>
                    <a:pt x="13511" y="231869"/>
                  </a:lnTo>
                  <a:lnTo>
                    <a:pt x="15678" y="236712"/>
                  </a:lnTo>
                  <a:lnTo>
                    <a:pt x="17998" y="241484"/>
                  </a:lnTo>
                  <a:lnTo>
                    <a:pt x="20469" y="246181"/>
                  </a:lnTo>
                  <a:lnTo>
                    <a:pt x="23087" y="250796"/>
                  </a:lnTo>
                  <a:lnTo>
                    <a:pt x="25850" y="255326"/>
                  </a:lnTo>
                  <a:lnTo>
                    <a:pt x="28756" y="259766"/>
                  </a:lnTo>
                  <a:lnTo>
                    <a:pt x="31801" y="264112"/>
                  </a:lnTo>
                  <a:lnTo>
                    <a:pt x="34982" y="268359"/>
                  </a:lnTo>
                  <a:lnTo>
                    <a:pt x="38297" y="272502"/>
                  </a:lnTo>
                  <a:lnTo>
                    <a:pt x="41742" y="276538"/>
                  </a:lnTo>
                  <a:lnTo>
                    <a:pt x="45313" y="280463"/>
                  </a:lnTo>
                  <a:lnTo>
                    <a:pt x="49006" y="284273"/>
                  </a:lnTo>
                  <a:lnTo>
                    <a:pt x="52819" y="287964"/>
                  </a:lnTo>
                  <a:lnTo>
                    <a:pt x="56747" y="291531"/>
                  </a:lnTo>
                  <a:lnTo>
                    <a:pt x="60786" y="294972"/>
                  </a:lnTo>
                  <a:lnTo>
                    <a:pt x="64933" y="298284"/>
                  </a:lnTo>
                  <a:lnTo>
                    <a:pt x="69182" y="301462"/>
                  </a:lnTo>
                  <a:lnTo>
                    <a:pt x="73530" y="304503"/>
                  </a:lnTo>
                  <a:lnTo>
                    <a:pt x="77973" y="307405"/>
                  </a:lnTo>
                  <a:lnTo>
                    <a:pt x="82505" y="310165"/>
                  </a:lnTo>
                  <a:lnTo>
                    <a:pt x="87123" y="312779"/>
                  </a:lnTo>
                  <a:lnTo>
                    <a:pt x="91821" y="315245"/>
                  </a:lnTo>
                  <a:lnTo>
                    <a:pt x="96595" y="317561"/>
                  </a:lnTo>
                  <a:lnTo>
                    <a:pt x="101441" y="319725"/>
                  </a:lnTo>
                  <a:lnTo>
                    <a:pt x="106352" y="321733"/>
                  </a:lnTo>
                  <a:lnTo>
                    <a:pt x="111325" y="323585"/>
                  </a:lnTo>
                  <a:lnTo>
                    <a:pt x="116354" y="325277"/>
                  </a:lnTo>
                  <a:lnTo>
                    <a:pt x="121434" y="326810"/>
                  </a:lnTo>
                  <a:lnTo>
                    <a:pt x="126561" y="328180"/>
                  </a:lnTo>
                  <a:lnTo>
                    <a:pt x="131728" y="329387"/>
                  </a:lnTo>
                  <a:lnTo>
                    <a:pt x="136931" y="330429"/>
                  </a:lnTo>
                  <a:lnTo>
                    <a:pt x="142164" y="331306"/>
                  </a:lnTo>
                  <a:lnTo>
                    <a:pt x="147423" y="332016"/>
                  </a:lnTo>
                  <a:lnTo>
                    <a:pt x="152701" y="332559"/>
                  </a:lnTo>
                  <a:lnTo>
                    <a:pt x="157994" y="332934"/>
                  </a:lnTo>
                  <a:lnTo>
                    <a:pt x="163297" y="333141"/>
                  </a:lnTo>
                  <a:lnTo>
                    <a:pt x="168603" y="333179"/>
                  </a:lnTo>
                  <a:lnTo>
                    <a:pt x="173908" y="333049"/>
                  </a:lnTo>
                  <a:lnTo>
                    <a:pt x="179205" y="332751"/>
                  </a:lnTo>
                  <a:lnTo>
                    <a:pt x="184491" y="332285"/>
                  </a:lnTo>
                  <a:lnTo>
                    <a:pt x="189760" y="331651"/>
                  </a:lnTo>
                  <a:lnTo>
                    <a:pt x="195005" y="330850"/>
                  </a:lnTo>
                  <a:lnTo>
                    <a:pt x="200223" y="329884"/>
                  </a:lnTo>
                  <a:lnTo>
                    <a:pt x="205407" y="328752"/>
                  </a:lnTo>
                  <a:lnTo>
                    <a:pt x="210553" y="327456"/>
                  </a:lnTo>
                  <a:lnTo>
                    <a:pt x="215654" y="325998"/>
                  </a:lnTo>
                  <a:lnTo>
                    <a:pt x="220708" y="324378"/>
                  </a:lnTo>
                  <a:lnTo>
                    <a:pt x="225707" y="322599"/>
                  </a:lnTo>
                  <a:lnTo>
                    <a:pt x="230647" y="320662"/>
                  </a:lnTo>
                  <a:lnTo>
                    <a:pt x="235523" y="318569"/>
                  </a:lnTo>
                  <a:lnTo>
                    <a:pt x="240330" y="316322"/>
                  </a:lnTo>
                  <a:lnTo>
                    <a:pt x="245064" y="313924"/>
                  </a:lnTo>
                  <a:lnTo>
                    <a:pt x="249719" y="311377"/>
                  </a:lnTo>
                  <a:lnTo>
                    <a:pt x="254291" y="308684"/>
                  </a:lnTo>
                  <a:lnTo>
                    <a:pt x="258775" y="305847"/>
                  </a:lnTo>
                  <a:lnTo>
                    <a:pt x="263167" y="302868"/>
                  </a:lnTo>
                  <a:lnTo>
                    <a:pt x="267462" y="299752"/>
                  </a:lnTo>
                  <a:lnTo>
                    <a:pt x="271656" y="296502"/>
                  </a:lnTo>
                  <a:lnTo>
                    <a:pt x="275745" y="293120"/>
                  </a:lnTo>
                  <a:lnTo>
                    <a:pt x="279724" y="289609"/>
                  </a:lnTo>
                  <a:lnTo>
                    <a:pt x="283590" y="285974"/>
                  </a:lnTo>
                  <a:lnTo>
                    <a:pt x="287338" y="282219"/>
                  </a:lnTo>
                  <a:lnTo>
                    <a:pt x="290966" y="278346"/>
                  </a:lnTo>
                  <a:lnTo>
                    <a:pt x="294469" y="274360"/>
                  </a:lnTo>
                  <a:lnTo>
                    <a:pt x="297843" y="270265"/>
                  </a:lnTo>
                  <a:lnTo>
                    <a:pt x="301086" y="266065"/>
                  </a:lnTo>
                  <a:lnTo>
                    <a:pt x="304194" y="261764"/>
                  </a:lnTo>
                  <a:lnTo>
                    <a:pt x="307163" y="257366"/>
                  </a:lnTo>
                  <a:lnTo>
                    <a:pt x="309992" y="252877"/>
                  </a:lnTo>
                  <a:lnTo>
                    <a:pt x="312677" y="248300"/>
                  </a:lnTo>
                  <a:lnTo>
                    <a:pt x="315215" y="243640"/>
                  </a:lnTo>
                  <a:lnTo>
                    <a:pt x="317604" y="238902"/>
                  </a:lnTo>
                  <a:lnTo>
                    <a:pt x="319842" y="234090"/>
                  </a:lnTo>
                  <a:lnTo>
                    <a:pt x="321925" y="229210"/>
                  </a:lnTo>
                  <a:lnTo>
                    <a:pt x="323853" y="224266"/>
                  </a:lnTo>
                  <a:lnTo>
                    <a:pt x="325623" y="219264"/>
                  </a:lnTo>
                  <a:lnTo>
                    <a:pt x="327233" y="214208"/>
                  </a:lnTo>
                  <a:lnTo>
                    <a:pt x="328682" y="209103"/>
                  </a:lnTo>
                  <a:lnTo>
                    <a:pt x="329968" y="203955"/>
                  </a:lnTo>
                  <a:lnTo>
                    <a:pt x="331090" y="198769"/>
                  </a:lnTo>
                  <a:lnTo>
                    <a:pt x="332047" y="193549"/>
                  </a:lnTo>
                  <a:lnTo>
                    <a:pt x="332837" y="188302"/>
                  </a:lnTo>
                  <a:lnTo>
                    <a:pt x="333461" y="183033"/>
                  </a:lnTo>
                  <a:lnTo>
                    <a:pt x="333917" y="177746"/>
                  </a:lnTo>
                  <a:lnTo>
                    <a:pt x="334206" y="172448"/>
                  </a:lnTo>
                  <a:lnTo>
                    <a:pt x="334326" y="167143"/>
                  </a:lnTo>
                  <a:lnTo>
                    <a:pt x="334277" y="161837"/>
                  </a:lnTo>
                  <a:lnTo>
                    <a:pt x="334060" y="156535"/>
                  </a:lnTo>
                  <a:lnTo>
                    <a:pt x="333675" y="151242"/>
                  </a:lnTo>
                  <a:lnTo>
                    <a:pt x="333122" y="145965"/>
                  </a:lnTo>
                  <a:lnTo>
                    <a:pt x="332402" y="140708"/>
                  </a:lnTo>
                  <a:lnTo>
                    <a:pt x="331516" y="135476"/>
                  </a:lnTo>
                  <a:lnTo>
                    <a:pt x="330463" y="130275"/>
                  </a:lnTo>
                  <a:lnTo>
                    <a:pt x="329247" y="125110"/>
                  </a:lnTo>
                  <a:lnTo>
                    <a:pt x="327867" y="119986"/>
                  </a:lnTo>
                  <a:lnTo>
                    <a:pt x="326325" y="114909"/>
                  </a:lnTo>
                  <a:lnTo>
                    <a:pt x="324622" y="109883"/>
                  </a:lnTo>
                  <a:lnTo>
                    <a:pt x="322761" y="104914"/>
                  </a:lnTo>
                  <a:lnTo>
                    <a:pt x="320744" y="100006"/>
                  </a:lnTo>
                  <a:lnTo>
                    <a:pt x="318571" y="95165"/>
                  </a:lnTo>
                  <a:lnTo>
                    <a:pt x="316246" y="90395"/>
                  </a:lnTo>
                  <a:lnTo>
                    <a:pt x="313771" y="85701"/>
                  </a:lnTo>
                  <a:lnTo>
                    <a:pt x="311148" y="81089"/>
                  </a:lnTo>
                  <a:lnTo>
                    <a:pt x="308380" y="76562"/>
                  </a:lnTo>
                  <a:lnTo>
                    <a:pt x="305469" y="72125"/>
                  </a:lnTo>
                  <a:lnTo>
                    <a:pt x="302420" y="67782"/>
                  </a:lnTo>
                  <a:lnTo>
                    <a:pt x="299234" y="63539"/>
                  </a:lnTo>
                  <a:lnTo>
                    <a:pt x="295915" y="59399"/>
                  </a:lnTo>
                  <a:lnTo>
                    <a:pt x="292466" y="55366"/>
                  </a:lnTo>
                  <a:lnTo>
                    <a:pt x="288891" y="51445"/>
                  </a:lnTo>
                  <a:lnTo>
                    <a:pt x="285193" y="47639"/>
                  </a:lnTo>
                  <a:lnTo>
                    <a:pt x="281376" y="43953"/>
                  </a:lnTo>
                  <a:lnTo>
                    <a:pt x="277445" y="40389"/>
                  </a:lnTo>
                  <a:lnTo>
                    <a:pt x="273402" y="36952"/>
                  </a:lnTo>
                  <a:lnTo>
                    <a:pt x="269252" y="33645"/>
                  </a:lnTo>
                  <a:lnTo>
                    <a:pt x="264999" y="30472"/>
                  </a:lnTo>
                  <a:lnTo>
                    <a:pt x="260648" y="27435"/>
                  </a:lnTo>
                  <a:lnTo>
                    <a:pt x="256202" y="24538"/>
                  </a:lnTo>
                  <a:lnTo>
                    <a:pt x="251667" y="21783"/>
                  </a:lnTo>
                  <a:lnTo>
                    <a:pt x="247047" y="19173"/>
                  </a:lnTo>
                  <a:lnTo>
                    <a:pt x="242346" y="16712"/>
                  </a:lnTo>
                  <a:lnTo>
                    <a:pt x="237569" y="14401"/>
                  </a:lnTo>
                  <a:lnTo>
                    <a:pt x="232722" y="12243"/>
                  </a:lnTo>
                  <a:lnTo>
                    <a:pt x="227808" y="10239"/>
                  </a:lnTo>
                  <a:lnTo>
                    <a:pt x="222833" y="8393"/>
                  </a:lnTo>
                  <a:lnTo>
                    <a:pt x="217802" y="6706"/>
                  </a:lnTo>
                  <a:lnTo>
                    <a:pt x="212721" y="5179"/>
                  </a:lnTo>
                  <a:lnTo>
                    <a:pt x="207593" y="3814"/>
                  </a:lnTo>
                  <a:lnTo>
                    <a:pt x="202424" y="2612"/>
                  </a:lnTo>
                  <a:lnTo>
                    <a:pt x="197220" y="1575"/>
                  </a:lnTo>
                  <a:lnTo>
                    <a:pt x="191986" y="704"/>
                  </a:lnTo>
                  <a:lnTo>
                    <a:pt x="186727" y="0"/>
                  </a:lnTo>
                  <a:lnTo>
                    <a:pt x="167162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83779" y="3170392"/>
              <a:ext cx="19564" cy="167167"/>
            </a:xfrm>
            <a:custGeom>
              <a:avLst/>
              <a:pathLst>
                <a:path w="19564" h="167167">
                  <a:moveTo>
                    <a:pt x="19564" y="1148"/>
                  </a:moveTo>
                  <a:lnTo>
                    <a:pt x="9799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844" y="2633064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703" y="89"/>
                  </a:lnTo>
                  <a:lnTo>
                    <a:pt x="156246" y="357"/>
                  </a:lnTo>
                  <a:lnTo>
                    <a:pt x="150800" y="803"/>
                  </a:lnTo>
                  <a:lnTo>
                    <a:pt x="145372" y="1426"/>
                  </a:lnTo>
                  <a:lnTo>
                    <a:pt x="139967" y="2227"/>
                  </a:lnTo>
                  <a:lnTo>
                    <a:pt x="134591" y="3204"/>
                  </a:lnTo>
                  <a:lnTo>
                    <a:pt x="129250" y="4356"/>
                  </a:lnTo>
                  <a:lnTo>
                    <a:pt x="123950" y="5682"/>
                  </a:lnTo>
                  <a:lnTo>
                    <a:pt x="118695" y="7181"/>
                  </a:lnTo>
                  <a:lnTo>
                    <a:pt x="113493" y="8851"/>
                  </a:lnTo>
                  <a:lnTo>
                    <a:pt x="108348" y="10689"/>
                  </a:lnTo>
                  <a:lnTo>
                    <a:pt x="103265" y="12695"/>
                  </a:lnTo>
                  <a:lnTo>
                    <a:pt x="98251" y="14866"/>
                  </a:lnTo>
                  <a:lnTo>
                    <a:pt x="93311" y="17200"/>
                  </a:lnTo>
                  <a:lnTo>
                    <a:pt x="88449" y="19693"/>
                  </a:lnTo>
                  <a:lnTo>
                    <a:pt x="83671" y="22345"/>
                  </a:lnTo>
                  <a:lnTo>
                    <a:pt x="78983" y="25151"/>
                  </a:lnTo>
                  <a:lnTo>
                    <a:pt x="74389" y="28108"/>
                  </a:lnTo>
                  <a:lnTo>
                    <a:pt x="69894" y="31215"/>
                  </a:lnTo>
                  <a:lnTo>
                    <a:pt x="65503" y="34466"/>
                  </a:lnTo>
                  <a:lnTo>
                    <a:pt x="61220" y="37860"/>
                  </a:lnTo>
                  <a:lnTo>
                    <a:pt x="57051" y="41391"/>
                  </a:lnTo>
                  <a:lnTo>
                    <a:pt x="52999" y="45057"/>
                  </a:lnTo>
                  <a:lnTo>
                    <a:pt x="49070" y="48853"/>
                  </a:lnTo>
                  <a:lnTo>
                    <a:pt x="45266" y="52776"/>
                  </a:lnTo>
                  <a:lnTo>
                    <a:pt x="41593" y="56821"/>
                  </a:lnTo>
                  <a:lnTo>
                    <a:pt x="38054" y="60984"/>
                  </a:lnTo>
                  <a:lnTo>
                    <a:pt x="34653" y="65260"/>
                  </a:lnTo>
                  <a:lnTo>
                    <a:pt x="31393" y="69645"/>
                  </a:lnTo>
                  <a:lnTo>
                    <a:pt x="28278" y="74135"/>
                  </a:lnTo>
                  <a:lnTo>
                    <a:pt x="25312" y="78723"/>
                  </a:lnTo>
                  <a:lnTo>
                    <a:pt x="22498" y="83406"/>
                  </a:lnTo>
                  <a:lnTo>
                    <a:pt x="19838" y="88179"/>
                  </a:lnTo>
                  <a:lnTo>
                    <a:pt x="17335" y="93036"/>
                  </a:lnTo>
                  <a:lnTo>
                    <a:pt x="14992" y="97972"/>
                  </a:lnTo>
                  <a:lnTo>
                    <a:pt x="12812" y="102982"/>
                  </a:lnTo>
                  <a:lnTo>
                    <a:pt x="10797" y="108061"/>
                  </a:lnTo>
                  <a:lnTo>
                    <a:pt x="8949" y="113203"/>
                  </a:lnTo>
                  <a:lnTo>
                    <a:pt x="7270" y="118403"/>
                  </a:lnTo>
                  <a:lnTo>
                    <a:pt x="5762" y="123654"/>
                  </a:lnTo>
                  <a:lnTo>
                    <a:pt x="4426" y="128952"/>
                  </a:lnTo>
                  <a:lnTo>
                    <a:pt x="3264" y="134291"/>
                  </a:lnTo>
                  <a:lnTo>
                    <a:pt x="2277" y="139665"/>
                  </a:lnTo>
                  <a:lnTo>
                    <a:pt x="1466" y="145069"/>
                  </a:lnTo>
                  <a:lnTo>
                    <a:pt x="833" y="150496"/>
                  </a:lnTo>
                  <a:lnTo>
                    <a:pt x="377" y="155941"/>
                  </a:lnTo>
                  <a:lnTo>
                    <a:pt x="99" y="161398"/>
                  </a:lnTo>
                  <a:lnTo>
                    <a:pt x="0" y="16686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44" y="2799925"/>
              <a:ext cx="167167" cy="306"/>
            </a:xfrm>
            <a:custGeom>
              <a:avLst/>
              <a:pathLst>
                <a:path w="167167" h="306">
                  <a:moveTo>
                    <a:pt x="0" y="0"/>
                  </a:moveTo>
                  <a:lnTo>
                    <a:pt x="167167" y="3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44" y="2661685"/>
              <a:ext cx="334331" cy="305701"/>
            </a:xfrm>
            <a:custGeom>
              <a:avLst/>
              <a:pathLst>
                <a:path w="334331" h="305701">
                  <a:moveTo>
                    <a:pt x="0" y="138239"/>
                  </a:moveTo>
                  <a:lnTo>
                    <a:pt x="74" y="143537"/>
                  </a:lnTo>
                  <a:lnTo>
                    <a:pt x="316" y="148830"/>
                  </a:lnTo>
                  <a:lnTo>
                    <a:pt x="726" y="154112"/>
                  </a:lnTo>
                  <a:lnTo>
                    <a:pt x="1302" y="159379"/>
                  </a:lnTo>
                  <a:lnTo>
                    <a:pt x="2046" y="164624"/>
                  </a:lnTo>
                  <a:lnTo>
                    <a:pt x="2955" y="169844"/>
                  </a:lnTo>
                  <a:lnTo>
                    <a:pt x="4030" y="175032"/>
                  </a:lnTo>
                  <a:lnTo>
                    <a:pt x="5268" y="180183"/>
                  </a:lnTo>
                  <a:lnTo>
                    <a:pt x="6669" y="185293"/>
                  </a:lnTo>
                  <a:lnTo>
                    <a:pt x="8231" y="190356"/>
                  </a:lnTo>
                  <a:lnTo>
                    <a:pt x="9952" y="195366"/>
                  </a:lnTo>
                  <a:lnTo>
                    <a:pt x="11832" y="200320"/>
                  </a:lnTo>
                  <a:lnTo>
                    <a:pt x="13867" y="205211"/>
                  </a:lnTo>
                  <a:lnTo>
                    <a:pt x="16057" y="210036"/>
                  </a:lnTo>
                  <a:lnTo>
                    <a:pt x="18398" y="214789"/>
                  </a:lnTo>
                  <a:lnTo>
                    <a:pt x="20889" y="219465"/>
                  </a:lnTo>
                  <a:lnTo>
                    <a:pt x="23527" y="224060"/>
                  </a:lnTo>
                  <a:lnTo>
                    <a:pt x="26309" y="228569"/>
                  </a:lnTo>
                  <a:lnTo>
                    <a:pt x="29233" y="232987"/>
                  </a:lnTo>
                  <a:lnTo>
                    <a:pt x="32295" y="237311"/>
                  </a:lnTo>
                  <a:lnTo>
                    <a:pt x="35492" y="241535"/>
                  </a:lnTo>
                  <a:lnTo>
                    <a:pt x="38822" y="245656"/>
                  </a:lnTo>
                  <a:lnTo>
                    <a:pt x="42281" y="249670"/>
                  </a:lnTo>
                  <a:lnTo>
                    <a:pt x="45865" y="253571"/>
                  </a:lnTo>
                  <a:lnTo>
                    <a:pt x="49571" y="257358"/>
                  </a:lnTo>
                  <a:lnTo>
                    <a:pt x="53395" y="261025"/>
                  </a:lnTo>
                  <a:lnTo>
                    <a:pt x="57334" y="264568"/>
                  </a:lnTo>
                  <a:lnTo>
                    <a:pt x="61383" y="267986"/>
                  </a:lnTo>
                  <a:lnTo>
                    <a:pt x="65538" y="271273"/>
                  </a:lnTo>
                  <a:lnTo>
                    <a:pt x="69795" y="274427"/>
                  </a:lnTo>
                  <a:lnTo>
                    <a:pt x="74150" y="277444"/>
                  </a:lnTo>
                  <a:lnTo>
                    <a:pt x="78598" y="280322"/>
                  </a:lnTo>
                  <a:lnTo>
                    <a:pt x="83136" y="283058"/>
                  </a:lnTo>
                  <a:lnTo>
                    <a:pt x="87757" y="285648"/>
                  </a:lnTo>
                  <a:lnTo>
                    <a:pt x="92459" y="288091"/>
                  </a:lnTo>
                  <a:lnTo>
                    <a:pt x="97236" y="290383"/>
                  </a:lnTo>
                  <a:lnTo>
                    <a:pt x="102082" y="292523"/>
                  </a:lnTo>
                  <a:lnTo>
                    <a:pt x="106995" y="294508"/>
                  </a:lnTo>
                  <a:lnTo>
                    <a:pt x="111967" y="296337"/>
                  </a:lnTo>
                  <a:lnTo>
                    <a:pt x="116995" y="298007"/>
                  </a:lnTo>
                  <a:lnTo>
                    <a:pt x="122074" y="299516"/>
                  </a:lnTo>
                  <a:lnTo>
                    <a:pt x="127197" y="300865"/>
                  </a:lnTo>
                  <a:lnTo>
                    <a:pt x="132361" y="302050"/>
                  </a:lnTo>
                  <a:lnTo>
                    <a:pt x="137560" y="303071"/>
                  </a:lnTo>
                  <a:lnTo>
                    <a:pt x="142789" y="303926"/>
                  </a:lnTo>
                  <a:lnTo>
                    <a:pt x="148042" y="304616"/>
                  </a:lnTo>
                  <a:lnTo>
                    <a:pt x="153314" y="305138"/>
                  </a:lnTo>
                  <a:lnTo>
                    <a:pt x="158601" y="305494"/>
                  </a:lnTo>
                  <a:lnTo>
                    <a:pt x="163895" y="305681"/>
                  </a:lnTo>
                  <a:lnTo>
                    <a:pt x="169194" y="305701"/>
                  </a:lnTo>
                  <a:lnTo>
                    <a:pt x="174490" y="305553"/>
                  </a:lnTo>
                  <a:lnTo>
                    <a:pt x="179778" y="305237"/>
                  </a:lnTo>
                  <a:lnTo>
                    <a:pt x="185054" y="304753"/>
                  </a:lnTo>
                  <a:lnTo>
                    <a:pt x="190313" y="304103"/>
                  </a:lnTo>
                  <a:lnTo>
                    <a:pt x="195547" y="303286"/>
                  </a:lnTo>
                  <a:lnTo>
                    <a:pt x="200754" y="302304"/>
                  </a:lnTo>
                  <a:lnTo>
                    <a:pt x="205926" y="301158"/>
                  </a:lnTo>
                  <a:lnTo>
                    <a:pt x="211060" y="299848"/>
                  </a:lnTo>
                  <a:lnTo>
                    <a:pt x="216150" y="298376"/>
                  </a:lnTo>
                  <a:lnTo>
                    <a:pt x="221190" y="296743"/>
                  </a:lnTo>
                  <a:lnTo>
                    <a:pt x="226176" y="294952"/>
                  </a:lnTo>
                  <a:lnTo>
                    <a:pt x="231103" y="293003"/>
                  </a:lnTo>
                  <a:lnTo>
                    <a:pt x="235966" y="290899"/>
                  </a:lnTo>
                  <a:lnTo>
                    <a:pt x="240759" y="288643"/>
                  </a:lnTo>
                  <a:lnTo>
                    <a:pt x="245479" y="286235"/>
                  </a:lnTo>
                  <a:lnTo>
                    <a:pt x="250120" y="283679"/>
                  </a:lnTo>
                  <a:lnTo>
                    <a:pt x="254677" y="280978"/>
                  </a:lnTo>
                  <a:lnTo>
                    <a:pt x="259147" y="278133"/>
                  </a:lnTo>
                  <a:lnTo>
                    <a:pt x="263524" y="275148"/>
                  </a:lnTo>
                  <a:lnTo>
                    <a:pt x="267805" y="272026"/>
                  </a:lnTo>
                  <a:lnTo>
                    <a:pt x="271984" y="268770"/>
                  </a:lnTo>
                  <a:lnTo>
                    <a:pt x="276058" y="265383"/>
                  </a:lnTo>
                  <a:lnTo>
                    <a:pt x="280023" y="261868"/>
                  </a:lnTo>
                  <a:lnTo>
                    <a:pt x="283874" y="258230"/>
                  </a:lnTo>
                  <a:lnTo>
                    <a:pt x="287608" y="254471"/>
                  </a:lnTo>
                  <a:lnTo>
                    <a:pt x="291222" y="250596"/>
                  </a:lnTo>
                  <a:lnTo>
                    <a:pt x="294710" y="246609"/>
                  </a:lnTo>
                  <a:lnTo>
                    <a:pt x="298071" y="242513"/>
                  </a:lnTo>
                  <a:lnTo>
                    <a:pt x="301300" y="238312"/>
                  </a:lnTo>
                  <a:lnTo>
                    <a:pt x="304394" y="234011"/>
                  </a:lnTo>
                  <a:lnTo>
                    <a:pt x="307350" y="229615"/>
                  </a:lnTo>
                  <a:lnTo>
                    <a:pt x="310166" y="225127"/>
                  </a:lnTo>
                  <a:lnTo>
                    <a:pt x="312838" y="220551"/>
                  </a:lnTo>
                  <a:lnTo>
                    <a:pt x="315363" y="215894"/>
                  </a:lnTo>
                  <a:lnTo>
                    <a:pt x="317740" y="211159"/>
                  </a:lnTo>
                  <a:lnTo>
                    <a:pt x="319965" y="206351"/>
                  </a:lnTo>
                  <a:lnTo>
                    <a:pt x="322037" y="201475"/>
                  </a:lnTo>
                  <a:lnTo>
                    <a:pt x="323954" y="196535"/>
                  </a:lnTo>
                  <a:lnTo>
                    <a:pt x="325713" y="191537"/>
                  </a:lnTo>
                  <a:lnTo>
                    <a:pt x="327312" y="186487"/>
                  </a:lnTo>
                  <a:lnTo>
                    <a:pt x="328751" y="181387"/>
                  </a:lnTo>
                  <a:lnTo>
                    <a:pt x="330028" y="176245"/>
                  </a:lnTo>
                  <a:lnTo>
                    <a:pt x="331141" y="171065"/>
                  </a:lnTo>
                  <a:lnTo>
                    <a:pt x="332089" y="165853"/>
                  </a:lnTo>
                  <a:lnTo>
                    <a:pt x="332871" y="160613"/>
                  </a:lnTo>
                  <a:lnTo>
                    <a:pt x="333487" y="155350"/>
                  </a:lnTo>
                  <a:lnTo>
                    <a:pt x="333936" y="150071"/>
                  </a:lnTo>
                  <a:lnTo>
                    <a:pt x="334218" y="144781"/>
                  </a:lnTo>
                  <a:lnTo>
                    <a:pt x="334331" y="139484"/>
                  </a:lnTo>
                  <a:lnTo>
                    <a:pt x="334277" y="134186"/>
                  </a:lnTo>
                  <a:lnTo>
                    <a:pt x="334055" y="128892"/>
                  </a:lnTo>
                  <a:lnTo>
                    <a:pt x="333665" y="123609"/>
                  </a:lnTo>
                  <a:lnTo>
                    <a:pt x="333108" y="118340"/>
                  </a:lnTo>
                  <a:lnTo>
                    <a:pt x="332385" y="113091"/>
                  </a:lnTo>
                  <a:lnTo>
                    <a:pt x="331495" y="107868"/>
                  </a:lnTo>
                  <a:lnTo>
                    <a:pt x="330440" y="102676"/>
                  </a:lnTo>
                  <a:lnTo>
                    <a:pt x="329222" y="97520"/>
                  </a:lnTo>
                  <a:lnTo>
                    <a:pt x="327840" y="92405"/>
                  </a:lnTo>
                  <a:lnTo>
                    <a:pt x="326297" y="87337"/>
                  </a:lnTo>
                  <a:lnTo>
                    <a:pt x="324595" y="82320"/>
                  </a:lnTo>
                  <a:lnTo>
                    <a:pt x="322734" y="77359"/>
                  </a:lnTo>
                  <a:lnTo>
                    <a:pt x="320717" y="72460"/>
                  </a:lnTo>
                  <a:lnTo>
                    <a:pt x="318545" y="67627"/>
                  </a:lnTo>
                  <a:lnTo>
                    <a:pt x="316222" y="62865"/>
                  </a:lnTo>
                  <a:lnTo>
                    <a:pt x="313749" y="58180"/>
                  </a:lnTo>
                  <a:lnTo>
                    <a:pt x="311128" y="53575"/>
                  </a:lnTo>
                  <a:lnTo>
                    <a:pt x="308363" y="49056"/>
                  </a:lnTo>
                  <a:lnTo>
                    <a:pt x="305456" y="44626"/>
                  </a:lnTo>
                  <a:lnTo>
                    <a:pt x="302411" y="40291"/>
                  </a:lnTo>
                  <a:lnTo>
                    <a:pt x="299229" y="36054"/>
                  </a:lnTo>
                  <a:lnTo>
                    <a:pt x="295915" y="31921"/>
                  </a:lnTo>
                  <a:lnTo>
                    <a:pt x="292471" y="27894"/>
                  </a:lnTo>
                  <a:lnTo>
                    <a:pt x="288902" y="23979"/>
                  </a:lnTo>
                  <a:lnTo>
                    <a:pt x="285210" y="20179"/>
                  </a:lnTo>
                  <a:lnTo>
                    <a:pt x="281400" y="16498"/>
                  </a:lnTo>
                  <a:lnTo>
                    <a:pt x="277475" y="12939"/>
                  </a:lnTo>
                  <a:lnTo>
                    <a:pt x="273439" y="9506"/>
                  </a:lnTo>
                  <a:lnTo>
                    <a:pt x="269296" y="6203"/>
                  </a:lnTo>
                  <a:lnTo>
                    <a:pt x="265051" y="3033"/>
                  </a:lnTo>
                  <a:lnTo>
                    <a:pt x="260708" y="0"/>
                  </a:lnTo>
                  <a:lnTo>
                    <a:pt x="167167" y="138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919011" y="2633064"/>
              <a:ext cx="93540" cy="167167"/>
            </a:xfrm>
            <a:custGeom>
              <a:avLst/>
              <a:pathLst>
                <a:path w="93540" h="167167">
                  <a:moveTo>
                    <a:pt x="93540" y="28621"/>
                  </a:moveTo>
                  <a:lnTo>
                    <a:pt x="88645" y="25438"/>
                  </a:lnTo>
                  <a:lnTo>
                    <a:pt x="83640" y="22429"/>
                  </a:lnTo>
                  <a:lnTo>
                    <a:pt x="78534" y="19596"/>
                  </a:lnTo>
                  <a:lnTo>
                    <a:pt x="73332" y="16943"/>
                  </a:lnTo>
                  <a:lnTo>
                    <a:pt x="68041" y="14473"/>
                  </a:lnTo>
                  <a:lnTo>
                    <a:pt x="62666" y="12190"/>
                  </a:lnTo>
                  <a:lnTo>
                    <a:pt x="57216" y="10096"/>
                  </a:lnTo>
                  <a:lnTo>
                    <a:pt x="51695" y="8194"/>
                  </a:lnTo>
                  <a:lnTo>
                    <a:pt x="46111" y="6485"/>
                  </a:lnTo>
                  <a:lnTo>
                    <a:pt x="40471" y="4973"/>
                  </a:lnTo>
                  <a:lnTo>
                    <a:pt x="34781" y="3658"/>
                  </a:lnTo>
                  <a:lnTo>
                    <a:pt x="29050" y="2543"/>
                  </a:lnTo>
                  <a:lnTo>
                    <a:pt x="23282" y="1629"/>
                  </a:lnTo>
                  <a:lnTo>
                    <a:pt x="17486" y="917"/>
                  </a:lnTo>
                  <a:lnTo>
                    <a:pt x="11669" y="407"/>
                  </a:lnTo>
                  <a:lnTo>
                    <a:pt x="5838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7284" y="2126963"/>
              <a:ext cx="71187" cy="167167"/>
            </a:xfrm>
            <a:custGeom>
              <a:avLst/>
              <a:pathLst>
                <a:path w="71187" h="167167">
                  <a:moveTo>
                    <a:pt x="71187" y="0"/>
                  </a:moveTo>
                  <a:lnTo>
                    <a:pt x="65531" y="95"/>
                  </a:lnTo>
                  <a:lnTo>
                    <a:pt x="59882" y="382"/>
                  </a:lnTo>
                  <a:lnTo>
                    <a:pt x="54246" y="860"/>
                  </a:lnTo>
                  <a:lnTo>
                    <a:pt x="48629" y="1528"/>
                  </a:lnTo>
                  <a:lnTo>
                    <a:pt x="43039" y="2386"/>
                  </a:lnTo>
                  <a:lnTo>
                    <a:pt x="37480" y="3433"/>
                  </a:lnTo>
                  <a:lnTo>
                    <a:pt x="31960" y="4667"/>
                  </a:lnTo>
                  <a:lnTo>
                    <a:pt x="26485" y="6087"/>
                  </a:lnTo>
                  <a:lnTo>
                    <a:pt x="21061" y="7692"/>
                  </a:lnTo>
                  <a:lnTo>
                    <a:pt x="15694" y="9479"/>
                  </a:lnTo>
                  <a:lnTo>
                    <a:pt x="10391" y="11447"/>
                  </a:lnTo>
                  <a:lnTo>
                    <a:pt x="5157" y="13593"/>
                  </a:lnTo>
                  <a:lnTo>
                    <a:pt x="0" y="15915"/>
                  </a:lnTo>
                  <a:lnTo>
                    <a:pt x="7118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561319" y="2142878"/>
              <a:ext cx="276729" cy="318407"/>
            </a:xfrm>
            <a:custGeom>
              <a:avLst/>
              <a:pathLst>
                <a:path w="276729" h="318407">
                  <a:moveTo>
                    <a:pt x="95965" y="0"/>
                  </a:moveTo>
                  <a:lnTo>
                    <a:pt x="91172" y="2349"/>
                  </a:lnTo>
                  <a:lnTo>
                    <a:pt x="86457" y="4851"/>
                  </a:lnTo>
                  <a:lnTo>
                    <a:pt x="81824" y="7502"/>
                  </a:lnTo>
                  <a:lnTo>
                    <a:pt x="77279" y="10299"/>
                  </a:lnTo>
                  <a:lnTo>
                    <a:pt x="72825" y="13240"/>
                  </a:lnTo>
                  <a:lnTo>
                    <a:pt x="68467" y="16322"/>
                  </a:lnTo>
                  <a:lnTo>
                    <a:pt x="64209" y="19541"/>
                  </a:lnTo>
                  <a:lnTo>
                    <a:pt x="60057" y="22894"/>
                  </a:lnTo>
                  <a:lnTo>
                    <a:pt x="56014" y="26379"/>
                  </a:lnTo>
                  <a:lnTo>
                    <a:pt x="52084" y="29991"/>
                  </a:lnTo>
                  <a:lnTo>
                    <a:pt x="48271" y="33726"/>
                  </a:lnTo>
                  <a:lnTo>
                    <a:pt x="44580" y="37581"/>
                  </a:lnTo>
                  <a:lnTo>
                    <a:pt x="41014" y="41552"/>
                  </a:lnTo>
                  <a:lnTo>
                    <a:pt x="37576" y="45635"/>
                  </a:lnTo>
                  <a:lnTo>
                    <a:pt x="34270" y="49825"/>
                  </a:lnTo>
                  <a:lnTo>
                    <a:pt x="31100" y="54119"/>
                  </a:lnTo>
                  <a:lnTo>
                    <a:pt x="28068" y="58512"/>
                  </a:lnTo>
                  <a:lnTo>
                    <a:pt x="25178" y="63000"/>
                  </a:lnTo>
                  <a:lnTo>
                    <a:pt x="22433" y="67577"/>
                  </a:lnTo>
                  <a:lnTo>
                    <a:pt x="19836" y="72240"/>
                  </a:lnTo>
                  <a:lnTo>
                    <a:pt x="17388" y="76983"/>
                  </a:lnTo>
                  <a:lnTo>
                    <a:pt x="15094" y="81802"/>
                  </a:lnTo>
                  <a:lnTo>
                    <a:pt x="12954" y="86692"/>
                  </a:lnTo>
                  <a:lnTo>
                    <a:pt x="10972" y="91648"/>
                  </a:lnTo>
                  <a:lnTo>
                    <a:pt x="9148" y="96664"/>
                  </a:lnTo>
                  <a:lnTo>
                    <a:pt x="7486" y="101736"/>
                  </a:lnTo>
                  <a:lnTo>
                    <a:pt x="5987" y="106859"/>
                  </a:lnTo>
                  <a:lnTo>
                    <a:pt x="4652" y="112027"/>
                  </a:lnTo>
                  <a:lnTo>
                    <a:pt x="3482" y="117234"/>
                  </a:lnTo>
                  <a:lnTo>
                    <a:pt x="2480" y="122477"/>
                  </a:lnTo>
                  <a:lnTo>
                    <a:pt x="1645" y="127749"/>
                  </a:lnTo>
                  <a:lnTo>
                    <a:pt x="979" y="133044"/>
                  </a:lnTo>
                  <a:lnTo>
                    <a:pt x="483" y="138359"/>
                  </a:lnTo>
                  <a:lnTo>
                    <a:pt x="156" y="143686"/>
                  </a:lnTo>
                  <a:lnTo>
                    <a:pt x="0" y="149021"/>
                  </a:lnTo>
                  <a:lnTo>
                    <a:pt x="13" y="154359"/>
                  </a:lnTo>
                  <a:lnTo>
                    <a:pt x="198" y="159693"/>
                  </a:lnTo>
                  <a:lnTo>
                    <a:pt x="552" y="165019"/>
                  </a:lnTo>
                  <a:lnTo>
                    <a:pt x="1077" y="170330"/>
                  </a:lnTo>
                  <a:lnTo>
                    <a:pt x="1771" y="175622"/>
                  </a:lnTo>
                  <a:lnTo>
                    <a:pt x="2633" y="180890"/>
                  </a:lnTo>
                  <a:lnTo>
                    <a:pt x="3663" y="186127"/>
                  </a:lnTo>
                  <a:lnTo>
                    <a:pt x="4860" y="191328"/>
                  </a:lnTo>
                  <a:lnTo>
                    <a:pt x="6222" y="196489"/>
                  </a:lnTo>
                  <a:lnTo>
                    <a:pt x="7748" y="201604"/>
                  </a:lnTo>
                  <a:lnTo>
                    <a:pt x="9437" y="206667"/>
                  </a:lnTo>
                  <a:lnTo>
                    <a:pt x="11286" y="211674"/>
                  </a:lnTo>
                  <a:lnTo>
                    <a:pt x="13295" y="216619"/>
                  </a:lnTo>
                  <a:lnTo>
                    <a:pt x="15460" y="221498"/>
                  </a:lnTo>
                  <a:lnTo>
                    <a:pt x="17780" y="226304"/>
                  </a:lnTo>
                  <a:lnTo>
                    <a:pt x="20252" y="231035"/>
                  </a:lnTo>
                  <a:lnTo>
                    <a:pt x="22874" y="235684"/>
                  </a:lnTo>
                  <a:lnTo>
                    <a:pt x="25643" y="240247"/>
                  </a:lnTo>
                  <a:lnTo>
                    <a:pt x="28556" y="244719"/>
                  </a:lnTo>
                  <a:lnTo>
                    <a:pt x="31611" y="249096"/>
                  </a:lnTo>
                  <a:lnTo>
                    <a:pt x="34804" y="253373"/>
                  </a:lnTo>
                  <a:lnTo>
                    <a:pt x="38131" y="257547"/>
                  </a:lnTo>
                  <a:lnTo>
                    <a:pt x="41590" y="261611"/>
                  </a:lnTo>
                  <a:lnTo>
                    <a:pt x="45178" y="265564"/>
                  </a:lnTo>
                  <a:lnTo>
                    <a:pt x="48889" y="269399"/>
                  </a:lnTo>
                  <a:lnTo>
                    <a:pt x="52721" y="273115"/>
                  </a:lnTo>
                  <a:lnTo>
                    <a:pt x="56670" y="276706"/>
                  </a:lnTo>
                  <a:lnTo>
                    <a:pt x="60731" y="280169"/>
                  </a:lnTo>
                  <a:lnTo>
                    <a:pt x="64901" y="283501"/>
                  </a:lnTo>
                  <a:lnTo>
                    <a:pt x="69175" y="286698"/>
                  </a:lnTo>
                  <a:lnTo>
                    <a:pt x="73549" y="289756"/>
                  </a:lnTo>
                  <a:lnTo>
                    <a:pt x="78019" y="292674"/>
                  </a:lnTo>
                  <a:lnTo>
                    <a:pt x="82579" y="295448"/>
                  </a:lnTo>
                  <a:lnTo>
                    <a:pt x="87226" y="298074"/>
                  </a:lnTo>
                  <a:lnTo>
                    <a:pt x="91954" y="300551"/>
                  </a:lnTo>
                  <a:lnTo>
                    <a:pt x="96758" y="302875"/>
                  </a:lnTo>
                  <a:lnTo>
                    <a:pt x="101635" y="305045"/>
                  </a:lnTo>
                  <a:lnTo>
                    <a:pt x="106578" y="307059"/>
                  </a:lnTo>
                  <a:lnTo>
                    <a:pt x="111583" y="308913"/>
                  </a:lnTo>
                  <a:lnTo>
                    <a:pt x="116645" y="310607"/>
                  </a:lnTo>
                  <a:lnTo>
                    <a:pt x="121758" y="312138"/>
                  </a:lnTo>
                  <a:lnTo>
                    <a:pt x="126917" y="313505"/>
                  </a:lnTo>
                  <a:lnTo>
                    <a:pt x="132117" y="314707"/>
                  </a:lnTo>
                  <a:lnTo>
                    <a:pt x="137354" y="315742"/>
                  </a:lnTo>
                  <a:lnTo>
                    <a:pt x="142620" y="316609"/>
                  </a:lnTo>
                  <a:lnTo>
                    <a:pt x="147912" y="317308"/>
                  </a:lnTo>
                  <a:lnTo>
                    <a:pt x="153223" y="317838"/>
                  </a:lnTo>
                  <a:lnTo>
                    <a:pt x="158548" y="318198"/>
                  </a:lnTo>
                  <a:lnTo>
                    <a:pt x="163882" y="318387"/>
                  </a:lnTo>
                  <a:lnTo>
                    <a:pt x="169219" y="318407"/>
                  </a:lnTo>
                  <a:lnTo>
                    <a:pt x="174555" y="318255"/>
                  </a:lnTo>
                  <a:lnTo>
                    <a:pt x="179883" y="317934"/>
                  </a:lnTo>
                  <a:lnTo>
                    <a:pt x="185197" y="317443"/>
                  </a:lnTo>
                  <a:lnTo>
                    <a:pt x="190494" y="316782"/>
                  </a:lnTo>
                  <a:lnTo>
                    <a:pt x="195766" y="315952"/>
                  </a:lnTo>
                  <a:lnTo>
                    <a:pt x="201010" y="314955"/>
                  </a:lnTo>
                  <a:lnTo>
                    <a:pt x="206219" y="313790"/>
                  </a:lnTo>
                  <a:lnTo>
                    <a:pt x="211388" y="312460"/>
                  </a:lnTo>
                  <a:lnTo>
                    <a:pt x="216512" y="310966"/>
                  </a:lnTo>
                  <a:lnTo>
                    <a:pt x="221585" y="309309"/>
                  </a:lnTo>
                  <a:lnTo>
                    <a:pt x="226604" y="307490"/>
                  </a:lnTo>
                  <a:lnTo>
                    <a:pt x="231561" y="305513"/>
                  </a:lnTo>
                  <a:lnTo>
                    <a:pt x="236453" y="303378"/>
                  </a:lnTo>
                  <a:lnTo>
                    <a:pt x="241274" y="301088"/>
                  </a:lnTo>
                  <a:lnTo>
                    <a:pt x="246020" y="298645"/>
                  </a:lnTo>
                  <a:lnTo>
                    <a:pt x="250685" y="296052"/>
                  </a:lnTo>
                  <a:lnTo>
                    <a:pt x="255265" y="293312"/>
                  </a:lnTo>
                  <a:lnTo>
                    <a:pt x="259756" y="290426"/>
                  </a:lnTo>
                  <a:lnTo>
                    <a:pt x="264152" y="287399"/>
                  </a:lnTo>
                  <a:lnTo>
                    <a:pt x="268449" y="284233"/>
                  </a:lnTo>
                  <a:lnTo>
                    <a:pt x="272642" y="280931"/>
                  </a:lnTo>
                  <a:lnTo>
                    <a:pt x="276729" y="277497"/>
                  </a:lnTo>
                  <a:lnTo>
                    <a:pt x="167152" y="1512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728472" y="2126963"/>
              <a:ext cx="167164" cy="293412"/>
            </a:xfrm>
            <a:custGeom>
              <a:avLst/>
              <a:pathLst>
                <a:path w="167164" h="293412">
                  <a:moveTo>
                    <a:pt x="109576" y="293412"/>
                  </a:moveTo>
                  <a:lnTo>
                    <a:pt x="113551" y="289850"/>
                  </a:lnTo>
                  <a:lnTo>
                    <a:pt x="117410" y="286162"/>
                  </a:lnTo>
                  <a:lnTo>
                    <a:pt x="121149" y="282353"/>
                  </a:lnTo>
                  <a:lnTo>
                    <a:pt x="124764" y="278426"/>
                  </a:lnTo>
                  <a:lnTo>
                    <a:pt x="128253" y="274387"/>
                  </a:lnTo>
                  <a:lnTo>
                    <a:pt x="131610" y="270237"/>
                  </a:lnTo>
                  <a:lnTo>
                    <a:pt x="134834" y="265983"/>
                  </a:lnTo>
                  <a:lnTo>
                    <a:pt x="137920" y="261628"/>
                  </a:lnTo>
                  <a:lnTo>
                    <a:pt x="140865" y="257177"/>
                  </a:lnTo>
                  <a:lnTo>
                    <a:pt x="143667" y="252634"/>
                  </a:lnTo>
                  <a:lnTo>
                    <a:pt x="146323" y="248003"/>
                  </a:lnTo>
                  <a:lnTo>
                    <a:pt x="148829" y="243291"/>
                  </a:lnTo>
                  <a:lnTo>
                    <a:pt x="151183" y="238500"/>
                  </a:lnTo>
                  <a:lnTo>
                    <a:pt x="153383" y="233637"/>
                  </a:lnTo>
                  <a:lnTo>
                    <a:pt x="155427" y="228707"/>
                  </a:lnTo>
                  <a:lnTo>
                    <a:pt x="157313" y="223713"/>
                  </a:lnTo>
                  <a:lnTo>
                    <a:pt x="159038" y="218662"/>
                  </a:lnTo>
                  <a:lnTo>
                    <a:pt x="160601" y="213558"/>
                  </a:lnTo>
                  <a:lnTo>
                    <a:pt x="162000" y="208407"/>
                  </a:lnTo>
                  <a:lnTo>
                    <a:pt x="163234" y="203214"/>
                  </a:lnTo>
                  <a:lnTo>
                    <a:pt x="164302" y="197985"/>
                  </a:lnTo>
                  <a:lnTo>
                    <a:pt x="165202" y="192723"/>
                  </a:lnTo>
                  <a:lnTo>
                    <a:pt x="165934" y="187436"/>
                  </a:lnTo>
                  <a:lnTo>
                    <a:pt x="166496" y="182128"/>
                  </a:lnTo>
                  <a:lnTo>
                    <a:pt x="166889" y="176805"/>
                  </a:lnTo>
                  <a:lnTo>
                    <a:pt x="167111" y="171472"/>
                  </a:lnTo>
                  <a:lnTo>
                    <a:pt x="167164" y="166135"/>
                  </a:lnTo>
                  <a:lnTo>
                    <a:pt x="167046" y="160799"/>
                  </a:lnTo>
                  <a:lnTo>
                    <a:pt x="166757" y="155469"/>
                  </a:lnTo>
                  <a:lnTo>
                    <a:pt x="166299" y="150151"/>
                  </a:lnTo>
                  <a:lnTo>
                    <a:pt x="165671" y="144850"/>
                  </a:lnTo>
                  <a:lnTo>
                    <a:pt x="164874" y="139573"/>
                  </a:lnTo>
                  <a:lnTo>
                    <a:pt x="163909" y="134323"/>
                  </a:lnTo>
                  <a:lnTo>
                    <a:pt x="162777" y="129107"/>
                  </a:lnTo>
                  <a:lnTo>
                    <a:pt x="161478" y="123929"/>
                  </a:lnTo>
                  <a:lnTo>
                    <a:pt x="160016" y="118796"/>
                  </a:lnTo>
                  <a:lnTo>
                    <a:pt x="158390" y="113712"/>
                  </a:lnTo>
                  <a:lnTo>
                    <a:pt x="156603" y="108683"/>
                  </a:lnTo>
                  <a:lnTo>
                    <a:pt x="154656" y="103713"/>
                  </a:lnTo>
                  <a:lnTo>
                    <a:pt x="152551" y="98808"/>
                  </a:lnTo>
                  <a:lnTo>
                    <a:pt x="150291" y="93972"/>
                  </a:lnTo>
                  <a:lnTo>
                    <a:pt x="147877" y="89211"/>
                  </a:lnTo>
                  <a:lnTo>
                    <a:pt x="145313" y="84530"/>
                  </a:lnTo>
                  <a:lnTo>
                    <a:pt x="142601" y="79933"/>
                  </a:lnTo>
                  <a:lnTo>
                    <a:pt x="139743" y="75425"/>
                  </a:lnTo>
                  <a:lnTo>
                    <a:pt x="136743" y="71010"/>
                  </a:lnTo>
                  <a:lnTo>
                    <a:pt x="133604" y="66693"/>
                  </a:lnTo>
                  <a:lnTo>
                    <a:pt x="130328" y="62479"/>
                  </a:lnTo>
                  <a:lnTo>
                    <a:pt x="126919" y="58372"/>
                  </a:lnTo>
                  <a:lnTo>
                    <a:pt x="123381" y="54375"/>
                  </a:lnTo>
                  <a:lnTo>
                    <a:pt x="119717" y="50494"/>
                  </a:lnTo>
                  <a:lnTo>
                    <a:pt x="115931" y="46731"/>
                  </a:lnTo>
                  <a:lnTo>
                    <a:pt x="112027" y="43091"/>
                  </a:lnTo>
                  <a:lnTo>
                    <a:pt x="108009" y="39578"/>
                  </a:lnTo>
                  <a:lnTo>
                    <a:pt x="103881" y="36195"/>
                  </a:lnTo>
                  <a:lnTo>
                    <a:pt x="99646" y="32945"/>
                  </a:lnTo>
                  <a:lnTo>
                    <a:pt x="95310" y="29832"/>
                  </a:lnTo>
                  <a:lnTo>
                    <a:pt x="90877" y="26859"/>
                  </a:lnTo>
                  <a:lnTo>
                    <a:pt x="86351" y="24030"/>
                  </a:lnTo>
                  <a:lnTo>
                    <a:pt x="81738" y="21346"/>
                  </a:lnTo>
                  <a:lnTo>
                    <a:pt x="77041" y="18811"/>
                  </a:lnTo>
                  <a:lnTo>
                    <a:pt x="72265" y="16427"/>
                  </a:lnTo>
                  <a:lnTo>
                    <a:pt x="67416" y="14196"/>
                  </a:lnTo>
                  <a:lnTo>
                    <a:pt x="62498" y="12122"/>
                  </a:lnTo>
                  <a:lnTo>
                    <a:pt x="57516" y="10206"/>
                  </a:lnTo>
                  <a:lnTo>
                    <a:pt x="52475" y="8449"/>
                  </a:lnTo>
                  <a:lnTo>
                    <a:pt x="47381" y="6855"/>
                  </a:lnTo>
                  <a:lnTo>
                    <a:pt x="42239" y="5424"/>
                  </a:lnTo>
                  <a:lnTo>
                    <a:pt x="37054" y="4158"/>
                  </a:lnTo>
                  <a:lnTo>
                    <a:pt x="31831" y="3058"/>
                  </a:lnTo>
                  <a:lnTo>
                    <a:pt x="26575" y="2126"/>
                  </a:lnTo>
                  <a:lnTo>
                    <a:pt x="21293" y="1361"/>
                  </a:lnTo>
                  <a:lnTo>
                    <a:pt x="15989" y="766"/>
                  </a:lnTo>
                  <a:lnTo>
                    <a:pt x="10668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7262" y="1681503"/>
              <a:ext cx="45972" cy="167167"/>
            </a:xfrm>
            <a:custGeom>
              <a:avLst/>
              <a:pathLst>
                <a:path w="45972" h="167167">
                  <a:moveTo>
                    <a:pt x="45972" y="0"/>
                  </a:moveTo>
                  <a:lnTo>
                    <a:pt x="39321" y="132"/>
                  </a:lnTo>
                  <a:lnTo>
                    <a:pt x="32680" y="529"/>
                  </a:lnTo>
                  <a:lnTo>
                    <a:pt x="26060" y="1190"/>
                  </a:lnTo>
                  <a:lnTo>
                    <a:pt x="19471" y="2113"/>
                  </a:lnTo>
                  <a:lnTo>
                    <a:pt x="12925" y="3299"/>
                  </a:lnTo>
                  <a:lnTo>
                    <a:pt x="6431" y="4743"/>
                  </a:lnTo>
                  <a:lnTo>
                    <a:pt x="0" y="6445"/>
                  </a:lnTo>
                  <a:lnTo>
                    <a:pt x="4597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7262" y="1687949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256073" y="1687949"/>
              <a:ext cx="334326" cy="327882"/>
            </a:xfrm>
            <a:custGeom>
              <a:avLst/>
              <a:pathLst>
                <a:path w="334326" h="327882">
                  <a:moveTo>
                    <a:pt x="121189" y="0"/>
                  </a:moveTo>
                  <a:lnTo>
                    <a:pt x="116115" y="1538"/>
                  </a:lnTo>
                  <a:lnTo>
                    <a:pt x="111093" y="3237"/>
                  </a:lnTo>
                  <a:lnTo>
                    <a:pt x="106128" y="5094"/>
                  </a:lnTo>
                  <a:lnTo>
                    <a:pt x="101224" y="7107"/>
                  </a:lnTo>
                  <a:lnTo>
                    <a:pt x="96386" y="9275"/>
                  </a:lnTo>
                  <a:lnTo>
                    <a:pt x="91619" y="11596"/>
                  </a:lnTo>
                  <a:lnTo>
                    <a:pt x="86929" y="14066"/>
                  </a:lnTo>
                  <a:lnTo>
                    <a:pt x="82319" y="16684"/>
                  </a:lnTo>
                  <a:lnTo>
                    <a:pt x="77794" y="19447"/>
                  </a:lnTo>
                  <a:lnTo>
                    <a:pt x="73360" y="22352"/>
                  </a:lnTo>
                  <a:lnTo>
                    <a:pt x="69019" y="25396"/>
                  </a:lnTo>
                  <a:lnTo>
                    <a:pt x="64777" y="28576"/>
                  </a:lnTo>
                  <a:lnTo>
                    <a:pt x="60639" y="31889"/>
                  </a:lnTo>
                  <a:lnTo>
                    <a:pt x="56607" y="35331"/>
                  </a:lnTo>
                  <a:lnTo>
                    <a:pt x="52687" y="38900"/>
                  </a:lnTo>
                  <a:lnTo>
                    <a:pt x="48881" y="42591"/>
                  </a:lnTo>
                  <a:lnTo>
                    <a:pt x="45195" y="46401"/>
                  </a:lnTo>
                  <a:lnTo>
                    <a:pt x="41631" y="50326"/>
                  </a:lnTo>
                  <a:lnTo>
                    <a:pt x="38194" y="54362"/>
                  </a:lnTo>
                  <a:lnTo>
                    <a:pt x="34886" y="58505"/>
                  </a:lnTo>
                  <a:lnTo>
                    <a:pt x="31712" y="62750"/>
                  </a:lnTo>
                  <a:lnTo>
                    <a:pt x="28673" y="67095"/>
                  </a:lnTo>
                  <a:lnTo>
                    <a:pt x="25774" y="71533"/>
                  </a:lnTo>
                  <a:lnTo>
                    <a:pt x="23017" y="76061"/>
                  </a:lnTo>
                  <a:lnTo>
                    <a:pt x="20405" y="80674"/>
                  </a:lnTo>
                  <a:lnTo>
                    <a:pt x="17941" y="85368"/>
                  </a:lnTo>
                  <a:lnTo>
                    <a:pt x="15626" y="90138"/>
                  </a:lnTo>
                  <a:lnTo>
                    <a:pt x="13464" y="94978"/>
                  </a:lnTo>
                  <a:lnTo>
                    <a:pt x="11457" y="99885"/>
                  </a:lnTo>
                  <a:lnTo>
                    <a:pt x="9606" y="104853"/>
                  </a:lnTo>
                  <a:lnTo>
                    <a:pt x="7914" y="109877"/>
                  </a:lnTo>
                  <a:lnTo>
                    <a:pt x="6382" y="114952"/>
                  </a:lnTo>
                  <a:lnTo>
                    <a:pt x="5011" y="120073"/>
                  </a:lnTo>
                  <a:lnTo>
                    <a:pt x="3804" y="125235"/>
                  </a:lnTo>
                  <a:lnTo>
                    <a:pt x="2761" y="130433"/>
                  </a:lnTo>
                  <a:lnTo>
                    <a:pt x="1883" y="135661"/>
                  </a:lnTo>
                  <a:lnTo>
                    <a:pt x="1172" y="140915"/>
                  </a:lnTo>
                  <a:lnTo>
                    <a:pt x="627" y="146188"/>
                  </a:lnTo>
                  <a:lnTo>
                    <a:pt x="250" y="151476"/>
                  </a:lnTo>
                  <a:lnTo>
                    <a:pt x="41" y="156773"/>
                  </a:lnTo>
                  <a:lnTo>
                    <a:pt x="0" y="162075"/>
                  </a:lnTo>
                  <a:lnTo>
                    <a:pt x="126" y="167374"/>
                  </a:lnTo>
                  <a:lnTo>
                    <a:pt x="421" y="172668"/>
                  </a:lnTo>
                  <a:lnTo>
                    <a:pt x="884" y="177949"/>
                  </a:lnTo>
                  <a:lnTo>
                    <a:pt x="1514" y="183213"/>
                  </a:lnTo>
                  <a:lnTo>
                    <a:pt x="2310" y="188454"/>
                  </a:lnTo>
                  <a:lnTo>
                    <a:pt x="3273" y="193667"/>
                  </a:lnTo>
                  <a:lnTo>
                    <a:pt x="4400" y="198847"/>
                  </a:lnTo>
                  <a:lnTo>
                    <a:pt x="5691" y="203989"/>
                  </a:lnTo>
                  <a:lnTo>
                    <a:pt x="7144" y="209088"/>
                  </a:lnTo>
                  <a:lnTo>
                    <a:pt x="8758" y="214137"/>
                  </a:lnTo>
                  <a:lnTo>
                    <a:pt x="10531" y="219133"/>
                  </a:lnTo>
                  <a:lnTo>
                    <a:pt x="12462" y="224070"/>
                  </a:lnTo>
                  <a:lnTo>
                    <a:pt x="14549" y="228944"/>
                  </a:lnTo>
                  <a:lnTo>
                    <a:pt x="16789" y="233749"/>
                  </a:lnTo>
                  <a:lnTo>
                    <a:pt x="19180" y="238480"/>
                  </a:lnTo>
                  <a:lnTo>
                    <a:pt x="21720" y="243134"/>
                  </a:lnTo>
                  <a:lnTo>
                    <a:pt x="24407" y="247704"/>
                  </a:lnTo>
                  <a:lnTo>
                    <a:pt x="27237" y="252187"/>
                  </a:lnTo>
                  <a:lnTo>
                    <a:pt x="30207" y="256578"/>
                  </a:lnTo>
                  <a:lnTo>
                    <a:pt x="33316" y="260872"/>
                  </a:lnTo>
                  <a:lnTo>
                    <a:pt x="36559" y="265066"/>
                  </a:lnTo>
                  <a:lnTo>
                    <a:pt x="39933" y="269155"/>
                  </a:lnTo>
                  <a:lnTo>
                    <a:pt x="43435" y="273135"/>
                  </a:lnTo>
                  <a:lnTo>
                    <a:pt x="47062" y="277001"/>
                  </a:lnTo>
                  <a:lnTo>
                    <a:pt x="50810" y="280751"/>
                  </a:lnTo>
                  <a:lnTo>
                    <a:pt x="54674" y="284380"/>
                  </a:lnTo>
                  <a:lnTo>
                    <a:pt x="58652" y="287885"/>
                  </a:lnTo>
                  <a:lnTo>
                    <a:pt x="62739" y="291262"/>
                  </a:lnTo>
                  <a:lnTo>
                    <a:pt x="66930" y="294507"/>
                  </a:lnTo>
                  <a:lnTo>
                    <a:pt x="71223" y="297618"/>
                  </a:lnTo>
                  <a:lnTo>
                    <a:pt x="75612" y="300591"/>
                  </a:lnTo>
                  <a:lnTo>
                    <a:pt x="80093" y="303424"/>
                  </a:lnTo>
                  <a:lnTo>
                    <a:pt x="84662" y="306113"/>
                  </a:lnTo>
                  <a:lnTo>
                    <a:pt x="89314" y="308656"/>
                  </a:lnTo>
                  <a:lnTo>
                    <a:pt x="94044" y="311050"/>
                  </a:lnTo>
                  <a:lnTo>
                    <a:pt x="98848" y="313293"/>
                  </a:lnTo>
                  <a:lnTo>
                    <a:pt x="103720" y="315382"/>
                  </a:lnTo>
                  <a:lnTo>
                    <a:pt x="108656" y="317316"/>
                  </a:lnTo>
                  <a:lnTo>
                    <a:pt x="113651" y="319093"/>
                  </a:lnTo>
                  <a:lnTo>
                    <a:pt x="118700" y="320710"/>
                  </a:lnTo>
                  <a:lnTo>
                    <a:pt x="123797" y="322166"/>
                  </a:lnTo>
                  <a:lnTo>
                    <a:pt x="128938" y="323460"/>
                  </a:lnTo>
                  <a:lnTo>
                    <a:pt x="134118" y="324590"/>
                  </a:lnTo>
                  <a:lnTo>
                    <a:pt x="139330" y="325556"/>
                  </a:lnTo>
                  <a:lnTo>
                    <a:pt x="144571" y="326355"/>
                  </a:lnTo>
                  <a:lnTo>
                    <a:pt x="149835" y="326988"/>
                  </a:lnTo>
                  <a:lnTo>
                    <a:pt x="155115" y="327454"/>
                  </a:lnTo>
                  <a:lnTo>
                    <a:pt x="160408" y="327752"/>
                  </a:lnTo>
                  <a:lnTo>
                    <a:pt x="165708" y="327882"/>
                  </a:lnTo>
                  <a:lnTo>
                    <a:pt x="171010" y="327844"/>
                  </a:lnTo>
                  <a:lnTo>
                    <a:pt x="176307" y="327638"/>
                  </a:lnTo>
                  <a:lnTo>
                    <a:pt x="181595" y="327264"/>
                  </a:lnTo>
                  <a:lnTo>
                    <a:pt x="186869" y="326723"/>
                  </a:lnTo>
                  <a:lnTo>
                    <a:pt x="192123" y="326015"/>
                  </a:lnTo>
                  <a:lnTo>
                    <a:pt x="197351" y="325140"/>
                  </a:lnTo>
                  <a:lnTo>
                    <a:pt x="202550" y="324100"/>
                  </a:lnTo>
                  <a:lnTo>
                    <a:pt x="207713" y="322896"/>
                  </a:lnTo>
                  <a:lnTo>
                    <a:pt x="212835" y="321528"/>
                  </a:lnTo>
                  <a:lnTo>
                    <a:pt x="217911" y="319999"/>
                  </a:lnTo>
                  <a:lnTo>
                    <a:pt x="222936" y="318310"/>
                  </a:lnTo>
                  <a:lnTo>
                    <a:pt x="227905" y="316462"/>
                  </a:lnTo>
                  <a:lnTo>
                    <a:pt x="232813" y="314458"/>
                  </a:lnTo>
                  <a:lnTo>
                    <a:pt x="237654" y="312299"/>
                  </a:lnTo>
                  <a:lnTo>
                    <a:pt x="242425" y="309987"/>
                  </a:lnTo>
                  <a:lnTo>
                    <a:pt x="247121" y="307525"/>
                  </a:lnTo>
                  <a:lnTo>
                    <a:pt x="251735" y="304916"/>
                  </a:lnTo>
                  <a:lnTo>
                    <a:pt x="256265" y="302162"/>
                  </a:lnTo>
                  <a:lnTo>
                    <a:pt x="260705" y="299265"/>
                  </a:lnTo>
                  <a:lnTo>
                    <a:pt x="265051" y="296230"/>
                  </a:lnTo>
                  <a:lnTo>
                    <a:pt x="269299" y="293057"/>
                  </a:lnTo>
                  <a:lnTo>
                    <a:pt x="273444" y="289752"/>
                  </a:lnTo>
                  <a:lnTo>
                    <a:pt x="277482" y="286317"/>
                  </a:lnTo>
                  <a:lnTo>
                    <a:pt x="281409" y="282756"/>
                  </a:lnTo>
                  <a:lnTo>
                    <a:pt x="285221" y="279072"/>
                  </a:lnTo>
                  <a:lnTo>
                    <a:pt x="288915" y="275269"/>
                  </a:lnTo>
                  <a:lnTo>
                    <a:pt x="292486" y="271350"/>
                  </a:lnTo>
                  <a:lnTo>
                    <a:pt x="295930" y="267321"/>
                  </a:lnTo>
                  <a:lnTo>
                    <a:pt x="299246" y="263184"/>
                  </a:lnTo>
                  <a:lnTo>
                    <a:pt x="302428" y="258944"/>
                  </a:lnTo>
                  <a:lnTo>
                    <a:pt x="305475" y="254606"/>
                  </a:lnTo>
                  <a:lnTo>
                    <a:pt x="308382" y="250173"/>
                  </a:lnTo>
                  <a:lnTo>
                    <a:pt x="311148" y="245650"/>
                  </a:lnTo>
                  <a:lnTo>
                    <a:pt x="313768" y="241041"/>
                  </a:lnTo>
                  <a:lnTo>
                    <a:pt x="316242" y="236352"/>
                  </a:lnTo>
                  <a:lnTo>
                    <a:pt x="318565" y="231587"/>
                  </a:lnTo>
                  <a:lnTo>
                    <a:pt x="320736" y="226750"/>
                  </a:lnTo>
                  <a:lnTo>
                    <a:pt x="322752" y="221848"/>
                  </a:lnTo>
                  <a:lnTo>
                    <a:pt x="324612" y="216883"/>
                  </a:lnTo>
                  <a:lnTo>
                    <a:pt x="326314" y="211862"/>
                  </a:lnTo>
                  <a:lnTo>
                    <a:pt x="327856" y="206790"/>
                  </a:lnTo>
                  <a:lnTo>
                    <a:pt x="329236" y="201671"/>
                  </a:lnTo>
                  <a:lnTo>
                    <a:pt x="330453" y="196511"/>
                  </a:lnTo>
                  <a:lnTo>
                    <a:pt x="331505" y="191316"/>
                  </a:lnTo>
                  <a:lnTo>
                    <a:pt x="332393" y="186089"/>
                  </a:lnTo>
                  <a:lnTo>
                    <a:pt x="333114" y="180837"/>
                  </a:lnTo>
                  <a:lnTo>
                    <a:pt x="333669" y="175565"/>
                  </a:lnTo>
                  <a:lnTo>
                    <a:pt x="334056" y="170277"/>
                  </a:lnTo>
                  <a:lnTo>
                    <a:pt x="334275" y="164981"/>
                  </a:lnTo>
                  <a:lnTo>
                    <a:pt x="334326" y="159679"/>
                  </a:lnTo>
                  <a:lnTo>
                    <a:pt x="334209" y="154379"/>
                  </a:lnTo>
                  <a:lnTo>
                    <a:pt x="333923" y="149086"/>
                  </a:lnTo>
                  <a:lnTo>
                    <a:pt x="333471" y="143804"/>
                  </a:lnTo>
                  <a:lnTo>
                    <a:pt x="332851" y="138539"/>
                  </a:lnTo>
                  <a:lnTo>
                    <a:pt x="332064" y="133296"/>
                  </a:lnTo>
                  <a:lnTo>
                    <a:pt x="331111" y="128081"/>
                  </a:lnTo>
                  <a:lnTo>
                    <a:pt x="329994" y="122898"/>
                  </a:lnTo>
                  <a:lnTo>
                    <a:pt x="328713" y="117754"/>
                  </a:lnTo>
                  <a:lnTo>
                    <a:pt x="327269" y="112653"/>
                  </a:lnTo>
                  <a:lnTo>
                    <a:pt x="325664" y="107600"/>
                  </a:lnTo>
                  <a:lnTo>
                    <a:pt x="323900" y="102601"/>
                  </a:lnTo>
                  <a:lnTo>
                    <a:pt x="321978" y="97660"/>
                  </a:lnTo>
                  <a:lnTo>
                    <a:pt x="319901" y="92783"/>
                  </a:lnTo>
                  <a:lnTo>
                    <a:pt x="317670" y="87974"/>
                  </a:lnTo>
                  <a:lnTo>
                    <a:pt x="315287" y="83238"/>
                  </a:lnTo>
                  <a:lnTo>
                    <a:pt x="312756" y="78580"/>
                  </a:lnTo>
                  <a:lnTo>
                    <a:pt x="310078" y="74005"/>
                  </a:lnTo>
                  <a:lnTo>
                    <a:pt x="307257" y="69516"/>
                  </a:lnTo>
                  <a:lnTo>
                    <a:pt x="304294" y="65120"/>
                  </a:lnTo>
                  <a:lnTo>
                    <a:pt x="301194" y="60820"/>
                  </a:lnTo>
                  <a:lnTo>
                    <a:pt x="297959" y="56620"/>
                  </a:lnTo>
                  <a:lnTo>
                    <a:pt x="294592" y="52525"/>
                  </a:lnTo>
                  <a:lnTo>
                    <a:pt x="291097" y="48539"/>
                  </a:lnTo>
                  <a:lnTo>
                    <a:pt x="287477" y="44665"/>
                  </a:lnTo>
                  <a:lnTo>
                    <a:pt x="283737" y="40908"/>
                  </a:lnTo>
                  <a:lnTo>
                    <a:pt x="279879" y="37272"/>
                  </a:lnTo>
                  <a:lnTo>
                    <a:pt x="275908" y="33760"/>
                  </a:lnTo>
                  <a:lnTo>
                    <a:pt x="271827" y="30376"/>
                  </a:lnTo>
                  <a:lnTo>
                    <a:pt x="267642" y="27122"/>
                  </a:lnTo>
                  <a:lnTo>
                    <a:pt x="263355" y="24003"/>
                  </a:lnTo>
                  <a:lnTo>
                    <a:pt x="258971" y="21022"/>
                  </a:lnTo>
                  <a:lnTo>
                    <a:pt x="254495" y="18181"/>
                  </a:lnTo>
                  <a:lnTo>
                    <a:pt x="249932" y="15483"/>
                  </a:lnTo>
                  <a:lnTo>
                    <a:pt x="245285" y="12932"/>
                  </a:lnTo>
                  <a:lnTo>
                    <a:pt x="240559" y="10529"/>
                  </a:lnTo>
                  <a:lnTo>
                    <a:pt x="167161" y="1607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423235" y="1681503"/>
              <a:ext cx="73397" cy="167167"/>
            </a:xfrm>
            <a:custGeom>
              <a:avLst/>
              <a:pathLst>
                <a:path w="73397" h="167167">
                  <a:moveTo>
                    <a:pt x="73397" y="16975"/>
                  </a:moveTo>
                  <a:lnTo>
                    <a:pt x="68102" y="14500"/>
                  </a:lnTo>
                  <a:lnTo>
                    <a:pt x="62723" y="12213"/>
                  </a:lnTo>
                  <a:lnTo>
                    <a:pt x="57268" y="10115"/>
                  </a:lnTo>
                  <a:lnTo>
                    <a:pt x="51742" y="8209"/>
                  </a:lnTo>
                  <a:lnTo>
                    <a:pt x="46154" y="6497"/>
                  </a:lnTo>
                  <a:lnTo>
                    <a:pt x="40509" y="4982"/>
                  </a:lnTo>
                  <a:lnTo>
                    <a:pt x="34814" y="3665"/>
                  </a:lnTo>
                  <a:lnTo>
                    <a:pt x="29077" y="2548"/>
                  </a:lnTo>
                  <a:lnTo>
                    <a:pt x="23304" y="1632"/>
                  </a:lnTo>
                  <a:lnTo>
                    <a:pt x="17503" y="918"/>
                  </a:lnTo>
                  <a:lnTo>
                    <a:pt x="11680" y="408"/>
                  </a:lnTo>
                  <a:lnTo>
                    <a:pt x="584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853877" y="1322571"/>
              <a:ext cx="334325" cy="334316"/>
            </a:xfrm>
            <a:custGeom>
              <a:avLst/>
              <a:pathLst>
                <a:path w="334325" h="334316">
                  <a:moveTo>
                    <a:pt x="167161" y="0"/>
                  </a:moveTo>
                  <a:lnTo>
                    <a:pt x="161882" y="83"/>
                  </a:lnTo>
                  <a:lnTo>
                    <a:pt x="156608" y="333"/>
                  </a:lnTo>
                  <a:lnTo>
                    <a:pt x="151345" y="749"/>
                  </a:lnTo>
                  <a:lnTo>
                    <a:pt x="146097" y="1332"/>
                  </a:lnTo>
                  <a:lnTo>
                    <a:pt x="140871" y="2080"/>
                  </a:lnTo>
                  <a:lnTo>
                    <a:pt x="135670" y="2992"/>
                  </a:lnTo>
                  <a:lnTo>
                    <a:pt x="130501" y="4069"/>
                  </a:lnTo>
                  <a:lnTo>
                    <a:pt x="125369" y="5308"/>
                  </a:lnTo>
                  <a:lnTo>
                    <a:pt x="120278" y="6708"/>
                  </a:lnTo>
                  <a:lnTo>
                    <a:pt x="115234" y="8269"/>
                  </a:lnTo>
                  <a:lnTo>
                    <a:pt x="110242" y="9988"/>
                  </a:lnTo>
                  <a:lnTo>
                    <a:pt x="105307" y="11864"/>
                  </a:lnTo>
                  <a:lnTo>
                    <a:pt x="100433" y="13895"/>
                  </a:lnTo>
                  <a:lnTo>
                    <a:pt x="95626" y="16078"/>
                  </a:lnTo>
                  <a:lnTo>
                    <a:pt x="90891" y="18413"/>
                  </a:lnTo>
                  <a:lnTo>
                    <a:pt x="86231" y="20896"/>
                  </a:lnTo>
                  <a:lnTo>
                    <a:pt x="81652" y="23524"/>
                  </a:lnTo>
                  <a:lnTo>
                    <a:pt x="77159" y="26296"/>
                  </a:lnTo>
                  <a:lnTo>
                    <a:pt x="72755" y="29209"/>
                  </a:lnTo>
                  <a:lnTo>
                    <a:pt x="68445" y="32259"/>
                  </a:lnTo>
                  <a:lnTo>
                    <a:pt x="64234" y="35444"/>
                  </a:lnTo>
                  <a:lnTo>
                    <a:pt x="60126" y="38760"/>
                  </a:lnTo>
                  <a:lnTo>
                    <a:pt x="56124" y="42204"/>
                  </a:lnTo>
                  <a:lnTo>
                    <a:pt x="52233" y="45773"/>
                  </a:lnTo>
                  <a:lnTo>
                    <a:pt x="48457" y="49463"/>
                  </a:lnTo>
                  <a:lnTo>
                    <a:pt x="44799" y="53270"/>
                  </a:lnTo>
                  <a:lnTo>
                    <a:pt x="41263" y="57191"/>
                  </a:lnTo>
                  <a:lnTo>
                    <a:pt x="37853" y="61222"/>
                  </a:lnTo>
                  <a:lnTo>
                    <a:pt x="34572" y="65358"/>
                  </a:lnTo>
                  <a:lnTo>
                    <a:pt x="31423" y="69596"/>
                  </a:lnTo>
                  <a:lnTo>
                    <a:pt x="28409" y="73931"/>
                  </a:lnTo>
                  <a:lnTo>
                    <a:pt x="25534" y="78360"/>
                  </a:lnTo>
                  <a:lnTo>
                    <a:pt x="22800" y="82877"/>
                  </a:lnTo>
                  <a:lnTo>
                    <a:pt x="20210" y="87478"/>
                  </a:lnTo>
                  <a:lnTo>
                    <a:pt x="17767" y="92158"/>
                  </a:lnTo>
                  <a:lnTo>
                    <a:pt x="15473" y="96913"/>
                  </a:lnTo>
                  <a:lnTo>
                    <a:pt x="13330" y="101739"/>
                  </a:lnTo>
                  <a:lnTo>
                    <a:pt x="11340" y="106629"/>
                  </a:lnTo>
                  <a:lnTo>
                    <a:pt x="9506" y="111580"/>
                  </a:lnTo>
                  <a:lnTo>
                    <a:pt x="7829" y="116587"/>
                  </a:lnTo>
                  <a:lnTo>
                    <a:pt x="6311" y="121644"/>
                  </a:lnTo>
                  <a:lnTo>
                    <a:pt x="4954" y="126746"/>
                  </a:lnTo>
                  <a:lnTo>
                    <a:pt x="3758" y="131889"/>
                  </a:lnTo>
                  <a:lnTo>
                    <a:pt x="2726" y="137066"/>
                  </a:lnTo>
                  <a:lnTo>
                    <a:pt x="1857" y="142274"/>
                  </a:lnTo>
                  <a:lnTo>
                    <a:pt x="1154" y="147507"/>
                  </a:lnTo>
                  <a:lnTo>
                    <a:pt x="616" y="152759"/>
                  </a:lnTo>
                  <a:lnTo>
                    <a:pt x="244" y="158026"/>
                  </a:lnTo>
                  <a:lnTo>
                    <a:pt x="38" y="163302"/>
                  </a:lnTo>
                  <a:lnTo>
                    <a:pt x="0" y="168581"/>
                  </a:lnTo>
                  <a:lnTo>
                    <a:pt x="128" y="173860"/>
                  </a:lnTo>
                  <a:lnTo>
                    <a:pt x="422" y="179131"/>
                  </a:lnTo>
                  <a:lnTo>
                    <a:pt x="883" y="184391"/>
                  </a:lnTo>
                  <a:lnTo>
                    <a:pt x="1510" y="189633"/>
                  </a:lnTo>
                  <a:lnTo>
                    <a:pt x="2302" y="194853"/>
                  </a:lnTo>
                  <a:lnTo>
                    <a:pt x="3259" y="200046"/>
                  </a:lnTo>
                  <a:lnTo>
                    <a:pt x="4379" y="205205"/>
                  </a:lnTo>
                  <a:lnTo>
                    <a:pt x="5661" y="210327"/>
                  </a:lnTo>
                  <a:lnTo>
                    <a:pt x="7105" y="215406"/>
                  </a:lnTo>
                  <a:lnTo>
                    <a:pt x="8708" y="220436"/>
                  </a:lnTo>
                  <a:lnTo>
                    <a:pt x="10469" y="225413"/>
                  </a:lnTo>
                  <a:lnTo>
                    <a:pt x="12387" y="230333"/>
                  </a:lnTo>
                  <a:lnTo>
                    <a:pt x="14459" y="235189"/>
                  </a:lnTo>
                  <a:lnTo>
                    <a:pt x="16683" y="239977"/>
                  </a:lnTo>
                  <a:lnTo>
                    <a:pt x="19057" y="244693"/>
                  </a:lnTo>
                  <a:lnTo>
                    <a:pt x="21580" y="249331"/>
                  </a:lnTo>
                  <a:lnTo>
                    <a:pt x="24247" y="253888"/>
                  </a:lnTo>
                  <a:lnTo>
                    <a:pt x="27057" y="258358"/>
                  </a:lnTo>
                  <a:lnTo>
                    <a:pt x="30007" y="262737"/>
                  </a:lnTo>
                  <a:lnTo>
                    <a:pt x="33093" y="267021"/>
                  </a:lnTo>
                  <a:lnTo>
                    <a:pt x="36313" y="271205"/>
                  </a:lnTo>
                  <a:lnTo>
                    <a:pt x="39664" y="275285"/>
                  </a:lnTo>
                  <a:lnTo>
                    <a:pt x="43142" y="279257"/>
                  </a:lnTo>
                  <a:lnTo>
                    <a:pt x="46744" y="283118"/>
                  </a:lnTo>
                  <a:lnTo>
                    <a:pt x="50465" y="286863"/>
                  </a:lnTo>
                  <a:lnTo>
                    <a:pt x="54304" y="290488"/>
                  </a:lnTo>
                  <a:lnTo>
                    <a:pt x="58254" y="293991"/>
                  </a:lnTo>
                  <a:lnTo>
                    <a:pt x="62314" y="297367"/>
                  </a:lnTo>
                  <a:lnTo>
                    <a:pt x="66478" y="300613"/>
                  </a:lnTo>
                  <a:lnTo>
                    <a:pt x="70742" y="303726"/>
                  </a:lnTo>
                  <a:lnTo>
                    <a:pt x="75103" y="306703"/>
                  </a:lnTo>
                  <a:lnTo>
                    <a:pt x="79555" y="309540"/>
                  </a:lnTo>
                  <a:lnTo>
                    <a:pt x="84095" y="312236"/>
                  </a:lnTo>
                  <a:lnTo>
                    <a:pt x="88718" y="314787"/>
                  </a:lnTo>
                  <a:lnTo>
                    <a:pt x="93419" y="317190"/>
                  </a:lnTo>
                  <a:lnTo>
                    <a:pt x="98193" y="319444"/>
                  </a:lnTo>
                  <a:lnTo>
                    <a:pt x="103037" y="321546"/>
                  </a:lnTo>
                  <a:lnTo>
                    <a:pt x="107944" y="323494"/>
                  </a:lnTo>
                  <a:lnTo>
                    <a:pt x="112910" y="325287"/>
                  </a:lnTo>
                  <a:lnTo>
                    <a:pt x="117931" y="326921"/>
                  </a:lnTo>
                  <a:lnTo>
                    <a:pt x="123000" y="328396"/>
                  </a:lnTo>
                  <a:lnTo>
                    <a:pt x="128114" y="329710"/>
                  </a:lnTo>
                  <a:lnTo>
                    <a:pt x="133266" y="330862"/>
                  </a:lnTo>
                  <a:lnTo>
                    <a:pt x="138453" y="331851"/>
                  </a:lnTo>
                  <a:lnTo>
                    <a:pt x="143668" y="332675"/>
                  </a:lnTo>
                  <a:lnTo>
                    <a:pt x="148906" y="333335"/>
                  </a:lnTo>
                  <a:lnTo>
                    <a:pt x="154163" y="333828"/>
                  </a:lnTo>
                  <a:lnTo>
                    <a:pt x="159432" y="334156"/>
                  </a:lnTo>
                  <a:lnTo>
                    <a:pt x="164710" y="334316"/>
                  </a:lnTo>
                  <a:lnTo>
                    <a:pt x="169990" y="334310"/>
                  </a:lnTo>
                  <a:lnTo>
                    <a:pt x="175267" y="334138"/>
                  </a:lnTo>
                  <a:lnTo>
                    <a:pt x="180535" y="333799"/>
                  </a:lnTo>
                  <a:lnTo>
                    <a:pt x="185791" y="333293"/>
                  </a:lnTo>
                  <a:lnTo>
                    <a:pt x="191028" y="332622"/>
                  </a:lnTo>
                  <a:lnTo>
                    <a:pt x="196241" y="331786"/>
                  </a:lnTo>
                  <a:lnTo>
                    <a:pt x="201425" y="330785"/>
                  </a:lnTo>
                  <a:lnTo>
                    <a:pt x="206575" y="329621"/>
                  </a:lnTo>
                  <a:lnTo>
                    <a:pt x="211686" y="328296"/>
                  </a:lnTo>
                  <a:lnTo>
                    <a:pt x="216752" y="326809"/>
                  </a:lnTo>
                  <a:lnTo>
                    <a:pt x="221769" y="325164"/>
                  </a:lnTo>
                  <a:lnTo>
                    <a:pt x="226731" y="323360"/>
                  </a:lnTo>
                  <a:lnTo>
                    <a:pt x="231634" y="321401"/>
                  </a:lnTo>
                  <a:lnTo>
                    <a:pt x="236472" y="319288"/>
                  </a:lnTo>
                  <a:lnTo>
                    <a:pt x="241242" y="317023"/>
                  </a:lnTo>
                  <a:lnTo>
                    <a:pt x="245937" y="314609"/>
                  </a:lnTo>
                  <a:lnTo>
                    <a:pt x="250554" y="312048"/>
                  </a:lnTo>
                  <a:lnTo>
                    <a:pt x="255088" y="309342"/>
                  </a:lnTo>
                  <a:lnTo>
                    <a:pt x="259534" y="306494"/>
                  </a:lnTo>
                  <a:lnTo>
                    <a:pt x="263888" y="303508"/>
                  </a:lnTo>
                  <a:lnTo>
                    <a:pt x="268145" y="300385"/>
                  </a:lnTo>
                  <a:lnTo>
                    <a:pt x="272302" y="297130"/>
                  </a:lnTo>
                  <a:lnTo>
                    <a:pt x="276354" y="293745"/>
                  </a:lnTo>
                  <a:lnTo>
                    <a:pt x="280297" y="290233"/>
                  </a:lnTo>
                  <a:lnTo>
                    <a:pt x="284127" y="286599"/>
                  </a:lnTo>
                  <a:lnTo>
                    <a:pt x="287840" y="282846"/>
                  </a:lnTo>
                  <a:lnTo>
                    <a:pt x="291433" y="278977"/>
                  </a:lnTo>
                  <a:lnTo>
                    <a:pt x="294902" y="274997"/>
                  </a:lnTo>
                  <a:lnTo>
                    <a:pt x="298243" y="270909"/>
                  </a:lnTo>
                  <a:lnTo>
                    <a:pt x="301454" y="266717"/>
                  </a:lnTo>
                  <a:lnTo>
                    <a:pt x="304531" y="262427"/>
                  </a:lnTo>
                  <a:lnTo>
                    <a:pt x="307471" y="258041"/>
                  </a:lnTo>
                  <a:lnTo>
                    <a:pt x="310271" y="253565"/>
                  </a:lnTo>
                  <a:lnTo>
                    <a:pt x="312928" y="249002"/>
                  </a:lnTo>
                  <a:lnTo>
                    <a:pt x="315439" y="244358"/>
                  </a:lnTo>
                  <a:lnTo>
                    <a:pt x="317803" y="239637"/>
                  </a:lnTo>
                  <a:lnTo>
                    <a:pt x="320016" y="234844"/>
                  </a:lnTo>
                  <a:lnTo>
                    <a:pt x="322077" y="229983"/>
                  </a:lnTo>
                  <a:lnTo>
                    <a:pt x="323984" y="225059"/>
                  </a:lnTo>
                  <a:lnTo>
                    <a:pt x="325734" y="220078"/>
                  </a:lnTo>
                  <a:lnTo>
                    <a:pt x="327326" y="215044"/>
                  </a:lnTo>
                  <a:lnTo>
                    <a:pt x="328758" y="209962"/>
                  </a:lnTo>
                  <a:lnTo>
                    <a:pt x="330029" y="204837"/>
                  </a:lnTo>
                  <a:lnTo>
                    <a:pt x="331137" y="199675"/>
                  </a:lnTo>
                  <a:lnTo>
                    <a:pt x="332082" y="194481"/>
                  </a:lnTo>
                  <a:lnTo>
                    <a:pt x="332862" y="189259"/>
                  </a:lnTo>
                  <a:lnTo>
                    <a:pt x="333477" y="184015"/>
                  </a:lnTo>
                  <a:lnTo>
                    <a:pt x="333926" y="178754"/>
                  </a:lnTo>
                  <a:lnTo>
                    <a:pt x="334209" y="173482"/>
                  </a:lnTo>
                  <a:lnTo>
                    <a:pt x="334325" y="168204"/>
                  </a:lnTo>
                  <a:lnTo>
                    <a:pt x="334275" y="162924"/>
                  </a:lnTo>
                  <a:lnTo>
                    <a:pt x="334057" y="157649"/>
                  </a:lnTo>
                  <a:lnTo>
                    <a:pt x="333673" y="152383"/>
                  </a:lnTo>
                  <a:lnTo>
                    <a:pt x="333123" y="147132"/>
                  </a:lnTo>
                  <a:lnTo>
                    <a:pt x="332408" y="141901"/>
                  </a:lnTo>
                  <a:lnTo>
                    <a:pt x="331528" y="136695"/>
                  </a:lnTo>
                  <a:lnTo>
                    <a:pt x="330483" y="131520"/>
                  </a:lnTo>
                  <a:lnTo>
                    <a:pt x="329276" y="126380"/>
                  </a:lnTo>
                  <a:lnTo>
                    <a:pt x="327907" y="121280"/>
                  </a:lnTo>
                  <a:lnTo>
                    <a:pt x="326378" y="116227"/>
                  </a:lnTo>
                  <a:lnTo>
                    <a:pt x="324690" y="111224"/>
                  </a:lnTo>
                  <a:lnTo>
                    <a:pt x="322845" y="106277"/>
                  </a:lnTo>
                  <a:lnTo>
                    <a:pt x="320844" y="101391"/>
                  </a:lnTo>
                  <a:lnTo>
                    <a:pt x="318690" y="96571"/>
                  </a:lnTo>
                  <a:lnTo>
                    <a:pt x="316385" y="91821"/>
                  </a:lnTo>
                  <a:lnTo>
                    <a:pt x="313931" y="87146"/>
                  </a:lnTo>
                  <a:lnTo>
                    <a:pt x="311331" y="82551"/>
                  </a:lnTo>
                  <a:lnTo>
                    <a:pt x="308587" y="78040"/>
                  </a:lnTo>
                  <a:lnTo>
                    <a:pt x="305702" y="73618"/>
                  </a:lnTo>
                  <a:lnTo>
                    <a:pt x="302679" y="69290"/>
                  </a:lnTo>
                  <a:lnTo>
                    <a:pt x="299520" y="65059"/>
                  </a:lnTo>
                  <a:lnTo>
                    <a:pt x="296229" y="60930"/>
                  </a:lnTo>
                  <a:lnTo>
                    <a:pt x="292810" y="56907"/>
                  </a:lnTo>
                  <a:lnTo>
                    <a:pt x="289265" y="52994"/>
                  </a:lnTo>
                  <a:lnTo>
                    <a:pt x="285599" y="49195"/>
                  </a:lnTo>
                  <a:lnTo>
                    <a:pt x="281814" y="45514"/>
                  </a:lnTo>
                  <a:lnTo>
                    <a:pt x="277915" y="41954"/>
                  </a:lnTo>
                  <a:lnTo>
                    <a:pt x="273906" y="38518"/>
                  </a:lnTo>
                  <a:lnTo>
                    <a:pt x="269790" y="35212"/>
                  </a:lnTo>
                  <a:lnTo>
                    <a:pt x="265572" y="32036"/>
                  </a:lnTo>
                  <a:lnTo>
                    <a:pt x="261255" y="28996"/>
                  </a:lnTo>
                  <a:lnTo>
                    <a:pt x="256845" y="26093"/>
                  </a:lnTo>
                  <a:lnTo>
                    <a:pt x="252345" y="23332"/>
                  </a:lnTo>
                  <a:lnTo>
                    <a:pt x="247760" y="20713"/>
                  </a:lnTo>
                  <a:lnTo>
                    <a:pt x="243095" y="18241"/>
                  </a:lnTo>
                  <a:lnTo>
                    <a:pt x="238354" y="15917"/>
                  </a:lnTo>
                  <a:lnTo>
                    <a:pt x="233542" y="13744"/>
                  </a:lnTo>
                  <a:lnTo>
                    <a:pt x="228664" y="11725"/>
                  </a:lnTo>
                  <a:lnTo>
                    <a:pt x="223724" y="9860"/>
                  </a:lnTo>
                  <a:lnTo>
                    <a:pt x="218728" y="8152"/>
                  </a:lnTo>
                  <a:lnTo>
                    <a:pt x="213681" y="6603"/>
                  </a:lnTo>
                  <a:lnTo>
                    <a:pt x="208587" y="5214"/>
                  </a:lnTo>
                  <a:lnTo>
                    <a:pt x="203452" y="3986"/>
                  </a:lnTo>
                  <a:lnTo>
                    <a:pt x="198281" y="2922"/>
                  </a:lnTo>
                  <a:lnTo>
                    <a:pt x="193078" y="2021"/>
                  </a:lnTo>
                  <a:lnTo>
                    <a:pt x="187850" y="1285"/>
                  </a:lnTo>
                  <a:lnTo>
                    <a:pt x="182601" y="714"/>
                  </a:lnTo>
                  <a:lnTo>
                    <a:pt x="177337" y="310"/>
                  </a:lnTo>
                  <a:lnTo>
                    <a:pt x="172063" y="7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643"/>
              <a:ext cx="4901" cy="167095"/>
            </a:xfrm>
            <a:custGeom>
              <a:avLst/>
              <a:pathLst>
                <a:path w="4901" h="167095">
                  <a:moveTo>
                    <a:pt x="4901" y="0"/>
                  </a:moveTo>
                  <a:lnTo>
                    <a:pt x="0" y="1670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4901" cy="167167"/>
            </a:xfrm>
            <a:custGeom>
              <a:avLst/>
              <a:pathLst>
                <a:path w="4901" h="167167">
                  <a:moveTo>
                    <a:pt x="4901" y="7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378109" y="1071028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4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4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4" y="6762"/>
                  </a:lnTo>
                  <a:lnTo>
                    <a:pt x="115022" y="8335"/>
                  </a:lnTo>
                  <a:lnTo>
                    <a:pt x="110012" y="10067"/>
                  </a:lnTo>
                  <a:lnTo>
                    <a:pt x="105060" y="11958"/>
                  </a:lnTo>
                  <a:lnTo>
                    <a:pt x="100170" y="14004"/>
                  </a:lnTo>
                  <a:lnTo>
                    <a:pt x="95347" y="16205"/>
                  </a:lnTo>
                  <a:lnTo>
                    <a:pt x="90597" y="18557"/>
                  </a:lnTo>
                  <a:lnTo>
                    <a:pt x="85924" y="21059"/>
                  </a:lnTo>
                  <a:lnTo>
                    <a:pt x="81332" y="23708"/>
                  </a:lnTo>
                  <a:lnTo>
                    <a:pt x="76826" y="26501"/>
                  </a:lnTo>
                  <a:lnTo>
                    <a:pt x="72412" y="29436"/>
                  </a:lnTo>
                  <a:lnTo>
                    <a:pt x="68093" y="32509"/>
                  </a:lnTo>
                  <a:lnTo>
                    <a:pt x="63873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4" y="49838"/>
                  </a:lnTo>
                  <a:lnTo>
                    <a:pt x="44413" y="53672"/>
                  </a:lnTo>
                  <a:lnTo>
                    <a:pt x="40877" y="57621"/>
                  </a:lnTo>
                  <a:lnTo>
                    <a:pt x="37467" y="61680"/>
                  </a:lnTo>
                  <a:lnTo>
                    <a:pt x="34187" y="65844"/>
                  </a:lnTo>
                  <a:lnTo>
                    <a:pt x="31042" y="70111"/>
                  </a:lnTo>
                  <a:lnTo>
                    <a:pt x="28033" y="74475"/>
                  </a:lnTo>
                  <a:lnTo>
                    <a:pt x="25164" y="78933"/>
                  </a:lnTo>
                  <a:lnTo>
                    <a:pt x="22438" y="83479"/>
                  </a:lnTo>
                  <a:lnTo>
                    <a:pt x="19857" y="88109"/>
                  </a:lnTo>
                  <a:lnTo>
                    <a:pt x="17425" y="92819"/>
                  </a:lnTo>
                  <a:lnTo>
                    <a:pt x="15143" y="97603"/>
                  </a:lnTo>
                  <a:lnTo>
                    <a:pt x="13013" y="102458"/>
                  </a:lnTo>
                  <a:lnTo>
                    <a:pt x="11039" y="107377"/>
                  </a:lnTo>
                  <a:lnTo>
                    <a:pt x="9222" y="112357"/>
                  </a:lnTo>
                  <a:lnTo>
                    <a:pt x="7564" y="117392"/>
                  </a:lnTo>
                  <a:lnTo>
                    <a:pt x="6066" y="122477"/>
                  </a:lnTo>
                  <a:lnTo>
                    <a:pt x="4730" y="127607"/>
                  </a:lnTo>
                  <a:lnTo>
                    <a:pt x="3557" y="132776"/>
                  </a:lnTo>
                  <a:lnTo>
                    <a:pt x="2549" y="137980"/>
                  </a:lnTo>
                  <a:lnTo>
                    <a:pt x="1706" y="143214"/>
                  </a:lnTo>
                  <a:lnTo>
                    <a:pt x="1030" y="148471"/>
                  </a:lnTo>
                  <a:lnTo>
                    <a:pt x="521" y="153748"/>
                  </a:lnTo>
                  <a:lnTo>
                    <a:pt x="179" y="159038"/>
                  </a:lnTo>
                  <a:lnTo>
                    <a:pt x="5" y="164336"/>
                  </a:lnTo>
                  <a:lnTo>
                    <a:pt x="0" y="169637"/>
                  </a:lnTo>
                  <a:lnTo>
                    <a:pt x="162" y="174935"/>
                  </a:lnTo>
                  <a:lnTo>
                    <a:pt x="492" y="180226"/>
                  </a:lnTo>
                  <a:lnTo>
                    <a:pt x="990" y="185503"/>
                  </a:lnTo>
                  <a:lnTo>
                    <a:pt x="1655" y="190762"/>
                  </a:lnTo>
                  <a:lnTo>
                    <a:pt x="2486" y="195997"/>
                  </a:lnTo>
                  <a:lnTo>
                    <a:pt x="3483" y="201204"/>
                  </a:lnTo>
                  <a:lnTo>
                    <a:pt x="4644" y="206376"/>
                  </a:lnTo>
                  <a:lnTo>
                    <a:pt x="5969" y="211508"/>
                  </a:lnTo>
                  <a:lnTo>
                    <a:pt x="7456" y="216596"/>
                  </a:lnTo>
                  <a:lnTo>
                    <a:pt x="9104" y="221635"/>
                  </a:lnTo>
                  <a:lnTo>
                    <a:pt x="10910" y="226618"/>
                  </a:lnTo>
                  <a:lnTo>
                    <a:pt x="12874" y="231542"/>
                  </a:lnTo>
                  <a:lnTo>
                    <a:pt x="14992" y="236401"/>
                  </a:lnTo>
                  <a:lnTo>
                    <a:pt x="17264" y="241191"/>
                  </a:lnTo>
                  <a:lnTo>
                    <a:pt x="19686" y="245906"/>
                  </a:lnTo>
                  <a:lnTo>
                    <a:pt x="22257" y="250542"/>
                  </a:lnTo>
                  <a:lnTo>
                    <a:pt x="24973" y="255094"/>
                  </a:lnTo>
                  <a:lnTo>
                    <a:pt x="27833" y="259557"/>
                  </a:lnTo>
                  <a:lnTo>
                    <a:pt x="30832" y="263928"/>
                  </a:lnTo>
                  <a:lnTo>
                    <a:pt x="33968" y="268201"/>
                  </a:lnTo>
                  <a:lnTo>
                    <a:pt x="37239" y="272373"/>
                  </a:lnTo>
                  <a:lnTo>
                    <a:pt x="40640" y="276439"/>
                  </a:lnTo>
                  <a:lnTo>
                    <a:pt x="44168" y="280396"/>
                  </a:lnTo>
                  <a:lnTo>
                    <a:pt x="47820" y="284238"/>
                  </a:lnTo>
                  <a:lnTo>
                    <a:pt x="51592" y="287962"/>
                  </a:lnTo>
                  <a:lnTo>
                    <a:pt x="55480" y="291566"/>
                  </a:lnTo>
                  <a:lnTo>
                    <a:pt x="59480" y="295044"/>
                  </a:lnTo>
                  <a:lnTo>
                    <a:pt x="63589" y="298393"/>
                  </a:lnTo>
                  <a:lnTo>
                    <a:pt x="67801" y="301611"/>
                  </a:lnTo>
                  <a:lnTo>
                    <a:pt x="72114" y="304693"/>
                  </a:lnTo>
                  <a:lnTo>
                    <a:pt x="76522" y="307637"/>
                  </a:lnTo>
                  <a:lnTo>
                    <a:pt x="81022" y="310440"/>
                  </a:lnTo>
                  <a:lnTo>
                    <a:pt x="85608" y="313098"/>
                  </a:lnTo>
                  <a:lnTo>
                    <a:pt x="90275" y="315610"/>
                  </a:lnTo>
                  <a:lnTo>
                    <a:pt x="95021" y="317973"/>
                  </a:lnTo>
                  <a:lnTo>
                    <a:pt x="99838" y="320184"/>
                  </a:lnTo>
                  <a:lnTo>
                    <a:pt x="104724" y="322241"/>
                  </a:lnTo>
                  <a:lnTo>
                    <a:pt x="109672" y="324143"/>
                  </a:lnTo>
                  <a:lnTo>
                    <a:pt x="114678" y="325886"/>
                  </a:lnTo>
                  <a:lnTo>
                    <a:pt x="119737" y="327470"/>
                  </a:lnTo>
                  <a:lnTo>
                    <a:pt x="124843" y="328893"/>
                  </a:lnTo>
                  <a:lnTo>
                    <a:pt x="129992" y="330153"/>
                  </a:lnTo>
                  <a:lnTo>
                    <a:pt x="135178" y="331249"/>
                  </a:lnTo>
                  <a:lnTo>
                    <a:pt x="140397" y="332180"/>
                  </a:lnTo>
                  <a:lnTo>
                    <a:pt x="145642" y="332945"/>
                  </a:lnTo>
                  <a:lnTo>
                    <a:pt x="150909" y="333544"/>
                  </a:lnTo>
                  <a:lnTo>
                    <a:pt x="156193" y="333975"/>
                  </a:lnTo>
                  <a:lnTo>
                    <a:pt x="161487" y="334238"/>
                  </a:lnTo>
                  <a:lnTo>
                    <a:pt x="166787" y="334334"/>
                  </a:lnTo>
                  <a:lnTo>
                    <a:pt x="172087" y="334261"/>
                  </a:lnTo>
                  <a:lnTo>
                    <a:pt x="177383" y="334021"/>
                  </a:lnTo>
                  <a:lnTo>
                    <a:pt x="182668" y="333612"/>
                  </a:lnTo>
                  <a:lnTo>
                    <a:pt x="187937" y="333037"/>
                  </a:lnTo>
                  <a:lnTo>
                    <a:pt x="193186" y="332294"/>
                  </a:lnTo>
                  <a:lnTo>
                    <a:pt x="198408" y="331386"/>
                  </a:lnTo>
                  <a:lnTo>
                    <a:pt x="203600" y="330312"/>
                  </a:lnTo>
                  <a:lnTo>
                    <a:pt x="208754" y="329074"/>
                  </a:lnTo>
                  <a:lnTo>
                    <a:pt x="213866" y="327674"/>
                  </a:lnTo>
                  <a:lnTo>
                    <a:pt x="218932" y="326112"/>
                  </a:lnTo>
                  <a:lnTo>
                    <a:pt x="223945" y="324390"/>
                  </a:lnTo>
                  <a:lnTo>
                    <a:pt x="228902" y="322510"/>
                  </a:lnTo>
                  <a:lnTo>
                    <a:pt x="233796" y="320474"/>
                  </a:lnTo>
                  <a:lnTo>
                    <a:pt x="238623" y="318284"/>
                  </a:lnTo>
                  <a:lnTo>
                    <a:pt x="243379" y="315942"/>
                  </a:lnTo>
                  <a:lnTo>
                    <a:pt x="248057" y="313450"/>
                  </a:lnTo>
                  <a:lnTo>
                    <a:pt x="252655" y="310811"/>
                  </a:lnTo>
                  <a:lnTo>
                    <a:pt x="257166" y="308028"/>
                  </a:lnTo>
                  <a:lnTo>
                    <a:pt x="261587" y="305103"/>
                  </a:lnTo>
                  <a:lnTo>
                    <a:pt x="265913" y="302039"/>
                  </a:lnTo>
                  <a:lnTo>
                    <a:pt x="270140" y="298840"/>
                  </a:lnTo>
                  <a:lnTo>
                    <a:pt x="274263" y="295508"/>
                  </a:lnTo>
                  <a:lnTo>
                    <a:pt x="278278" y="292048"/>
                  </a:lnTo>
                  <a:lnTo>
                    <a:pt x="282182" y="288461"/>
                  </a:lnTo>
                  <a:lnTo>
                    <a:pt x="285970" y="284753"/>
                  </a:lnTo>
                  <a:lnTo>
                    <a:pt x="289638" y="280927"/>
                  </a:lnTo>
                  <a:lnTo>
                    <a:pt x="293183" y="276986"/>
                  </a:lnTo>
                  <a:lnTo>
                    <a:pt x="296602" y="272935"/>
                  </a:lnTo>
                  <a:lnTo>
                    <a:pt x="299890" y="268777"/>
                  </a:lnTo>
                  <a:lnTo>
                    <a:pt x="303045" y="264517"/>
                  </a:lnTo>
                  <a:lnTo>
                    <a:pt x="306064" y="260159"/>
                  </a:lnTo>
                  <a:lnTo>
                    <a:pt x="308942" y="255708"/>
                  </a:lnTo>
                  <a:lnTo>
                    <a:pt x="311678" y="251168"/>
                  </a:lnTo>
                  <a:lnTo>
                    <a:pt x="314269" y="246543"/>
                  </a:lnTo>
                  <a:lnTo>
                    <a:pt x="316712" y="241839"/>
                  </a:lnTo>
                  <a:lnTo>
                    <a:pt x="319004" y="237059"/>
                  </a:lnTo>
                  <a:lnTo>
                    <a:pt x="321144" y="232209"/>
                  </a:lnTo>
                  <a:lnTo>
                    <a:pt x="323128" y="227294"/>
                  </a:lnTo>
                  <a:lnTo>
                    <a:pt x="324956" y="222318"/>
                  </a:lnTo>
                  <a:lnTo>
                    <a:pt x="326626" y="217287"/>
                  </a:lnTo>
                  <a:lnTo>
                    <a:pt x="328135" y="212206"/>
                  </a:lnTo>
                  <a:lnTo>
                    <a:pt x="329482" y="207079"/>
                  </a:lnTo>
                  <a:lnTo>
                    <a:pt x="330666" y="201912"/>
                  </a:lnTo>
                  <a:lnTo>
                    <a:pt x="331685" y="196710"/>
                  </a:lnTo>
                  <a:lnTo>
                    <a:pt x="332539" y="191478"/>
                  </a:lnTo>
                  <a:lnTo>
                    <a:pt x="333227" y="186222"/>
                  </a:lnTo>
                  <a:lnTo>
                    <a:pt x="333747" y="180947"/>
                  </a:lnTo>
                  <a:lnTo>
                    <a:pt x="334100" y="175658"/>
                  </a:lnTo>
                  <a:lnTo>
                    <a:pt x="334286" y="170360"/>
                  </a:lnTo>
                  <a:lnTo>
                    <a:pt x="334303" y="165059"/>
                  </a:lnTo>
                  <a:lnTo>
                    <a:pt x="334152" y="159760"/>
                  </a:lnTo>
                  <a:lnTo>
                    <a:pt x="333833" y="154469"/>
                  </a:lnTo>
                  <a:lnTo>
                    <a:pt x="333347" y="149191"/>
                  </a:lnTo>
                  <a:lnTo>
                    <a:pt x="332693" y="143930"/>
                  </a:lnTo>
                  <a:lnTo>
                    <a:pt x="331873" y="138693"/>
                  </a:lnTo>
                  <a:lnTo>
                    <a:pt x="330888" y="133485"/>
                  </a:lnTo>
                  <a:lnTo>
                    <a:pt x="329737" y="128310"/>
                  </a:lnTo>
                  <a:lnTo>
                    <a:pt x="328424" y="123174"/>
                  </a:lnTo>
                  <a:lnTo>
                    <a:pt x="326948" y="118083"/>
                  </a:lnTo>
                  <a:lnTo>
                    <a:pt x="325311" y="113041"/>
                  </a:lnTo>
                  <a:lnTo>
                    <a:pt x="323516" y="108054"/>
                  </a:lnTo>
                  <a:lnTo>
                    <a:pt x="321563" y="103126"/>
                  </a:lnTo>
                  <a:lnTo>
                    <a:pt x="319455" y="98262"/>
                  </a:lnTo>
                  <a:lnTo>
                    <a:pt x="317193" y="93468"/>
                  </a:lnTo>
                  <a:lnTo>
                    <a:pt x="314781" y="88747"/>
                  </a:lnTo>
                  <a:lnTo>
                    <a:pt x="312220" y="84106"/>
                  </a:lnTo>
                  <a:lnTo>
                    <a:pt x="309514" y="79548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50577"/>
              <a:ext cx="142365" cy="87618"/>
            </a:xfrm>
            <a:custGeom>
              <a:avLst/>
              <a:pathLst>
                <a:path w="142365" h="87618">
                  <a:moveTo>
                    <a:pt x="142365" y="0"/>
                  </a:moveTo>
                  <a:lnTo>
                    <a:pt x="0" y="87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071028"/>
              <a:ext cx="142365" cy="167167"/>
            </a:xfrm>
            <a:custGeom>
              <a:avLst/>
              <a:pathLst>
                <a:path w="142365" h="167167">
                  <a:moveTo>
                    <a:pt x="142365" y="79548"/>
                  </a:moveTo>
                  <a:lnTo>
                    <a:pt x="139408" y="74916"/>
                  </a:lnTo>
                  <a:lnTo>
                    <a:pt x="136301" y="70384"/>
                  </a:lnTo>
                  <a:lnTo>
                    <a:pt x="133046" y="65956"/>
                  </a:lnTo>
                  <a:lnTo>
                    <a:pt x="129647" y="61638"/>
                  </a:lnTo>
                  <a:lnTo>
                    <a:pt x="126109" y="57434"/>
                  </a:lnTo>
                  <a:lnTo>
                    <a:pt x="122434" y="53348"/>
                  </a:lnTo>
                  <a:lnTo>
                    <a:pt x="118627" y="49385"/>
                  </a:lnTo>
                  <a:lnTo>
                    <a:pt x="114691" y="45550"/>
                  </a:lnTo>
                  <a:lnTo>
                    <a:pt x="110632" y="41846"/>
                  </a:lnTo>
                  <a:lnTo>
                    <a:pt x="106453" y="38277"/>
                  </a:lnTo>
                  <a:lnTo>
                    <a:pt x="102159" y="34848"/>
                  </a:lnTo>
                  <a:lnTo>
                    <a:pt x="97755" y="31562"/>
                  </a:lnTo>
                  <a:lnTo>
                    <a:pt x="93245" y="28422"/>
                  </a:lnTo>
                  <a:lnTo>
                    <a:pt x="88635" y="25432"/>
                  </a:lnTo>
                  <a:lnTo>
                    <a:pt x="83928" y="22595"/>
                  </a:lnTo>
                  <a:lnTo>
                    <a:pt x="79131" y="19915"/>
                  </a:lnTo>
                  <a:lnTo>
                    <a:pt x="74248" y="17394"/>
                  </a:lnTo>
                  <a:lnTo>
                    <a:pt x="69286" y="15034"/>
                  </a:lnTo>
                  <a:lnTo>
                    <a:pt x="64248" y="12839"/>
                  </a:lnTo>
                  <a:lnTo>
                    <a:pt x="59141" y="10811"/>
                  </a:lnTo>
                  <a:lnTo>
                    <a:pt x="53970" y="8951"/>
                  </a:lnTo>
                  <a:lnTo>
                    <a:pt x="48740" y="7263"/>
                  </a:lnTo>
                  <a:lnTo>
                    <a:pt x="43458" y="5747"/>
                  </a:lnTo>
                  <a:lnTo>
                    <a:pt x="38129" y="4406"/>
                  </a:lnTo>
                  <a:lnTo>
                    <a:pt x="32759" y="3241"/>
                  </a:lnTo>
                  <a:lnTo>
                    <a:pt x="27353" y="2253"/>
                  </a:lnTo>
                  <a:lnTo>
                    <a:pt x="21918" y="1443"/>
                  </a:lnTo>
                  <a:lnTo>
                    <a:pt x="16459" y="812"/>
                  </a:lnTo>
                  <a:lnTo>
                    <a:pt x="10982" y="361"/>
                  </a:lnTo>
                  <a:lnTo>
                    <a:pt x="549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4431" y="941493"/>
              <a:ext cx="109113" cy="167167"/>
            </a:xfrm>
            <a:custGeom>
              <a:avLst/>
              <a:pathLst>
                <a:path w="109113" h="167167">
                  <a:moveTo>
                    <a:pt x="109113" y="0"/>
                  </a:moveTo>
                  <a:lnTo>
                    <a:pt x="103453" y="95"/>
                  </a:lnTo>
                  <a:lnTo>
                    <a:pt x="97799" y="383"/>
                  </a:lnTo>
                  <a:lnTo>
                    <a:pt x="92158" y="861"/>
                  </a:lnTo>
                  <a:lnTo>
                    <a:pt x="86537" y="1531"/>
                  </a:lnTo>
                  <a:lnTo>
                    <a:pt x="80942" y="2390"/>
                  </a:lnTo>
                  <a:lnTo>
                    <a:pt x="75379" y="3439"/>
                  </a:lnTo>
                  <a:lnTo>
                    <a:pt x="69855" y="4675"/>
                  </a:lnTo>
                  <a:lnTo>
                    <a:pt x="64376" y="6097"/>
                  </a:lnTo>
                  <a:lnTo>
                    <a:pt x="58948" y="7704"/>
                  </a:lnTo>
                  <a:lnTo>
                    <a:pt x="53577" y="9494"/>
                  </a:lnTo>
                  <a:lnTo>
                    <a:pt x="48270" y="11465"/>
                  </a:lnTo>
                  <a:lnTo>
                    <a:pt x="43033" y="13614"/>
                  </a:lnTo>
                  <a:lnTo>
                    <a:pt x="37872" y="15939"/>
                  </a:lnTo>
                  <a:lnTo>
                    <a:pt x="32793" y="18438"/>
                  </a:lnTo>
                  <a:lnTo>
                    <a:pt x="27801" y="21108"/>
                  </a:lnTo>
                  <a:lnTo>
                    <a:pt x="22902" y="23944"/>
                  </a:lnTo>
                  <a:lnTo>
                    <a:pt x="18102" y="26945"/>
                  </a:lnTo>
                  <a:lnTo>
                    <a:pt x="13407" y="30107"/>
                  </a:lnTo>
                  <a:lnTo>
                    <a:pt x="8821" y="33426"/>
                  </a:lnTo>
                  <a:lnTo>
                    <a:pt x="4350" y="36899"/>
                  </a:lnTo>
                  <a:lnTo>
                    <a:pt x="0" y="40521"/>
                  </a:lnTo>
                  <a:lnTo>
                    <a:pt x="10911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56377" y="952600"/>
              <a:ext cx="334333" cy="323212"/>
            </a:xfrm>
            <a:custGeom>
              <a:avLst/>
              <a:pathLst>
                <a:path w="334333" h="323212">
                  <a:moveTo>
                    <a:pt x="58053" y="29414"/>
                  </a:moveTo>
                  <a:lnTo>
                    <a:pt x="54089" y="32940"/>
                  </a:lnTo>
                  <a:lnTo>
                    <a:pt x="50239" y="36591"/>
                  </a:lnTo>
                  <a:lnTo>
                    <a:pt x="46506" y="40362"/>
                  </a:lnTo>
                  <a:lnTo>
                    <a:pt x="42895" y="44249"/>
                  </a:lnTo>
                  <a:lnTo>
                    <a:pt x="39410" y="48249"/>
                  </a:lnTo>
                  <a:lnTo>
                    <a:pt x="36053" y="52358"/>
                  </a:lnTo>
                  <a:lnTo>
                    <a:pt x="32828" y="56571"/>
                  </a:lnTo>
                  <a:lnTo>
                    <a:pt x="29738" y="60884"/>
                  </a:lnTo>
                  <a:lnTo>
                    <a:pt x="26787" y="65294"/>
                  </a:lnTo>
                  <a:lnTo>
                    <a:pt x="23977" y="69794"/>
                  </a:lnTo>
                  <a:lnTo>
                    <a:pt x="21312" y="74382"/>
                  </a:lnTo>
                  <a:lnTo>
                    <a:pt x="18793" y="79052"/>
                  </a:lnTo>
                  <a:lnTo>
                    <a:pt x="16424" y="83799"/>
                  </a:lnTo>
                  <a:lnTo>
                    <a:pt x="14206" y="88619"/>
                  </a:lnTo>
                  <a:lnTo>
                    <a:pt x="12143" y="93508"/>
                  </a:lnTo>
                  <a:lnTo>
                    <a:pt x="10236" y="98459"/>
                  </a:lnTo>
                  <a:lnTo>
                    <a:pt x="8487" y="103468"/>
                  </a:lnTo>
                  <a:lnTo>
                    <a:pt x="6898" y="108530"/>
                  </a:lnTo>
                  <a:lnTo>
                    <a:pt x="5471" y="113640"/>
                  </a:lnTo>
                  <a:lnTo>
                    <a:pt x="4206" y="118793"/>
                  </a:lnTo>
                  <a:lnTo>
                    <a:pt x="3105" y="123983"/>
                  </a:lnTo>
                  <a:lnTo>
                    <a:pt x="2170" y="129206"/>
                  </a:lnTo>
                  <a:lnTo>
                    <a:pt x="1401" y="134456"/>
                  </a:lnTo>
                  <a:lnTo>
                    <a:pt x="799" y="139727"/>
                  </a:lnTo>
                  <a:lnTo>
                    <a:pt x="364" y="145015"/>
                  </a:lnTo>
                  <a:lnTo>
                    <a:pt x="98" y="150314"/>
                  </a:lnTo>
                  <a:lnTo>
                    <a:pt x="0" y="155619"/>
                  </a:lnTo>
                  <a:lnTo>
                    <a:pt x="70" y="160924"/>
                  </a:lnTo>
                  <a:lnTo>
                    <a:pt x="308" y="166225"/>
                  </a:lnTo>
                  <a:lnTo>
                    <a:pt x="715" y="171515"/>
                  </a:lnTo>
                  <a:lnTo>
                    <a:pt x="1289" y="176790"/>
                  </a:lnTo>
                  <a:lnTo>
                    <a:pt x="2031" y="182043"/>
                  </a:lnTo>
                  <a:lnTo>
                    <a:pt x="2938" y="187271"/>
                  </a:lnTo>
                  <a:lnTo>
                    <a:pt x="4012" y="192467"/>
                  </a:lnTo>
                  <a:lnTo>
                    <a:pt x="5249" y="197626"/>
                  </a:lnTo>
                  <a:lnTo>
                    <a:pt x="6650" y="202744"/>
                  </a:lnTo>
                  <a:lnTo>
                    <a:pt x="8212" y="207814"/>
                  </a:lnTo>
                  <a:lnTo>
                    <a:pt x="9935" y="212833"/>
                  </a:lnTo>
                  <a:lnTo>
                    <a:pt x="11815" y="217794"/>
                  </a:lnTo>
                  <a:lnTo>
                    <a:pt x="13853" y="222693"/>
                  </a:lnTo>
                  <a:lnTo>
                    <a:pt x="16045" y="227525"/>
                  </a:lnTo>
                  <a:lnTo>
                    <a:pt x="18389" y="232285"/>
                  </a:lnTo>
                  <a:lnTo>
                    <a:pt x="20883" y="236968"/>
                  </a:lnTo>
                  <a:lnTo>
                    <a:pt x="23524" y="241569"/>
                  </a:lnTo>
                  <a:lnTo>
                    <a:pt x="26310" y="246085"/>
                  </a:lnTo>
                  <a:lnTo>
                    <a:pt x="29238" y="250509"/>
                  </a:lnTo>
                  <a:lnTo>
                    <a:pt x="32305" y="254839"/>
                  </a:lnTo>
                  <a:lnTo>
                    <a:pt x="35507" y="259069"/>
                  </a:lnTo>
                  <a:lnTo>
                    <a:pt x="38843" y="263196"/>
                  </a:lnTo>
                  <a:lnTo>
                    <a:pt x="42307" y="267214"/>
                  </a:lnTo>
                  <a:lnTo>
                    <a:pt x="45898" y="271120"/>
                  </a:lnTo>
                  <a:lnTo>
                    <a:pt x="49610" y="274911"/>
                  </a:lnTo>
                  <a:lnTo>
                    <a:pt x="53441" y="278582"/>
                  </a:lnTo>
                  <a:lnTo>
                    <a:pt x="57387" y="282129"/>
                  </a:lnTo>
                  <a:lnTo>
                    <a:pt x="61443" y="285549"/>
                  </a:lnTo>
                  <a:lnTo>
                    <a:pt x="65605" y="288839"/>
                  </a:lnTo>
                  <a:lnTo>
                    <a:pt x="69870" y="291996"/>
                  </a:lnTo>
                  <a:lnTo>
                    <a:pt x="74233" y="295015"/>
                  </a:lnTo>
                  <a:lnTo>
                    <a:pt x="78690" y="297894"/>
                  </a:lnTo>
                  <a:lnTo>
                    <a:pt x="83236" y="300630"/>
                  </a:lnTo>
                  <a:lnTo>
                    <a:pt x="87866" y="303221"/>
                  </a:lnTo>
                  <a:lnTo>
                    <a:pt x="92576" y="305664"/>
                  </a:lnTo>
                  <a:lnTo>
                    <a:pt x="97361" y="307955"/>
                  </a:lnTo>
                  <a:lnTo>
                    <a:pt x="102217" y="310094"/>
                  </a:lnTo>
                  <a:lnTo>
                    <a:pt x="107138" y="312078"/>
                  </a:lnTo>
                  <a:lnTo>
                    <a:pt x="112119" y="313904"/>
                  </a:lnTo>
                  <a:lnTo>
                    <a:pt x="117156" y="315572"/>
                  </a:lnTo>
                  <a:lnTo>
                    <a:pt x="122243" y="317078"/>
                  </a:lnTo>
                  <a:lnTo>
                    <a:pt x="127376" y="318423"/>
                  </a:lnTo>
                  <a:lnTo>
                    <a:pt x="132549" y="319604"/>
                  </a:lnTo>
                  <a:lnTo>
                    <a:pt x="137756" y="320620"/>
                  </a:lnTo>
                  <a:lnTo>
                    <a:pt x="142993" y="321471"/>
                  </a:lnTo>
                  <a:lnTo>
                    <a:pt x="148255" y="322154"/>
                  </a:lnTo>
                  <a:lnTo>
                    <a:pt x="153535" y="322671"/>
                  </a:lnTo>
                  <a:lnTo>
                    <a:pt x="158830" y="323020"/>
                  </a:lnTo>
                  <a:lnTo>
                    <a:pt x="164132" y="323200"/>
                  </a:lnTo>
                  <a:lnTo>
                    <a:pt x="169438" y="323212"/>
                  </a:lnTo>
                  <a:lnTo>
                    <a:pt x="174742" y="323056"/>
                  </a:lnTo>
                  <a:lnTo>
                    <a:pt x="180037" y="322731"/>
                  </a:lnTo>
                  <a:lnTo>
                    <a:pt x="185320" y="322239"/>
                  </a:lnTo>
                  <a:lnTo>
                    <a:pt x="190585" y="321579"/>
                  </a:lnTo>
                  <a:lnTo>
                    <a:pt x="195826" y="320753"/>
                  </a:lnTo>
                  <a:lnTo>
                    <a:pt x="201038" y="319760"/>
                  </a:lnTo>
                  <a:lnTo>
                    <a:pt x="206216" y="318603"/>
                  </a:lnTo>
                  <a:lnTo>
                    <a:pt x="211355" y="317282"/>
                  </a:lnTo>
                  <a:lnTo>
                    <a:pt x="216449" y="315798"/>
                  </a:lnTo>
                  <a:lnTo>
                    <a:pt x="221493" y="314154"/>
                  </a:lnTo>
                  <a:lnTo>
                    <a:pt x="226483" y="312350"/>
                  </a:lnTo>
                  <a:lnTo>
                    <a:pt x="231413" y="310389"/>
                  </a:lnTo>
                  <a:lnTo>
                    <a:pt x="236278" y="308272"/>
                  </a:lnTo>
                  <a:lnTo>
                    <a:pt x="241074" y="306002"/>
                  </a:lnTo>
                  <a:lnTo>
                    <a:pt x="245795" y="303581"/>
                  </a:lnTo>
                  <a:lnTo>
                    <a:pt x="250437" y="301012"/>
                  </a:lnTo>
                  <a:lnTo>
                    <a:pt x="254995" y="298296"/>
                  </a:lnTo>
                  <a:lnTo>
                    <a:pt x="259465" y="295437"/>
                  </a:lnTo>
                  <a:lnTo>
                    <a:pt x="263841" y="292438"/>
                  </a:lnTo>
                  <a:lnTo>
                    <a:pt x="268121" y="289301"/>
                  </a:lnTo>
                  <a:lnTo>
                    <a:pt x="272298" y="286030"/>
                  </a:lnTo>
                  <a:lnTo>
                    <a:pt x="276370" y="282628"/>
                  </a:lnTo>
                  <a:lnTo>
                    <a:pt x="280332" y="279099"/>
                  </a:lnTo>
                  <a:lnTo>
                    <a:pt x="284179" y="275446"/>
                  </a:lnTo>
                  <a:lnTo>
                    <a:pt x="287909" y="271672"/>
                  </a:lnTo>
                  <a:lnTo>
                    <a:pt x="291517" y="267782"/>
                  </a:lnTo>
                  <a:lnTo>
                    <a:pt x="295000" y="263780"/>
                  </a:lnTo>
                  <a:lnTo>
                    <a:pt x="298354" y="259668"/>
                  </a:lnTo>
                  <a:lnTo>
                    <a:pt x="301576" y="255453"/>
                  </a:lnTo>
                  <a:lnTo>
                    <a:pt x="304663" y="251137"/>
                  </a:lnTo>
                  <a:lnTo>
                    <a:pt x="307611" y="246726"/>
                  </a:lnTo>
                  <a:lnTo>
                    <a:pt x="310417" y="242223"/>
                  </a:lnTo>
                  <a:lnTo>
                    <a:pt x="313080" y="237634"/>
                  </a:lnTo>
                  <a:lnTo>
                    <a:pt x="315595" y="232962"/>
                  </a:lnTo>
                  <a:lnTo>
                    <a:pt x="317961" y="228213"/>
                  </a:lnTo>
                  <a:lnTo>
                    <a:pt x="320174" y="223391"/>
                  </a:lnTo>
                  <a:lnTo>
                    <a:pt x="322234" y="218502"/>
                  </a:lnTo>
                  <a:lnTo>
                    <a:pt x="324138" y="213549"/>
                  </a:lnTo>
                  <a:lnTo>
                    <a:pt x="325883" y="208539"/>
                  </a:lnTo>
                  <a:lnTo>
                    <a:pt x="327468" y="203475"/>
                  </a:lnTo>
                  <a:lnTo>
                    <a:pt x="328892" y="198364"/>
                  </a:lnTo>
                  <a:lnTo>
                    <a:pt x="330153" y="193210"/>
                  </a:lnTo>
                  <a:lnTo>
                    <a:pt x="331250" y="188019"/>
                  </a:lnTo>
                  <a:lnTo>
                    <a:pt x="332182" y="182796"/>
                  </a:lnTo>
                  <a:lnTo>
                    <a:pt x="332947" y="177546"/>
                  </a:lnTo>
                  <a:lnTo>
                    <a:pt x="333546" y="172274"/>
                  </a:lnTo>
                  <a:lnTo>
                    <a:pt x="333976" y="166986"/>
                  </a:lnTo>
                  <a:lnTo>
                    <a:pt x="334239" y="161686"/>
                  </a:lnTo>
                  <a:lnTo>
                    <a:pt x="334333" y="156381"/>
                  </a:lnTo>
                  <a:lnTo>
                    <a:pt x="334259" y="151076"/>
                  </a:lnTo>
                  <a:lnTo>
                    <a:pt x="334017" y="145776"/>
                  </a:lnTo>
                  <a:lnTo>
                    <a:pt x="333607" y="140486"/>
                  </a:lnTo>
                  <a:lnTo>
                    <a:pt x="333029" y="135212"/>
                  </a:lnTo>
                  <a:lnTo>
                    <a:pt x="332284" y="129959"/>
                  </a:lnTo>
                  <a:lnTo>
                    <a:pt x="331372" y="124732"/>
                  </a:lnTo>
                  <a:lnTo>
                    <a:pt x="330295" y="119537"/>
                  </a:lnTo>
                  <a:lnTo>
                    <a:pt x="329054" y="114378"/>
                  </a:lnTo>
                  <a:lnTo>
                    <a:pt x="327650" y="109262"/>
                  </a:lnTo>
                  <a:lnTo>
                    <a:pt x="326084" y="104192"/>
                  </a:lnTo>
                  <a:lnTo>
                    <a:pt x="324357" y="99175"/>
                  </a:lnTo>
                  <a:lnTo>
                    <a:pt x="322473" y="94215"/>
                  </a:lnTo>
                  <a:lnTo>
                    <a:pt x="320432" y="89318"/>
                  </a:lnTo>
                  <a:lnTo>
                    <a:pt x="318237" y="84487"/>
                  </a:lnTo>
                  <a:lnTo>
                    <a:pt x="315889" y="79729"/>
                  </a:lnTo>
                  <a:lnTo>
                    <a:pt x="313392" y="75048"/>
                  </a:lnTo>
                  <a:lnTo>
                    <a:pt x="310748" y="70448"/>
                  </a:lnTo>
                  <a:lnTo>
                    <a:pt x="307958" y="65935"/>
                  </a:lnTo>
                  <a:lnTo>
                    <a:pt x="305027" y="61512"/>
                  </a:lnTo>
                  <a:lnTo>
                    <a:pt x="301957" y="57185"/>
                  </a:lnTo>
                  <a:lnTo>
                    <a:pt x="298752" y="52957"/>
                  </a:lnTo>
                  <a:lnTo>
                    <a:pt x="295413" y="48833"/>
                  </a:lnTo>
                  <a:lnTo>
                    <a:pt x="291946" y="44817"/>
                  </a:lnTo>
                  <a:lnTo>
                    <a:pt x="288353" y="40913"/>
                  </a:lnTo>
                  <a:lnTo>
                    <a:pt x="284637" y="37125"/>
                  </a:lnTo>
                  <a:lnTo>
                    <a:pt x="280804" y="33457"/>
                  </a:lnTo>
                  <a:lnTo>
                    <a:pt x="276856" y="29913"/>
                  </a:lnTo>
                  <a:lnTo>
                    <a:pt x="272797" y="26495"/>
                  </a:lnTo>
                  <a:lnTo>
                    <a:pt x="268632" y="23208"/>
                  </a:lnTo>
                  <a:lnTo>
                    <a:pt x="264365" y="20055"/>
                  </a:lnTo>
                  <a:lnTo>
                    <a:pt x="260000" y="17039"/>
                  </a:lnTo>
                  <a:lnTo>
                    <a:pt x="255541" y="14163"/>
                  </a:lnTo>
                  <a:lnTo>
                    <a:pt x="250994" y="11430"/>
                  </a:lnTo>
                  <a:lnTo>
                    <a:pt x="246362" y="8842"/>
                  </a:lnTo>
                  <a:lnTo>
                    <a:pt x="241650" y="6403"/>
                  </a:lnTo>
                  <a:lnTo>
                    <a:pt x="236863" y="4115"/>
                  </a:lnTo>
                  <a:lnTo>
                    <a:pt x="232006" y="1980"/>
                  </a:lnTo>
                  <a:lnTo>
                    <a:pt x="227083" y="0"/>
                  </a:lnTo>
                  <a:lnTo>
                    <a:pt x="167166" y="1560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5023544" y="941493"/>
              <a:ext cx="59916" cy="167167"/>
            </a:xfrm>
            <a:custGeom>
              <a:avLst/>
              <a:pathLst>
                <a:path w="59916" h="167167">
                  <a:moveTo>
                    <a:pt x="59916" y="11106"/>
                  </a:moveTo>
                  <a:lnTo>
                    <a:pt x="54157" y="9015"/>
                  </a:ln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9650" y="941493"/>
              <a:ext cx="96565" cy="167167"/>
            </a:xfrm>
            <a:custGeom>
              <a:avLst/>
              <a:pathLst>
                <a:path w="96565" h="167167">
                  <a:moveTo>
                    <a:pt x="96565" y="0"/>
                  </a:moveTo>
                  <a:lnTo>
                    <a:pt x="90846" y="97"/>
                  </a:lnTo>
                  <a:lnTo>
                    <a:pt x="85135" y="391"/>
                  </a:lnTo>
                  <a:lnTo>
                    <a:pt x="79436" y="879"/>
                  </a:lnTo>
                  <a:lnTo>
                    <a:pt x="73758" y="1563"/>
                  </a:lnTo>
                  <a:lnTo>
                    <a:pt x="68107" y="2440"/>
                  </a:lnTo>
                  <a:lnTo>
                    <a:pt x="62488" y="3510"/>
                  </a:lnTo>
                  <a:lnTo>
                    <a:pt x="56910" y="4771"/>
                  </a:lnTo>
                  <a:lnTo>
                    <a:pt x="51378" y="6223"/>
                  </a:lnTo>
                  <a:lnTo>
                    <a:pt x="45899" y="7862"/>
                  </a:lnTo>
                  <a:lnTo>
                    <a:pt x="40479" y="9689"/>
                  </a:lnTo>
                  <a:lnTo>
                    <a:pt x="35125" y="11700"/>
                  </a:lnTo>
                  <a:lnTo>
                    <a:pt x="29843" y="13892"/>
                  </a:lnTo>
                  <a:lnTo>
                    <a:pt x="24639" y="16264"/>
                  </a:lnTo>
                  <a:lnTo>
                    <a:pt x="19519" y="18813"/>
                  </a:lnTo>
                  <a:lnTo>
                    <a:pt x="14489" y="21535"/>
                  </a:lnTo>
                  <a:lnTo>
                    <a:pt x="9556" y="24428"/>
                  </a:lnTo>
                  <a:lnTo>
                    <a:pt x="4724" y="27488"/>
                  </a:lnTo>
                  <a:lnTo>
                    <a:pt x="0" y="30712"/>
                  </a:lnTo>
                  <a:lnTo>
                    <a:pt x="965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9650" y="972205"/>
              <a:ext cx="96565" cy="136455"/>
            </a:xfrm>
            <a:custGeom>
              <a:avLst/>
              <a:pathLst>
                <a:path w="96565" h="136455">
                  <a:moveTo>
                    <a:pt x="0" y="0"/>
                  </a:moveTo>
                  <a:lnTo>
                    <a:pt x="96565" y="136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19050" y="972205"/>
              <a:ext cx="167164" cy="273964"/>
            </a:xfrm>
            <a:custGeom>
              <a:avLst/>
              <a:pathLst>
                <a:path w="167164" h="273964">
                  <a:moveTo>
                    <a:pt x="70599" y="0"/>
                  </a:moveTo>
                  <a:lnTo>
                    <a:pt x="66281" y="3160"/>
                  </a:lnTo>
                  <a:lnTo>
                    <a:pt x="62066" y="6458"/>
                  </a:lnTo>
                  <a:lnTo>
                    <a:pt x="57959" y="9889"/>
                  </a:lnTo>
                  <a:lnTo>
                    <a:pt x="53963" y="13449"/>
                  </a:lnTo>
                  <a:lnTo>
                    <a:pt x="50084" y="17136"/>
                  </a:lnTo>
                  <a:lnTo>
                    <a:pt x="46325" y="20944"/>
                  </a:lnTo>
                  <a:lnTo>
                    <a:pt x="42689" y="24872"/>
                  </a:lnTo>
                  <a:lnTo>
                    <a:pt x="39181" y="28913"/>
                  </a:lnTo>
                  <a:lnTo>
                    <a:pt x="35804" y="33065"/>
                  </a:lnTo>
                  <a:lnTo>
                    <a:pt x="32562" y="37323"/>
                  </a:lnTo>
                  <a:lnTo>
                    <a:pt x="29458" y="41682"/>
                  </a:lnTo>
                  <a:lnTo>
                    <a:pt x="26495" y="46138"/>
                  </a:lnTo>
                  <a:lnTo>
                    <a:pt x="23676" y="50687"/>
                  </a:lnTo>
                  <a:lnTo>
                    <a:pt x="21004" y="55324"/>
                  </a:lnTo>
                  <a:lnTo>
                    <a:pt x="18482" y="60044"/>
                  </a:lnTo>
                  <a:lnTo>
                    <a:pt x="16113" y="64843"/>
                  </a:lnTo>
                  <a:lnTo>
                    <a:pt x="13898" y="69714"/>
                  </a:lnTo>
                  <a:lnTo>
                    <a:pt x="11840" y="74654"/>
                  </a:lnTo>
                  <a:lnTo>
                    <a:pt x="9941" y="79658"/>
                  </a:lnTo>
                  <a:lnTo>
                    <a:pt x="8204" y="84720"/>
                  </a:lnTo>
                  <a:lnTo>
                    <a:pt x="6629" y="89834"/>
                  </a:lnTo>
                  <a:lnTo>
                    <a:pt x="5219" y="94997"/>
                  </a:lnTo>
                  <a:lnTo>
                    <a:pt x="3975" y="100202"/>
                  </a:lnTo>
                  <a:lnTo>
                    <a:pt x="2899" y="105444"/>
                  </a:lnTo>
                  <a:lnTo>
                    <a:pt x="1990" y="110718"/>
                  </a:lnTo>
                  <a:lnTo>
                    <a:pt x="1251" y="116018"/>
                  </a:lnTo>
                  <a:lnTo>
                    <a:pt x="682" y="121339"/>
                  </a:lnTo>
                  <a:lnTo>
                    <a:pt x="283" y="126676"/>
                  </a:lnTo>
                  <a:lnTo>
                    <a:pt x="56" y="132023"/>
                  </a:lnTo>
                  <a:lnTo>
                    <a:pt x="0" y="137374"/>
                  </a:lnTo>
                  <a:lnTo>
                    <a:pt x="115" y="142724"/>
                  </a:lnTo>
                  <a:lnTo>
                    <a:pt x="401" y="148068"/>
                  </a:lnTo>
                  <a:lnTo>
                    <a:pt x="858" y="153400"/>
                  </a:lnTo>
                  <a:lnTo>
                    <a:pt x="1486" y="158715"/>
                  </a:lnTo>
                  <a:lnTo>
                    <a:pt x="2283" y="164007"/>
                  </a:lnTo>
                  <a:lnTo>
                    <a:pt x="3250" y="169271"/>
                  </a:lnTo>
                  <a:lnTo>
                    <a:pt x="4384" y="174500"/>
                  </a:lnTo>
                  <a:lnTo>
                    <a:pt x="5685" y="179691"/>
                  </a:lnTo>
                  <a:lnTo>
                    <a:pt x="7152" y="184838"/>
                  </a:lnTo>
                  <a:lnTo>
                    <a:pt x="8783" y="189935"/>
                  </a:lnTo>
                  <a:lnTo>
                    <a:pt x="10576" y="194977"/>
                  </a:lnTo>
                  <a:lnTo>
                    <a:pt x="12529" y="199960"/>
                  </a:lnTo>
                  <a:lnTo>
                    <a:pt x="14641" y="204877"/>
                  </a:lnTo>
                  <a:lnTo>
                    <a:pt x="16909" y="209724"/>
                  </a:lnTo>
                  <a:lnTo>
                    <a:pt x="19332" y="214496"/>
                  </a:lnTo>
                  <a:lnTo>
                    <a:pt x="21905" y="219188"/>
                  </a:lnTo>
                  <a:lnTo>
                    <a:pt x="24628" y="223795"/>
                  </a:lnTo>
                  <a:lnTo>
                    <a:pt x="27497" y="228313"/>
                  </a:lnTo>
                  <a:lnTo>
                    <a:pt x="30509" y="232737"/>
                  </a:lnTo>
                  <a:lnTo>
                    <a:pt x="33661" y="237062"/>
                  </a:lnTo>
                  <a:lnTo>
                    <a:pt x="36949" y="241283"/>
                  </a:lnTo>
                  <a:lnTo>
                    <a:pt x="40372" y="245398"/>
                  </a:lnTo>
                  <a:lnTo>
                    <a:pt x="43924" y="249400"/>
                  </a:lnTo>
                  <a:lnTo>
                    <a:pt x="47602" y="253287"/>
                  </a:lnTo>
                  <a:lnTo>
                    <a:pt x="51403" y="257055"/>
                  </a:lnTo>
                  <a:lnTo>
                    <a:pt x="55323" y="260698"/>
                  </a:lnTo>
                  <a:lnTo>
                    <a:pt x="59357" y="264215"/>
                  </a:lnTo>
                  <a:lnTo>
                    <a:pt x="63502" y="267600"/>
                  </a:lnTo>
                  <a:lnTo>
                    <a:pt x="67753" y="270851"/>
                  </a:lnTo>
                  <a:lnTo>
                    <a:pt x="72106" y="273964"/>
                  </a:lnTo>
                  <a:lnTo>
                    <a:pt x="167164" y="136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1156" y="941493"/>
              <a:ext cx="262207" cy="334334"/>
            </a:xfrm>
            <a:custGeom>
              <a:avLst/>
              <a:pathLst>
                <a:path w="262207" h="334334">
                  <a:moveTo>
                    <a:pt x="0" y="304676"/>
                  </a:moveTo>
                  <a:lnTo>
                    <a:pt x="4413" y="307624"/>
                  </a:lnTo>
                  <a:lnTo>
                    <a:pt x="8917" y="310431"/>
                  </a:lnTo>
                  <a:lnTo>
                    <a:pt x="13508" y="313093"/>
                  </a:lnTo>
                  <a:lnTo>
                    <a:pt x="18182" y="315609"/>
                  </a:lnTo>
                  <a:lnTo>
                    <a:pt x="22932" y="317974"/>
                  </a:lnTo>
                  <a:lnTo>
                    <a:pt x="27756" y="320188"/>
                  </a:lnTo>
                  <a:lnTo>
                    <a:pt x="32648" y="322247"/>
                  </a:lnTo>
                  <a:lnTo>
                    <a:pt x="37602" y="324150"/>
                  </a:lnTo>
                  <a:lnTo>
                    <a:pt x="42614" y="325895"/>
                  </a:lnTo>
                  <a:lnTo>
                    <a:pt x="47679" y="327480"/>
                  </a:lnTo>
                  <a:lnTo>
                    <a:pt x="52792" y="328903"/>
                  </a:lnTo>
                  <a:lnTo>
                    <a:pt x="57948" y="330163"/>
                  </a:lnTo>
                  <a:lnTo>
                    <a:pt x="63141" y="331259"/>
                  </a:lnTo>
                  <a:lnTo>
                    <a:pt x="68366" y="332190"/>
                  </a:lnTo>
                  <a:lnTo>
                    <a:pt x="73618" y="332954"/>
                  </a:lnTo>
                  <a:lnTo>
                    <a:pt x="78891" y="333551"/>
                  </a:lnTo>
                  <a:lnTo>
                    <a:pt x="84181" y="333980"/>
                  </a:lnTo>
                  <a:lnTo>
                    <a:pt x="89482" y="334241"/>
                  </a:lnTo>
                  <a:lnTo>
                    <a:pt x="94788" y="334334"/>
                  </a:lnTo>
                  <a:lnTo>
                    <a:pt x="100095" y="334258"/>
                  </a:lnTo>
                  <a:lnTo>
                    <a:pt x="105397" y="334014"/>
                  </a:lnTo>
                  <a:lnTo>
                    <a:pt x="110688" y="333602"/>
                  </a:lnTo>
                  <a:lnTo>
                    <a:pt x="115963" y="333022"/>
                  </a:lnTo>
                  <a:lnTo>
                    <a:pt x="121218" y="332275"/>
                  </a:lnTo>
                  <a:lnTo>
                    <a:pt x="126446" y="331361"/>
                  </a:lnTo>
                  <a:lnTo>
                    <a:pt x="131642" y="330282"/>
                  </a:lnTo>
                  <a:lnTo>
                    <a:pt x="136802" y="329039"/>
                  </a:lnTo>
                  <a:lnTo>
                    <a:pt x="141919" y="327632"/>
                  </a:lnTo>
                  <a:lnTo>
                    <a:pt x="146990" y="326063"/>
                  </a:lnTo>
                  <a:lnTo>
                    <a:pt x="152007" y="324335"/>
                  </a:lnTo>
                  <a:lnTo>
                    <a:pt x="156968" y="322448"/>
                  </a:lnTo>
                  <a:lnTo>
                    <a:pt x="161866" y="320404"/>
                  </a:lnTo>
                  <a:lnTo>
                    <a:pt x="166697" y="318206"/>
                  </a:lnTo>
                  <a:lnTo>
                    <a:pt x="171455" y="315856"/>
                  </a:lnTo>
                  <a:lnTo>
                    <a:pt x="176137" y="313356"/>
                  </a:lnTo>
                  <a:lnTo>
                    <a:pt x="180737" y="310709"/>
                  </a:lnTo>
                  <a:lnTo>
                    <a:pt x="185250" y="307916"/>
                  </a:lnTo>
                  <a:lnTo>
                    <a:pt x="189673" y="304982"/>
                  </a:lnTo>
                  <a:lnTo>
                    <a:pt x="194000" y="301910"/>
                  </a:lnTo>
                  <a:lnTo>
                    <a:pt x="198227" y="298701"/>
                  </a:lnTo>
                  <a:lnTo>
                    <a:pt x="202351" y="295360"/>
                  </a:lnTo>
                  <a:lnTo>
                    <a:pt x="206366" y="291889"/>
                  </a:lnTo>
                  <a:lnTo>
                    <a:pt x="210269" y="288293"/>
                  </a:lnTo>
                  <a:lnTo>
                    <a:pt x="214056" y="284574"/>
                  </a:lnTo>
                  <a:lnTo>
                    <a:pt x="217723" y="280738"/>
                  </a:lnTo>
                  <a:lnTo>
                    <a:pt x="221266" y="276787"/>
                  </a:lnTo>
                  <a:lnTo>
                    <a:pt x="224683" y="272725"/>
                  </a:lnTo>
                  <a:lnTo>
                    <a:pt x="227968" y="268557"/>
                  </a:lnTo>
                  <a:lnTo>
                    <a:pt x="231120" y="264287"/>
                  </a:lnTo>
                  <a:lnTo>
                    <a:pt x="234134" y="259919"/>
                  </a:lnTo>
                  <a:lnTo>
                    <a:pt x="237008" y="255457"/>
                  </a:lnTo>
                  <a:lnTo>
                    <a:pt x="239740" y="250907"/>
                  </a:lnTo>
                  <a:lnTo>
                    <a:pt x="242325" y="246272"/>
                  </a:lnTo>
                  <a:lnTo>
                    <a:pt x="244762" y="241557"/>
                  </a:lnTo>
                  <a:lnTo>
                    <a:pt x="247048" y="236767"/>
                  </a:lnTo>
                  <a:lnTo>
                    <a:pt x="249181" y="231907"/>
                  </a:lnTo>
                  <a:lnTo>
                    <a:pt x="251158" y="226982"/>
                  </a:lnTo>
                  <a:lnTo>
                    <a:pt x="252978" y="221997"/>
                  </a:lnTo>
                  <a:lnTo>
                    <a:pt x="254639" y="216956"/>
                  </a:lnTo>
                  <a:lnTo>
                    <a:pt x="256139" y="211865"/>
                  </a:lnTo>
                  <a:lnTo>
                    <a:pt x="257477" y="206729"/>
                  </a:lnTo>
                  <a:lnTo>
                    <a:pt x="258651" y="201553"/>
                  </a:lnTo>
                  <a:lnTo>
                    <a:pt x="259660" y="196343"/>
                  </a:lnTo>
                  <a:lnTo>
                    <a:pt x="260503" y="191103"/>
                  </a:lnTo>
                  <a:lnTo>
                    <a:pt x="261180" y="185839"/>
                  </a:lnTo>
                  <a:lnTo>
                    <a:pt x="261689" y="180556"/>
                  </a:lnTo>
                  <a:lnTo>
                    <a:pt x="262030" y="175260"/>
                  </a:lnTo>
                  <a:lnTo>
                    <a:pt x="262203" y="169956"/>
                  </a:lnTo>
                  <a:lnTo>
                    <a:pt x="262207" y="164648"/>
                  </a:lnTo>
                  <a:lnTo>
                    <a:pt x="262043" y="159344"/>
                  </a:lnTo>
                  <a:lnTo>
                    <a:pt x="261710" y="154047"/>
                  </a:lnTo>
                  <a:lnTo>
                    <a:pt x="261210" y="148763"/>
                  </a:lnTo>
                  <a:lnTo>
                    <a:pt x="260542" y="143498"/>
                  </a:lnTo>
                  <a:lnTo>
                    <a:pt x="259707" y="138257"/>
                  </a:lnTo>
                  <a:lnTo>
                    <a:pt x="258706" y="133045"/>
                  </a:lnTo>
                  <a:lnTo>
                    <a:pt x="257541" y="127867"/>
                  </a:lnTo>
                  <a:lnTo>
                    <a:pt x="256211" y="122729"/>
                  </a:lnTo>
                  <a:lnTo>
                    <a:pt x="254719" y="117636"/>
                  </a:lnTo>
                  <a:lnTo>
                    <a:pt x="253067" y="112592"/>
                  </a:lnTo>
                  <a:lnTo>
                    <a:pt x="251254" y="107604"/>
                  </a:lnTo>
                  <a:lnTo>
                    <a:pt x="249285" y="102676"/>
                  </a:lnTo>
                  <a:lnTo>
                    <a:pt x="247160" y="97812"/>
                  </a:lnTo>
                  <a:lnTo>
                    <a:pt x="244882" y="93019"/>
                  </a:lnTo>
                  <a:lnTo>
                    <a:pt x="242452" y="88300"/>
                  </a:lnTo>
                  <a:lnTo>
                    <a:pt x="239875" y="83661"/>
                  </a:lnTo>
                  <a:lnTo>
                    <a:pt x="237151" y="79106"/>
                  </a:lnTo>
                  <a:lnTo>
                    <a:pt x="234284" y="74640"/>
                  </a:lnTo>
                  <a:lnTo>
                    <a:pt x="231276" y="70267"/>
                  </a:lnTo>
                  <a:lnTo>
                    <a:pt x="228132" y="65992"/>
                  </a:lnTo>
                  <a:lnTo>
                    <a:pt x="224853" y="61818"/>
                  </a:lnTo>
                  <a:lnTo>
                    <a:pt x="221443" y="57751"/>
                  </a:lnTo>
                  <a:lnTo>
                    <a:pt x="217906" y="53794"/>
                  </a:lnTo>
                  <a:lnTo>
                    <a:pt x="214245" y="49952"/>
                  </a:lnTo>
                  <a:lnTo>
                    <a:pt x="210465" y="46227"/>
                  </a:lnTo>
                  <a:lnTo>
                    <a:pt x="206567" y="42625"/>
                  </a:lnTo>
                  <a:lnTo>
                    <a:pt x="202558" y="39148"/>
                  </a:lnTo>
                  <a:lnTo>
                    <a:pt x="198439" y="35800"/>
                  </a:lnTo>
                  <a:lnTo>
                    <a:pt x="194217" y="32584"/>
                  </a:lnTo>
                  <a:lnTo>
                    <a:pt x="189895" y="29504"/>
                  </a:lnTo>
                  <a:lnTo>
                    <a:pt x="185477" y="26563"/>
                  </a:lnTo>
                  <a:lnTo>
                    <a:pt x="180968" y="23764"/>
                  </a:lnTo>
                  <a:lnTo>
                    <a:pt x="176373" y="21109"/>
                  </a:lnTo>
                  <a:lnTo>
                    <a:pt x="171695" y="18601"/>
                  </a:lnTo>
                  <a:lnTo>
                    <a:pt x="166941" y="16243"/>
                  </a:lnTo>
                  <a:lnTo>
                    <a:pt x="162113" y="14038"/>
                  </a:lnTo>
                  <a:lnTo>
                    <a:pt x="157219" y="11986"/>
                  </a:lnTo>
                  <a:lnTo>
                    <a:pt x="152261" y="10091"/>
                  </a:lnTo>
                  <a:lnTo>
                    <a:pt x="147246" y="8354"/>
                  </a:lnTo>
                  <a:lnTo>
                    <a:pt x="142178" y="6778"/>
                  </a:lnTo>
                  <a:lnTo>
                    <a:pt x="137063" y="5363"/>
                  </a:lnTo>
                  <a:lnTo>
                    <a:pt x="131906" y="4111"/>
                  </a:lnTo>
                  <a:lnTo>
                    <a:pt x="126711" y="3024"/>
                  </a:lnTo>
                  <a:lnTo>
                    <a:pt x="121485" y="2101"/>
                  </a:lnTo>
                  <a:lnTo>
                    <a:pt x="116231" y="1346"/>
                  </a:lnTo>
                  <a:lnTo>
                    <a:pt x="110957" y="757"/>
                  </a:lnTo>
                  <a:lnTo>
                    <a:pt x="105666" y="336"/>
                  </a:lnTo>
                  <a:lnTo>
                    <a:pt x="100365" y="84"/>
                  </a:lnTo>
                  <a:lnTo>
                    <a:pt x="95058" y="0"/>
                  </a:lnTo>
                  <a:lnTo>
                    <a:pt x="950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797338" y="1071028"/>
              <a:ext cx="281292" cy="334317"/>
            </a:xfrm>
            <a:custGeom>
              <a:avLst/>
              <a:pathLst>
                <a:path w="281292" h="334317">
                  <a:moveTo>
                    <a:pt x="167163" y="0"/>
                  </a:moveTo>
                  <a:lnTo>
                    <a:pt x="161829" y="85"/>
                  </a:lnTo>
                  <a:lnTo>
                    <a:pt x="156501" y="340"/>
                  </a:lnTo>
                  <a:lnTo>
                    <a:pt x="151184" y="765"/>
                  </a:lnTo>
                  <a:lnTo>
                    <a:pt x="145883" y="1359"/>
                  </a:lnTo>
                  <a:lnTo>
                    <a:pt x="140604" y="2123"/>
                  </a:lnTo>
                  <a:lnTo>
                    <a:pt x="135351" y="3054"/>
                  </a:lnTo>
                  <a:lnTo>
                    <a:pt x="130132" y="4153"/>
                  </a:lnTo>
                  <a:lnTo>
                    <a:pt x="124949" y="5417"/>
                  </a:lnTo>
                  <a:lnTo>
                    <a:pt x="119810" y="6846"/>
                  </a:lnTo>
                  <a:lnTo>
                    <a:pt x="114719" y="8439"/>
                  </a:lnTo>
                  <a:lnTo>
                    <a:pt x="109682" y="10193"/>
                  </a:lnTo>
                  <a:lnTo>
                    <a:pt x="104703" y="12107"/>
                  </a:lnTo>
                  <a:lnTo>
                    <a:pt x="99787" y="14178"/>
                  </a:lnTo>
                  <a:lnTo>
                    <a:pt x="94941" y="16406"/>
                  </a:lnTo>
                  <a:lnTo>
                    <a:pt x="90167" y="18787"/>
                  </a:lnTo>
                  <a:lnTo>
                    <a:pt x="85472" y="21319"/>
                  </a:lnTo>
                  <a:lnTo>
                    <a:pt x="80861" y="23999"/>
                  </a:lnTo>
                  <a:lnTo>
                    <a:pt x="76337" y="26826"/>
                  </a:lnTo>
                  <a:lnTo>
                    <a:pt x="71906" y="29795"/>
                  </a:lnTo>
                  <a:lnTo>
                    <a:pt x="67571" y="32904"/>
                  </a:lnTo>
                  <a:lnTo>
                    <a:pt x="63338" y="36150"/>
                  </a:lnTo>
                  <a:lnTo>
                    <a:pt x="59211" y="39529"/>
                  </a:lnTo>
                  <a:lnTo>
                    <a:pt x="55194" y="43038"/>
                  </a:lnTo>
                  <a:lnTo>
                    <a:pt x="51290" y="46674"/>
                  </a:lnTo>
                  <a:lnTo>
                    <a:pt x="47505" y="50432"/>
                  </a:lnTo>
                  <a:lnTo>
                    <a:pt x="43841" y="54309"/>
                  </a:lnTo>
                  <a:lnTo>
                    <a:pt x="40303" y="58301"/>
                  </a:lnTo>
                  <a:lnTo>
                    <a:pt x="36895" y="62404"/>
                  </a:lnTo>
                  <a:lnTo>
                    <a:pt x="33619" y="66614"/>
                  </a:lnTo>
                  <a:lnTo>
                    <a:pt x="30478" y="70926"/>
                  </a:lnTo>
                  <a:lnTo>
                    <a:pt x="27477" y="75336"/>
                  </a:lnTo>
                  <a:lnTo>
                    <a:pt x="24619" y="79839"/>
                  </a:lnTo>
                  <a:lnTo>
                    <a:pt x="21905" y="84431"/>
                  </a:lnTo>
                  <a:lnTo>
                    <a:pt x="19339" y="89108"/>
                  </a:lnTo>
                  <a:lnTo>
                    <a:pt x="16924" y="93864"/>
                  </a:lnTo>
                  <a:lnTo>
                    <a:pt x="14662" y="98695"/>
                  </a:lnTo>
                  <a:lnTo>
                    <a:pt x="12555" y="103595"/>
                  </a:lnTo>
                  <a:lnTo>
                    <a:pt x="10605" y="108560"/>
                  </a:lnTo>
                  <a:lnTo>
                    <a:pt x="8815" y="113585"/>
                  </a:lnTo>
                  <a:lnTo>
                    <a:pt x="7186" y="118665"/>
                  </a:lnTo>
                  <a:lnTo>
                    <a:pt x="5720" y="123793"/>
                  </a:lnTo>
                  <a:lnTo>
                    <a:pt x="4418" y="128966"/>
                  </a:lnTo>
                  <a:lnTo>
                    <a:pt x="3283" y="134178"/>
                  </a:lnTo>
                  <a:lnTo>
                    <a:pt x="2313" y="139423"/>
                  </a:lnTo>
                  <a:lnTo>
                    <a:pt x="1512" y="144697"/>
                  </a:lnTo>
                  <a:lnTo>
                    <a:pt x="880" y="149994"/>
                  </a:lnTo>
                  <a:lnTo>
                    <a:pt x="416" y="155308"/>
                  </a:lnTo>
                  <a:lnTo>
                    <a:pt x="123" y="160634"/>
                  </a:lnTo>
                  <a:lnTo>
                    <a:pt x="0" y="165966"/>
                  </a:lnTo>
                  <a:lnTo>
                    <a:pt x="46" y="171300"/>
                  </a:lnTo>
                  <a:lnTo>
                    <a:pt x="263" y="176630"/>
                  </a:lnTo>
                  <a:lnTo>
                    <a:pt x="650" y="181950"/>
                  </a:lnTo>
                  <a:lnTo>
                    <a:pt x="1207" y="187255"/>
                  </a:lnTo>
                  <a:lnTo>
                    <a:pt x="1932" y="192540"/>
                  </a:lnTo>
                  <a:lnTo>
                    <a:pt x="2826" y="197799"/>
                  </a:lnTo>
                  <a:lnTo>
                    <a:pt x="3887" y="203026"/>
                  </a:lnTo>
                  <a:lnTo>
                    <a:pt x="5114" y="208217"/>
                  </a:lnTo>
                  <a:lnTo>
                    <a:pt x="6506" y="213367"/>
                  </a:lnTo>
                  <a:lnTo>
                    <a:pt x="8062" y="218469"/>
                  </a:lnTo>
                  <a:lnTo>
                    <a:pt x="9780" y="223519"/>
                  </a:lnTo>
                  <a:lnTo>
                    <a:pt x="11658" y="228512"/>
                  </a:lnTo>
                  <a:lnTo>
                    <a:pt x="13694" y="233442"/>
                  </a:lnTo>
                  <a:lnTo>
                    <a:pt x="15887" y="238304"/>
                  </a:lnTo>
                  <a:lnTo>
                    <a:pt x="18233" y="243095"/>
                  </a:lnTo>
                  <a:lnTo>
                    <a:pt x="20732" y="247808"/>
                  </a:lnTo>
                  <a:lnTo>
                    <a:pt x="23379" y="252439"/>
                  </a:lnTo>
                  <a:lnTo>
                    <a:pt x="26173" y="256983"/>
                  </a:lnTo>
                  <a:lnTo>
                    <a:pt x="29110" y="261435"/>
                  </a:lnTo>
                  <a:lnTo>
                    <a:pt x="32188" y="265792"/>
                  </a:lnTo>
                  <a:lnTo>
                    <a:pt x="35403" y="270048"/>
                  </a:lnTo>
                  <a:lnTo>
                    <a:pt x="38753" y="274199"/>
                  </a:lnTo>
                  <a:lnTo>
                    <a:pt x="42233" y="278242"/>
                  </a:lnTo>
                  <a:lnTo>
                    <a:pt x="45841" y="282171"/>
                  </a:lnTo>
                  <a:lnTo>
                    <a:pt x="49572" y="285983"/>
                  </a:lnTo>
                  <a:lnTo>
                    <a:pt x="53422" y="289675"/>
                  </a:lnTo>
                  <a:lnTo>
                    <a:pt x="57389" y="293241"/>
                  </a:lnTo>
                  <a:lnTo>
                    <a:pt x="61467" y="296679"/>
                  </a:lnTo>
                  <a:lnTo>
                    <a:pt x="65653" y="299985"/>
                  </a:lnTo>
                  <a:lnTo>
                    <a:pt x="69942" y="303157"/>
                  </a:lnTo>
                  <a:lnTo>
                    <a:pt x="74331" y="306189"/>
                  </a:lnTo>
                  <a:lnTo>
                    <a:pt x="78813" y="309080"/>
                  </a:lnTo>
                  <a:lnTo>
                    <a:pt x="83386" y="311827"/>
                  </a:lnTo>
                  <a:lnTo>
                    <a:pt x="88044" y="314426"/>
                  </a:lnTo>
                  <a:lnTo>
                    <a:pt x="92783" y="316875"/>
                  </a:lnTo>
                  <a:lnTo>
                    <a:pt x="97597" y="319172"/>
                  </a:lnTo>
                  <a:lnTo>
                    <a:pt x="102482" y="321314"/>
                  </a:lnTo>
                  <a:lnTo>
                    <a:pt x="107433" y="323299"/>
                  </a:lnTo>
                  <a:lnTo>
                    <a:pt x="112445" y="325126"/>
                  </a:lnTo>
                  <a:lnTo>
                    <a:pt x="117513" y="326791"/>
                  </a:lnTo>
                  <a:lnTo>
                    <a:pt x="122631" y="328294"/>
                  </a:lnTo>
                  <a:lnTo>
                    <a:pt x="127794" y="329633"/>
                  </a:lnTo>
                  <a:lnTo>
                    <a:pt x="132998" y="330806"/>
                  </a:lnTo>
                  <a:lnTo>
                    <a:pt x="138236" y="331813"/>
                  </a:lnTo>
                  <a:lnTo>
                    <a:pt x="143504" y="332652"/>
                  </a:lnTo>
                  <a:lnTo>
                    <a:pt x="148796" y="333322"/>
                  </a:lnTo>
                  <a:lnTo>
                    <a:pt x="154106" y="333824"/>
                  </a:lnTo>
                  <a:lnTo>
                    <a:pt x="159430" y="334155"/>
                  </a:lnTo>
                  <a:lnTo>
                    <a:pt x="164762" y="334317"/>
                  </a:lnTo>
                  <a:lnTo>
                    <a:pt x="170096" y="334309"/>
                  </a:lnTo>
                  <a:lnTo>
                    <a:pt x="175427" y="334130"/>
                  </a:lnTo>
                  <a:lnTo>
                    <a:pt x="180750" y="333781"/>
                  </a:lnTo>
                  <a:lnTo>
                    <a:pt x="186059" y="333263"/>
                  </a:lnTo>
                  <a:lnTo>
                    <a:pt x="191348" y="332576"/>
                  </a:lnTo>
                  <a:lnTo>
                    <a:pt x="196614" y="331720"/>
                  </a:lnTo>
                  <a:lnTo>
                    <a:pt x="201849" y="330696"/>
                  </a:lnTo>
                  <a:lnTo>
                    <a:pt x="207048" y="329506"/>
                  </a:lnTo>
                  <a:lnTo>
                    <a:pt x="212208" y="328151"/>
                  </a:lnTo>
                  <a:lnTo>
                    <a:pt x="217321" y="326632"/>
                  </a:lnTo>
                  <a:lnTo>
                    <a:pt x="222383" y="324951"/>
                  </a:lnTo>
                  <a:lnTo>
                    <a:pt x="227389" y="323108"/>
                  </a:lnTo>
                  <a:lnTo>
                    <a:pt x="232334" y="321107"/>
                  </a:lnTo>
                  <a:lnTo>
                    <a:pt x="237212" y="318950"/>
                  </a:lnTo>
                  <a:lnTo>
                    <a:pt x="242019" y="316638"/>
                  </a:lnTo>
                  <a:lnTo>
                    <a:pt x="246750" y="314173"/>
                  </a:lnTo>
                  <a:lnTo>
                    <a:pt x="251399" y="311559"/>
                  </a:lnTo>
                  <a:lnTo>
                    <a:pt x="255963" y="308798"/>
                  </a:lnTo>
                  <a:lnTo>
                    <a:pt x="260437" y="305893"/>
                  </a:lnTo>
                  <a:lnTo>
                    <a:pt x="264816" y="302846"/>
                  </a:lnTo>
                  <a:lnTo>
                    <a:pt x="269095" y="299662"/>
                  </a:lnTo>
                  <a:lnTo>
                    <a:pt x="273270" y="296342"/>
                  </a:lnTo>
                  <a:lnTo>
                    <a:pt x="277337" y="292891"/>
                  </a:lnTo>
                  <a:lnTo>
                    <a:pt x="281292" y="289312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14129" cy="122144"/>
            </a:xfrm>
            <a:custGeom>
              <a:avLst/>
              <a:pathLst>
                <a:path w="114129" h="122144">
                  <a:moveTo>
                    <a:pt x="114129" y="1221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82579"/>
              <a:ext cx="167153" cy="277761"/>
            </a:xfrm>
            <a:custGeom>
              <a:avLst/>
              <a:pathLst>
                <a:path w="167153" h="277761">
                  <a:moveTo>
                    <a:pt x="114129" y="277761"/>
                  </a:moveTo>
                  <a:lnTo>
                    <a:pt x="117979" y="274047"/>
                  </a:lnTo>
                  <a:lnTo>
                    <a:pt x="121708" y="270211"/>
                  </a:lnTo>
                  <a:lnTo>
                    <a:pt x="125313" y="266258"/>
                  </a:lnTo>
                  <a:lnTo>
                    <a:pt x="128789" y="262192"/>
                  </a:lnTo>
                  <a:lnTo>
                    <a:pt x="132133" y="258016"/>
                  </a:lnTo>
                  <a:lnTo>
                    <a:pt x="135342" y="253736"/>
                  </a:lnTo>
                  <a:lnTo>
                    <a:pt x="138412" y="249355"/>
                  </a:lnTo>
                  <a:lnTo>
                    <a:pt x="141341" y="244878"/>
                  </a:lnTo>
                  <a:lnTo>
                    <a:pt x="144125" y="240310"/>
                  </a:lnTo>
                  <a:lnTo>
                    <a:pt x="146761" y="235655"/>
                  </a:lnTo>
                  <a:lnTo>
                    <a:pt x="149247" y="230918"/>
                  </a:lnTo>
                  <a:lnTo>
                    <a:pt x="151580" y="226104"/>
                  </a:lnTo>
                  <a:lnTo>
                    <a:pt x="153757" y="221217"/>
                  </a:lnTo>
                  <a:lnTo>
                    <a:pt x="155778" y="216264"/>
                  </a:lnTo>
                  <a:lnTo>
                    <a:pt x="157639" y="211248"/>
                  </a:lnTo>
                  <a:lnTo>
                    <a:pt x="159338" y="206176"/>
                  </a:lnTo>
                  <a:lnTo>
                    <a:pt x="160874" y="201051"/>
                  </a:lnTo>
                  <a:lnTo>
                    <a:pt x="162245" y="195881"/>
                  </a:lnTo>
                  <a:lnTo>
                    <a:pt x="163451" y="190669"/>
                  </a:lnTo>
                  <a:lnTo>
                    <a:pt x="164489" y="185421"/>
                  </a:lnTo>
                  <a:lnTo>
                    <a:pt x="165358" y="180142"/>
                  </a:lnTo>
                  <a:lnTo>
                    <a:pt x="166058" y="174838"/>
                  </a:lnTo>
                  <a:lnTo>
                    <a:pt x="166588" y="169515"/>
                  </a:lnTo>
                  <a:lnTo>
                    <a:pt x="166948" y="164178"/>
                  </a:lnTo>
                  <a:lnTo>
                    <a:pt x="167136" y="158831"/>
                  </a:lnTo>
                  <a:lnTo>
                    <a:pt x="167153" y="153482"/>
                  </a:lnTo>
                  <a:lnTo>
                    <a:pt x="166999" y="148134"/>
                  </a:lnTo>
                  <a:lnTo>
                    <a:pt x="166674" y="142794"/>
                  </a:lnTo>
                  <a:lnTo>
                    <a:pt x="166179" y="137468"/>
                  </a:lnTo>
                  <a:lnTo>
                    <a:pt x="165513" y="132160"/>
                  </a:lnTo>
                  <a:lnTo>
                    <a:pt x="164678" y="126876"/>
                  </a:lnTo>
                  <a:lnTo>
                    <a:pt x="163674" y="121621"/>
                  </a:lnTo>
                  <a:lnTo>
                    <a:pt x="162502" y="116401"/>
                  </a:lnTo>
                  <a:lnTo>
                    <a:pt x="161164" y="111222"/>
                  </a:lnTo>
                  <a:lnTo>
                    <a:pt x="159661" y="106088"/>
                  </a:lnTo>
                  <a:lnTo>
                    <a:pt x="157995" y="101004"/>
                  </a:lnTo>
                  <a:lnTo>
                    <a:pt x="156166" y="95977"/>
                  </a:lnTo>
                  <a:lnTo>
                    <a:pt x="154178" y="91010"/>
                  </a:lnTo>
                  <a:lnTo>
                    <a:pt x="152032" y="86110"/>
                  </a:lnTo>
                  <a:lnTo>
                    <a:pt x="149730" y="81281"/>
                  </a:lnTo>
                  <a:lnTo>
                    <a:pt x="147275" y="76528"/>
                  </a:lnTo>
                  <a:lnTo>
                    <a:pt x="144669" y="71856"/>
                  </a:lnTo>
                  <a:lnTo>
                    <a:pt x="141914" y="67270"/>
                  </a:lnTo>
                  <a:lnTo>
                    <a:pt x="139015" y="62774"/>
                  </a:lnTo>
                  <a:lnTo>
                    <a:pt x="135973" y="58374"/>
                  </a:lnTo>
                  <a:lnTo>
                    <a:pt x="132792" y="54073"/>
                  </a:lnTo>
                  <a:lnTo>
                    <a:pt x="129475" y="49876"/>
                  </a:lnTo>
                  <a:lnTo>
                    <a:pt x="126025" y="45787"/>
                  </a:lnTo>
                  <a:lnTo>
                    <a:pt x="122446" y="41811"/>
                  </a:lnTo>
                  <a:lnTo>
                    <a:pt x="118742" y="37951"/>
                  </a:lnTo>
                  <a:lnTo>
                    <a:pt x="114916" y="34212"/>
                  </a:lnTo>
                  <a:lnTo>
                    <a:pt x="110972" y="30597"/>
                  </a:lnTo>
                  <a:lnTo>
                    <a:pt x="106915" y="27110"/>
                  </a:lnTo>
                  <a:lnTo>
                    <a:pt x="102749" y="23755"/>
                  </a:lnTo>
                  <a:lnTo>
                    <a:pt x="98477" y="20534"/>
                  </a:lnTo>
                  <a:lnTo>
                    <a:pt x="94104" y="17453"/>
                  </a:lnTo>
                  <a:lnTo>
                    <a:pt x="89635" y="14512"/>
                  </a:lnTo>
                  <a:lnTo>
                    <a:pt x="85074" y="11716"/>
                  </a:lnTo>
                  <a:lnTo>
                    <a:pt x="80426" y="9068"/>
                  </a:lnTo>
                  <a:lnTo>
                    <a:pt x="75696" y="6569"/>
                  </a:lnTo>
                  <a:lnTo>
                    <a:pt x="70888" y="4224"/>
                  </a:lnTo>
                  <a:lnTo>
                    <a:pt x="66007" y="2033"/>
                  </a:lnTo>
                  <a:lnTo>
                    <a:pt x="61059" y="0"/>
                  </a:lnTo>
                  <a:lnTo>
                    <a:pt x="0" y="1556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71028"/>
              <a:ext cx="61059" cy="167167"/>
            </a:xfrm>
            <a:custGeom>
              <a:avLst/>
              <a:pathLst>
                <a:path w="61059" h="167167">
                  <a:moveTo>
                    <a:pt x="61059" y="11550"/>
                  </a:moveTo>
                  <a:lnTo>
                    <a:pt x="55199" y="9376"/>
                  </a:lnTo>
                  <a:lnTo>
                    <a:pt x="49262" y="7423"/>
                  </a:lnTo>
                  <a:lnTo>
                    <a:pt x="43256" y="5693"/>
                  </a:lnTo>
                  <a:lnTo>
                    <a:pt x="37189" y="4189"/>
                  </a:lnTo>
                  <a:lnTo>
                    <a:pt x="31071" y="2912"/>
                  </a:lnTo>
                  <a:lnTo>
                    <a:pt x="24909" y="1866"/>
                  </a:lnTo>
                  <a:lnTo>
                    <a:pt x="18712" y="1050"/>
                  </a:lnTo>
                  <a:lnTo>
                    <a:pt x="12489" y="467"/>
                  </a:lnTo>
                  <a:lnTo>
                    <a:pt x="6249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7205" y="1322571"/>
              <a:ext cx="121515" cy="167167"/>
            </a:xfrm>
            <a:custGeom>
              <a:avLst/>
              <a:pathLst>
                <a:path w="121515" h="167167">
                  <a:moveTo>
                    <a:pt x="121515" y="0"/>
                  </a:moveTo>
                  <a:lnTo>
                    <a:pt x="115847" y="96"/>
                  </a:lnTo>
                  <a:lnTo>
                    <a:pt x="110187" y="384"/>
                  </a:lnTo>
                  <a:lnTo>
                    <a:pt x="104539" y="864"/>
                  </a:lnTo>
                  <a:lnTo>
                    <a:pt x="98911" y="1535"/>
                  </a:lnTo>
                  <a:lnTo>
                    <a:pt x="93308" y="2396"/>
                  </a:lnTo>
                  <a:lnTo>
                    <a:pt x="87738" y="3447"/>
                  </a:lnTo>
                  <a:lnTo>
                    <a:pt x="82207" y="4687"/>
                  </a:lnTo>
                  <a:lnTo>
                    <a:pt x="76722" y="6113"/>
                  </a:lnTo>
                  <a:lnTo>
                    <a:pt x="71287" y="7724"/>
                  </a:lnTo>
                  <a:lnTo>
                    <a:pt x="65911" y="9518"/>
                  </a:lnTo>
                  <a:lnTo>
                    <a:pt x="60598" y="11494"/>
                  </a:lnTo>
                  <a:lnTo>
                    <a:pt x="55355" y="13649"/>
                  </a:lnTo>
                  <a:lnTo>
                    <a:pt x="50189" y="15980"/>
                  </a:lnTo>
                  <a:lnTo>
                    <a:pt x="45104" y="18485"/>
                  </a:lnTo>
                  <a:lnTo>
                    <a:pt x="40107" y="21161"/>
                  </a:lnTo>
                  <a:lnTo>
                    <a:pt x="35204" y="24005"/>
                  </a:lnTo>
                  <a:lnTo>
                    <a:pt x="30400" y="27013"/>
                  </a:lnTo>
                  <a:lnTo>
                    <a:pt x="25701" y="30183"/>
                  </a:lnTo>
                  <a:lnTo>
                    <a:pt x="21112" y="33510"/>
                  </a:lnTo>
                  <a:lnTo>
                    <a:pt x="16639" y="36990"/>
                  </a:lnTo>
                  <a:lnTo>
                    <a:pt x="12286" y="40621"/>
                  </a:lnTo>
                  <a:lnTo>
                    <a:pt x="8058" y="44397"/>
                  </a:lnTo>
                  <a:lnTo>
                    <a:pt x="3961" y="48314"/>
                  </a:lnTo>
                  <a:lnTo>
                    <a:pt x="0" y="52367"/>
                  </a:lnTo>
                  <a:lnTo>
                    <a:pt x="12151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7205" y="1374939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21554" y="1374939"/>
              <a:ext cx="334332" cy="281947"/>
            </a:xfrm>
            <a:custGeom>
              <a:avLst/>
              <a:pathLst>
                <a:path w="334332" h="281947">
                  <a:moveTo>
                    <a:pt x="45651" y="0"/>
                  </a:moveTo>
                  <a:lnTo>
                    <a:pt x="42077" y="3904"/>
                  </a:lnTo>
                  <a:lnTo>
                    <a:pt x="38629" y="7920"/>
                  </a:lnTo>
                  <a:lnTo>
                    <a:pt x="35310" y="12043"/>
                  </a:lnTo>
                  <a:lnTo>
                    <a:pt x="32123" y="16269"/>
                  </a:lnTo>
                  <a:lnTo>
                    <a:pt x="29071" y="20593"/>
                  </a:lnTo>
                  <a:lnTo>
                    <a:pt x="26158" y="25012"/>
                  </a:lnTo>
                  <a:lnTo>
                    <a:pt x="23386" y="29522"/>
                  </a:lnTo>
                  <a:lnTo>
                    <a:pt x="20759" y="34116"/>
                  </a:lnTo>
                  <a:lnTo>
                    <a:pt x="18278" y="38792"/>
                  </a:lnTo>
                  <a:lnTo>
                    <a:pt x="15946" y="43543"/>
                  </a:lnTo>
                  <a:lnTo>
                    <a:pt x="13766" y="48367"/>
                  </a:lnTo>
                  <a:lnTo>
                    <a:pt x="11740" y="53256"/>
                  </a:lnTo>
                  <a:lnTo>
                    <a:pt x="9869" y="58208"/>
                  </a:lnTo>
                  <a:lnTo>
                    <a:pt x="8156" y="63216"/>
                  </a:lnTo>
                  <a:lnTo>
                    <a:pt x="6603" y="68276"/>
                  </a:lnTo>
                  <a:lnTo>
                    <a:pt x="5211" y="73382"/>
                  </a:lnTo>
                  <a:lnTo>
                    <a:pt x="3981" y="78531"/>
                  </a:lnTo>
                  <a:lnTo>
                    <a:pt x="2914" y="83715"/>
                  </a:lnTo>
                  <a:lnTo>
                    <a:pt x="2012" y="88931"/>
                  </a:lnTo>
                  <a:lnTo>
                    <a:pt x="1276" y="94172"/>
                  </a:lnTo>
                  <a:lnTo>
                    <a:pt x="706" y="99434"/>
                  </a:lnTo>
                  <a:lnTo>
                    <a:pt x="303" y="104712"/>
                  </a:lnTo>
                  <a:lnTo>
                    <a:pt x="68" y="110000"/>
                  </a:lnTo>
                  <a:lnTo>
                    <a:pt x="0" y="115292"/>
                  </a:lnTo>
                  <a:lnTo>
                    <a:pt x="99" y="120584"/>
                  </a:lnTo>
                  <a:lnTo>
                    <a:pt x="366" y="125870"/>
                  </a:lnTo>
                  <a:lnTo>
                    <a:pt x="800" y="131146"/>
                  </a:lnTo>
                  <a:lnTo>
                    <a:pt x="1401" y="136404"/>
                  </a:lnTo>
                  <a:lnTo>
                    <a:pt x="2168" y="141641"/>
                  </a:lnTo>
                  <a:lnTo>
                    <a:pt x="3100" y="146852"/>
                  </a:lnTo>
                  <a:lnTo>
                    <a:pt x="4197" y="152030"/>
                  </a:lnTo>
                  <a:lnTo>
                    <a:pt x="5458" y="157170"/>
                  </a:lnTo>
                  <a:lnTo>
                    <a:pt x="6880" y="162269"/>
                  </a:lnTo>
                  <a:lnTo>
                    <a:pt x="8463" y="167319"/>
                  </a:lnTo>
                  <a:lnTo>
                    <a:pt x="10206" y="172317"/>
                  </a:lnTo>
                  <a:lnTo>
                    <a:pt x="12105" y="177258"/>
                  </a:lnTo>
                  <a:lnTo>
                    <a:pt x="14160" y="182135"/>
                  </a:lnTo>
                  <a:lnTo>
                    <a:pt x="16369" y="186946"/>
                  </a:lnTo>
                  <a:lnTo>
                    <a:pt x="18728" y="191684"/>
                  </a:lnTo>
                  <a:lnTo>
                    <a:pt x="21237" y="196344"/>
                  </a:lnTo>
                  <a:lnTo>
                    <a:pt x="23892" y="200923"/>
                  </a:lnTo>
                  <a:lnTo>
                    <a:pt x="26690" y="205416"/>
                  </a:lnTo>
                  <a:lnTo>
                    <a:pt x="29629" y="209818"/>
                  </a:lnTo>
                  <a:lnTo>
                    <a:pt x="32706" y="214125"/>
                  </a:lnTo>
                  <a:lnTo>
                    <a:pt x="35918" y="218332"/>
                  </a:lnTo>
                  <a:lnTo>
                    <a:pt x="39262" y="222435"/>
                  </a:lnTo>
                  <a:lnTo>
                    <a:pt x="42734" y="226430"/>
                  </a:lnTo>
                  <a:lnTo>
                    <a:pt x="46330" y="230314"/>
                  </a:lnTo>
                  <a:lnTo>
                    <a:pt x="50048" y="234081"/>
                  </a:lnTo>
                  <a:lnTo>
                    <a:pt x="53883" y="237729"/>
                  </a:lnTo>
                  <a:lnTo>
                    <a:pt x="57831" y="241254"/>
                  </a:lnTo>
                  <a:lnTo>
                    <a:pt x="61889" y="244652"/>
                  </a:lnTo>
                  <a:lnTo>
                    <a:pt x="66053" y="247920"/>
                  </a:lnTo>
                  <a:lnTo>
                    <a:pt x="70318" y="251054"/>
                  </a:lnTo>
                  <a:lnTo>
                    <a:pt x="74681" y="254052"/>
                  </a:lnTo>
                  <a:lnTo>
                    <a:pt x="79135" y="256910"/>
                  </a:lnTo>
                  <a:lnTo>
                    <a:pt x="83679" y="259626"/>
                  </a:lnTo>
                  <a:lnTo>
                    <a:pt x="88306" y="262197"/>
                  </a:lnTo>
                  <a:lnTo>
                    <a:pt x="93011" y="264619"/>
                  </a:lnTo>
                  <a:lnTo>
                    <a:pt x="97792" y="266892"/>
                  </a:lnTo>
                  <a:lnTo>
                    <a:pt x="102642" y="269012"/>
                  </a:lnTo>
                  <a:lnTo>
                    <a:pt x="107556" y="270977"/>
                  </a:lnTo>
                  <a:lnTo>
                    <a:pt x="112530" y="272786"/>
                  </a:lnTo>
                  <a:lnTo>
                    <a:pt x="117559" y="274437"/>
                  </a:lnTo>
                  <a:lnTo>
                    <a:pt x="122638" y="275927"/>
                  </a:lnTo>
                  <a:lnTo>
                    <a:pt x="127762" y="277256"/>
                  </a:lnTo>
                  <a:lnTo>
                    <a:pt x="132925" y="278422"/>
                  </a:lnTo>
                  <a:lnTo>
                    <a:pt x="138122" y="279424"/>
                  </a:lnTo>
                  <a:lnTo>
                    <a:pt x="143348" y="280261"/>
                  </a:lnTo>
                  <a:lnTo>
                    <a:pt x="148598" y="280932"/>
                  </a:lnTo>
                  <a:lnTo>
                    <a:pt x="153867" y="281437"/>
                  </a:lnTo>
                  <a:lnTo>
                    <a:pt x="159150" y="281774"/>
                  </a:lnTo>
                  <a:lnTo>
                    <a:pt x="164440" y="281944"/>
                  </a:lnTo>
                  <a:lnTo>
                    <a:pt x="169733" y="281947"/>
                  </a:lnTo>
                  <a:lnTo>
                    <a:pt x="175023" y="281782"/>
                  </a:lnTo>
                  <a:lnTo>
                    <a:pt x="180306" y="281450"/>
                  </a:lnTo>
                  <a:lnTo>
                    <a:pt x="185575" y="280950"/>
                  </a:lnTo>
                  <a:lnTo>
                    <a:pt x="190826" y="280284"/>
                  </a:lnTo>
                  <a:lnTo>
                    <a:pt x="196053" y="279452"/>
                  </a:lnTo>
                  <a:lnTo>
                    <a:pt x="201251" y="278455"/>
                  </a:lnTo>
                  <a:lnTo>
                    <a:pt x="206415" y="277294"/>
                  </a:lnTo>
                  <a:lnTo>
                    <a:pt x="211540" y="275970"/>
                  </a:lnTo>
                  <a:lnTo>
                    <a:pt x="216620" y="274484"/>
                  </a:lnTo>
                  <a:lnTo>
                    <a:pt x="221651" y="272838"/>
                  </a:lnTo>
                  <a:lnTo>
                    <a:pt x="226627" y="271034"/>
                  </a:lnTo>
                  <a:lnTo>
                    <a:pt x="231543" y="269074"/>
                  </a:lnTo>
                  <a:lnTo>
                    <a:pt x="236395" y="266958"/>
                  </a:lnTo>
                  <a:lnTo>
                    <a:pt x="241178" y="264690"/>
                  </a:lnTo>
                  <a:lnTo>
                    <a:pt x="245886" y="262272"/>
                  </a:lnTo>
                  <a:lnTo>
                    <a:pt x="250515" y="259706"/>
                  </a:lnTo>
                  <a:lnTo>
                    <a:pt x="255061" y="256994"/>
                  </a:lnTo>
                  <a:lnTo>
                    <a:pt x="259519" y="254140"/>
                  </a:lnTo>
                  <a:lnTo>
                    <a:pt x="263884" y="251147"/>
                  </a:lnTo>
                  <a:lnTo>
                    <a:pt x="268152" y="248017"/>
                  </a:lnTo>
                  <a:lnTo>
                    <a:pt x="272319" y="244753"/>
                  </a:lnTo>
                  <a:lnTo>
                    <a:pt x="276380" y="241359"/>
                  </a:lnTo>
                  <a:lnTo>
                    <a:pt x="280332" y="237838"/>
                  </a:lnTo>
                  <a:lnTo>
                    <a:pt x="284171" y="234193"/>
                  </a:lnTo>
                  <a:lnTo>
                    <a:pt x="287892" y="230429"/>
                  </a:lnTo>
                  <a:lnTo>
                    <a:pt x="291492" y="226549"/>
                  </a:lnTo>
                  <a:lnTo>
                    <a:pt x="294968" y="222557"/>
                  </a:lnTo>
                  <a:lnTo>
                    <a:pt x="298315" y="218457"/>
                  </a:lnTo>
                  <a:lnTo>
                    <a:pt x="301531" y="214253"/>
                  </a:lnTo>
                  <a:lnTo>
                    <a:pt x="304612" y="209949"/>
                  </a:lnTo>
                  <a:lnTo>
                    <a:pt x="307556" y="205550"/>
                  </a:lnTo>
                  <a:lnTo>
                    <a:pt x="310358" y="201060"/>
                  </a:lnTo>
                  <a:lnTo>
                    <a:pt x="313017" y="196484"/>
                  </a:lnTo>
                  <a:lnTo>
                    <a:pt x="315530" y="191825"/>
                  </a:lnTo>
                  <a:lnTo>
                    <a:pt x="317895" y="187090"/>
                  </a:lnTo>
                  <a:lnTo>
                    <a:pt x="320108" y="182282"/>
                  </a:lnTo>
                  <a:lnTo>
                    <a:pt x="322167" y="177406"/>
                  </a:lnTo>
                  <a:lnTo>
                    <a:pt x="324072" y="172467"/>
                  </a:lnTo>
                  <a:lnTo>
                    <a:pt x="325819" y="167471"/>
                  </a:lnTo>
                  <a:lnTo>
                    <a:pt x="327407" y="162422"/>
                  </a:lnTo>
                  <a:lnTo>
                    <a:pt x="328834" y="157325"/>
                  </a:lnTo>
                  <a:lnTo>
                    <a:pt x="330099" y="152186"/>
                  </a:lnTo>
                  <a:lnTo>
                    <a:pt x="331201" y="147009"/>
                  </a:lnTo>
                  <a:lnTo>
                    <a:pt x="332139" y="141799"/>
                  </a:lnTo>
                  <a:lnTo>
                    <a:pt x="332911" y="136563"/>
                  </a:lnTo>
                  <a:lnTo>
                    <a:pt x="333517" y="131305"/>
                  </a:lnTo>
                  <a:lnTo>
                    <a:pt x="333956" y="126030"/>
                  </a:lnTo>
                  <a:lnTo>
                    <a:pt x="334228" y="120744"/>
                  </a:lnTo>
                  <a:lnTo>
                    <a:pt x="334332" y="115452"/>
                  </a:lnTo>
                  <a:lnTo>
                    <a:pt x="334269" y="110159"/>
                  </a:lnTo>
                  <a:lnTo>
                    <a:pt x="334039" y="104871"/>
                  </a:lnTo>
                  <a:lnTo>
                    <a:pt x="333641" y="99594"/>
                  </a:lnTo>
                  <a:lnTo>
                    <a:pt x="333076" y="94331"/>
                  </a:lnTo>
                  <a:lnTo>
                    <a:pt x="332345" y="89089"/>
                  </a:lnTo>
                  <a:lnTo>
                    <a:pt x="331448" y="83872"/>
                  </a:lnTo>
                  <a:lnTo>
                    <a:pt x="330386" y="78687"/>
                  </a:lnTo>
                  <a:lnTo>
                    <a:pt x="329161" y="73537"/>
                  </a:lnTo>
                  <a:lnTo>
                    <a:pt x="327774" y="68430"/>
                  </a:lnTo>
                  <a:lnTo>
                    <a:pt x="326225" y="63368"/>
                  </a:lnTo>
                  <a:lnTo>
                    <a:pt x="324517" y="58358"/>
                  </a:lnTo>
                  <a:lnTo>
                    <a:pt x="322652" y="53405"/>
                  </a:lnTo>
                  <a:lnTo>
                    <a:pt x="320630" y="48513"/>
                  </a:lnTo>
                  <a:lnTo>
                    <a:pt x="318455" y="43688"/>
                  </a:lnTo>
                  <a:lnTo>
                    <a:pt x="316127" y="38934"/>
                  </a:lnTo>
                  <a:lnTo>
                    <a:pt x="167166" y="1147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488720" y="1322571"/>
              <a:ext cx="148961" cy="167167"/>
            </a:xfrm>
            <a:custGeom>
              <a:avLst/>
              <a:pathLst>
                <a:path w="148961" h="167167">
                  <a:moveTo>
                    <a:pt x="148961" y="91302"/>
                  </a:moveTo>
                  <a:lnTo>
                    <a:pt x="146429" y="86524"/>
                  </a:lnTo>
                  <a:lnTo>
                    <a:pt x="143745" y="81831"/>
                  </a:lnTo>
                  <a:lnTo>
                    <a:pt x="140910" y="77227"/>
                  </a:lnTo>
                  <a:lnTo>
                    <a:pt x="137927" y="72717"/>
                  </a:lnTo>
                  <a:lnTo>
                    <a:pt x="134801" y="68306"/>
                  </a:lnTo>
                  <a:lnTo>
                    <a:pt x="131533" y="63998"/>
                  </a:lnTo>
                  <a:lnTo>
                    <a:pt x="128128" y="59798"/>
                  </a:lnTo>
                  <a:lnTo>
                    <a:pt x="124589" y="55711"/>
                  </a:lnTo>
                  <a:lnTo>
                    <a:pt x="120919" y="51740"/>
                  </a:lnTo>
                  <a:lnTo>
                    <a:pt x="117123" y="47890"/>
                  </a:lnTo>
                  <a:lnTo>
                    <a:pt x="113204" y="44164"/>
                  </a:lnTo>
                  <a:lnTo>
                    <a:pt x="109167" y="40568"/>
                  </a:lnTo>
                  <a:lnTo>
                    <a:pt x="105016" y="37103"/>
                  </a:lnTo>
                  <a:lnTo>
                    <a:pt x="100755" y="33775"/>
                  </a:lnTo>
                  <a:lnTo>
                    <a:pt x="96388" y="30587"/>
                  </a:lnTo>
                  <a:lnTo>
                    <a:pt x="91921" y="27541"/>
                  </a:lnTo>
                  <a:lnTo>
                    <a:pt x="87357" y="24641"/>
                  </a:lnTo>
                  <a:lnTo>
                    <a:pt x="82702" y="21891"/>
                  </a:lnTo>
                  <a:lnTo>
                    <a:pt x="77961" y="19292"/>
                  </a:lnTo>
                  <a:lnTo>
                    <a:pt x="73138" y="16848"/>
                  </a:lnTo>
                  <a:lnTo>
                    <a:pt x="68238" y="14562"/>
                  </a:lnTo>
                  <a:lnTo>
                    <a:pt x="63268" y="12435"/>
                  </a:lnTo>
                  <a:lnTo>
                    <a:pt x="58230" y="10469"/>
                  </a:lnTo>
                  <a:lnTo>
                    <a:pt x="53132" y="8668"/>
                  </a:lnTo>
                  <a:lnTo>
                    <a:pt x="47979" y="7033"/>
                  </a:lnTo>
                  <a:lnTo>
                    <a:pt x="42775" y="5565"/>
                  </a:lnTo>
                  <a:lnTo>
                    <a:pt x="37527" y="4266"/>
                  </a:lnTo>
                  <a:lnTo>
                    <a:pt x="32239" y="3138"/>
                  </a:lnTo>
                  <a:lnTo>
                    <a:pt x="26917" y="2181"/>
                  </a:lnTo>
                  <a:lnTo>
                    <a:pt x="21568" y="1397"/>
                  </a:lnTo>
                  <a:lnTo>
                    <a:pt x="16195" y="786"/>
                  </a:lnTo>
                  <a:lnTo>
                    <a:pt x="10806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9167" y="1681503"/>
              <a:ext cx="87357" cy="167167"/>
            </a:xfrm>
            <a:custGeom>
              <a:avLst/>
              <a:pathLst>
                <a:path w="87357" h="167167">
                  <a:moveTo>
                    <a:pt x="87357" y="0"/>
                  </a:moveTo>
                  <a:lnTo>
                    <a:pt x="81613" y="98"/>
                  </a:lnTo>
                  <a:lnTo>
                    <a:pt x="75876" y="394"/>
                  </a:lnTo>
                  <a:lnTo>
                    <a:pt x="70153" y="887"/>
                  </a:lnTo>
                  <a:lnTo>
                    <a:pt x="64450" y="1577"/>
                  </a:lnTo>
                  <a:lnTo>
                    <a:pt x="58773" y="2461"/>
                  </a:lnTo>
                  <a:lnTo>
                    <a:pt x="53131" y="3541"/>
                  </a:lnTo>
                  <a:lnTo>
                    <a:pt x="47529" y="4813"/>
                  </a:lnTo>
                  <a:lnTo>
                    <a:pt x="41974" y="6278"/>
                  </a:lnTo>
                  <a:lnTo>
                    <a:pt x="36473" y="7932"/>
                  </a:lnTo>
                  <a:lnTo>
                    <a:pt x="31031" y="9775"/>
                  </a:lnTo>
                  <a:lnTo>
                    <a:pt x="25657" y="11803"/>
                  </a:lnTo>
                  <a:lnTo>
                    <a:pt x="20355" y="14015"/>
                  </a:lnTo>
                  <a:lnTo>
                    <a:pt x="15132" y="16407"/>
                  </a:lnTo>
                  <a:lnTo>
                    <a:pt x="9994" y="18978"/>
                  </a:lnTo>
                  <a:lnTo>
                    <a:pt x="4948" y="21724"/>
                  </a:lnTo>
                  <a:lnTo>
                    <a:pt x="0" y="24641"/>
                  </a:lnTo>
                  <a:lnTo>
                    <a:pt x="8735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9167" y="1706145"/>
              <a:ext cx="87357" cy="142525"/>
            </a:xfrm>
            <a:custGeom>
              <a:avLst/>
              <a:pathLst>
                <a:path w="87357" h="142525">
                  <a:moveTo>
                    <a:pt x="0" y="0"/>
                  </a:moveTo>
                  <a:lnTo>
                    <a:pt x="87357" y="1425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19361" y="1681503"/>
              <a:ext cx="334316" cy="334332"/>
            </a:xfrm>
            <a:custGeom>
              <a:avLst/>
              <a:pathLst>
                <a:path w="334316" h="334332">
                  <a:moveTo>
                    <a:pt x="79805" y="24641"/>
                  </a:moveTo>
                  <a:lnTo>
                    <a:pt x="75335" y="27479"/>
                  </a:lnTo>
                  <a:lnTo>
                    <a:pt x="70957" y="30458"/>
                  </a:lnTo>
                  <a:lnTo>
                    <a:pt x="66675" y="33573"/>
                  </a:lnTo>
                  <a:lnTo>
                    <a:pt x="62495" y="36823"/>
                  </a:lnTo>
                  <a:lnTo>
                    <a:pt x="58419" y="40203"/>
                  </a:lnTo>
                  <a:lnTo>
                    <a:pt x="54453" y="43711"/>
                  </a:lnTo>
                  <a:lnTo>
                    <a:pt x="50599" y="47342"/>
                  </a:lnTo>
                  <a:lnTo>
                    <a:pt x="46863" y="51094"/>
                  </a:lnTo>
                  <a:lnTo>
                    <a:pt x="43247" y="54962"/>
                  </a:lnTo>
                  <a:lnTo>
                    <a:pt x="39756" y="58943"/>
                  </a:lnTo>
                  <a:lnTo>
                    <a:pt x="36392" y="63032"/>
                  </a:lnTo>
                  <a:lnTo>
                    <a:pt x="33160" y="67226"/>
                  </a:lnTo>
                  <a:lnTo>
                    <a:pt x="30062" y="71520"/>
                  </a:lnTo>
                  <a:lnTo>
                    <a:pt x="27101" y="75910"/>
                  </a:lnTo>
                  <a:lnTo>
                    <a:pt x="24281" y="80392"/>
                  </a:lnTo>
                  <a:lnTo>
                    <a:pt x="21605" y="84960"/>
                  </a:lnTo>
                  <a:lnTo>
                    <a:pt x="19074" y="89611"/>
                  </a:lnTo>
                  <a:lnTo>
                    <a:pt x="16693" y="94340"/>
                  </a:lnTo>
                  <a:lnTo>
                    <a:pt x="14462" y="99142"/>
                  </a:lnTo>
                  <a:lnTo>
                    <a:pt x="12384" y="104012"/>
                  </a:lnTo>
                  <a:lnTo>
                    <a:pt x="10461" y="108946"/>
                  </a:lnTo>
                  <a:lnTo>
                    <a:pt x="8696" y="113938"/>
                  </a:lnTo>
                  <a:lnTo>
                    <a:pt x="7090" y="118983"/>
                  </a:lnTo>
                  <a:lnTo>
                    <a:pt x="5644" y="124077"/>
                  </a:lnTo>
                  <a:lnTo>
                    <a:pt x="4360" y="129214"/>
                  </a:lnTo>
                  <a:lnTo>
                    <a:pt x="3240" y="134389"/>
                  </a:lnTo>
                  <a:lnTo>
                    <a:pt x="2284" y="139597"/>
                  </a:lnTo>
                  <a:lnTo>
                    <a:pt x="1494" y="144833"/>
                  </a:lnTo>
                  <a:lnTo>
                    <a:pt x="869" y="150091"/>
                  </a:lnTo>
                  <a:lnTo>
                    <a:pt x="412" y="155366"/>
                  </a:lnTo>
                  <a:lnTo>
                    <a:pt x="122" y="160653"/>
                  </a:lnTo>
                  <a:lnTo>
                    <a:pt x="0" y="165946"/>
                  </a:lnTo>
                  <a:lnTo>
                    <a:pt x="45" y="171241"/>
                  </a:lnTo>
                  <a:lnTo>
                    <a:pt x="258" y="176532"/>
                  </a:lnTo>
                  <a:lnTo>
                    <a:pt x="638" y="181813"/>
                  </a:lnTo>
                  <a:lnTo>
                    <a:pt x="1185" y="187080"/>
                  </a:lnTo>
                  <a:lnTo>
                    <a:pt x="1899" y="192326"/>
                  </a:lnTo>
                  <a:lnTo>
                    <a:pt x="2779" y="197548"/>
                  </a:lnTo>
                  <a:lnTo>
                    <a:pt x="3824" y="202738"/>
                  </a:lnTo>
                  <a:lnTo>
                    <a:pt x="5032" y="207894"/>
                  </a:lnTo>
                  <a:lnTo>
                    <a:pt x="6403" y="213008"/>
                  </a:lnTo>
                  <a:lnTo>
                    <a:pt x="7936" y="218076"/>
                  </a:lnTo>
                  <a:lnTo>
                    <a:pt x="9628" y="223094"/>
                  </a:lnTo>
                  <a:lnTo>
                    <a:pt x="11478" y="228055"/>
                  </a:lnTo>
                  <a:lnTo>
                    <a:pt x="13485" y="232955"/>
                  </a:lnTo>
                  <a:lnTo>
                    <a:pt x="15645" y="237789"/>
                  </a:lnTo>
                  <a:lnTo>
                    <a:pt x="17958" y="242552"/>
                  </a:lnTo>
                  <a:lnTo>
                    <a:pt x="20420" y="247240"/>
                  </a:lnTo>
                  <a:lnTo>
                    <a:pt x="23030" y="251847"/>
                  </a:lnTo>
                  <a:lnTo>
                    <a:pt x="25784" y="256369"/>
                  </a:lnTo>
                  <a:lnTo>
                    <a:pt x="28680" y="260802"/>
                  </a:lnTo>
                  <a:lnTo>
                    <a:pt x="31715" y="265141"/>
                  </a:lnTo>
                  <a:lnTo>
                    <a:pt x="34886" y="269381"/>
                  </a:lnTo>
                  <a:lnTo>
                    <a:pt x="38189" y="273519"/>
                  </a:lnTo>
                  <a:lnTo>
                    <a:pt x="41622" y="277551"/>
                  </a:lnTo>
                  <a:lnTo>
                    <a:pt x="45181" y="281471"/>
                  </a:lnTo>
                  <a:lnTo>
                    <a:pt x="48862" y="285277"/>
                  </a:lnTo>
                  <a:lnTo>
                    <a:pt x="52662" y="288964"/>
                  </a:lnTo>
                  <a:lnTo>
                    <a:pt x="56577" y="292530"/>
                  </a:lnTo>
                  <a:lnTo>
                    <a:pt x="60603" y="295969"/>
                  </a:lnTo>
                  <a:lnTo>
                    <a:pt x="64735" y="299279"/>
                  </a:lnTo>
                  <a:lnTo>
                    <a:pt x="68971" y="302457"/>
                  </a:lnTo>
                  <a:lnTo>
                    <a:pt x="73305" y="305499"/>
                  </a:lnTo>
                  <a:lnTo>
                    <a:pt x="77733" y="308402"/>
                  </a:lnTo>
                  <a:lnTo>
                    <a:pt x="82251" y="311163"/>
                  </a:lnTo>
                  <a:lnTo>
                    <a:pt x="86854" y="313780"/>
                  </a:lnTo>
                  <a:lnTo>
                    <a:pt x="91537" y="316250"/>
                  </a:lnTo>
                  <a:lnTo>
                    <a:pt x="96297" y="318570"/>
                  </a:lnTo>
                  <a:lnTo>
                    <a:pt x="101127" y="320739"/>
                  </a:lnTo>
                  <a:lnTo>
                    <a:pt x="106024" y="322753"/>
                  </a:lnTo>
                  <a:lnTo>
                    <a:pt x="110982" y="324611"/>
                  </a:lnTo>
                  <a:lnTo>
                    <a:pt x="115997" y="326312"/>
                  </a:lnTo>
                  <a:lnTo>
                    <a:pt x="121063" y="327852"/>
                  </a:lnTo>
                  <a:lnTo>
                    <a:pt x="126175" y="329232"/>
                  </a:lnTo>
                  <a:lnTo>
                    <a:pt x="131328" y="330448"/>
                  </a:lnTo>
                  <a:lnTo>
                    <a:pt x="136517" y="331501"/>
                  </a:lnTo>
                  <a:lnTo>
                    <a:pt x="141737" y="332390"/>
                  </a:lnTo>
                  <a:lnTo>
                    <a:pt x="146983" y="333112"/>
                  </a:lnTo>
                  <a:lnTo>
                    <a:pt x="152248" y="333668"/>
                  </a:lnTo>
                  <a:lnTo>
                    <a:pt x="157529" y="334057"/>
                  </a:lnTo>
                  <a:lnTo>
                    <a:pt x="162819" y="334278"/>
                  </a:lnTo>
                  <a:lnTo>
                    <a:pt x="168114" y="334332"/>
                  </a:lnTo>
                  <a:lnTo>
                    <a:pt x="173408" y="334218"/>
                  </a:lnTo>
                  <a:lnTo>
                    <a:pt x="178695" y="333936"/>
                  </a:lnTo>
                  <a:lnTo>
                    <a:pt x="183971" y="333487"/>
                  </a:lnTo>
                  <a:lnTo>
                    <a:pt x="189230" y="332871"/>
                  </a:lnTo>
                  <a:lnTo>
                    <a:pt x="194467" y="332089"/>
                  </a:lnTo>
                  <a:lnTo>
                    <a:pt x="199676" y="331142"/>
                  </a:lnTo>
                  <a:lnTo>
                    <a:pt x="204853" y="330030"/>
                  </a:lnTo>
                  <a:lnTo>
                    <a:pt x="209992" y="328755"/>
                  </a:lnTo>
                  <a:lnTo>
                    <a:pt x="215088" y="327317"/>
                  </a:lnTo>
                  <a:lnTo>
                    <a:pt x="220136" y="325719"/>
                  </a:lnTo>
                  <a:lnTo>
                    <a:pt x="225131" y="323962"/>
                  </a:lnTo>
                  <a:lnTo>
                    <a:pt x="230068" y="322047"/>
                  </a:lnTo>
                  <a:lnTo>
                    <a:pt x="234941" y="319977"/>
                  </a:lnTo>
                  <a:lnTo>
                    <a:pt x="239747" y="317754"/>
                  </a:lnTo>
                  <a:lnTo>
                    <a:pt x="244480" y="315380"/>
                  </a:lnTo>
                  <a:lnTo>
                    <a:pt x="249135" y="312857"/>
                  </a:lnTo>
                  <a:lnTo>
                    <a:pt x="253708" y="310187"/>
                  </a:lnTo>
                  <a:lnTo>
                    <a:pt x="258194" y="307375"/>
                  </a:lnTo>
                  <a:lnTo>
                    <a:pt x="262589" y="304421"/>
                  </a:lnTo>
                  <a:lnTo>
                    <a:pt x="266888" y="301330"/>
                  </a:lnTo>
                  <a:lnTo>
                    <a:pt x="271087" y="298105"/>
                  </a:lnTo>
                  <a:lnTo>
                    <a:pt x="275181" y="294748"/>
                  </a:lnTo>
                  <a:lnTo>
                    <a:pt x="279168" y="291263"/>
                  </a:lnTo>
                  <a:lnTo>
                    <a:pt x="283042" y="287653"/>
                  </a:lnTo>
                  <a:lnTo>
                    <a:pt x="286800" y="283923"/>
                  </a:lnTo>
                  <a:lnTo>
                    <a:pt x="290437" y="280075"/>
                  </a:lnTo>
                  <a:lnTo>
                    <a:pt x="293951" y="276114"/>
                  </a:lnTo>
                  <a:lnTo>
                    <a:pt x="297338" y="272044"/>
                  </a:lnTo>
                  <a:lnTo>
                    <a:pt x="300594" y="267869"/>
                  </a:lnTo>
                  <a:lnTo>
                    <a:pt x="303717" y="263593"/>
                  </a:lnTo>
                  <a:lnTo>
                    <a:pt x="306702" y="259220"/>
                  </a:lnTo>
                  <a:lnTo>
                    <a:pt x="309547" y="254754"/>
                  </a:lnTo>
                  <a:lnTo>
                    <a:pt x="312250" y="250201"/>
                  </a:lnTo>
                  <a:lnTo>
                    <a:pt x="314807" y="245564"/>
                  </a:lnTo>
                  <a:lnTo>
                    <a:pt x="317216" y="240849"/>
                  </a:lnTo>
                  <a:lnTo>
                    <a:pt x="319474" y="236060"/>
                  </a:lnTo>
                  <a:lnTo>
                    <a:pt x="321579" y="231201"/>
                  </a:lnTo>
                  <a:lnTo>
                    <a:pt x="323530" y="226279"/>
                  </a:lnTo>
                  <a:lnTo>
                    <a:pt x="325323" y="221297"/>
                  </a:lnTo>
                  <a:lnTo>
                    <a:pt x="326958" y="216261"/>
                  </a:lnTo>
                  <a:lnTo>
                    <a:pt x="328433" y="211175"/>
                  </a:lnTo>
                  <a:lnTo>
                    <a:pt x="329746" y="206046"/>
                  </a:lnTo>
                  <a:lnTo>
                    <a:pt x="330896" y="200877"/>
                  </a:lnTo>
                  <a:lnTo>
                    <a:pt x="331881" y="195675"/>
                  </a:lnTo>
                  <a:lnTo>
                    <a:pt x="332701" y="190444"/>
                  </a:lnTo>
                  <a:lnTo>
                    <a:pt x="333356" y="185189"/>
                  </a:lnTo>
                  <a:lnTo>
                    <a:pt x="333843" y="179917"/>
                  </a:lnTo>
                  <a:lnTo>
                    <a:pt x="334163" y="174632"/>
                  </a:lnTo>
                  <a:lnTo>
                    <a:pt x="334316" y="169339"/>
                  </a:lnTo>
                  <a:lnTo>
                    <a:pt x="334301" y="164044"/>
                  </a:lnTo>
                  <a:lnTo>
                    <a:pt x="334118" y="158752"/>
                  </a:lnTo>
                  <a:lnTo>
                    <a:pt x="333768" y="153469"/>
                  </a:lnTo>
                  <a:lnTo>
                    <a:pt x="333250" y="148199"/>
                  </a:lnTo>
                  <a:lnTo>
                    <a:pt x="332566" y="142949"/>
                  </a:lnTo>
                  <a:lnTo>
                    <a:pt x="331716" y="137722"/>
                  </a:lnTo>
                  <a:lnTo>
                    <a:pt x="330701" y="132526"/>
                  </a:lnTo>
                  <a:lnTo>
                    <a:pt x="329522" y="127364"/>
                  </a:lnTo>
                  <a:lnTo>
                    <a:pt x="328180" y="122242"/>
                  </a:lnTo>
                  <a:lnTo>
                    <a:pt x="326676" y="117165"/>
                  </a:lnTo>
                  <a:lnTo>
                    <a:pt x="325013" y="112138"/>
                  </a:lnTo>
                  <a:lnTo>
                    <a:pt x="323191" y="107166"/>
                  </a:lnTo>
                  <a:lnTo>
                    <a:pt x="321212" y="102255"/>
                  </a:lnTo>
                  <a:lnTo>
                    <a:pt x="319079" y="97409"/>
                  </a:lnTo>
                  <a:lnTo>
                    <a:pt x="316794" y="92632"/>
                  </a:lnTo>
                  <a:lnTo>
                    <a:pt x="314358" y="87931"/>
                  </a:lnTo>
                  <a:lnTo>
                    <a:pt x="311775" y="83309"/>
                  </a:lnTo>
                  <a:lnTo>
                    <a:pt x="309047" y="78771"/>
                  </a:lnTo>
                  <a:lnTo>
                    <a:pt x="306176" y="74322"/>
                  </a:lnTo>
                  <a:lnTo>
                    <a:pt x="303166" y="69966"/>
                  </a:lnTo>
                  <a:lnTo>
                    <a:pt x="300019" y="65707"/>
                  </a:lnTo>
                  <a:lnTo>
                    <a:pt x="296739" y="61550"/>
                  </a:lnTo>
                  <a:lnTo>
                    <a:pt x="293329" y="57500"/>
                  </a:lnTo>
                  <a:lnTo>
                    <a:pt x="289793" y="53559"/>
                  </a:lnTo>
                  <a:lnTo>
                    <a:pt x="286133" y="49732"/>
                  </a:lnTo>
                  <a:lnTo>
                    <a:pt x="282354" y="46023"/>
                  </a:lnTo>
                  <a:lnTo>
                    <a:pt x="278460" y="42436"/>
                  </a:lnTo>
                  <a:lnTo>
                    <a:pt x="274454" y="38973"/>
                  </a:lnTo>
                  <a:lnTo>
                    <a:pt x="270340" y="35640"/>
                  </a:lnTo>
                  <a:lnTo>
                    <a:pt x="266123" y="32438"/>
                  </a:lnTo>
                  <a:lnTo>
                    <a:pt x="261806" y="29372"/>
                  </a:lnTo>
                  <a:lnTo>
                    <a:pt x="257394" y="26443"/>
                  </a:lnTo>
                  <a:lnTo>
                    <a:pt x="252892" y="23656"/>
                  </a:lnTo>
                  <a:lnTo>
                    <a:pt x="248304" y="21013"/>
                  </a:lnTo>
                  <a:lnTo>
                    <a:pt x="243635" y="18517"/>
                  </a:lnTo>
                  <a:lnTo>
                    <a:pt x="238889" y="16169"/>
                  </a:lnTo>
                  <a:lnTo>
                    <a:pt x="234071" y="13973"/>
                  </a:lnTo>
                  <a:lnTo>
                    <a:pt x="229185" y="11931"/>
                  </a:lnTo>
                  <a:lnTo>
                    <a:pt x="224238" y="10045"/>
                  </a:lnTo>
                  <a:lnTo>
                    <a:pt x="219233" y="8316"/>
                  </a:lnTo>
                  <a:lnTo>
                    <a:pt x="214176" y="6747"/>
                  </a:lnTo>
                  <a:lnTo>
                    <a:pt x="209072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6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0047" y="2126963"/>
              <a:ext cx="41240" cy="167167"/>
            </a:xfrm>
            <a:custGeom>
              <a:avLst/>
              <a:pathLst>
                <a:path w="41240" h="167167">
                  <a:moveTo>
                    <a:pt x="41240" y="0"/>
                  </a:moveTo>
                  <a:lnTo>
                    <a:pt x="34297" y="144"/>
                  </a:lnTo>
                  <a:lnTo>
                    <a:pt x="27366" y="576"/>
                  </a:lnTo>
                  <a:lnTo>
                    <a:pt x="20458" y="1296"/>
                  </a:lnTo>
                  <a:lnTo>
                    <a:pt x="13587" y="2303"/>
                  </a:lnTo>
                  <a:lnTo>
                    <a:pt x="6764" y="3593"/>
                  </a:lnTo>
                  <a:lnTo>
                    <a:pt x="0" y="5166"/>
                  </a:lnTo>
                  <a:lnTo>
                    <a:pt x="4124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0047" y="213213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14127" y="2128582"/>
              <a:ext cx="334324" cy="332709"/>
            </a:xfrm>
            <a:custGeom>
              <a:avLst/>
              <a:pathLst>
                <a:path w="334324" h="332709">
                  <a:moveTo>
                    <a:pt x="125919" y="3547"/>
                  </a:moveTo>
                  <a:lnTo>
                    <a:pt x="120807" y="4935"/>
                  </a:lnTo>
                  <a:lnTo>
                    <a:pt x="115741" y="6485"/>
                  </a:lnTo>
                  <a:lnTo>
                    <a:pt x="110726" y="8194"/>
                  </a:lnTo>
                  <a:lnTo>
                    <a:pt x="105769" y="10061"/>
                  </a:lnTo>
                  <a:lnTo>
                    <a:pt x="100873" y="12084"/>
                  </a:lnTo>
                  <a:lnTo>
                    <a:pt x="96043" y="14262"/>
                  </a:lnTo>
                  <a:lnTo>
                    <a:pt x="91285" y="16591"/>
                  </a:lnTo>
                  <a:lnTo>
                    <a:pt x="86604" y="19070"/>
                  </a:lnTo>
                  <a:lnTo>
                    <a:pt x="82003" y="21696"/>
                  </a:lnTo>
                  <a:lnTo>
                    <a:pt x="77487" y="24466"/>
                  </a:lnTo>
                  <a:lnTo>
                    <a:pt x="73062" y="27379"/>
                  </a:lnTo>
                  <a:lnTo>
                    <a:pt x="68731" y="30430"/>
                  </a:lnTo>
                  <a:lnTo>
                    <a:pt x="64499" y="33616"/>
                  </a:lnTo>
                  <a:lnTo>
                    <a:pt x="60371" y="36935"/>
                  </a:lnTo>
                  <a:lnTo>
                    <a:pt x="56349" y="40384"/>
                  </a:lnTo>
                  <a:lnTo>
                    <a:pt x="52439" y="43958"/>
                  </a:lnTo>
                  <a:lnTo>
                    <a:pt x="48644" y="47654"/>
                  </a:lnTo>
                  <a:lnTo>
                    <a:pt x="44967" y="51468"/>
                  </a:lnTo>
                  <a:lnTo>
                    <a:pt x="41414" y="55397"/>
                  </a:lnTo>
                  <a:lnTo>
                    <a:pt x="37987" y="59437"/>
                  </a:lnTo>
                  <a:lnTo>
                    <a:pt x="34690" y="63583"/>
                  </a:lnTo>
                  <a:lnTo>
                    <a:pt x="31525" y="67832"/>
                  </a:lnTo>
                  <a:lnTo>
                    <a:pt x="28497" y="72179"/>
                  </a:lnTo>
                  <a:lnTo>
                    <a:pt x="25608" y="76619"/>
                  </a:lnTo>
                  <a:lnTo>
                    <a:pt x="22862" y="81149"/>
                  </a:lnTo>
                  <a:lnTo>
                    <a:pt x="20260" y="85764"/>
                  </a:lnTo>
                  <a:lnTo>
                    <a:pt x="17805" y="90459"/>
                  </a:lnTo>
                  <a:lnTo>
                    <a:pt x="15501" y="95229"/>
                  </a:lnTo>
                  <a:lnTo>
                    <a:pt x="13349" y="100070"/>
                  </a:lnTo>
                  <a:lnTo>
                    <a:pt x="11352" y="104976"/>
                  </a:lnTo>
                  <a:lnTo>
                    <a:pt x="9511" y="109943"/>
                  </a:lnTo>
                  <a:lnTo>
                    <a:pt x="7828" y="114967"/>
                  </a:lnTo>
                  <a:lnTo>
                    <a:pt x="6305" y="120041"/>
                  </a:lnTo>
                  <a:lnTo>
                    <a:pt x="4944" y="125160"/>
                  </a:lnTo>
                  <a:lnTo>
                    <a:pt x="3746" y="130321"/>
                  </a:lnTo>
                  <a:lnTo>
                    <a:pt x="2712" y="135516"/>
                  </a:lnTo>
                  <a:lnTo>
                    <a:pt x="1843" y="140742"/>
                  </a:lnTo>
                  <a:lnTo>
                    <a:pt x="1140" y="145993"/>
                  </a:lnTo>
                  <a:lnTo>
                    <a:pt x="603" y="151263"/>
                  </a:lnTo>
                  <a:lnTo>
                    <a:pt x="234" y="156548"/>
                  </a:lnTo>
                  <a:lnTo>
                    <a:pt x="33" y="161841"/>
                  </a:lnTo>
                  <a:lnTo>
                    <a:pt x="0" y="167139"/>
                  </a:lnTo>
                  <a:lnTo>
                    <a:pt x="134" y="172435"/>
                  </a:lnTo>
                  <a:lnTo>
                    <a:pt x="436" y="177724"/>
                  </a:lnTo>
                  <a:lnTo>
                    <a:pt x="905" y="183000"/>
                  </a:lnTo>
                  <a:lnTo>
                    <a:pt x="1542" y="188260"/>
                  </a:lnTo>
                  <a:lnTo>
                    <a:pt x="2345" y="193496"/>
                  </a:lnTo>
                  <a:lnTo>
                    <a:pt x="3313" y="198704"/>
                  </a:lnTo>
                  <a:lnTo>
                    <a:pt x="4446" y="203879"/>
                  </a:lnTo>
                  <a:lnTo>
                    <a:pt x="5742" y="209016"/>
                  </a:lnTo>
                  <a:lnTo>
                    <a:pt x="7201" y="214109"/>
                  </a:lnTo>
                  <a:lnTo>
                    <a:pt x="8820" y="219153"/>
                  </a:lnTo>
                  <a:lnTo>
                    <a:pt x="10598" y="224143"/>
                  </a:lnTo>
                  <a:lnTo>
                    <a:pt x="12533" y="229074"/>
                  </a:lnTo>
                  <a:lnTo>
                    <a:pt x="14624" y="233942"/>
                  </a:lnTo>
                  <a:lnTo>
                    <a:pt x="16867" y="238741"/>
                  </a:lnTo>
                  <a:lnTo>
                    <a:pt x="19262" y="243466"/>
                  </a:lnTo>
                  <a:lnTo>
                    <a:pt x="21805" y="248114"/>
                  </a:lnTo>
                  <a:lnTo>
                    <a:pt x="24494" y="252678"/>
                  </a:lnTo>
                  <a:lnTo>
                    <a:pt x="27327" y="257155"/>
                  </a:lnTo>
                  <a:lnTo>
                    <a:pt x="30300" y="261539"/>
                  </a:lnTo>
                  <a:lnTo>
                    <a:pt x="33410" y="265828"/>
                  </a:lnTo>
                  <a:lnTo>
                    <a:pt x="36655" y="270015"/>
                  </a:lnTo>
                  <a:lnTo>
                    <a:pt x="40030" y="274098"/>
                  </a:lnTo>
                  <a:lnTo>
                    <a:pt x="43534" y="278072"/>
                  </a:lnTo>
                  <a:lnTo>
                    <a:pt x="47161" y="281932"/>
                  </a:lnTo>
                  <a:lnTo>
                    <a:pt x="50909" y="285676"/>
                  </a:lnTo>
                  <a:lnTo>
                    <a:pt x="54774" y="289300"/>
                  </a:lnTo>
                  <a:lnTo>
                    <a:pt x="58752" y="292798"/>
                  </a:lnTo>
                  <a:lnTo>
                    <a:pt x="62838" y="296170"/>
                  </a:lnTo>
                  <a:lnTo>
                    <a:pt x="67030" y="299409"/>
                  </a:lnTo>
                  <a:lnTo>
                    <a:pt x="71321" y="302515"/>
                  </a:lnTo>
                  <a:lnTo>
                    <a:pt x="75710" y="305483"/>
                  </a:lnTo>
                  <a:lnTo>
                    <a:pt x="80190" y="308310"/>
                  </a:lnTo>
                  <a:lnTo>
                    <a:pt x="84757" y="310994"/>
                  </a:lnTo>
                  <a:lnTo>
                    <a:pt x="89407" y="313532"/>
                  </a:lnTo>
                  <a:lnTo>
                    <a:pt x="94135" y="315922"/>
                  </a:lnTo>
                  <a:lnTo>
                    <a:pt x="98936" y="318160"/>
                  </a:lnTo>
                  <a:lnTo>
                    <a:pt x="103806" y="320245"/>
                  </a:lnTo>
                  <a:lnTo>
                    <a:pt x="108740" y="322175"/>
                  </a:lnTo>
                  <a:lnTo>
                    <a:pt x="113732" y="323947"/>
                  </a:lnTo>
                  <a:lnTo>
                    <a:pt x="118778" y="325561"/>
                  </a:lnTo>
                  <a:lnTo>
                    <a:pt x="123873" y="327013"/>
                  </a:lnTo>
                  <a:lnTo>
                    <a:pt x="129011" y="328304"/>
                  </a:lnTo>
                  <a:lnTo>
                    <a:pt x="134187" y="329431"/>
                  </a:lnTo>
                  <a:lnTo>
                    <a:pt x="139396" y="330394"/>
                  </a:lnTo>
                  <a:lnTo>
                    <a:pt x="144633" y="331190"/>
                  </a:lnTo>
                  <a:lnTo>
                    <a:pt x="149893" y="331821"/>
                  </a:lnTo>
                  <a:lnTo>
                    <a:pt x="155171" y="332285"/>
                  </a:lnTo>
                  <a:lnTo>
                    <a:pt x="160460" y="332581"/>
                  </a:lnTo>
                  <a:lnTo>
                    <a:pt x="165756" y="332709"/>
                  </a:lnTo>
                  <a:lnTo>
                    <a:pt x="171053" y="332670"/>
                  </a:lnTo>
                  <a:lnTo>
                    <a:pt x="176347" y="332462"/>
                  </a:lnTo>
                  <a:lnTo>
                    <a:pt x="181631" y="332088"/>
                  </a:lnTo>
                  <a:lnTo>
                    <a:pt x="186901" y="331545"/>
                  </a:lnTo>
                  <a:lnTo>
                    <a:pt x="192151" y="330836"/>
                  </a:lnTo>
                  <a:lnTo>
                    <a:pt x="197376" y="329962"/>
                  </a:lnTo>
                  <a:lnTo>
                    <a:pt x="202570" y="328922"/>
                  </a:lnTo>
                  <a:lnTo>
                    <a:pt x="207729" y="327718"/>
                  </a:lnTo>
                  <a:lnTo>
                    <a:pt x="212847" y="326351"/>
                  </a:lnTo>
                  <a:lnTo>
                    <a:pt x="217919" y="324822"/>
                  </a:lnTo>
                  <a:lnTo>
                    <a:pt x="222941" y="323134"/>
                  </a:lnTo>
                  <a:lnTo>
                    <a:pt x="227906" y="321287"/>
                  </a:lnTo>
                  <a:lnTo>
                    <a:pt x="232810" y="319284"/>
                  </a:lnTo>
                  <a:lnTo>
                    <a:pt x="237649" y="317127"/>
                  </a:lnTo>
                  <a:lnTo>
                    <a:pt x="242416" y="314817"/>
                  </a:lnTo>
                  <a:lnTo>
                    <a:pt x="247108" y="312358"/>
                  </a:lnTo>
                  <a:lnTo>
                    <a:pt x="251720" y="309751"/>
                  </a:lnTo>
                  <a:lnTo>
                    <a:pt x="256247" y="306999"/>
                  </a:lnTo>
                  <a:lnTo>
                    <a:pt x="260684" y="304105"/>
                  </a:lnTo>
                  <a:lnTo>
                    <a:pt x="265027" y="301072"/>
                  </a:lnTo>
                  <a:lnTo>
                    <a:pt x="269272" y="297903"/>
                  </a:lnTo>
                  <a:lnTo>
                    <a:pt x="273415" y="294601"/>
                  </a:lnTo>
                  <a:lnTo>
                    <a:pt x="277451" y="291169"/>
                  </a:lnTo>
                  <a:lnTo>
                    <a:pt x="281376" y="287611"/>
                  </a:lnTo>
                  <a:lnTo>
                    <a:pt x="285186" y="283931"/>
                  </a:lnTo>
                  <a:lnTo>
                    <a:pt x="288878" y="280132"/>
                  </a:lnTo>
                  <a:lnTo>
                    <a:pt x="292448" y="276217"/>
                  </a:lnTo>
                  <a:lnTo>
                    <a:pt x="295891" y="272192"/>
                  </a:lnTo>
                  <a:lnTo>
                    <a:pt x="299206" y="268059"/>
                  </a:lnTo>
                  <a:lnTo>
                    <a:pt x="302388" y="263824"/>
                  </a:lnTo>
                  <a:lnTo>
                    <a:pt x="305434" y="259490"/>
                  </a:lnTo>
                  <a:lnTo>
                    <a:pt x="308341" y="255061"/>
                  </a:lnTo>
                  <a:lnTo>
                    <a:pt x="311107" y="250543"/>
                  </a:lnTo>
                  <a:lnTo>
                    <a:pt x="313728" y="245939"/>
                  </a:lnTo>
                  <a:lnTo>
                    <a:pt x="316201" y="241254"/>
                  </a:lnTo>
                  <a:lnTo>
                    <a:pt x="318525" y="236494"/>
                  </a:lnTo>
                  <a:lnTo>
                    <a:pt x="320697" y="231662"/>
                  </a:lnTo>
                  <a:lnTo>
                    <a:pt x="322715" y="226764"/>
                  </a:lnTo>
                  <a:lnTo>
                    <a:pt x="324577" y="221804"/>
                  </a:lnTo>
                  <a:lnTo>
                    <a:pt x="326280" y="216788"/>
                  </a:lnTo>
                  <a:lnTo>
                    <a:pt x="327824" y="211720"/>
                  </a:lnTo>
                  <a:lnTo>
                    <a:pt x="329206" y="206606"/>
                  </a:lnTo>
                  <a:lnTo>
                    <a:pt x="330426" y="201451"/>
                  </a:lnTo>
                  <a:lnTo>
                    <a:pt x="331481" y="196259"/>
                  </a:lnTo>
                  <a:lnTo>
                    <a:pt x="332372" y="191037"/>
                  </a:lnTo>
                  <a:lnTo>
                    <a:pt x="333097" y="185790"/>
                  </a:lnTo>
                  <a:lnTo>
                    <a:pt x="333655" y="180521"/>
                  </a:lnTo>
                  <a:lnTo>
                    <a:pt x="334046" y="175238"/>
                  </a:lnTo>
                  <a:lnTo>
                    <a:pt x="334269" y="169945"/>
                  </a:lnTo>
                  <a:lnTo>
                    <a:pt x="334324" y="164648"/>
                  </a:lnTo>
                  <a:lnTo>
                    <a:pt x="334212" y="159352"/>
                  </a:lnTo>
                  <a:lnTo>
                    <a:pt x="333932" y="154062"/>
                  </a:lnTo>
                  <a:lnTo>
                    <a:pt x="333484" y="148783"/>
                  </a:lnTo>
                  <a:lnTo>
                    <a:pt x="332869" y="143521"/>
                  </a:lnTo>
                  <a:lnTo>
                    <a:pt x="332088" y="138282"/>
                  </a:lnTo>
                  <a:lnTo>
                    <a:pt x="331141" y="133069"/>
                  </a:lnTo>
                  <a:lnTo>
                    <a:pt x="330030" y="127890"/>
                  </a:lnTo>
                  <a:lnTo>
                    <a:pt x="328755" y="122748"/>
                  </a:lnTo>
                  <a:lnTo>
                    <a:pt x="327318" y="117649"/>
                  </a:lnTo>
                  <a:lnTo>
                    <a:pt x="325720" y="112598"/>
                  </a:lnTo>
                  <a:lnTo>
                    <a:pt x="323962" y="107601"/>
                  </a:lnTo>
                  <a:lnTo>
                    <a:pt x="322047" y="102661"/>
                  </a:lnTo>
                  <a:lnTo>
                    <a:pt x="319977" y="97785"/>
                  </a:lnTo>
                  <a:lnTo>
                    <a:pt x="317753" y="92977"/>
                  </a:lnTo>
                  <a:lnTo>
                    <a:pt x="315378" y="88242"/>
                  </a:lnTo>
                  <a:lnTo>
                    <a:pt x="312854" y="83584"/>
                  </a:lnTo>
                  <a:lnTo>
                    <a:pt x="310184" y="79009"/>
                  </a:lnTo>
                  <a:lnTo>
                    <a:pt x="307370" y="74520"/>
                  </a:lnTo>
                  <a:lnTo>
                    <a:pt x="304415" y="70123"/>
                  </a:lnTo>
                  <a:lnTo>
                    <a:pt x="301323" y="65822"/>
                  </a:lnTo>
                  <a:lnTo>
                    <a:pt x="298095" y="61621"/>
                  </a:lnTo>
                  <a:lnTo>
                    <a:pt x="294736" y="57524"/>
                  </a:lnTo>
                  <a:lnTo>
                    <a:pt x="291250" y="53536"/>
                  </a:lnTo>
                  <a:lnTo>
                    <a:pt x="287638" y="49660"/>
                  </a:lnTo>
                  <a:lnTo>
                    <a:pt x="283906" y="45901"/>
                  </a:lnTo>
                  <a:lnTo>
                    <a:pt x="280056" y="42262"/>
                  </a:lnTo>
                  <a:lnTo>
                    <a:pt x="276093" y="38747"/>
                  </a:lnTo>
                  <a:lnTo>
                    <a:pt x="272020" y="35359"/>
                  </a:lnTo>
                  <a:lnTo>
                    <a:pt x="267842" y="32101"/>
                  </a:lnTo>
                  <a:lnTo>
                    <a:pt x="263563" y="28978"/>
                  </a:lnTo>
                  <a:lnTo>
                    <a:pt x="259188" y="25992"/>
                  </a:lnTo>
                  <a:lnTo>
                    <a:pt x="254719" y="23146"/>
                  </a:lnTo>
                  <a:lnTo>
                    <a:pt x="250163" y="20443"/>
                  </a:lnTo>
                  <a:lnTo>
                    <a:pt x="245524" y="17886"/>
                  </a:lnTo>
                  <a:lnTo>
                    <a:pt x="240806" y="15477"/>
                  </a:lnTo>
                  <a:lnTo>
                    <a:pt x="236013" y="13219"/>
                  </a:lnTo>
                  <a:lnTo>
                    <a:pt x="231152" y="11114"/>
                  </a:lnTo>
                  <a:lnTo>
                    <a:pt x="226227" y="9163"/>
                  </a:lnTo>
                  <a:lnTo>
                    <a:pt x="221242" y="7370"/>
                  </a:lnTo>
                  <a:lnTo>
                    <a:pt x="216203" y="5736"/>
                  </a:lnTo>
                  <a:lnTo>
                    <a:pt x="211114" y="4262"/>
                  </a:lnTo>
                  <a:lnTo>
                    <a:pt x="205981" y="2951"/>
                  </a:lnTo>
                  <a:lnTo>
                    <a:pt x="200810" y="1802"/>
                  </a:lnTo>
                  <a:lnTo>
                    <a:pt x="195605" y="818"/>
                  </a:lnTo>
                  <a:lnTo>
                    <a:pt x="190371" y="0"/>
                  </a:lnTo>
                  <a:lnTo>
                    <a:pt x="167159" y="1655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81287" y="2126963"/>
              <a:ext cx="23211" cy="167167"/>
            </a:xfrm>
            <a:custGeom>
              <a:avLst/>
              <a:pathLst>
                <a:path w="23211" h="167167">
                  <a:moveTo>
                    <a:pt x="23211" y="1619"/>
                  </a:moveTo>
                  <a:lnTo>
                    <a:pt x="15502" y="720"/>
                  </a:lnTo>
                  <a:lnTo>
                    <a:pt x="7759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8" y="83"/>
                  </a:lnTo>
                  <a:lnTo>
                    <a:pt x="156586" y="334"/>
                  </a:lnTo>
                  <a:lnTo>
                    <a:pt x="151313" y="752"/>
                  </a:lnTo>
                  <a:lnTo>
                    <a:pt x="146057" y="1336"/>
                  </a:lnTo>
                  <a:lnTo>
                    <a:pt x="140822" y="2087"/>
                  </a:lnTo>
                  <a:lnTo>
                    <a:pt x="135613" y="3003"/>
                  </a:lnTo>
                  <a:lnTo>
                    <a:pt x="130435" y="4083"/>
                  </a:lnTo>
                  <a:lnTo>
                    <a:pt x="125295" y="5326"/>
                  </a:lnTo>
                  <a:lnTo>
                    <a:pt x="120196" y="6731"/>
                  </a:lnTo>
                  <a:lnTo>
                    <a:pt x="115144" y="8297"/>
                  </a:lnTo>
                  <a:lnTo>
                    <a:pt x="110145" y="10022"/>
                  </a:lnTo>
                  <a:lnTo>
                    <a:pt x="105202" y="11904"/>
                  </a:lnTo>
                  <a:lnTo>
                    <a:pt x="100322" y="13941"/>
                  </a:lnTo>
                  <a:lnTo>
                    <a:pt x="95508" y="16132"/>
                  </a:lnTo>
                  <a:lnTo>
                    <a:pt x="90766" y="18475"/>
                  </a:lnTo>
                  <a:lnTo>
                    <a:pt x="86101" y="20965"/>
                  </a:lnTo>
                  <a:lnTo>
                    <a:pt x="81516" y="23603"/>
                  </a:lnTo>
                  <a:lnTo>
                    <a:pt x="77018" y="26384"/>
                  </a:lnTo>
                  <a:lnTo>
                    <a:pt x="72609" y="29306"/>
                  </a:lnTo>
                  <a:lnTo>
                    <a:pt x="68295" y="32366"/>
                  </a:lnTo>
                  <a:lnTo>
                    <a:pt x="64081" y="35560"/>
                  </a:lnTo>
                  <a:lnTo>
                    <a:pt x="59969" y="38887"/>
                  </a:lnTo>
                  <a:lnTo>
                    <a:pt x="55965" y="42342"/>
                  </a:lnTo>
                  <a:lnTo>
                    <a:pt x="52072" y="45922"/>
                  </a:lnTo>
                  <a:lnTo>
                    <a:pt x="48294" y="49623"/>
                  </a:lnTo>
                  <a:lnTo>
                    <a:pt x="44635" y="53442"/>
                  </a:lnTo>
                  <a:lnTo>
                    <a:pt x="41099" y="57375"/>
                  </a:lnTo>
                  <a:lnTo>
                    <a:pt x="37689" y="61417"/>
                  </a:lnTo>
                  <a:lnTo>
                    <a:pt x="34408" y="65566"/>
                  </a:lnTo>
                  <a:lnTo>
                    <a:pt x="31260" y="69816"/>
                  </a:lnTo>
                  <a:lnTo>
                    <a:pt x="28249" y="74164"/>
                  </a:lnTo>
                  <a:lnTo>
                    <a:pt x="25376" y="78604"/>
                  </a:lnTo>
                  <a:lnTo>
                    <a:pt x="22646" y="83134"/>
                  </a:lnTo>
                  <a:lnTo>
                    <a:pt x="20060" y="87747"/>
                  </a:lnTo>
                  <a:lnTo>
                    <a:pt x="17621" y="92440"/>
                  </a:lnTo>
                  <a:lnTo>
                    <a:pt x="15332" y="97208"/>
                  </a:lnTo>
                  <a:lnTo>
                    <a:pt x="13195" y="102046"/>
                  </a:lnTo>
                  <a:lnTo>
                    <a:pt x="11212" y="106949"/>
                  </a:lnTo>
                  <a:lnTo>
                    <a:pt x="9385" y="111912"/>
                  </a:lnTo>
                  <a:lnTo>
                    <a:pt x="7716" y="116930"/>
                  </a:lnTo>
                  <a:lnTo>
                    <a:pt x="6207" y="121999"/>
                  </a:lnTo>
                  <a:lnTo>
                    <a:pt x="4858" y="127113"/>
                  </a:lnTo>
                  <a:lnTo>
                    <a:pt x="3673" y="132268"/>
                  </a:lnTo>
                  <a:lnTo>
                    <a:pt x="2650" y="137457"/>
                  </a:lnTo>
                  <a:lnTo>
                    <a:pt x="1793" y="142675"/>
                  </a:lnTo>
                  <a:lnTo>
                    <a:pt x="1101" y="147919"/>
                  </a:lnTo>
                  <a:lnTo>
                    <a:pt x="575" y="153181"/>
                  </a:lnTo>
                  <a:lnTo>
                    <a:pt x="216" y="158458"/>
                  </a:lnTo>
                  <a:lnTo>
                    <a:pt x="24" y="163743"/>
                  </a:lnTo>
                  <a:lnTo>
                    <a:pt x="0" y="169032"/>
                  </a:lnTo>
                  <a:lnTo>
                    <a:pt x="142" y="174319"/>
                  </a:lnTo>
                  <a:lnTo>
                    <a:pt x="452" y="179599"/>
                  </a:lnTo>
                  <a:lnTo>
                    <a:pt x="929" y="184866"/>
                  </a:lnTo>
                  <a:lnTo>
                    <a:pt x="1572" y="190115"/>
                  </a:lnTo>
                  <a:lnTo>
                    <a:pt x="2381" y="195342"/>
                  </a:lnTo>
                  <a:lnTo>
                    <a:pt x="3354" y="200540"/>
                  </a:lnTo>
                  <a:lnTo>
                    <a:pt x="4492" y="205705"/>
                  </a:lnTo>
                  <a:lnTo>
                    <a:pt x="5793" y="210832"/>
                  </a:lnTo>
                  <a:lnTo>
                    <a:pt x="7255" y="215915"/>
                  </a:lnTo>
                  <a:lnTo>
                    <a:pt x="8877" y="220948"/>
                  </a:lnTo>
                  <a:lnTo>
                    <a:pt x="10657" y="225929"/>
                  </a:lnTo>
                  <a:lnTo>
                    <a:pt x="12594" y="230850"/>
                  </a:lnTo>
                  <a:lnTo>
                    <a:pt x="14686" y="235707"/>
                  </a:lnTo>
                  <a:lnTo>
                    <a:pt x="16931" y="240496"/>
                  </a:lnTo>
                  <a:lnTo>
                    <a:pt x="19326" y="245212"/>
                  </a:lnTo>
                  <a:lnTo>
                    <a:pt x="21869" y="249849"/>
                  </a:lnTo>
                  <a:lnTo>
                    <a:pt x="24557" y="254404"/>
                  </a:lnTo>
                  <a:lnTo>
                    <a:pt x="27388" y="258871"/>
                  </a:lnTo>
                  <a:lnTo>
                    <a:pt x="30359" y="263247"/>
                  </a:lnTo>
                  <a:lnTo>
                    <a:pt x="33466" y="267526"/>
                  </a:lnTo>
                  <a:lnTo>
                    <a:pt x="36708" y="271705"/>
                  </a:lnTo>
                  <a:lnTo>
                    <a:pt x="40080" y="275779"/>
                  </a:lnTo>
                  <a:lnTo>
                    <a:pt x="43580" y="279745"/>
                  </a:lnTo>
                  <a:lnTo>
                    <a:pt x="47203" y="283597"/>
                  </a:lnTo>
                  <a:lnTo>
                    <a:pt x="50946" y="287334"/>
                  </a:lnTo>
                  <a:lnTo>
                    <a:pt x="54806" y="290950"/>
                  </a:lnTo>
                  <a:lnTo>
                    <a:pt x="58777" y="294442"/>
                  </a:lnTo>
                  <a:lnTo>
                    <a:pt x="62858" y="297807"/>
                  </a:lnTo>
                  <a:lnTo>
                    <a:pt x="67043" y="301041"/>
                  </a:lnTo>
                  <a:lnTo>
                    <a:pt x="71328" y="304141"/>
                  </a:lnTo>
                  <a:lnTo>
                    <a:pt x="75709" y="307104"/>
                  </a:lnTo>
                  <a:lnTo>
                    <a:pt x="80181" y="309926"/>
                  </a:lnTo>
                  <a:lnTo>
                    <a:pt x="84741" y="312606"/>
                  </a:lnTo>
                  <a:lnTo>
                    <a:pt x="89383" y="315141"/>
                  </a:lnTo>
                  <a:lnTo>
                    <a:pt x="94103" y="317527"/>
                  </a:lnTo>
                  <a:lnTo>
                    <a:pt x="98896" y="319763"/>
                  </a:lnTo>
                  <a:lnTo>
                    <a:pt x="103757" y="321846"/>
                  </a:lnTo>
                  <a:lnTo>
                    <a:pt x="108682" y="323774"/>
                  </a:lnTo>
                  <a:lnTo>
                    <a:pt x="113665" y="325545"/>
                  </a:lnTo>
                  <a:lnTo>
                    <a:pt x="118702" y="327158"/>
                  </a:lnTo>
                  <a:lnTo>
                    <a:pt x="123787" y="328611"/>
                  </a:lnTo>
                  <a:lnTo>
                    <a:pt x="128916" y="329902"/>
                  </a:lnTo>
                  <a:lnTo>
                    <a:pt x="134083" y="331030"/>
                  </a:lnTo>
                  <a:lnTo>
                    <a:pt x="139283" y="331994"/>
                  </a:lnTo>
                  <a:lnTo>
                    <a:pt x="144512" y="332794"/>
                  </a:lnTo>
                  <a:lnTo>
                    <a:pt x="149762" y="333427"/>
                  </a:lnTo>
                  <a:lnTo>
                    <a:pt x="155030" y="333894"/>
                  </a:lnTo>
                  <a:lnTo>
                    <a:pt x="160311" y="334194"/>
                  </a:lnTo>
                  <a:lnTo>
                    <a:pt x="165598" y="334327"/>
                  </a:lnTo>
                  <a:lnTo>
                    <a:pt x="170887" y="334293"/>
                  </a:lnTo>
                  <a:lnTo>
                    <a:pt x="176171" y="334091"/>
                  </a:lnTo>
                  <a:lnTo>
                    <a:pt x="181447" y="333722"/>
                  </a:lnTo>
                  <a:lnTo>
                    <a:pt x="186709" y="333187"/>
                  </a:lnTo>
                  <a:lnTo>
                    <a:pt x="191951" y="332485"/>
                  </a:lnTo>
                  <a:lnTo>
                    <a:pt x="197168" y="331618"/>
                  </a:lnTo>
                  <a:lnTo>
                    <a:pt x="202356" y="330587"/>
                  </a:lnTo>
                  <a:lnTo>
                    <a:pt x="207507" y="329391"/>
                  </a:lnTo>
                  <a:lnTo>
                    <a:pt x="212619" y="328034"/>
                  </a:lnTo>
                  <a:lnTo>
                    <a:pt x="217685" y="326515"/>
                  </a:lnTo>
                  <a:lnTo>
                    <a:pt x="222701" y="324837"/>
                  </a:lnTo>
                  <a:lnTo>
                    <a:pt x="227661" y="323001"/>
                  </a:lnTo>
                  <a:lnTo>
                    <a:pt x="232560" y="321009"/>
                  </a:lnTo>
                  <a:lnTo>
                    <a:pt x="237394" y="318863"/>
                  </a:lnTo>
                  <a:lnTo>
                    <a:pt x="242157" y="316565"/>
                  </a:lnTo>
                  <a:lnTo>
                    <a:pt x="246846" y="314118"/>
                  </a:lnTo>
                  <a:lnTo>
                    <a:pt x="251455" y="311523"/>
                  </a:lnTo>
                  <a:lnTo>
                    <a:pt x="255979" y="308785"/>
                  </a:lnTo>
                  <a:lnTo>
                    <a:pt x="260414" y="305904"/>
                  </a:lnTo>
                  <a:lnTo>
                    <a:pt x="264756" y="302884"/>
                  </a:lnTo>
                  <a:lnTo>
                    <a:pt x="269001" y="299729"/>
                  </a:lnTo>
                  <a:lnTo>
                    <a:pt x="273143" y="296441"/>
                  </a:lnTo>
                  <a:lnTo>
                    <a:pt x="277180" y="293023"/>
                  </a:lnTo>
                  <a:lnTo>
                    <a:pt x="281106" y="289480"/>
                  </a:lnTo>
                  <a:lnTo>
                    <a:pt x="284918" y="285814"/>
                  </a:lnTo>
                  <a:lnTo>
                    <a:pt x="288612" y="282029"/>
                  </a:lnTo>
                  <a:lnTo>
                    <a:pt x="292185" y="278130"/>
                  </a:lnTo>
                  <a:lnTo>
                    <a:pt x="295633" y="274119"/>
                  </a:lnTo>
                  <a:lnTo>
                    <a:pt x="298952" y="270001"/>
                  </a:lnTo>
                  <a:lnTo>
                    <a:pt x="302139" y="265781"/>
                  </a:lnTo>
                  <a:lnTo>
                    <a:pt x="305191" y="261461"/>
                  </a:lnTo>
                  <a:lnTo>
                    <a:pt x="308105" y="257048"/>
                  </a:lnTo>
                  <a:lnTo>
                    <a:pt x="310877" y="252544"/>
                  </a:lnTo>
                  <a:lnTo>
                    <a:pt x="313506" y="247955"/>
                  </a:lnTo>
                  <a:lnTo>
                    <a:pt x="315989" y="243285"/>
                  </a:lnTo>
                  <a:lnTo>
                    <a:pt x="318322" y="238539"/>
                  </a:lnTo>
                  <a:lnTo>
                    <a:pt x="320504" y="233721"/>
                  </a:lnTo>
                  <a:lnTo>
                    <a:pt x="322533" y="228837"/>
                  </a:lnTo>
                  <a:lnTo>
                    <a:pt x="324406" y="223891"/>
                  </a:lnTo>
                  <a:lnTo>
                    <a:pt x="326122" y="218888"/>
                  </a:lnTo>
                  <a:lnTo>
                    <a:pt x="327678" y="213833"/>
                  </a:lnTo>
                  <a:lnTo>
                    <a:pt x="329074" y="208732"/>
                  </a:lnTo>
                  <a:lnTo>
                    <a:pt x="330308" y="203589"/>
                  </a:lnTo>
                  <a:lnTo>
                    <a:pt x="331378" y="198410"/>
                  </a:lnTo>
                  <a:lnTo>
                    <a:pt x="332285" y="193199"/>
                  </a:lnTo>
                  <a:lnTo>
                    <a:pt x="333025" y="187963"/>
                  </a:lnTo>
                  <a:lnTo>
                    <a:pt x="333600" y="182705"/>
                  </a:lnTo>
                  <a:lnTo>
                    <a:pt x="334009" y="177432"/>
                  </a:lnTo>
                  <a:lnTo>
                    <a:pt x="334250" y="172149"/>
                  </a:lnTo>
                  <a:lnTo>
                    <a:pt x="334324" y="16686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55205"/>
              <a:ext cx="167167" cy="145025"/>
            </a:xfrm>
            <a:custGeom>
              <a:avLst/>
              <a:pathLst>
                <a:path w="167167" h="145025">
                  <a:moveTo>
                    <a:pt x="167167" y="144719"/>
                  </a:moveTo>
                  <a:lnTo>
                    <a:pt x="167067" y="139243"/>
                  </a:lnTo>
                  <a:lnTo>
                    <a:pt x="166788" y="133774"/>
                  </a:lnTo>
                  <a:lnTo>
                    <a:pt x="166330" y="128316"/>
                  </a:lnTo>
                  <a:lnTo>
                    <a:pt x="165693" y="122877"/>
                  </a:lnTo>
                  <a:lnTo>
                    <a:pt x="164879" y="117461"/>
                  </a:lnTo>
                  <a:lnTo>
                    <a:pt x="163887" y="112075"/>
                  </a:lnTo>
                  <a:lnTo>
                    <a:pt x="162720" y="106724"/>
                  </a:lnTo>
                  <a:lnTo>
                    <a:pt x="161378" y="101414"/>
                  </a:lnTo>
                  <a:lnTo>
                    <a:pt x="159863" y="96151"/>
                  </a:lnTo>
                  <a:lnTo>
                    <a:pt x="158176" y="90941"/>
                  </a:lnTo>
                  <a:lnTo>
                    <a:pt x="156319" y="85788"/>
                  </a:lnTo>
                  <a:lnTo>
                    <a:pt x="154295" y="80700"/>
                  </a:lnTo>
                  <a:lnTo>
                    <a:pt x="152105" y="75680"/>
                  </a:lnTo>
                  <a:lnTo>
                    <a:pt x="149752" y="70734"/>
                  </a:lnTo>
                  <a:lnTo>
                    <a:pt x="147238" y="65869"/>
                  </a:lnTo>
                  <a:lnTo>
                    <a:pt x="144566" y="61088"/>
                  </a:lnTo>
                  <a:lnTo>
                    <a:pt x="141739" y="56398"/>
                  </a:lnTo>
                  <a:lnTo>
                    <a:pt x="138760" y="51802"/>
                  </a:lnTo>
                  <a:lnTo>
                    <a:pt x="135631" y="47307"/>
                  </a:lnTo>
                  <a:lnTo>
                    <a:pt x="132358" y="42916"/>
                  </a:lnTo>
                  <a:lnTo>
                    <a:pt x="128942" y="38635"/>
                  </a:lnTo>
                  <a:lnTo>
                    <a:pt x="125388" y="34469"/>
                  </a:lnTo>
                  <a:lnTo>
                    <a:pt x="121699" y="30421"/>
                  </a:lnTo>
                  <a:lnTo>
                    <a:pt x="117879" y="26496"/>
                  </a:lnTo>
                  <a:lnTo>
                    <a:pt x="113933" y="22698"/>
                  </a:lnTo>
                  <a:lnTo>
                    <a:pt x="109865" y="19031"/>
                  </a:lnTo>
                  <a:lnTo>
                    <a:pt x="105679" y="15500"/>
                  </a:lnTo>
                  <a:lnTo>
                    <a:pt x="101379" y="12108"/>
                  </a:lnTo>
                  <a:lnTo>
                    <a:pt x="96971" y="8858"/>
                  </a:lnTo>
                  <a:lnTo>
                    <a:pt x="92458" y="5755"/>
                  </a:lnTo>
                  <a:lnTo>
                    <a:pt x="87847" y="2801"/>
                  </a:lnTo>
                  <a:lnTo>
                    <a:pt x="83141" y="0"/>
                  </a:lnTo>
                  <a:lnTo>
                    <a:pt x="0" y="145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33064"/>
              <a:ext cx="83141" cy="167167"/>
            </a:xfrm>
            <a:custGeom>
              <a:avLst/>
              <a:pathLst>
                <a:path w="83141" h="167167">
                  <a:moveTo>
                    <a:pt x="83141" y="22141"/>
                  </a:moveTo>
                  <a:lnTo>
                    <a:pt x="78059" y="19344"/>
                  </a:lnTo>
                  <a:lnTo>
                    <a:pt x="72883" y="16724"/>
                  </a:lnTo>
                  <a:lnTo>
                    <a:pt x="67619" y="14286"/>
                  </a:lnTo>
                  <a:lnTo>
                    <a:pt x="62274" y="12032"/>
                  </a:lnTo>
                  <a:lnTo>
                    <a:pt x="56854" y="9965"/>
                  </a:lnTo>
                  <a:lnTo>
                    <a:pt x="51366" y="8087"/>
                  </a:lnTo>
                  <a:lnTo>
                    <a:pt x="45815" y="6400"/>
                  </a:lnTo>
                  <a:lnTo>
                    <a:pt x="40210" y="4908"/>
                  </a:lnTo>
                  <a:lnTo>
                    <a:pt x="34556" y="3610"/>
                  </a:lnTo>
                  <a:lnTo>
                    <a:pt x="28860" y="2510"/>
                  </a:lnTo>
                  <a:lnTo>
                    <a:pt x="23130" y="1607"/>
                  </a:lnTo>
                  <a:lnTo>
                    <a:pt x="17372" y="905"/>
                  </a:lnTo>
                  <a:lnTo>
                    <a:pt x="11593" y="402"/>
                  </a:lnTo>
                  <a:lnTo>
                    <a:pt x="5800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358825" y="3170392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0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3" y="16153"/>
                  </a:lnTo>
                  <a:lnTo>
                    <a:pt x="90719" y="18498"/>
                  </a:lnTo>
                  <a:lnTo>
                    <a:pt x="86051" y="20992"/>
                  </a:lnTo>
                  <a:lnTo>
                    <a:pt x="81465" y="23632"/>
                  </a:lnTo>
                  <a:lnTo>
                    <a:pt x="76965" y="26416"/>
                  </a:lnTo>
                  <a:lnTo>
                    <a:pt x="72554" y="29342"/>
                  </a:lnTo>
                  <a:lnTo>
                    <a:pt x="68239" y="32405"/>
                  </a:lnTo>
                  <a:lnTo>
                    <a:pt x="64023" y="35604"/>
                  </a:lnTo>
                  <a:lnTo>
                    <a:pt x="59910" y="38934"/>
                  </a:lnTo>
                  <a:lnTo>
                    <a:pt x="55905" y="42393"/>
                  </a:lnTo>
                  <a:lnTo>
                    <a:pt x="52011" y="45977"/>
                  </a:lnTo>
                  <a:lnTo>
                    <a:pt x="48233" y="49683"/>
                  </a:lnTo>
                  <a:lnTo>
                    <a:pt x="44573" y="53506"/>
                  </a:lnTo>
                  <a:lnTo>
                    <a:pt x="41037" y="57443"/>
                  </a:lnTo>
                  <a:lnTo>
                    <a:pt x="37627" y="61490"/>
                  </a:lnTo>
                  <a:lnTo>
                    <a:pt x="34347" y="65643"/>
                  </a:lnTo>
                  <a:lnTo>
                    <a:pt x="31200" y="69898"/>
                  </a:lnTo>
                  <a:lnTo>
                    <a:pt x="28189" y="74250"/>
                  </a:lnTo>
                  <a:lnTo>
                    <a:pt x="25317" y="78696"/>
                  </a:lnTo>
                  <a:lnTo>
                    <a:pt x="22588" y="83230"/>
                  </a:lnTo>
                  <a:lnTo>
                    <a:pt x="20004" y="87848"/>
                  </a:lnTo>
                  <a:lnTo>
                    <a:pt x="17567" y="92545"/>
                  </a:lnTo>
                  <a:lnTo>
                    <a:pt x="15279" y="97318"/>
                  </a:lnTo>
                  <a:lnTo>
                    <a:pt x="13145" y="102160"/>
                  </a:lnTo>
                  <a:lnTo>
                    <a:pt x="11164" y="107068"/>
                  </a:lnTo>
                  <a:lnTo>
                    <a:pt x="9340" y="112036"/>
                  </a:lnTo>
                  <a:lnTo>
                    <a:pt x="7674" y="117059"/>
                  </a:lnTo>
                  <a:lnTo>
                    <a:pt x="6168" y="122132"/>
                  </a:lnTo>
                  <a:lnTo>
                    <a:pt x="4823" y="127251"/>
                  </a:lnTo>
                  <a:lnTo>
                    <a:pt x="3641" y="132409"/>
                  </a:lnTo>
                  <a:lnTo>
                    <a:pt x="2622" y="137602"/>
                  </a:lnTo>
                  <a:lnTo>
                    <a:pt x="1769" y="142825"/>
                  </a:lnTo>
                  <a:lnTo>
                    <a:pt x="1081" y="148073"/>
                  </a:lnTo>
                  <a:lnTo>
                    <a:pt x="560" y="153339"/>
                  </a:lnTo>
                  <a:lnTo>
                    <a:pt x="206" y="158619"/>
                  </a:lnTo>
                  <a:lnTo>
                    <a:pt x="19" y="163908"/>
                  </a:lnTo>
                  <a:lnTo>
                    <a:pt x="0" y="169200"/>
                  </a:lnTo>
                  <a:lnTo>
                    <a:pt x="148" y="174490"/>
                  </a:lnTo>
                  <a:lnTo>
                    <a:pt x="463" y="179773"/>
                  </a:lnTo>
                  <a:lnTo>
                    <a:pt x="946" y="185043"/>
                  </a:lnTo>
                  <a:lnTo>
                    <a:pt x="1595" y="190295"/>
                  </a:lnTo>
                  <a:lnTo>
                    <a:pt x="2410" y="195524"/>
                  </a:lnTo>
                  <a:lnTo>
                    <a:pt x="3390" y="200725"/>
                  </a:lnTo>
                  <a:lnTo>
                    <a:pt x="4534" y="205892"/>
                  </a:lnTo>
                  <a:lnTo>
                    <a:pt x="5842" y="211020"/>
                  </a:lnTo>
                  <a:lnTo>
                    <a:pt x="7311" y="216104"/>
                  </a:lnTo>
                  <a:lnTo>
                    <a:pt x="8940" y="221140"/>
                  </a:lnTo>
                  <a:lnTo>
                    <a:pt x="10728" y="226121"/>
                  </a:lnTo>
                  <a:lnTo>
                    <a:pt x="12672" y="231043"/>
                  </a:lnTo>
                  <a:lnTo>
                    <a:pt x="14771" y="235901"/>
                  </a:lnTo>
                  <a:lnTo>
                    <a:pt x="17023" y="240690"/>
                  </a:lnTo>
                  <a:lnTo>
                    <a:pt x="19426" y="245405"/>
                  </a:lnTo>
                  <a:lnTo>
                    <a:pt x="21977" y="250042"/>
                  </a:lnTo>
                  <a:lnTo>
                    <a:pt x="24673" y="254596"/>
                  </a:lnTo>
                  <a:lnTo>
                    <a:pt x="27511" y="259062"/>
                  </a:lnTo>
                  <a:lnTo>
                    <a:pt x="30490" y="263436"/>
                  </a:lnTo>
                  <a:lnTo>
                    <a:pt x="33606" y="267714"/>
                  </a:lnTo>
                  <a:lnTo>
                    <a:pt x="36856" y="271891"/>
                  </a:lnTo>
                  <a:lnTo>
                    <a:pt x="40236" y="275963"/>
                  </a:lnTo>
                  <a:lnTo>
                    <a:pt x="43743" y="279926"/>
                  </a:lnTo>
                  <a:lnTo>
                    <a:pt x="47374" y="283776"/>
                  </a:lnTo>
                  <a:lnTo>
                    <a:pt x="51126" y="287509"/>
                  </a:lnTo>
                  <a:lnTo>
                    <a:pt x="54993" y="291122"/>
                  </a:lnTo>
                  <a:lnTo>
                    <a:pt x="58973" y="294610"/>
                  </a:lnTo>
                  <a:lnTo>
                    <a:pt x="63061" y="297970"/>
                  </a:lnTo>
                  <a:lnTo>
                    <a:pt x="67254" y="301200"/>
                  </a:lnTo>
                  <a:lnTo>
                    <a:pt x="71547" y="304295"/>
                  </a:lnTo>
                  <a:lnTo>
                    <a:pt x="75935" y="307252"/>
                  </a:lnTo>
                  <a:lnTo>
                    <a:pt x="80415" y="310070"/>
                  </a:lnTo>
                  <a:lnTo>
                    <a:pt x="84982" y="312744"/>
                  </a:lnTo>
                  <a:lnTo>
                    <a:pt x="89631" y="315272"/>
                  </a:lnTo>
                  <a:lnTo>
                    <a:pt x="94358" y="317652"/>
                  </a:lnTo>
                  <a:lnTo>
                    <a:pt x="99158" y="319880"/>
                  </a:lnTo>
                  <a:lnTo>
                    <a:pt x="104026" y="321956"/>
                  </a:lnTo>
                  <a:lnTo>
                    <a:pt x="108957" y="323877"/>
                  </a:lnTo>
                  <a:lnTo>
                    <a:pt x="113947" y="325641"/>
                  </a:lnTo>
                  <a:lnTo>
                    <a:pt x="118990" y="327245"/>
                  </a:lnTo>
                  <a:lnTo>
                    <a:pt x="124081" y="328690"/>
                  </a:lnTo>
                  <a:lnTo>
                    <a:pt x="129216" y="329972"/>
                  </a:lnTo>
                  <a:lnTo>
                    <a:pt x="134388" y="331092"/>
                  </a:lnTo>
                  <a:lnTo>
                    <a:pt x="139593" y="332047"/>
                  </a:lnTo>
                  <a:lnTo>
                    <a:pt x="144826" y="332837"/>
                  </a:lnTo>
                  <a:lnTo>
                    <a:pt x="150082" y="333460"/>
                  </a:lnTo>
                  <a:lnTo>
                    <a:pt x="155354" y="333917"/>
                  </a:lnTo>
                  <a:lnTo>
                    <a:pt x="160638" y="334207"/>
                  </a:lnTo>
                  <a:lnTo>
                    <a:pt x="165929" y="334330"/>
                  </a:lnTo>
                  <a:lnTo>
                    <a:pt x="171221" y="334285"/>
                  </a:lnTo>
                  <a:lnTo>
                    <a:pt x="176509" y="334072"/>
                  </a:lnTo>
                  <a:lnTo>
                    <a:pt x="181787" y="333693"/>
                  </a:lnTo>
                  <a:lnTo>
                    <a:pt x="187051" y="333146"/>
                  </a:lnTo>
                  <a:lnTo>
                    <a:pt x="192295" y="332433"/>
                  </a:lnTo>
                  <a:lnTo>
                    <a:pt x="197514" y="331554"/>
                  </a:lnTo>
                  <a:lnTo>
                    <a:pt x="202702" y="330511"/>
                  </a:lnTo>
                  <a:lnTo>
                    <a:pt x="207855" y="329304"/>
                  </a:lnTo>
                  <a:lnTo>
                    <a:pt x="212967" y="327934"/>
                  </a:lnTo>
                  <a:lnTo>
                    <a:pt x="218033" y="326404"/>
                  </a:lnTo>
                  <a:lnTo>
                    <a:pt x="223048" y="324713"/>
                  </a:lnTo>
                  <a:lnTo>
                    <a:pt x="228007" y="322865"/>
                  </a:lnTo>
                  <a:lnTo>
                    <a:pt x="232905" y="320861"/>
                  </a:lnTo>
                  <a:lnTo>
                    <a:pt x="237737" y="318703"/>
                  </a:lnTo>
                  <a:lnTo>
                    <a:pt x="242498" y="316393"/>
                  </a:lnTo>
                  <a:lnTo>
                    <a:pt x="247184" y="313933"/>
                  </a:lnTo>
                  <a:lnTo>
                    <a:pt x="251789" y="311326"/>
                  </a:lnTo>
                  <a:lnTo>
                    <a:pt x="256310" y="308575"/>
                  </a:lnTo>
                  <a:lnTo>
                    <a:pt x="260742" y="305682"/>
                  </a:lnTo>
                  <a:lnTo>
                    <a:pt x="265079" y="302650"/>
                  </a:lnTo>
                  <a:lnTo>
                    <a:pt x="269319" y="299483"/>
                  </a:lnTo>
                  <a:lnTo>
                    <a:pt x="273456" y="296182"/>
                  </a:lnTo>
                  <a:lnTo>
                    <a:pt x="277487" y="292753"/>
                  </a:lnTo>
                  <a:lnTo>
                    <a:pt x="281407" y="289197"/>
                  </a:lnTo>
                  <a:lnTo>
                    <a:pt x="285212" y="285520"/>
                  </a:lnTo>
                  <a:lnTo>
                    <a:pt x="288899" y="281724"/>
                  </a:lnTo>
                  <a:lnTo>
                    <a:pt x="292464" y="277812"/>
                  </a:lnTo>
                  <a:lnTo>
                    <a:pt x="295904" y="273790"/>
                  </a:lnTo>
                  <a:lnTo>
                    <a:pt x="299214" y="269662"/>
                  </a:lnTo>
                  <a:lnTo>
                    <a:pt x="302393" y="265430"/>
                  </a:lnTo>
                  <a:lnTo>
                    <a:pt x="305435" y="261100"/>
                  </a:lnTo>
                  <a:lnTo>
                    <a:pt x="308339" y="256676"/>
                  </a:lnTo>
                  <a:lnTo>
                    <a:pt x="311102" y="252162"/>
                  </a:lnTo>
                  <a:lnTo>
                    <a:pt x="313720" y="247563"/>
                  </a:lnTo>
                  <a:lnTo>
                    <a:pt x="316192" y="242883"/>
                  </a:lnTo>
                  <a:lnTo>
                    <a:pt x="318514" y="238128"/>
                  </a:lnTo>
                  <a:lnTo>
                    <a:pt x="320684" y="233301"/>
                  </a:lnTo>
                  <a:lnTo>
                    <a:pt x="322700" y="228408"/>
                  </a:lnTo>
                  <a:lnTo>
                    <a:pt x="324561" y="223454"/>
                  </a:lnTo>
                  <a:lnTo>
                    <a:pt x="326264" y="218443"/>
                  </a:lnTo>
                  <a:lnTo>
                    <a:pt x="327807" y="213381"/>
                  </a:lnTo>
                  <a:lnTo>
                    <a:pt x="329189" y="208272"/>
                  </a:lnTo>
                  <a:lnTo>
                    <a:pt x="330409" y="203123"/>
                  </a:lnTo>
                  <a:lnTo>
                    <a:pt x="331466" y="197937"/>
                  </a:lnTo>
                  <a:lnTo>
                    <a:pt x="332357" y="192721"/>
                  </a:lnTo>
                  <a:lnTo>
                    <a:pt x="333083" y="187478"/>
                  </a:lnTo>
                  <a:lnTo>
                    <a:pt x="333643" y="182216"/>
                  </a:lnTo>
                  <a:lnTo>
                    <a:pt x="334036" y="176938"/>
                  </a:lnTo>
                  <a:lnTo>
                    <a:pt x="334262" y="171651"/>
                  </a:lnTo>
                  <a:lnTo>
                    <a:pt x="334320" y="166359"/>
                  </a:lnTo>
                  <a:lnTo>
                    <a:pt x="334211" y="161068"/>
                  </a:lnTo>
                  <a:lnTo>
                    <a:pt x="333934" y="155783"/>
                  </a:lnTo>
                  <a:lnTo>
                    <a:pt x="333490" y="150510"/>
                  </a:lnTo>
                  <a:lnTo>
                    <a:pt x="332879" y="145253"/>
                  </a:lnTo>
                  <a:lnTo>
                    <a:pt x="332103" y="140018"/>
                  </a:lnTo>
                  <a:lnTo>
                    <a:pt x="331161" y="134810"/>
                  </a:lnTo>
                  <a:lnTo>
                    <a:pt x="330054" y="129635"/>
                  </a:lnTo>
                  <a:lnTo>
                    <a:pt x="328785" y="124498"/>
                  </a:lnTo>
                  <a:lnTo>
                    <a:pt x="327353" y="119403"/>
                  </a:lnTo>
                  <a:lnTo>
                    <a:pt x="325761" y="114356"/>
                  </a:lnTo>
                  <a:lnTo>
                    <a:pt x="324010" y="109362"/>
                  </a:lnTo>
                  <a:lnTo>
                    <a:pt x="322101" y="104426"/>
                  </a:lnTo>
                  <a:lnTo>
                    <a:pt x="320038" y="99552"/>
                  </a:lnTo>
                  <a:lnTo>
                    <a:pt x="317821" y="94747"/>
                  </a:lnTo>
                  <a:lnTo>
                    <a:pt x="315453" y="90014"/>
                  </a:lnTo>
                  <a:lnTo>
                    <a:pt x="312936" y="85358"/>
                  </a:lnTo>
                  <a:lnTo>
                    <a:pt x="310274" y="80785"/>
                  </a:lnTo>
                  <a:lnTo>
                    <a:pt x="307468" y="76298"/>
                  </a:lnTo>
                  <a:lnTo>
                    <a:pt x="304521" y="71902"/>
                  </a:lnTo>
                  <a:lnTo>
                    <a:pt x="301437" y="67601"/>
                  </a:lnTo>
                  <a:lnTo>
                    <a:pt x="298218" y="63401"/>
                  </a:lnTo>
                  <a:lnTo>
                    <a:pt x="294867" y="59304"/>
                  </a:lnTo>
                  <a:lnTo>
                    <a:pt x="291389" y="55316"/>
                  </a:lnTo>
                  <a:lnTo>
                    <a:pt x="287786" y="51439"/>
                  </a:lnTo>
                  <a:lnTo>
                    <a:pt x="284063" y="47679"/>
                  </a:lnTo>
                  <a:lnTo>
                    <a:pt x="280222" y="44038"/>
                  </a:lnTo>
                  <a:lnTo>
                    <a:pt x="276268" y="405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0913"/>
              <a:ext cx="109113" cy="126646"/>
            </a:xfrm>
            <a:custGeom>
              <a:avLst/>
              <a:pathLst>
                <a:path w="109113" h="126646">
                  <a:moveTo>
                    <a:pt x="109113" y="0"/>
                  </a:moveTo>
                  <a:lnTo>
                    <a:pt x="0" y="126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6999"/>
              <a:ext cx="109113" cy="130560"/>
            </a:xfrm>
            <a:custGeom>
              <a:avLst/>
              <a:pathLst>
                <a:path w="109113" h="130560">
                  <a:moveTo>
                    <a:pt x="109113" y="3913"/>
                  </a:moveTo>
                  <a:lnTo>
                    <a:pt x="104398" y="0"/>
                  </a:lnTo>
                  <a:lnTo>
                    <a:pt x="0" y="1305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70392"/>
              <a:ext cx="104398" cy="167167"/>
            </a:xfrm>
            <a:custGeom>
              <a:avLst/>
              <a:pathLst>
                <a:path w="104398" h="167167">
                  <a:moveTo>
                    <a:pt x="104398" y="36607"/>
                  </a:moveTo>
                  <a:lnTo>
                    <a:pt x="99936" y="33161"/>
                  </a:lnTo>
                  <a:lnTo>
                    <a:pt x="95361" y="29867"/>
                  </a:lnTo>
                  <a:lnTo>
                    <a:pt x="90677" y="26730"/>
                  </a:lnTo>
                  <a:lnTo>
                    <a:pt x="85890" y="23752"/>
                  </a:lnTo>
                  <a:lnTo>
                    <a:pt x="81005" y="20938"/>
                  </a:lnTo>
                  <a:lnTo>
                    <a:pt x="76028" y="18289"/>
                  </a:lnTo>
                  <a:lnTo>
                    <a:pt x="70965" y="15810"/>
                  </a:lnTo>
                  <a:lnTo>
                    <a:pt x="65821" y="13503"/>
                  </a:lnTo>
                  <a:lnTo>
                    <a:pt x="60602" y="11371"/>
                  </a:lnTo>
                  <a:lnTo>
                    <a:pt x="55315" y="9417"/>
                  </a:lnTo>
                  <a:lnTo>
                    <a:pt x="49964" y="7641"/>
                  </a:lnTo>
                  <a:lnTo>
                    <a:pt x="44557" y="6047"/>
                  </a:lnTo>
                  <a:lnTo>
                    <a:pt x="39098" y="4636"/>
                  </a:lnTo>
                  <a:lnTo>
                    <a:pt x="33596" y="3410"/>
                  </a:lnTo>
                  <a:lnTo>
                    <a:pt x="28055" y="2371"/>
                  </a:lnTo>
                  <a:lnTo>
                    <a:pt x="22482" y="1518"/>
                  </a:lnTo>
                  <a:lnTo>
                    <a:pt x="16884" y="854"/>
                  </a:lnTo>
                  <a:lnTo>
                    <a:pt x="11267" y="380"/>
                  </a:lnTo>
                  <a:lnTo>
                    <a:pt x="563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423596" y="3707720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7" y="1341"/>
                  </a:lnTo>
                  <a:lnTo>
                    <a:pt x="140773" y="2094"/>
                  </a:lnTo>
                  <a:lnTo>
                    <a:pt x="135556" y="3013"/>
                  </a:lnTo>
                  <a:lnTo>
                    <a:pt x="130370" y="4096"/>
                  </a:lnTo>
                  <a:lnTo>
                    <a:pt x="125221" y="5343"/>
                  </a:lnTo>
                  <a:lnTo>
                    <a:pt x="120115" y="6753"/>
                  </a:lnTo>
                  <a:lnTo>
                    <a:pt x="115056" y="8324"/>
                  </a:lnTo>
                  <a:lnTo>
                    <a:pt x="110049" y="10055"/>
                  </a:lnTo>
                  <a:lnTo>
                    <a:pt x="105099" y="11943"/>
                  </a:lnTo>
                  <a:lnTo>
                    <a:pt x="100212" y="13987"/>
                  </a:lnTo>
                  <a:lnTo>
                    <a:pt x="95392" y="16185"/>
                  </a:lnTo>
                  <a:lnTo>
                    <a:pt x="90644" y="18535"/>
                  </a:lnTo>
                  <a:lnTo>
                    <a:pt x="85973" y="21033"/>
                  </a:lnTo>
                  <a:lnTo>
                    <a:pt x="81383" y="23679"/>
                  </a:lnTo>
                  <a:lnTo>
                    <a:pt x="76879" y="26469"/>
                  </a:lnTo>
                  <a:lnTo>
                    <a:pt x="72467" y="29400"/>
                  </a:lnTo>
                  <a:lnTo>
                    <a:pt x="68149" y="32469"/>
                  </a:lnTo>
                  <a:lnTo>
                    <a:pt x="63930" y="35674"/>
                  </a:lnTo>
                  <a:lnTo>
                    <a:pt x="59816" y="39010"/>
                  </a:lnTo>
                  <a:lnTo>
                    <a:pt x="55809" y="42476"/>
                  </a:lnTo>
                  <a:lnTo>
                    <a:pt x="51914" y="46066"/>
                  </a:lnTo>
                  <a:lnTo>
                    <a:pt x="48134" y="49779"/>
                  </a:lnTo>
                  <a:lnTo>
                    <a:pt x="44475" y="53609"/>
                  </a:lnTo>
                  <a:lnTo>
                    <a:pt x="40938" y="57553"/>
                  </a:lnTo>
                  <a:lnTo>
                    <a:pt x="37528" y="61607"/>
                  </a:lnTo>
                  <a:lnTo>
                    <a:pt x="34248" y="65768"/>
                  </a:lnTo>
                  <a:lnTo>
                    <a:pt x="31102" y="70030"/>
                  </a:lnTo>
                  <a:lnTo>
                    <a:pt x="28093" y="74389"/>
                  </a:lnTo>
                  <a:lnTo>
                    <a:pt x="25223" y="78842"/>
                  </a:lnTo>
                  <a:lnTo>
                    <a:pt x="22495" y="83384"/>
                  </a:lnTo>
                  <a:lnTo>
                    <a:pt x="19913" y="88009"/>
                  </a:lnTo>
                  <a:lnTo>
                    <a:pt x="17479" y="92714"/>
                  </a:lnTo>
                  <a:lnTo>
                    <a:pt x="15195" y="97494"/>
                  </a:lnTo>
                  <a:lnTo>
                    <a:pt x="13064" y="102344"/>
                  </a:lnTo>
                  <a:lnTo>
                    <a:pt x="11087" y="107259"/>
                  </a:lnTo>
                  <a:lnTo>
                    <a:pt x="9267" y="112234"/>
                  </a:lnTo>
                  <a:lnTo>
                    <a:pt x="7606" y="117265"/>
                  </a:lnTo>
                  <a:lnTo>
                    <a:pt x="6105" y="122345"/>
                  </a:lnTo>
                  <a:lnTo>
                    <a:pt x="4765" y="127471"/>
                  </a:lnTo>
                  <a:lnTo>
                    <a:pt x="3589" y="132636"/>
                  </a:lnTo>
                  <a:lnTo>
                    <a:pt x="2577" y="137836"/>
                  </a:lnTo>
                  <a:lnTo>
                    <a:pt x="1730" y="143065"/>
                  </a:lnTo>
                  <a:lnTo>
                    <a:pt x="1050" y="148319"/>
                  </a:lnTo>
                  <a:lnTo>
                    <a:pt x="536" y="153592"/>
                  </a:lnTo>
                  <a:lnTo>
                    <a:pt x="189" y="158878"/>
                  </a:lnTo>
                  <a:lnTo>
                    <a:pt x="10" y="164172"/>
                  </a:lnTo>
                  <a:lnTo>
                    <a:pt x="0" y="169470"/>
                  </a:lnTo>
                  <a:lnTo>
                    <a:pt x="156" y="174765"/>
                  </a:lnTo>
                  <a:lnTo>
                    <a:pt x="481" y="180053"/>
                  </a:lnTo>
                  <a:lnTo>
                    <a:pt x="973" y="185327"/>
                  </a:lnTo>
                  <a:lnTo>
                    <a:pt x="1632" y="190584"/>
                  </a:lnTo>
                  <a:lnTo>
                    <a:pt x="2457" y="195817"/>
                  </a:lnTo>
                  <a:lnTo>
                    <a:pt x="3447" y="201021"/>
                  </a:lnTo>
                  <a:lnTo>
                    <a:pt x="4602" y="206191"/>
                  </a:lnTo>
                  <a:lnTo>
                    <a:pt x="5921" y="211322"/>
                  </a:lnTo>
                  <a:lnTo>
                    <a:pt x="7401" y="216408"/>
                  </a:lnTo>
                  <a:lnTo>
                    <a:pt x="9041" y="221446"/>
                  </a:lnTo>
                  <a:lnTo>
                    <a:pt x="10840" y="226428"/>
                  </a:lnTo>
                  <a:lnTo>
                    <a:pt x="12797" y="231351"/>
                  </a:lnTo>
                  <a:lnTo>
                    <a:pt x="14908" y="236210"/>
                  </a:lnTo>
                  <a:lnTo>
                    <a:pt x="17172" y="240999"/>
                  </a:lnTo>
                  <a:lnTo>
                    <a:pt x="19587" y="245715"/>
                  </a:lnTo>
                  <a:lnTo>
                    <a:pt x="22150" y="250351"/>
                  </a:lnTo>
                  <a:lnTo>
                    <a:pt x="24858" y="254904"/>
                  </a:lnTo>
                  <a:lnTo>
                    <a:pt x="27710" y="259368"/>
                  </a:lnTo>
                  <a:lnTo>
                    <a:pt x="30701" y="263740"/>
                  </a:lnTo>
                  <a:lnTo>
                    <a:pt x="33830" y="268015"/>
                  </a:lnTo>
                  <a:lnTo>
                    <a:pt x="37092" y="272189"/>
                  </a:lnTo>
                  <a:lnTo>
                    <a:pt x="40485" y="276258"/>
                  </a:lnTo>
                  <a:lnTo>
                    <a:pt x="44006" y="280216"/>
                  </a:lnTo>
                  <a:lnTo>
                    <a:pt x="47650" y="284062"/>
                  </a:lnTo>
                  <a:lnTo>
                    <a:pt x="51414" y="287789"/>
                  </a:lnTo>
                  <a:lnTo>
                    <a:pt x="55294" y="291396"/>
                  </a:lnTo>
                  <a:lnTo>
                    <a:pt x="59286" y="294878"/>
                  </a:lnTo>
                  <a:lnTo>
                    <a:pt x="63387" y="298232"/>
                  </a:lnTo>
                  <a:lnTo>
                    <a:pt x="67592" y="301454"/>
                  </a:lnTo>
                  <a:lnTo>
                    <a:pt x="71897" y="304541"/>
                  </a:lnTo>
                  <a:lnTo>
                    <a:pt x="76298" y="307490"/>
                  </a:lnTo>
                  <a:lnTo>
                    <a:pt x="80790" y="310299"/>
                  </a:lnTo>
                  <a:lnTo>
                    <a:pt x="85368" y="312963"/>
                  </a:lnTo>
                  <a:lnTo>
                    <a:pt x="90029" y="315481"/>
                  </a:lnTo>
                  <a:lnTo>
                    <a:pt x="94767" y="317851"/>
                  </a:lnTo>
                  <a:lnTo>
                    <a:pt x="99578" y="320068"/>
                  </a:lnTo>
                  <a:lnTo>
                    <a:pt x="104457" y="322133"/>
                  </a:lnTo>
                  <a:lnTo>
                    <a:pt x="109399" y="324042"/>
                  </a:lnTo>
                  <a:lnTo>
                    <a:pt x="114399" y="325793"/>
                  </a:lnTo>
                  <a:lnTo>
                    <a:pt x="119451" y="327385"/>
                  </a:lnTo>
                  <a:lnTo>
                    <a:pt x="124552" y="328816"/>
                  </a:lnTo>
                  <a:lnTo>
                    <a:pt x="129695" y="330084"/>
                  </a:lnTo>
                  <a:lnTo>
                    <a:pt x="134876" y="331189"/>
                  </a:lnTo>
                  <a:lnTo>
                    <a:pt x="140090" y="332130"/>
                  </a:lnTo>
                  <a:lnTo>
                    <a:pt x="145331" y="332904"/>
                  </a:lnTo>
                  <a:lnTo>
                    <a:pt x="150593" y="333512"/>
                  </a:lnTo>
                  <a:lnTo>
                    <a:pt x="155872" y="333953"/>
                  </a:lnTo>
                  <a:lnTo>
                    <a:pt x="161163" y="334227"/>
                  </a:lnTo>
                  <a:lnTo>
                    <a:pt x="166459" y="334333"/>
                  </a:lnTo>
                  <a:lnTo>
                    <a:pt x="171756" y="334271"/>
                  </a:lnTo>
                  <a:lnTo>
                    <a:pt x="177049" y="334041"/>
                  </a:lnTo>
                  <a:lnTo>
                    <a:pt x="182332" y="333644"/>
                  </a:lnTo>
                  <a:lnTo>
                    <a:pt x="187599" y="333079"/>
                  </a:lnTo>
                  <a:lnTo>
                    <a:pt x="192846" y="332348"/>
                  </a:lnTo>
                  <a:lnTo>
                    <a:pt x="198067" y="331451"/>
                  </a:lnTo>
                  <a:lnTo>
                    <a:pt x="203257" y="330389"/>
                  </a:lnTo>
                  <a:lnTo>
                    <a:pt x="208411" y="329163"/>
                  </a:lnTo>
                  <a:lnTo>
                    <a:pt x="213523" y="327774"/>
                  </a:lnTo>
                  <a:lnTo>
                    <a:pt x="218589" y="326224"/>
                  </a:lnTo>
                  <a:lnTo>
                    <a:pt x="223603" y="324514"/>
                  </a:lnTo>
                  <a:lnTo>
                    <a:pt x="228560" y="322646"/>
                  </a:lnTo>
                  <a:lnTo>
                    <a:pt x="233456" y="320623"/>
                  </a:lnTo>
                  <a:lnTo>
                    <a:pt x="238285" y="318445"/>
                  </a:lnTo>
                  <a:lnTo>
                    <a:pt x="243043" y="316115"/>
                  </a:lnTo>
                  <a:lnTo>
                    <a:pt x="247724" y="313635"/>
                  </a:lnTo>
                  <a:lnTo>
                    <a:pt x="252325" y="311009"/>
                  </a:lnTo>
                  <a:lnTo>
                    <a:pt x="256840" y="308238"/>
                  </a:lnTo>
                  <a:lnTo>
                    <a:pt x="261265" y="305325"/>
                  </a:lnTo>
                  <a:lnTo>
                    <a:pt x="265595" y="302273"/>
                  </a:lnTo>
                  <a:lnTo>
                    <a:pt x="269827" y="299086"/>
                  </a:lnTo>
                  <a:lnTo>
                    <a:pt x="273955" y="295767"/>
                  </a:lnTo>
                  <a:lnTo>
                    <a:pt x="277976" y="292318"/>
                  </a:lnTo>
                  <a:lnTo>
                    <a:pt x="281886" y="288743"/>
                  </a:lnTo>
                  <a:lnTo>
                    <a:pt x="285681" y="285047"/>
                  </a:lnTo>
                  <a:lnTo>
                    <a:pt x="289356" y="281232"/>
                  </a:lnTo>
                  <a:lnTo>
                    <a:pt x="292909" y="277302"/>
                  </a:lnTo>
                  <a:lnTo>
                    <a:pt x="296336" y="273262"/>
                  </a:lnTo>
                  <a:lnTo>
                    <a:pt x="299633" y="269116"/>
                  </a:lnTo>
                  <a:lnTo>
                    <a:pt x="302797" y="264867"/>
                  </a:lnTo>
                  <a:lnTo>
                    <a:pt x="305824" y="260519"/>
                  </a:lnTo>
                  <a:lnTo>
                    <a:pt x="308713" y="256078"/>
                  </a:lnTo>
                  <a:lnTo>
                    <a:pt x="311459" y="251548"/>
                  </a:lnTo>
                  <a:lnTo>
                    <a:pt x="314060" y="246933"/>
                  </a:lnTo>
                  <a:lnTo>
                    <a:pt x="316514" y="242238"/>
                  </a:lnTo>
                  <a:lnTo>
                    <a:pt x="318818" y="237468"/>
                  </a:lnTo>
                  <a:lnTo>
                    <a:pt x="320969" y="232627"/>
                  </a:lnTo>
                  <a:lnTo>
                    <a:pt x="322966" y="227720"/>
                  </a:lnTo>
                  <a:lnTo>
                    <a:pt x="324806" y="222753"/>
                  </a:lnTo>
                  <a:lnTo>
                    <a:pt x="326489" y="217729"/>
                  </a:lnTo>
                  <a:lnTo>
                    <a:pt x="328011" y="212655"/>
                  </a:lnTo>
                  <a:lnTo>
                    <a:pt x="329371" y="207535"/>
                  </a:lnTo>
                  <a:lnTo>
                    <a:pt x="330569" y="202375"/>
                  </a:lnTo>
                  <a:lnTo>
                    <a:pt x="331602" y="197179"/>
                  </a:lnTo>
                  <a:lnTo>
                    <a:pt x="332471" y="191953"/>
                  </a:lnTo>
                  <a:lnTo>
                    <a:pt x="333173" y="186702"/>
                  </a:lnTo>
                  <a:lnTo>
                    <a:pt x="333709" y="181432"/>
                  </a:lnTo>
                  <a:lnTo>
                    <a:pt x="334077" y="176147"/>
                  </a:lnTo>
                  <a:lnTo>
                    <a:pt x="334278" y="170853"/>
                  </a:lnTo>
                  <a:lnTo>
                    <a:pt x="334311" y="165556"/>
                  </a:lnTo>
                  <a:lnTo>
                    <a:pt x="334176" y="160260"/>
                  </a:lnTo>
                  <a:lnTo>
                    <a:pt x="333873" y="154971"/>
                  </a:lnTo>
                  <a:lnTo>
                    <a:pt x="333403" y="149694"/>
                  </a:lnTo>
                  <a:lnTo>
                    <a:pt x="332766" y="144435"/>
                  </a:lnTo>
                  <a:lnTo>
                    <a:pt x="331962" y="139199"/>
                  </a:lnTo>
                  <a:lnTo>
                    <a:pt x="330993" y="133991"/>
                  </a:lnTo>
                  <a:lnTo>
                    <a:pt x="329860" y="128816"/>
                  </a:lnTo>
                  <a:lnTo>
                    <a:pt x="328563" y="123680"/>
                  </a:lnTo>
                  <a:lnTo>
                    <a:pt x="327104" y="118587"/>
                  </a:lnTo>
                  <a:lnTo>
                    <a:pt x="325484" y="113543"/>
                  </a:lnTo>
                  <a:lnTo>
                    <a:pt x="323706" y="108553"/>
                  </a:lnTo>
                  <a:lnTo>
                    <a:pt x="321770" y="103622"/>
                  </a:lnTo>
                  <a:lnTo>
                    <a:pt x="319679" y="98755"/>
                  </a:lnTo>
                  <a:lnTo>
                    <a:pt x="317434" y="93956"/>
                  </a:lnTo>
                  <a:lnTo>
                    <a:pt x="315039" y="89231"/>
                  </a:lnTo>
                  <a:lnTo>
                    <a:pt x="312495" y="84584"/>
                  </a:lnTo>
                  <a:lnTo>
                    <a:pt x="309806" y="80020"/>
                  </a:lnTo>
                  <a:lnTo>
                    <a:pt x="306973" y="75543"/>
                  </a:lnTo>
                  <a:lnTo>
                    <a:pt x="303999" y="71159"/>
                  </a:lnTo>
                  <a:lnTo>
                    <a:pt x="300888" y="66871"/>
                  </a:lnTo>
                  <a:lnTo>
                    <a:pt x="297643" y="62684"/>
                  </a:lnTo>
                  <a:lnTo>
                    <a:pt x="294267" y="58602"/>
                  </a:lnTo>
                  <a:lnTo>
                    <a:pt x="290763" y="54628"/>
                  </a:lnTo>
                  <a:lnTo>
                    <a:pt x="287135" y="50768"/>
                  </a:lnTo>
                  <a:lnTo>
                    <a:pt x="283387" y="47025"/>
                  </a:lnTo>
                  <a:lnTo>
                    <a:pt x="279522" y="43402"/>
                  </a:lnTo>
                  <a:lnTo>
                    <a:pt x="275544" y="39903"/>
                  </a:lnTo>
                  <a:lnTo>
                    <a:pt x="271457" y="36533"/>
                  </a:lnTo>
                  <a:lnTo>
                    <a:pt x="267265" y="33293"/>
                  </a:lnTo>
                  <a:lnTo>
                    <a:pt x="262973" y="30188"/>
                  </a:lnTo>
                  <a:lnTo>
                    <a:pt x="258584" y="27221"/>
                  </a:lnTo>
                  <a:lnTo>
                    <a:pt x="254104" y="24394"/>
                  </a:lnTo>
                  <a:lnTo>
                    <a:pt x="249536" y="21710"/>
                  </a:lnTo>
                  <a:lnTo>
                    <a:pt x="244886" y="19173"/>
                  </a:lnTo>
                  <a:lnTo>
                    <a:pt x="240158" y="16784"/>
                  </a:lnTo>
                  <a:lnTo>
                    <a:pt x="235356" y="14546"/>
                  </a:lnTo>
                  <a:lnTo>
                    <a:pt x="230486" y="12462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0183"/>
              <a:ext cx="63334" cy="154705"/>
            </a:xfrm>
            <a:custGeom>
              <a:avLst/>
              <a:pathLst>
                <a:path w="63334" h="154705">
                  <a:moveTo>
                    <a:pt x="63334" y="0"/>
                  </a:moveTo>
                  <a:lnTo>
                    <a:pt x="0" y="1547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63334" cy="167167"/>
            </a:xfrm>
            <a:custGeom>
              <a:avLst/>
              <a:pathLst>
                <a:path w="63334" h="167167">
                  <a:moveTo>
                    <a:pt x="63334" y="12462"/>
                  </a:moveTo>
                  <a:lnTo>
                    <a:pt x="57831" y="10322"/>
                  </a:lnTo>
                  <a:lnTo>
                    <a:pt x="52255" y="8377"/>
                  </a:lnTo>
                  <a:lnTo>
                    <a:pt x="46615" y="6630"/>
                  </a:lnTo>
                  <a:lnTo>
                    <a:pt x="40916" y="5084"/>
                  </a:lnTo>
                  <a:lnTo>
                    <a:pt x="35166" y="3740"/>
                  </a:lnTo>
                  <a:lnTo>
                    <a:pt x="29372" y="2600"/>
                  </a:lnTo>
                  <a:lnTo>
                    <a:pt x="23542" y="1666"/>
                  </a:lnTo>
                  <a:lnTo>
                    <a:pt x="17682" y="937"/>
                  </a:lnTo>
                  <a:lnTo>
                    <a:pt x="11800" y="417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14130" y="4213821"/>
              <a:ext cx="245469" cy="334326"/>
            </a:xfrm>
            <a:custGeom>
              <a:avLst/>
              <a:pathLst>
                <a:path w="245469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6" y="761"/>
                  </a:lnTo>
                  <a:lnTo>
                    <a:pt x="145928" y="1353"/>
                  </a:lnTo>
                  <a:lnTo>
                    <a:pt x="140661" y="2113"/>
                  </a:lnTo>
                  <a:lnTo>
                    <a:pt x="135421" y="3040"/>
                  </a:lnTo>
                  <a:lnTo>
                    <a:pt x="130213" y="4133"/>
                  </a:lnTo>
                  <a:lnTo>
                    <a:pt x="125042" y="5392"/>
                  </a:lnTo>
                  <a:lnTo>
                    <a:pt x="119914" y="6814"/>
                  </a:lnTo>
                  <a:lnTo>
                    <a:pt x="114834" y="8399"/>
                  </a:lnTo>
                  <a:lnTo>
                    <a:pt x="109807" y="10145"/>
                  </a:lnTo>
                  <a:lnTo>
                    <a:pt x="104838" y="12050"/>
                  </a:lnTo>
                  <a:lnTo>
                    <a:pt x="99933" y="14112"/>
                  </a:lnTo>
                  <a:lnTo>
                    <a:pt x="95095" y="16329"/>
                  </a:lnTo>
                  <a:lnTo>
                    <a:pt x="90331" y="18699"/>
                  </a:lnTo>
                  <a:lnTo>
                    <a:pt x="85644" y="21220"/>
                  </a:lnTo>
                  <a:lnTo>
                    <a:pt x="81040" y="23888"/>
                  </a:lnTo>
                  <a:lnTo>
                    <a:pt x="76523" y="26702"/>
                  </a:lnTo>
                  <a:lnTo>
                    <a:pt x="72098" y="29658"/>
                  </a:lnTo>
                  <a:lnTo>
                    <a:pt x="67769" y="32753"/>
                  </a:lnTo>
                  <a:lnTo>
                    <a:pt x="63542" y="35985"/>
                  </a:lnTo>
                  <a:lnTo>
                    <a:pt x="59419" y="39349"/>
                  </a:lnTo>
                  <a:lnTo>
                    <a:pt x="55405" y="42843"/>
                  </a:lnTo>
                  <a:lnTo>
                    <a:pt x="51504" y="46463"/>
                  </a:lnTo>
                  <a:lnTo>
                    <a:pt x="47721" y="50205"/>
                  </a:lnTo>
                  <a:lnTo>
                    <a:pt x="44059" y="54066"/>
                  </a:lnTo>
                  <a:lnTo>
                    <a:pt x="40521" y="58042"/>
                  </a:lnTo>
                  <a:lnTo>
                    <a:pt x="37112" y="62128"/>
                  </a:lnTo>
                  <a:lnTo>
                    <a:pt x="33835" y="66320"/>
                  </a:lnTo>
                  <a:lnTo>
                    <a:pt x="30692" y="70615"/>
                  </a:lnTo>
                  <a:lnTo>
                    <a:pt x="27688" y="75007"/>
                  </a:lnTo>
                  <a:lnTo>
                    <a:pt x="24826" y="79493"/>
                  </a:lnTo>
                  <a:lnTo>
                    <a:pt x="22107" y="84068"/>
                  </a:lnTo>
                  <a:lnTo>
                    <a:pt x="19536" y="88727"/>
                  </a:lnTo>
                  <a:lnTo>
                    <a:pt x="17114" y="93465"/>
                  </a:lnTo>
                  <a:lnTo>
                    <a:pt x="14844" y="98278"/>
                  </a:lnTo>
                  <a:lnTo>
                    <a:pt x="12728" y="103161"/>
                  </a:lnTo>
                  <a:lnTo>
                    <a:pt x="10769" y="108109"/>
                  </a:lnTo>
                  <a:lnTo>
                    <a:pt x="8969" y="113117"/>
                  </a:lnTo>
                  <a:lnTo>
                    <a:pt x="7329" y="118179"/>
                  </a:lnTo>
                  <a:lnTo>
                    <a:pt x="5850" y="123291"/>
                  </a:lnTo>
                  <a:lnTo>
                    <a:pt x="4535" y="128448"/>
                  </a:lnTo>
                  <a:lnTo>
                    <a:pt x="3385" y="133643"/>
                  </a:lnTo>
                  <a:lnTo>
                    <a:pt x="2401" y="138873"/>
                  </a:lnTo>
                  <a:lnTo>
                    <a:pt x="1584" y="144131"/>
                  </a:lnTo>
                  <a:lnTo>
                    <a:pt x="935" y="149413"/>
                  </a:lnTo>
                  <a:lnTo>
                    <a:pt x="454" y="154713"/>
                  </a:lnTo>
                  <a:lnTo>
                    <a:pt x="142" y="160025"/>
                  </a:lnTo>
                  <a:lnTo>
                    <a:pt x="0" y="165345"/>
                  </a:lnTo>
                  <a:lnTo>
                    <a:pt x="26" y="170666"/>
                  </a:lnTo>
                  <a:lnTo>
                    <a:pt x="222" y="175984"/>
                  </a:lnTo>
                  <a:lnTo>
                    <a:pt x="587" y="181293"/>
                  </a:lnTo>
                  <a:lnTo>
                    <a:pt x="1121" y="186588"/>
                  </a:lnTo>
                  <a:lnTo>
                    <a:pt x="1824" y="191862"/>
                  </a:lnTo>
                  <a:lnTo>
                    <a:pt x="2694" y="197112"/>
                  </a:lnTo>
                  <a:lnTo>
                    <a:pt x="3730" y="202332"/>
                  </a:lnTo>
                  <a:lnTo>
                    <a:pt x="4932" y="207516"/>
                  </a:lnTo>
                  <a:lnTo>
                    <a:pt x="6299" y="212659"/>
                  </a:lnTo>
                  <a:lnTo>
                    <a:pt x="7828" y="217756"/>
                  </a:lnTo>
                  <a:lnTo>
                    <a:pt x="9519" y="222802"/>
                  </a:lnTo>
                  <a:lnTo>
                    <a:pt x="11370" y="227791"/>
                  </a:lnTo>
                  <a:lnTo>
                    <a:pt x="13378" y="232719"/>
                  </a:lnTo>
                  <a:lnTo>
                    <a:pt x="15543" y="237580"/>
                  </a:lnTo>
                  <a:lnTo>
                    <a:pt x="17861" y="242370"/>
                  </a:lnTo>
                  <a:lnTo>
                    <a:pt x="20330" y="247084"/>
                  </a:lnTo>
                  <a:lnTo>
                    <a:pt x="22948" y="251717"/>
                  </a:lnTo>
                  <a:lnTo>
                    <a:pt x="25712" y="256264"/>
                  </a:lnTo>
                  <a:lnTo>
                    <a:pt x="28620" y="260721"/>
                  </a:lnTo>
                  <a:lnTo>
                    <a:pt x="31668" y="265083"/>
                  </a:lnTo>
                  <a:lnTo>
                    <a:pt x="34853" y="269346"/>
                  </a:lnTo>
                  <a:lnTo>
                    <a:pt x="38172" y="273506"/>
                  </a:lnTo>
                  <a:lnTo>
                    <a:pt x="41622" y="277557"/>
                  </a:lnTo>
                  <a:lnTo>
                    <a:pt x="45200" y="281497"/>
                  </a:lnTo>
                  <a:lnTo>
                    <a:pt x="48900" y="285321"/>
                  </a:lnTo>
                  <a:lnTo>
                    <a:pt x="52721" y="289025"/>
                  </a:lnTo>
                  <a:lnTo>
                    <a:pt x="56658" y="292606"/>
                  </a:lnTo>
                  <a:lnTo>
                    <a:pt x="60706" y="296059"/>
                  </a:lnTo>
                  <a:lnTo>
                    <a:pt x="64863" y="299382"/>
                  </a:lnTo>
                  <a:lnTo>
                    <a:pt x="69123" y="302571"/>
                  </a:lnTo>
                  <a:lnTo>
                    <a:pt x="73482" y="305623"/>
                  </a:lnTo>
                  <a:lnTo>
                    <a:pt x="77937" y="308534"/>
                  </a:lnTo>
                  <a:lnTo>
                    <a:pt x="82482" y="311302"/>
                  </a:lnTo>
                  <a:lnTo>
                    <a:pt x="87112" y="313925"/>
                  </a:lnTo>
                  <a:lnTo>
                    <a:pt x="91824" y="316398"/>
                  </a:lnTo>
                  <a:lnTo>
                    <a:pt x="96612" y="318720"/>
                  </a:lnTo>
                  <a:lnTo>
                    <a:pt x="101472" y="320889"/>
                  </a:lnTo>
                  <a:lnTo>
                    <a:pt x="106398" y="322902"/>
                  </a:lnTo>
                  <a:lnTo>
                    <a:pt x="111386" y="324757"/>
                  </a:lnTo>
                  <a:lnTo>
                    <a:pt x="116430" y="326452"/>
                  </a:lnTo>
                  <a:lnTo>
                    <a:pt x="121525" y="327986"/>
                  </a:lnTo>
                  <a:lnTo>
                    <a:pt x="126667" y="329357"/>
                  </a:lnTo>
                  <a:lnTo>
                    <a:pt x="131850" y="330563"/>
                  </a:lnTo>
                  <a:lnTo>
                    <a:pt x="137069" y="331604"/>
                  </a:lnTo>
                  <a:lnTo>
                    <a:pt x="142318" y="332479"/>
                  </a:lnTo>
                  <a:lnTo>
                    <a:pt x="147592" y="333186"/>
                  </a:lnTo>
                  <a:lnTo>
                    <a:pt x="152886" y="333724"/>
                  </a:lnTo>
                  <a:lnTo>
                    <a:pt x="158195" y="334094"/>
                  </a:lnTo>
                  <a:lnTo>
                    <a:pt x="163513" y="334295"/>
                  </a:lnTo>
                  <a:lnTo>
                    <a:pt x="168834" y="334326"/>
                  </a:lnTo>
                  <a:lnTo>
                    <a:pt x="174154" y="334188"/>
                  </a:lnTo>
                  <a:lnTo>
                    <a:pt x="179466" y="333881"/>
                  </a:lnTo>
                  <a:lnTo>
                    <a:pt x="184767" y="333404"/>
                  </a:lnTo>
                  <a:lnTo>
                    <a:pt x="190049" y="332760"/>
                  </a:lnTo>
                  <a:lnTo>
                    <a:pt x="195308" y="331947"/>
                  </a:lnTo>
                  <a:lnTo>
                    <a:pt x="200538" y="330968"/>
                  </a:lnTo>
                  <a:lnTo>
                    <a:pt x="205735" y="329822"/>
                  </a:lnTo>
                  <a:lnTo>
                    <a:pt x="210893" y="328512"/>
                  </a:lnTo>
                  <a:lnTo>
                    <a:pt x="216006" y="327038"/>
                  </a:lnTo>
                  <a:lnTo>
                    <a:pt x="221070" y="325402"/>
                  </a:lnTo>
                  <a:lnTo>
                    <a:pt x="226079" y="323606"/>
                  </a:lnTo>
                  <a:lnTo>
                    <a:pt x="231029" y="321651"/>
                  </a:lnTo>
                  <a:lnTo>
                    <a:pt x="235913" y="319540"/>
                  </a:lnTo>
                  <a:lnTo>
                    <a:pt x="240728" y="317274"/>
                  </a:lnTo>
                  <a:lnTo>
                    <a:pt x="245469" y="314856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78311" cy="147689"/>
            </a:xfrm>
            <a:custGeom>
              <a:avLst/>
              <a:pathLst>
                <a:path w="78311" h="147689">
                  <a:moveTo>
                    <a:pt x="78311" y="147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167166" cy="314856"/>
            </a:xfrm>
            <a:custGeom>
              <a:avLst/>
              <a:pathLst>
                <a:path w="167166" h="314856">
                  <a:moveTo>
                    <a:pt x="78311" y="314856"/>
                  </a:moveTo>
                  <a:lnTo>
                    <a:pt x="82993" y="312277"/>
                  </a:lnTo>
                  <a:lnTo>
                    <a:pt x="87590" y="309550"/>
                  </a:lnTo>
                  <a:lnTo>
                    <a:pt x="92097" y="306677"/>
                  </a:lnTo>
                  <a:lnTo>
                    <a:pt x="96511" y="303661"/>
                  </a:lnTo>
                  <a:lnTo>
                    <a:pt x="100825" y="300505"/>
                  </a:lnTo>
                  <a:lnTo>
                    <a:pt x="105037" y="297214"/>
                  </a:lnTo>
                  <a:lnTo>
                    <a:pt x="109141" y="293789"/>
                  </a:lnTo>
                  <a:lnTo>
                    <a:pt x="113133" y="290235"/>
                  </a:lnTo>
                  <a:lnTo>
                    <a:pt x="117010" y="286555"/>
                  </a:lnTo>
                  <a:lnTo>
                    <a:pt x="120767" y="282753"/>
                  </a:lnTo>
                  <a:lnTo>
                    <a:pt x="124401" y="278833"/>
                  </a:lnTo>
                  <a:lnTo>
                    <a:pt x="127907" y="274799"/>
                  </a:lnTo>
                  <a:lnTo>
                    <a:pt x="131283" y="270654"/>
                  </a:lnTo>
                  <a:lnTo>
                    <a:pt x="134524" y="266404"/>
                  </a:lnTo>
                  <a:lnTo>
                    <a:pt x="137628" y="262053"/>
                  </a:lnTo>
                  <a:lnTo>
                    <a:pt x="140591" y="257604"/>
                  </a:lnTo>
                  <a:lnTo>
                    <a:pt x="143411" y="253063"/>
                  </a:lnTo>
                  <a:lnTo>
                    <a:pt x="146084" y="248434"/>
                  </a:lnTo>
                  <a:lnTo>
                    <a:pt x="148607" y="243722"/>
                  </a:lnTo>
                  <a:lnTo>
                    <a:pt x="150979" y="238932"/>
                  </a:lnTo>
                  <a:lnTo>
                    <a:pt x="153196" y="234068"/>
                  </a:lnTo>
                  <a:lnTo>
                    <a:pt x="155257" y="229136"/>
                  </a:lnTo>
                  <a:lnTo>
                    <a:pt x="157158" y="224141"/>
                  </a:lnTo>
                  <a:lnTo>
                    <a:pt x="158900" y="219087"/>
                  </a:lnTo>
                  <a:lnTo>
                    <a:pt x="160478" y="213980"/>
                  </a:lnTo>
                  <a:lnTo>
                    <a:pt x="161893" y="208826"/>
                  </a:lnTo>
                  <a:lnTo>
                    <a:pt x="163142" y="203629"/>
                  </a:lnTo>
                  <a:lnTo>
                    <a:pt x="164224" y="198394"/>
                  </a:lnTo>
                  <a:lnTo>
                    <a:pt x="165139" y="193128"/>
                  </a:lnTo>
                  <a:lnTo>
                    <a:pt x="165884" y="187835"/>
                  </a:lnTo>
                  <a:lnTo>
                    <a:pt x="166460" y="182521"/>
                  </a:lnTo>
                  <a:lnTo>
                    <a:pt x="166866" y="177191"/>
                  </a:lnTo>
                  <a:lnTo>
                    <a:pt x="167101" y="171851"/>
                  </a:lnTo>
                  <a:lnTo>
                    <a:pt x="167166" y="166506"/>
                  </a:lnTo>
                  <a:lnTo>
                    <a:pt x="167059" y="161162"/>
                  </a:lnTo>
                  <a:lnTo>
                    <a:pt x="166782" y="155824"/>
                  </a:lnTo>
                  <a:lnTo>
                    <a:pt x="166334" y="150498"/>
                  </a:lnTo>
                  <a:lnTo>
                    <a:pt x="165716" y="145188"/>
                  </a:lnTo>
                  <a:lnTo>
                    <a:pt x="164928" y="139901"/>
                  </a:lnTo>
                  <a:lnTo>
                    <a:pt x="163972" y="134642"/>
                  </a:lnTo>
                  <a:lnTo>
                    <a:pt x="162849" y="129417"/>
                  </a:lnTo>
                  <a:lnTo>
                    <a:pt x="161559" y="124230"/>
                  </a:lnTo>
                  <a:lnTo>
                    <a:pt x="160103" y="119086"/>
                  </a:lnTo>
                  <a:lnTo>
                    <a:pt x="158484" y="113992"/>
                  </a:lnTo>
                  <a:lnTo>
                    <a:pt x="156703" y="108953"/>
                  </a:lnTo>
                  <a:lnTo>
                    <a:pt x="154762" y="103972"/>
                  </a:lnTo>
                  <a:lnTo>
                    <a:pt x="152662" y="99057"/>
                  </a:lnTo>
                  <a:lnTo>
                    <a:pt x="150407" y="94211"/>
                  </a:lnTo>
                  <a:lnTo>
                    <a:pt x="147997" y="89439"/>
                  </a:lnTo>
                  <a:lnTo>
                    <a:pt x="145437" y="84747"/>
                  </a:lnTo>
                  <a:lnTo>
                    <a:pt x="142727" y="80140"/>
                  </a:lnTo>
                  <a:lnTo>
                    <a:pt x="139872" y="75621"/>
                  </a:lnTo>
                  <a:lnTo>
                    <a:pt x="136874" y="71196"/>
                  </a:lnTo>
                  <a:lnTo>
                    <a:pt x="133735" y="66869"/>
                  </a:lnTo>
                  <a:lnTo>
                    <a:pt x="130461" y="62645"/>
                  </a:lnTo>
                  <a:lnTo>
                    <a:pt x="127052" y="58527"/>
                  </a:lnTo>
                  <a:lnTo>
                    <a:pt x="123514" y="54521"/>
                  </a:lnTo>
                  <a:lnTo>
                    <a:pt x="119849" y="50630"/>
                  </a:lnTo>
                  <a:lnTo>
                    <a:pt x="116062" y="46857"/>
                  </a:lnTo>
                  <a:lnTo>
                    <a:pt x="112157" y="43208"/>
                  </a:lnTo>
                  <a:lnTo>
                    <a:pt x="108136" y="39686"/>
                  </a:lnTo>
                  <a:lnTo>
                    <a:pt x="104005" y="36294"/>
                  </a:lnTo>
                  <a:lnTo>
                    <a:pt x="99768" y="33036"/>
                  </a:lnTo>
                  <a:lnTo>
                    <a:pt x="95429" y="29914"/>
                  </a:lnTo>
                  <a:lnTo>
                    <a:pt x="90992" y="26934"/>
                  </a:lnTo>
                  <a:lnTo>
                    <a:pt x="86462" y="24096"/>
                  </a:lnTo>
                  <a:lnTo>
                    <a:pt x="81843" y="21405"/>
                  </a:lnTo>
                  <a:lnTo>
                    <a:pt x="77141" y="18863"/>
                  </a:lnTo>
                  <a:lnTo>
                    <a:pt x="72361" y="16472"/>
                  </a:lnTo>
                  <a:lnTo>
                    <a:pt x="67506" y="14236"/>
                  </a:lnTo>
                  <a:lnTo>
                    <a:pt x="62582" y="12156"/>
                  </a:lnTo>
                  <a:lnTo>
                    <a:pt x="57594" y="10234"/>
                  </a:lnTo>
                  <a:lnTo>
                    <a:pt x="52547" y="8473"/>
                  </a:lnTo>
                  <a:lnTo>
                    <a:pt x="47447" y="6874"/>
                  </a:lnTo>
                  <a:lnTo>
                    <a:pt x="42298" y="5439"/>
                  </a:lnTo>
                  <a:lnTo>
                    <a:pt x="37106" y="4170"/>
                  </a:lnTo>
                  <a:lnTo>
                    <a:pt x="31876" y="3067"/>
                  </a:lnTo>
                  <a:lnTo>
                    <a:pt x="26613" y="2132"/>
                  </a:lnTo>
                  <a:lnTo>
                    <a:pt x="21323" y="1365"/>
                  </a:lnTo>
                  <a:lnTo>
                    <a:pt x="16011" y="768"/>
                  </a:lnTo>
                  <a:lnTo>
                    <a:pt x="10683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358" y="4659281"/>
              <a:ext cx="167166" cy="199742"/>
            </a:xfrm>
            <a:custGeom>
              <a:avLst/>
              <a:pathLst>
                <a:path w="167166" h="199742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0" y="775"/>
                  </a:lnTo>
                  <a:lnTo>
                    <a:pt x="145744" y="1378"/>
                  </a:lnTo>
                  <a:lnTo>
                    <a:pt x="140429" y="2151"/>
                  </a:lnTo>
                  <a:lnTo>
                    <a:pt x="135143" y="3095"/>
                  </a:lnTo>
                  <a:lnTo>
                    <a:pt x="129889" y="4209"/>
                  </a:lnTo>
                  <a:lnTo>
                    <a:pt x="124674" y="5490"/>
                  </a:lnTo>
                  <a:lnTo>
                    <a:pt x="119503" y="6938"/>
                  </a:lnTo>
                  <a:lnTo>
                    <a:pt x="114381" y="8552"/>
                  </a:lnTo>
                  <a:lnTo>
                    <a:pt x="109314" y="10329"/>
                  </a:lnTo>
                  <a:lnTo>
                    <a:pt x="104306" y="12268"/>
                  </a:lnTo>
                  <a:lnTo>
                    <a:pt x="99363" y="14367"/>
                  </a:lnTo>
                  <a:lnTo>
                    <a:pt x="94490" y="16624"/>
                  </a:lnTo>
                  <a:lnTo>
                    <a:pt x="89692" y="19036"/>
                  </a:lnTo>
                  <a:lnTo>
                    <a:pt x="84974" y="21601"/>
                  </a:lnTo>
                  <a:lnTo>
                    <a:pt x="80341" y="24316"/>
                  </a:lnTo>
                  <a:lnTo>
                    <a:pt x="75797" y="27179"/>
                  </a:lnTo>
                  <a:lnTo>
                    <a:pt x="71348" y="30186"/>
                  </a:lnTo>
                  <a:lnTo>
                    <a:pt x="66997" y="33334"/>
                  </a:lnTo>
                  <a:lnTo>
                    <a:pt x="62750" y="36621"/>
                  </a:lnTo>
                  <a:lnTo>
                    <a:pt x="58611" y="40042"/>
                  </a:lnTo>
                  <a:lnTo>
                    <a:pt x="54584" y="43594"/>
                  </a:lnTo>
                  <a:lnTo>
                    <a:pt x="50673" y="47274"/>
                  </a:lnTo>
                  <a:lnTo>
                    <a:pt x="46882" y="51078"/>
                  </a:lnTo>
                  <a:lnTo>
                    <a:pt x="43215" y="55001"/>
                  </a:lnTo>
                  <a:lnTo>
                    <a:pt x="39676" y="59041"/>
                  </a:lnTo>
                  <a:lnTo>
                    <a:pt x="36269" y="63191"/>
                  </a:lnTo>
                  <a:lnTo>
                    <a:pt x="32997" y="67449"/>
                  </a:lnTo>
                  <a:lnTo>
                    <a:pt x="29863" y="71810"/>
                  </a:lnTo>
                  <a:lnTo>
                    <a:pt x="26871" y="76270"/>
                  </a:lnTo>
                  <a:lnTo>
                    <a:pt x="24024" y="80823"/>
                  </a:lnTo>
                  <a:lnTo>
                    <a:pt x="21324" y="85465"/>
                  </a:lnTo>
                  <a:lnTo>
                    <a:pt x="18775" y="90192"/>
                  </a:lnTo>
                  <a:lnTo>
                    <a:pt x="16379" y="94998"/>
                  </a:lnTo>
                  <a:lnTo>
                    <a:pt x="14139" y="99879"/>
                  </a:lnTo>
                  <a:lnTo>
                    <a:pt x="12057" y="104829"/>
                  </a:lnTo>
                  <a:lnTo>
                    <a:pt x="10134" y="109843"/>
                  </a:lnTo>
                  <a:lnTo>
                    <a:pt x="8374" y="114916"/>
                  </a:lnTo>
                  <a:lnTo>
                    <a:pt x="6778" y="120044"/>
                  </a:lnTo>
                  <a:lnTo>
                    <a:pt x="5347" y="125220"/>
                  </a:lnTo>
                  <a:lnTo>
                    <a:pt x="4083" y="130439"/>
                  </a:lnTo>
                  <a:lnTo>
                    <a:pt x="2988" y="135696"/>
                  </a:lnTo>
                  <a:lnTo>
                    <a:pt x="2061" y="140986"/>
                  </a:lnTo>
                  <a:lnTo>
                    <a:pt x="1306" y="146303"/>
                  </a:lnTo>
                  <a:lnTo>
                    <a:pt x="721" y="151641"/>
                  </a:lnTo>
                  <a:lnTo>
                    <a:pt x="308" y="156995"/>
                  </a:lnTo>
                  <a:lnTo>
                    <a:pt x="68" y="162360"/>
                  </a:lnTo>
                  <a:lnTo>
                    <a:pt x="0" y="167730"/>
                  </a:lnTo>
                  <a:lnTo>
                    <a:pt x="104" y="173099"/>
                  </a:lnTo>
                  <a:lnTo>
                    <a:pt x="381" y="178462"/>
                  </a:lnTo>
                  <a:lnTo>
                    <a:pt x="829" y="183813"/>
                  </a:lnTo>
                  <a:lnTo>
                    <a:pt x="1450" y="189147"/>
                  </a:lnTo>
                  <a:lnTo>
                    <a:pt x="2241" y="194459"/>
                  </a:lnTo>
                  <a:lnTo>
                    <a:pt x="3203" y="19974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2562" y="4826449"/>
              <a:ext cx="163962" cy="32575"/>
            </a:xfrm>
            <a:custGeom>
              <a:avLst/>
              <a:pathLst>
                <a:path w="163962" h="32575">
                  <a:moveTo>
                    <a:pt x="0" y="32575"/>
                  </a:moveTo>
                  <a:lnTo>
                    <a:pt x="16396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2562" y="4826449"/>
              <a:ext cx="163962" cy="49203"/>
            </a:xfrm>
            <a:custGeom>
              <a:avLst/>
              <a:pathLst>
                <a:path w="163962" h="49203">
                  <a:moveTo>
                    <a:pt x="0" y="32575"/>
                  </a:moveTo>
                  <a:lnTo>
                    <a:pt x="1886" y="40943"/>
                  </a:lnTo>
                  <a:lnTo>
                    <a:pt x="4200" y="49203"/>
                  </a:lnTo>
                  <a:lnTo>
                    <a:pt x="16396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6762" y="4659281"/>
              <a:ext cx="326911" cy="334334"/>
            </a:xfrm>
            <a:custGeom>
              <a:avLst/>
              <a:pathLst>
                <a:path w="326911" h="334334">
                  <a:moveTo>
                    <a:pt x="0" y="216371"/>
                  </a:moveTo>
                  <a:lnTo>
                    <a:pt x="1642" y="221418"/>
                  </a:lnTo>
                  <a:lnTo>
                    <a:pt x="3444" y="226410"/>
                  </a:lnTo>
                  <a:lnTo>
                    <a:pt x="5404" y="231343"/>
                  </a:lnTo>
                  <a:lnTo>
                    <a:pt x="7519" y="236211"/>
                  </a:lnTo>
                  <a:lnTo>
                    <a:pt x="9788" y="241010"/>
                  </a:lnTo>
                  <a:lnTo>
                    <a:pt x="12208" y="245734"/>
                  </a:lnTo>
                  <a:lnTo>
                    <a:pt x="14776" y="250379"/>
                  </a:lnTo>
                  <a:lnTo>
                    <a:pt x="17491" y="254940"/>
                  </a:lnTo>
                  <a:lnTo>
                    <a:pt x="20349" y="259412"/>
                  </a:lnTo>
                  <a:lnTo>
                    <a:pt x="23348" y="263792"/>
                  </a:lnTo>
                  <a:lnTo>
                    <a:pt x="26485" y="268074"/>
                  </a:lnTo>
                  <a:lnTo>
                    <a:pt x="29755" y="272254"/>
                  </a:lnTo>
                  <a:lnTo>
                    <a:pt x="33157" y="276328"/>
                  </a:lnTo>
                  <a:lnTo>
                    <a:pt x="36686" y="280293"/>
                  </a:lnTo>
                  <a:lnTo>
                    <a:pt x="40340" y="284143"/>
                  </a:lnTo>
                  <a:lnTo>
                    <a:pt x="44114" y="287875"/>
                  </a:lnTo>
                  <a:lnTo>
                    <a:pt x="48004" y="291486"/>
                  </a:lnTo>
                  <a:lnTo>
                    <a:pt x="52007" y="294971"/>
                  </a:lnTo>
                  <a:lnTo>
                    <a:pt x="56119" y="298328"/>
                  </a:lnTo>
                  <a:lnTo>
                    <a:pt x="60335" y="301552"/>
                  </a:lnTo>
                  <a:lnTo>
                    <a:pt x="64652" y="304641"/>
                  </a:lnTo>
                  <a:lnTo>
                    <a:pt x="69064" y="307591"/>
                  </a:lnTo>
                  <a:lnTo>
                    <a:pt x="73568" y="310400"/>
                  </a:lnTo>
                  <a:lnTo>
                    <a:pt x="78159" y="313064"/>
                  </a:lnTo>
                  <a:lnTo>
                    <a:pt x="82832" y="315581"/>
                  </a:lnTo>
                  <a:lnTo>
                    <a:pt x="87582" y="317949"/>
                  </a:lnTo>
                  <a:lnTo>
                    <a:pt x="92406" y="320164"/>
                  </a:lnTo>
                  <a:lnTo>
                    <a:pt x="97297" y="322225"/>
                  </a:lnTo>
                  <a:lnTo>
                    <a:pt x="102251" y="324130"/>
                  </a:lnTo>
                  <a:lnTo>
                    <a:pt x="107263" y="325877"/>
                  </a:lnTo>
                  <a:lnTo>
                    <a:pt x="112328" y="327464"/>
                  </a:lnTo>
                  <a:lnTo>
                    <a:pt x="117441" y="328889"/>
                  </a:lnTo>
                  <a:lnTo>
                    <a:pt x="122597" y="330151"/>
                  </a:lnTo>
                  <a:lnTo>
                    <a:pt x="127790" y="331249"/>
                  </a:lnTo>
                  <a:lnTo>
                    <a:pt x="133015" y="332181"/>
                  </a:lnTo>
                  <a:lnTo>
                    <a:pt x="138267" y="332947"/>
                  </a:lnTo>
                  <a:lnTo>
                    <a:pt x="143541" y="333546"/>
                  </a:lnTo>
                  <a:lnTo>
                    <a:pt x="148832" y="333977"/>
                  </a:lnTo>
                  <a:lnTo>
                    <a:pt x="154133" y="334240"/>
                  </a:lnTo>
                  <a:lnTo>
                    <a:pt x="159440" y="334334"/>
                  </a:lnTo>
                  <a:lnTo>
                    <a:pt x="164747" y="334260"/>
                  </a:lnTo>
                  <a:lnTo>
                    <a:pt x="170049" y="334018"/>
                  </a:lnTo>
                  <a:lnTo>
                    <a:pt x="175341" y="333607"/>
                  </a:lnTo>
                  <a:lnTo>
                    <a:pt x="180617" y="333028"/>
                  </a:lnTo>
                  <a:lnTo>
                    <a:pt x="185873" y="332283"/>
                  </a:lnTo>
                  <a:lnTo>
                    <a:pt x="191101" y="331370"/>
                  </a:lnTo>
                  <a:lnTo>
                    <a:pt x="196299" y="330293"/>
                  </a:lnTo>
                  <a:lnTo>
                    <a:pt x="201459" y="329050"/>
                  </a:lnTo>
                  <a:lnTo>
                    <a:pt x="206577" y="327645"/>
                  </a:lnTo>
                  <a:lnTo>
                    <a:pt x="211649" y="326078"/>
                  </a:lnTo>
                  <a:lnTo>
                    <a:pt x="216667" y="324351"/>
                  </a:lnTo>
                  <a:lnTo>
                    <a:pt x="221629" y="322465"/>
                  </a:lnTo>
                  <a:lnTo>
                    <a:pt x="226528" y="320422"/>
                  </a:lnTo>
                  <a:lnTo>
                    <a:pt x="231360" y="318225"/>
                  </a:lnTo>
                  <a:lnTo>
                    <a:pt x="236119" y="315876"/>
                  </a:lnTo>
                  <a:lnTo>
                    <a:pt x="240802" y="313377"/>
                  </a:lnTo>
                  <a:lnTo>
                    <a:pt x="245403" y="310731"/>
                  </a:lnTo>
                  <a:lnTo>
                    <a:pt x="249918" y="307939"/>
                  </a:lnTo>
                  <a:lnTo>
                    <a:pt x="254341" y="305006"/>
                  </a:lnTo>
                  <a:lnTo>
                    <a:pt x="258670" y="301934"/>
                  </a:lnTo>
                  <a:lnTo>
                    <a:pt x="262898" y="298726"/>
                  </a:lnTo>
                  <a:lnTo>
                    <a:pt x="267023" y="295385"/>
                  </a:lnTo>
                  <a:lnTo>
                    <a:pt x="271039" y="291915"/>
                  </a:lnTo>
                  <a:lnTo>
                    <a:pt x="274944" y="288320"/>
                  </a:lnTo>
                  <a:lnTo>
                    <a:pt x="278732" y="284602"/>
                  </a:lnTo>
                  <a:lnTo>
                    <a:pt x="282400" y="280766"/>
                  </a:lnTo>
                  <a:lnTo>
                    <a:pt x="285945" y="276815"/>
                  </a:lnTo>
                  <a:lnTo>
                    <a:pt x="289362" y="272754"/>
                  </a:lnTo>
                  <a:lnTo>
                    <a:pt x="292649" y="268586"/>
                  </a:lnTo>
                  <a:lnTo>
                    <a:pt x="295802" y="264316"/>
                  </a:lnTo>
                  <a:lnTo>
                    <a:pt x="298818" y="259948"/>
                  </a:lnTo>
                  <a:lnTo>
                    <a:pt x="301693" y="255487"/>
                  </a:lnTo>
                  <a:lnTo>
                    <a:pt x="304426" y="250936"/>
                  </a:lnTo>
                  <a:lnTo>
                    <a:pt x="307012" y="246301"/>
                  </a:lnTo>
                  <a:lnTo>
                    <a:pt x="309450" y="241587"/>
                  </a:lnTo>
                  <a:lnTo>
                    <a:pt x="311737" y="236797"/>
                  </a:lnTo>
                  <a:lnTo>
                    <a:pt x="313871" y="231937"/>
                  </a:lnTo>
                  <a:lnTo>
                    <a:pt x="315850" y="227012"/>
                  </a:lnTo>
                  <a:lnTo>
                    <a:pt x="317671" y="222026"/>
                  </a:lnTo>
                  <a:lnTo>
                    <a:pt x="319333" y="216985"/>
                  </a:lnTo>
                  <a:lnTo>
                    <a:pt x="320834" y="211894"/>
                  </a:lnTo>
                  <a:lnTo>
                    <a:pt x="322173" y="206758"/>
                  </a:lnTo>
                  <a:lnTo>
                    <a:pt x="323348" y="201582"/>
                  </a:lnTo>
                  <a:lnTo>
                    <a:pt x="324358" y="196371"/>
                  </a:lnTo>
                  <a:lnTo>
                    <a:pt x="325202" y="191131"/>
                  </a:lnTo>
                  <a:lnTo>
                    <a:pt x="325880" y="185867"/>
                  </a:lnTo>
                  <a:lnTo>
                    <a:pt x="326390" y="180583"/>
                  </a:lnTo>
                  <a:lnTo>
                    <a:pt x="326732" y="175287"/>
                  </a:lnTo>
                  <a:lnTo>
                    <a:pt x="326905" y="169982"/>
                  </a:lnTo>
                  <a:lnTo>
                    <a:pt x="326911" y="164674"/>
                  </a:lnTo>
                  <a:lnTo>
                    <a:pt x="326747" y="159369"/>
                  </a:lnTo>
                  <a:lnTo>
                    <a:pt x="326415" y="154071"/>
                  </a:lnTo>
                  <a:lnTo>
                    <a:pt x="325916" y="148787"/>
                  </a:lnTo>
                  <a:lnTo>
                    <a:pt x="325248" y="143521"/>
                  </a:lnTo>
                  <a:lnTo>
                    <a:pt x="324414" y="138279"/>
                  </a:lnTo>
                  <a:lnTo>
                    <a:pt x="323414" y="133067"/>
                  </a:lnTo>
                  <a:lnTo>
                    <a:pt x="322249" y="127888"/>
                  </a:lnTo>
                  <a:lnTo>
                    <a:pt x="320920" y="122750"/>
                  </a:lnTo>
                  <a:lnTo>
                    <a:pt x="319429" y="117656"/>
                  </a:lnTo>
                  <a:lnTo>
                    <a:pt x="317776" y="112612"/>
                  </a:lnTo>
                  <a:lnTo>
                    <a:pt x="315965" y="107623"/>
                  </a:lnTo>
                  <a:lnTo>
                    <a:pt x="313996" y="102694"/>
                  </a:lnTo>
                  <a:lnTo>
                    <a:pt x="311871" y="97830"/>
                  </a:lnTo>
                  <a:lnTo>
                    <a:pt x="309593" y="93035"/>
                  </a:lnTo>
                  <a:lnTo>
                    <a:pt x="307164" y="88316"/>
                  </a:lnTo>
                  <a:lnTo>
                    <a:pt x="304587" y="83676"/>
                  </a:lnTo>
                  <a:lnTo>
                    <a:pt x="301863" y="79120"/>
                  </a:lnTo>
                  <a:lnTo>
                    <a:pt x="298996" y="74653"/>
                  </a:lnTo>
                  <a:lnTo>
                    <a:pt x="295989" y="70280"/>
                  </a:lnTo>
                  <a:lnTo>
                    <a:pt x="292844" y="66004"/>
                  </a:lnTo>
                  <a:lnTo>
                    <a:pt x="289565" y="61830"/>
                  </a:lnTo>
                  <a:lnTo>
                    <a:pt x="286156" y="57762"/>
                  </a:lnTo>
                  <a:lnTo>
                    <a:pt x="282619" y="53804"/>
                  </a:lnTo>
                  <a:lnTo>
                    <a:pt x="278958" y="49961"/>
                  </a:lnTo>
                  <a:lnTo>
                    <a:pt x="275177" y="46236"/>
                  </a:lnTo>
                  <a:lnTo>
                    <a:pt x="271279" y="42633"/>
                  </a:lnTo>
                  <a:lnTo>
                    <a:pt x="267270" y="39155"/>
                  </a:lnTo>
                  <a:lnTo>
                    <a:pt x="263151" y="35807"/>
                  </a:lnTo>
                  <a:lnTo>
                    <a:pt x="258929" y="32591"/>
                  </a:lnTo>
                  <a:lnTo>
                    <a:pt x="254606" y="29510"/>
                  </a:lnTo>
                  <a:lnTo>
                    <a:pt x="250188" y="26568"/>
                  </a:lnTo>
                  <a:lnTo>
                    <a:pt x="245679" y="23768"/>
                  </a:lnTo>
                  <a:lnTo>
                    <a:pt x="241083" y="21113"/>
                  </a:lnTo>
                  <a:lnTo>
                    <a:pt x="236406" y="18605"/>
                  </a:lnTo>
                  <a:lnTo>
                    <a:pt x="231650" y="16247"/>
                  </a:lnTo>
                  <a:lnTo>
                    <a:pt x="226823" y="14040"/>
                  </a:lnTo>
                  <a:lnTo>
                    <a:pt x="221928" y="11989"/>
                  </a:lnTo>
                  <a:lnTo>
                    <a:pt x="216970" y="10093"/>
                  </a:lnTo>
                  <a:lnTo>
                    <a:pt x="211954" y="8356"/>
                  </a:lnTo>
                  <a:lnTo>
                    <a:pt x="206886" y="6779"/>
                  </a:lnTo>
                  <a:lnTo>
                    <a:pt x="201771" y="5364"/>
                  </a:lnTo>
                  <a:lnTo>
                    <a:pt x="196613" y="4112"/>
                  </a:lnTo>
                  <a:lnTo>
                    <a:pt x="191417" y="3024"/>
                  </a:lnTo>
                  <a:lnTo>
                    <a:pt x="186190" y="2102"/>
                  </a:lnTo>
                  <a:lnTo>
                    <a:pt x="180937" y="1346"/>
                  </a:lnTo>
                  <a:lnTo>
                    <a:pt x="175662" y="757"/>
                  </a:lnTo>
                  <a:lnTo>
                    <a:pt x="170371" y="336"/>
                  </a:lnTo>
                  <a:lnTo>
                    <a:pt x="165069" y="84"/>
                  </a:lnTo>
                  <a:lnTo>
                    <a:pt x="159762" y="0"/>
                  </a:lnTo>
                  <a:lnTo>
                    <a:pt x="1597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321569" y="5018213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5" y="5345"/>
                  </a:lnTo>
                  <a:lnTo>
                    <a:pt x="120107" y="6755"/>
                  </a:lnTo>
                  <a:lnTo>
                    <a:pt x="115048" y="8327"/>
                  </a:lnTo>
                  <a:lnTo>
                    <a:pt x="110040" y="10058"/>
                  </a:lnTo>
                  <a:lnTo>
                    <a:pt x="105090" y="11946"/>
                  </a:lnTo>
                  <a:lnTo>
                    <a:pt x="100202" y="13991"/>
                  </a:lnTo>
                  <a:lnTo>
                    <a:pt x="95381" y="16190"/>
                  </a:lnTo>
                  <a:lnTo>
                    <a:pt x="90633" y="18540"/>
                  </a:lnTo>
                  <a:lnTo>
                    <a:pt x="85961" y="21040"/>
                  </a:lnTo>
                  <a:lnTo>
                    <a:pt x="81371" y="23686"/>
                  </a:lnTo>
                  <a:lnTo>
                    <a:pt x="76867" y="26477"/>
                  </a:lnTo>
                  <a:lnTo>
                    <a:pt x="72453" y="29408"/>
                  </a:lnTo>
                  <a:lnTo>
                    <a:pt x="68135" y="32479"/>
                  </a:lnTo>
                  <a:lnTo>
                    <a:pt x="63917" y="35684"/>
                  </a:lnTo>
                  <a:lnTo>
                    <a:pt x="59802" y="39022"/>
                  </a:lnTo>
                  <a:lnTo>
                    <a:pt x="55795" y="42488"/>
                  </a:lnTo>
                  <a:lnTo>
                    <a:pt x="51899" y="46080"/>
                  </a:lnTo>
                  <a:lnTo>
                    <a:pt x="48120" y="49793"/>
                  </a:lnTo>
                  <a:lnTo>
                    <a:pt x="44460" y="53624"/>
                  </a:lnTo>
                  <a:lnTo>
                    <a:pt x="40923" y="57569"/>
                  </a:lnTo>
                  <a:lnTo>
                    <a:pt x="37513" y="61625"/>
                  </a:lnTo>
                  <a:lnTo>
                    <a:pt x="34234" y="65786"/>
                  </a:lnTo>
                  <a:lnTo>
                    <a:pt x="31088" y="70049"/>
                  </a:lnTo>
                  <a:lnTo>
                    <a:pt x="28078" y="74410"/>
                  </a:lnTo>
                  <a:lnTo>
                    <a:pt x="25209" y="78864"/>
                  </a:lnTo>
                  <a:lnTo>
                    <a:pt x="22482" y="83406"/>
                  </a:lnTo>
                  <a:lnTo>
                    <a:pt x="19900" y="88033"/>
                  </a:lnTo>
                  <a:lnTo>
                    <a:pt x="17466" y="92739"/>
                  </a:lnTo>
                  <a:lnTo>
                    <a:pt x="15182" y="97520"/>
                  </a:lnTo>
                  <a:lnTo>
                    <a:pt x="13052" y="102371"/>
                  </a:lnTo>
                  <a:lnTo>
                    <a:pt x="11076" y="107288"/>
                  </a:lnTo>
                  <a:lnTo>
                    <a:pt x="9256" y="112264"/>
                  </a:lnTo>
                  <a:lnTo>
                    <a:pt x="7596" y="117295"/>
                  </a:lnTo>
                  <a:lnTo>
                    <a:pt x="6095" y="122377"/>
                  </a:lnTo>
                  <a:lnTo>
                    <a:pt x="4757" y="127503"/>
                  </a:lnTo>
                  <a:lnTo>
                    <a:pt x="3581" y="132669"/>
                  </a:lnTo>
                  <a:lnTo>
                    <a:pt x="2570" y="137870"/>
                  </a:lnTo>
                  <a:lnTo>
                    <a:pt x="1724" y="143101"/>
                  </a:lnTo>
                  <a:lnTo>
                    <a:pt x="1045" y="148355"/>
                  </a:lnTo>
                  <a:lnTo>
                    <a:pt x="532" y="153629"/>
                  </a:lnTo>
                  <a:lnTo>
                    <a:pt x="187" y="158916"/>
                  </a:lnTo>
                  <a:lnTo>
                    <a:pt x="9" y="164211"/>
                  </a:lnTo>
                  <a:lnTo>
                    <a:pt x="0" y="169510"/>
                  </a:lnTo>
                  <a:lnTo>
                    <a:pt x="158" y="174806"/>
                  </a:lnTo>
                  <a:lnTo>
                    <a:pt x="484" y="180094"/>
                  </a:lnTo>
                  <a:lnTo>
                    <a:pt x="977" y="185369"/>
                  </a:lnTo>
                  <a:lnTo>
                    <a:pt x="1637" y="190626"/>
                  </a:lnTo>
                  <a:lnTo>
                    <a:pt x="2464" y="195860"/>
                  </a:lnTo>
                  <a:lnTo>
                    <a:pt x="3456" y="201065"/>
                  </a:lnTo>
                  <a:lnTo>
                    <a:pt x="4612" y="206235"/>
                  </a:lnTo>
                  <a:lnTo>
                    <a:pt x="5932" y="211367"/>
                  </a:lnTo>
                  <a:lnTo>
                    <a:pt x="7414" y="216454"/>
                  </a:lnTo>
                  <a:lnTo>
                    <a:pt x="9056" y="221491"/>
                  </a:lnTo>
                  <a:lnTo>
                    <a:pt x="10857" y="226474"/>
                  </a:lnTo>
                  <a:lnTo>
                    <a:pt x="12815" y="231397"/>
                  </a:lnTo>
                  <a:lnTo>
                    <a:pt x="14928" y="236256"/>
                  </a:lnTo>
                  <a:lnTo>
                    <a:pt x="17194" y="241045"/>
                  </a:lnTo>
                  <a:lnTo>
                    <a:pt x="19611" y="245760"/>
                  </a:lnTo>
                  <a:lnTo>
                    <a:pt x="22175" y="250397"/>
                  </a:lnTo>
                  <a:lnTo>
                    <a:pt x="24886" y="254949"/>
                  </a:lnTo>
                  <a:lnTo>
                    <a:pt x="27739" y="259414"/>
                  </a:lnTo>
                  <a:lnTo>
                    <a:pt x="30733" y="263785"/>
                  </a:lnTo>
                  <a:lnTo>
                    <a:pt x="33863" y="268060"/>
                  </a:lnTo>
                  <a:lnTo>
                    <a:pt x="37127" y="272233"/>
                  </a:lnTo>
                  <a:lnTo>
                    <a:pt x="40522" y="276301"/>
                  </a:lnTo>
                  <a:lnTo>
                    <a:pt x="44045" y="280259"/>
                  </a:lnTo>
                  <a:lnTo>
                    <a:pt x="47690" y="284104"/>
                  </a:lnTo>
                  <a:lnTo>
                    <a:pt x="51456" y="287831"/>
                  </a:lnTo>
                  <a:lnTo>
                    <a:pt x="55338" y="291437"/>
                  </a:lnTo>
                  <a:lnTo>
                    <a:pt x="59333" y="294918"/>
                  </a:lnTo>
                  <a:lnTo>
                    <a:pt x="63435" y="298270"/>
                  </a:lnTo>
                  <a:lnTo>
                    <a:pt x="67642" y="301491"/>
                  </a:lnTo>
                  <a:lnTo>
                    <a:pt x="71949" y="304577"/>
                  </a:lnTo>
                  <a:lnTo>
                    <a:pt x="76352" y="307525"/>
                  </a:lnTo>
                  <a:lnTo>
                    <a:pt x="80845" y="310332"/>
                  </a:lnTo>
                  <a:lnTo>
                    <a:pt x="85426" y="312996"/>
                  </a:lnTo>
                  <a:lnTo>
                    <a:pt x="90088" y="315512"/>
                  </a:lnTo>
                  <a:lnTo>
                    <a:pt x="94828" y="317880"/>
                  </a:lnTo>
                  <a:lnTo>
                    <a:pt x="99641" y="320096"/>
                  </a:lnTo>
                  <a:lnTo>
                    <a:pt x="104521" y="322159"/>
                  </a:lnTo>
                  <a:lnTo>
                    <a:pt x="109464" y="324066"/>
                  </a:lnTo>
                  <a:lnTo>
                    <a:pt x="114466" y="325815"/>
                  </a:lnTo>
                  <a:lnTo>
                    <a:pt x="119520" y="327405"/>
                  </a:lnTo>
                  <a:lnTo>
                    <a:pt x="124622" y="328834"/>
                  </a:lnTo>
                  <a:lnTo>
                    <a:pt x="129767" y="330101"/>
                  </a:lnTo>
                  <a:lnTo>
                    <a:pt x="134949" y="331204"/>
                  </a:lnTo>
                  <a:lnTo>
                    <a:pt x="140163" y="332142"/>
                  </a:lnTo>
                  <a:lnTo>
                    <a:pt x="145405" y="332914"/>
                  </a:lnTo>
                  <a:lnTo>
                    <a:pt x="150669" y="333520"/>
                  </a:lnTo>
                  <a:lnTo>
                    <a:pt x="155949" y="333959"/>
                  </a:lnTo>
                  <a:lnTo>
                    <a:pt x="161240" y="334230"/>
                  </a:lnTo>
                  <a:lnTo>
                    <a:pt x="166538" y="334333"/>
                  </a:lnTo>
                  <a:lnTo>
                    <a:pt x="171836" y="334269"/>
                  </a:lnTo>
                  <a:lnTo>
                    <a:pt x="177129" y="334036"/>
                  </a:lnTo>
                  <a:lnTo>
                    <a:pt x="182412" y="333636"/>
                  </a:lnTo>
                  <a:lnTo>
                    <a:pt x="187680" y="333069"/>
                  </a:lnTo>
                  <a:lnTo>
                    <a:pt x="192927" y="332335"/>
                  </a:lnTo>
                  <a:lnTo>
                    <a:pt x="198149" y="331435"/>
                  </a:lnTo>
                  <a:lnTo>
                    <a:pt x="203339" y="330370"/>
                  </a:lnTo>
                  <a:lnTo>
                    <a:pt x="208493" y="329142"/>
                  </a:lnTo>
                  <a:lnTo>
                    <a:pt x="213605" y="327750"/>
                  </a:lnTo>
                  <a:lnTo>
                    <a:pt x="218671" y="326197"/>
                  </a:lnTo>
                  <a:lnTo>
                    <a:pt x="223685" y="324485"/>
                  </a:lnTo>
                  <a:lnTo>
                    <a:pt x="228642" y="322614"/>
                  </a:lnTo>
                  <a:lnTo>
                    <a:pt x="233537" y="320587"/>
                  </a:lnTo>
                  <a:lnTo>
                    <a:pt x="238366" y="318406"/>
                  </a:lnTo>
                  <a:lnTo>
                    <a:pt x="243123" y="316073"/>
                  </a:lnTo>
                  <a:lnTo>
                    <a:pt x="247804" y="313591"/>
                  </a:lnTo>
                  <a:lnTo>
                    <a:pt x="252404" y="310961"/>
                  </a:lnTo>
                  <a:lnTo>
                    <a:pt x="256918" y="308187"/>
                  </a:lnTo>
                  <a:lnTo>
                    <a:pt x="261342" y="305272"/>
                  </a:lnTo>
                  <a:lnTo>
                    <a:pt x="265671" y="302217"/>
                  </a:lnTo>
                  <a:lnTo>
                    <a:pt x="269902" y="299027"/>
                  </a:lnTo>
                  <a:lnTo>
                    <a:pt x="274029" y="295705"/>
                  </a:lnTo>
                  <a:lnTo>
                    <a:pt x="278049" y="292253"/>
                  </a:lnTo>
                  <a:lnTo>
                    <a:pt x="281957" y="288676"/>
                  </a:lnTo>
                  <a:lnTo>
                    <a:pt x="285750" y="284976"/>
                  </a:lnTo>
                  <a:lnTo>
                    <a:pt x="289424" y="281159"/>
                  </a:lnTo>
                  <a:lnTo>
                    <a:pt x="292975" y="277227"/>
                  </a:lnTo>
                  <a:lnTo>
                    <a:pt x="296400" y="273184"/>
                  </a:lnTo>
                  <a:lnTo>
                    <a:pt x="299695" y="269035"/>
                  </a:lnTo>
                  <a:lnTo>
                    <a:pt x="302856" y="264783"/>
                  </a:lnTo>
                  <a:lnTo>
                    <a:pt x="305882" y="260433"/>
                  </a:lnTo>
                  <a:lnTo>
                    <a:pt x="308768" y="255990"/>
                  </a:lnTo>
                  <a:lnTo>
                    <a:pt x="311512" y="251457"/>
                  </a:lnTo>
                  <a:lnTo>
                    <a:pt x="314110" y="246840"/>
                  </a:lnTo>
                  <a:lnTo>
                    <a:pt x="316561" y="242143"/>
                  </a:lnTo>
                  <a:lnTo>
                    <a:pt x="318862" y="237370"/>
                  </a:lnTo>
                  <a:lnTo>
                    <a:pt x="321011" y="232527"/>
                  </a:lnTo>
                  <a:lnTo>
                    <a:pt x="323005" y="227618"/>
                  </a:lnTo>
                  <a:lnTo>
                    <a:pt x="324842" y="222649"/>
                  </a:lnTo>
                  <a:lnTo>
                    <a:pt x="326522" y="217623"/>
                  </a:lnTo>
                  <a:lnTo>
                    <a:pt x="328040" y="212547"/>
                  </a:lnTo>
                  <a:lnTo>
                    <a:pt x="329398" y="207426"/>
                  </a:lnTo>
                  <a:lnTo>
                    <a:pt x="330592" y="202264"/>
                  </a:lnTo>
                  <a:lnTo>
                    <a:pt x="331622" y="197067"/>
                  </a:lnTo>
                  <a:lnTo>
                    <a:pt x="332487" y="191839"/>
                  </a:lnTo>
                  <a:lnTo>
                    <a:pt x="333186" y="186587"/>
                  </a:lnTo>
                  <a:lnTo>
                    <a:pt x="333718" y="181316"/>
                  </a:lnTo>
                  <a:lnTo>
                    <a:pt x="334083" y="176030"/>
                  </a:lnTo>
                  <a:lnTo>
                    <a:pt x="334280" y="170735"/>
                  </a:lnTo>
                  <a:lnTo>
                    <a:pt x="334309" y="165437"/>
                  </a:lnTo>
                  <a:lnTo>
                    <a:pt x="334170" y="160140"/>
                  </a:lnTo>
                  <a:lnTo>
                    <a:pt x="333864" y="154851"/>
                  </a:lnTo>
                  <a:lnTo>
                    <a:pt x="333390" y="149574"/>
                  </a:lnTo>
                  <a:lnTo>
                    <a:pt x="332749" y="144314"/>
                  </a:lnTo>
                  <a:lnTo>
                    <a:pt x="331941" y="139078"/>
                  </a:lnTo>
                  <a:lnTo>
                    <a:pt x="330968" y="133870"/>
                  </a:lnTo>
                  <a:lnTo>
                    <a:pt x="329831" y="128695"/>
                  </a:lnTo>
                  <a:lnTo>
                    <a:pt x="328530" y="123559"/>
                  </a:lnTo>
                  <a:lnTo>
                    <a:pt x="327067" y="118466"/>
                  </a:lnTo>
                  <a:lnTo>
                    <a:pt x="325443" y="113423"/>
                  </a:lnTo>
                  <a:lnTo>
                    <a:pt x="323660" y="108433"/>
                  </a:lnTo>
                  <a:lnTo>
                    <a:pt x="321720" y="103503"/>
                  </a:lnTo>
                  <a:lnTo>
                    <a:pt x="319625" y="98636"/>
                  </a:lnTo>
                  <a:lnTo>
                    <a:pt x="317377" y="93839"/>
                  </a:lnTo>
                  <a:lnTo>
                    <a:pt x="314978" y="89115"/>
                  </a:lnTo>
                  <a:lnTo>
                    <a:pt x="312430" y="84469"/>
                  </a:lnTo>
                  <a:lnTo>
                    <a:pt x="309736" y="79907"/>
                  </a:lnTo>
                  <a:lnTo>
                    <a:pt x="306899" y="75432"/>
                  </a:lnTo>
                  <a:lnTo>
                    <a:pt x="303922" y="71049"/>
                  </a:lnTo>
                  <a:lnTo>
                    <a:pt x="300807" y="66763"/>
                  </a:lnTo>
                  <a:lnTo>
                    <a:pt x="297558" y="62578"/>
                  </a:lnTo>
                  <a:lnTo>
                    <a:pt x="294178" y="58498"/>
                  </a:lnTo>
                  <a:lnTo>
                    <a:pt x="290670" y="54527"/>
                  </a:lnTo>
                  <a:lnTo>
                    <a:pt x="287039" y="50669"/>
                  </a:lnTo>
                  <a:lnTo>
                    <a:pt x="283286" y="46928"/>
                  </a:lnTo>
                  <a:lnTo>
                    <a:pt x="279418" y="43308"/>
                  </a:lnTo>
                  <a:lnTo>
                    <a:pt x="275436" y="39812"/>
                  </a:lnTo>
                  <a:lnTo>
                    <a:pt x="271346" y="36445"/>
                  </a:lnTo>
                  <a:lnTo>
                    <a:pt x="267151" y="33208"/>
                  </a:lnTo>
                  <a:lnTo>
                    <a:pt x="262855" y="30106"/>
                  </a:lnTo>
                  <a:lnTo>
                    <a:pt x="258463" y="27142"/>
                  </a:lnTo>
                  <a:lnTo>
                    <a:pt x="253980" y="24319"/>
                  </a:lnTo>
                  <a:lnTo>
                    <a:pt x="249409" y="21639"/>
                  </a:lnTo>
                  <a:lnTo>
                    <a:pt x="244756" y="19105"/>
                  </a:lnTo>
                  <a:lnTo>
                    <a:pt x="240025" y="16720"/>
                  </a:lnTo>
                  <a:lnTo>
                    <a:pt x="235221" y="14486"/>
                  </a:lnTo>
                  <a:lnTo>
                    <a:pt x="230348" y="12406"/>
                  </a:lnTo>
                  <a:lnTo>
                    <a:pt x="225411" y="10481"/>
                  </a:lnTo>
                  <a:lnTo>
                    <a:pt x="220417" y="8713"/>
                  </a:lnTo>
                  <a:lnTo>
                    <a:pt x="215368" y="7104"/>
                  </a:lnTo>
                  <a:lnTo>
                    <a:pt x="210272" y="5657"/>
                  </a:lnTo>
                  <a:lnTo>
                    <a:pt x="205132" y="4371"/>
                  </a:lnTo>
                  <a:lnTo>
                    <a:pt x="199953" y="3249"/>
                  </a:lnTo>
                  <a:lnTo>
                    <a:pt x="194742" y="2292"/>
                  </a:lnTo>
                  <a:lnTo>
                    <a:pt x="189503" y="1501"/>
                  </a:lnTo>
                  <a:lnTo>
                    <a:pt x="184242" y="876"/>
                  </a:lnTo>
                  <a:lnTo>
                    <a:pt x="178963" y="417"/>
                  </a:lnTo>
                  <a:lnTo>
                    <a:pt x="173673" y="127"/>
                  </a:lnTo>
                  <a:lnTo>
                    <a:pt x="168376" y="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1225" cy="167167"/>
            </a:xfrm>
            <a:custGeom>
              <a:avLst/>
              <a:pathLst>
                <a:path w="1225" h="167167">
                  <a:moveTo>
                    <a:pt x="122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797509" y="5269756"/>
              <a:ext cx="166991" cy="167167"/>
            </a:xfrm>
            <a:custGeom>
              <a:avLst/>
              <a:pathLst>
                <a:path w="166991" h="167167">
                  <a:moveTo>
                    <a:pt x="166991" y="0"/>
                  </a:moveTo>
                  <a:lnTo>
                    <a:pt x="161568" y="87"/>
                  </a:lnTo>
                  <a:lnTo>
                    <a:pt x="156151" y="351"/>
                  </a:lnTo>
                  <a:lnTo>
                    <a:pt x="150745" y="791"/>
                  </a:lnTo>
                  <a:lnTo>
                    <a:pt x="145357" y="1405"/>
                  </a:lnTo>
                  <a:lnTo>
                    <a:pt x="139990" y="2195"/>
                  </a:lnTo>
                  <a:lnTo>
                    <a:pt x="134653" y="3157"/>
                  </a:lnTo>
                  <a:lnTo>
                    <a:pt x="129349" y="4293"/>
                  </a:lnTo>
                  <a:lnTo>
                    <a:pt x="124085" y="5600"/>
                  </a:lnTo>
                  <a:lnTo>
                    <a:pt x="118867" y="7076"/>
                  </a:lnTo>
                  <a:lnTo>
                    <a:pt x="113699" y="8722"/>
                  </a:lnTo>
                  <a:lnTo>
                    <a:pt x="108587" y="10534"/>
                  </a:lnTo>
                  <a:lnTo>
                    <a:pt x="103536" y="12511"/>
                  </a:lnTo>
                  <a:lnTo>
                    <a:pt x="98552" y="14651"/>
                  </a:lnTo>
                  <a:lnTo>
                    <a:pt x="93641" y="16952"/>
                  </a:lnTo>
                  <a:lnTo>
                    <a:pt x="88806" y="19410"/>
                  </a:lnTo>
                  <a:lnTo>
                    <a:pt x="84054" y="22024"/>
                  </a:lnTo>
                  <a:lnTo>
                    <a:pt x="79389" y="24791"/>
                  </a:lnTo>
                  <a:lnTo>
                    <a:pt x="74817" y="27708"/>
                  </a:lnTo>
                  <a:lnTo>
                    <a:pt x="70341" y="30772"/>
                  </a:lnTo>
                  <a:lnTo>
                    <a:pt x="65967" y="33979"/>
                  </a:lnTo>
                  <a:lnTo>
                    <a:pt x="61700" y="37326"/>
                  </a:lnTo>
                  <a:lnTo>
                    <a:pt x="57543" y="40810"/>
                  </a:lnTo>
                  <a:lnTo>
                    <a:pt x="53501" y="44428"/>
                  </a:lnTo>
                  <a:lnTo>
                    <a:pt x="49579" y="48174"/>
                  </a:lnTo>
                  <a:lnTo>
                    <a:pt x="45781" y="52045"/>
                  </a:lnTo>
                  <a:lnTo>
                    <a:pt x="42110" y="56038"/>
                  </a:lnTo>
                  <a:lnTo>
                    <a:pt x="38571" y="60148"/>
                  </a:lnTo>
                  <a:lnTo>
                    <a:pt x="35167" y="64370"/>
                  </a:lnTo>
                  <a:lnTo>
                    <a:pt x="31901" y="68701"/>
                  </a:lnTo>
                  <a:lnTo>
                    <a:pt x="28778" y="73135"/>
                  </a:lnTo>
                  <a:lnTo>
                    <a:pt x="25800" y="77668"/>
                  </a:lnTo>
                  <a:lnTo>
                    <a:pt x="22971" y="82296"/>
                  </a:lnTo>
                  <a:lnTo>
                    <a:pt x="20294" y="87012"/>
                  </a:lnTo>
                  <a:lnTo>
                    <a:pt x="17771" y="91813"/>
                  </a:lnTo>
                  <a:lnTo>
                    <a:pt x="15405" y="96694"/>
                  </a:lnTo>
                  <a:lnTo>
                    <a:pt x="13198" y="101649"/>
                  </a:lnTo>
                  <a:lnTo>
                    <a:pt x="11154" y="106672"/>
                  </a:lnTo>
                  <a:lnTo>
                    <a:pt x="9273" y="111759"/>
                  </a:lnTo>
                  <a:lnTo>
                    <a:pt x="7559" y="116905"/>
                  </a:lnTo>
                  <a:lnTo>
                    <a:pt x="6012" y="122104"/>
                  </a:lnTo>
                  <a:lnTo>
                    <a:pt x="4635" y="127350"/>
                  </a:lnTo>
                  <a:lnTo>
                    <a:pt x="3429" y="132637"/>
                  </a:lnTo>
                  <a:lnTo>
                    <a:pt x="2395" y="137962"/>
                  </a:lnTo>
                  <a:lnTo>
                    <a:pt x="1534" y="143317"/>
                  </a:lnTo>
                  <a:lnTo>
                    <a:pt x="848" y="148697"/>
                  </a:lnTo>
                  <a:lnTo>
                    <a:pt x="336" y="154096"/>
                  </a:lnTo>
                  <a:lnTo>
                    <a:pt x="0" y="159510"/>
                  </a:lnTo>
                  <a:lnTo>
                    <a:pt x="16699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797350" y="5269756"/>
              <a:ext cx="334298" cy="334334"/>
            </a:xfrm>
            <a:custGeom>
              <a:avLst/>
              <a:pathLst>
                <a:path w="334298" h="334334">
                  <a:moveTo>
                    <a:pt x="158" y="159510"/>
                  </a:moveTo>
                  <a:lnTo>
                    <a:pt x="0" y="164810"/>
                  </a:lnTo>
                  <a:lnTo>
                    <a:pt x="9" y="170112"/>
                  </a:lnTo>
                  <a:lnTo>
                    <a:pt x="186" y="175412"/>
                  </a:lnTo>
                  <a:lnTo>
                    <a:pt x="532" y="180703"/>
                  </a:lnTo>
                  <a:lnTo>
                    <a:pt x="1045" y="185981"/>
                  </a:lnTo>
                  <a:lnTo>
                    <a:pt x="1725" y="191240"/>
                  </a:lnTo>
                  <a:lnTo>
                    <a:pt x="2572" y="196474"/>
                  </a:lnTo>
                  <a:lnTo>
                    <a:pt x="3584" y="201679"/>
                  </a:lnTo>
                  <a:lnTo>
                    <a:pt x="4761" y="206850"/>
                  </a:lnTo>
                  <a:lnTo>
                    <a:pt x="6101" y="211980"/>
                  </a:lnTo>
                  <a:lnTo>
                    <a:pt x="7604" y="217065"/>
                  </a:lnTo>
                  <a:lnTo>
                    <a:pt x="9267" y="222100"/>
                  </a:lnTo>
                  <a:lnTo>
                    <a:pt x="11088" y="227080"/>
                  </a:lnTo>
                  <a:lnTo>
                    <a:pt x="13067" y="232000"/>
                  </a:lnTo>
                  <a:lnTo>
                    <a:pt x="15201" y="236854"/>
                  </a:lnTo>
                  <a:lnTo>
                    <a:pt x="17487" y="241638"/>
                  </a:lnTo>
                  <a:lnTo>
                    <a:pt x="19925" y="246347"/>
                  </a:lnTo>
                  <a:lnTo>
                    <a:pt x="22510" y="250977"/>
                  </a:lnTo>
                  <a:lnTo>
                    <a:pt x="25241" y="255522"/>
                  </a:lnTo>
                  <a:lnTo>
                    <a:pt x="28115" y="259979"/>
                  </a:lnTo>
                  <a:lnTo>
                    <a:pt x="31128" y="264342"/>
                  </a:lnTo>
                  <a:lnTo>
                    <a:pt x="34279" y="268607"/>
                  </a:lnTo>
                  <a:lnTo>
                    <a:pt x="37563" y="272770"/>
                  </a:lnTo>
                  <a:lnTo>
                    <a:pt x="40977" y="276827"/>
                  </a:lnTo>
                  <a:lnTo>
                    <a:pt x="44519" y="280773"/>
                  </a:lnTo>
                  <a:lnTo>
                    <a:pt x="48183" y="284606"/>
                  </a:lnTo>
                  <a:lnTo>
                    <a:pt x="51968" y="288320"/>
                  </a:lnTo>
                  <a:lnTo>
                    <a:pt x="55868" y="291912"/>
                  </a:lnTo>
                  <a:lnTo>
                    <a:pt x="59881" y="295379"/>
                  </a:lnTo>
                  <a:lnTo>
                    <a:pt x="64001" y="298716"/>
                  </a:lnTo>
                  <a:lnTo>
                    <a:pt x="68225" y="301922"/>
                  </a:lnTo>
                  <a:lnTo>
                    <a:pt x="72549" y="304991"/>
                  </a:lnTo>
                  <a:lnTo>
                    <a:pt x="76968" y="307922"/>
                  </a:lnTo>
                  <a:lnTo>
                    <a:pt x="81477" y="310712"/>
                  </a:lnTo>
                  <a:lnTo>
                    <a:pt x="86073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1" y="320399"/>
                  </a:lnTo>
                  <a:lnTo>
                    <a:pt x="105225" y="322441"/>
                  </a:lnTo>
                  <a:lnTo>
                    <a:pt x="110180" y="324327"/>
                  </a:lnTo>
                  <a:lnTo>
                    <a:pt x="115194" y="326055"/>
                  </a:lnTo>
                  <a:lnTo>
                    <a:pt x="120259" y="327623"/>
                  </a:lnTo>
                  <a:lnTo>
                    <a:pt x="125372" y="329030"/>
                  </a:lnTo>
                  <a:lnTo>
                    <a:pt x="130526" y="330273"/>
                  </a:lnTo>
                  <a:lnTo>
                    <a:pt x="135718" y="331353"/>
                  </a:lnTo>
                  <a:lnTo>
                    <a:pt x="140941" y="332267"/>
                  </a:lnTo>
                  <a:lnTo>
                    <a:pt x="146191" y="333015"/>
                  </a:lnTo>
                  <a:lnTo>
                    <a:pt x="151461" y="333597"/>
                  </a:lnTo>
                  <a:lnTo>
                    <a:pt x="156748" y="334010"/>
                  </a:lnTo>
                  <a:lnTo>
                    <a:pt x="162044" y="334256"/>
                  </a:lnTo>
                  <a:lnTo>
                    <a:pt x="167346" y="334334"/>
                  </a:lnTo>
                  <a:lnTo>
                    <a:pt x="172648" y="334244"/>
                  </a:lnTo>
                  <a:lnTo>
                    <a:pt x="177944" y="333986"/>
                  </a:lnTo>
                  <a:lnTo>
                    <a:pt x="183230" y="333559"/>
                  </a:lnTo>
                  <a:lnTo>
                    <a:pt x="188499" y="332966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3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0" y="322296"/>
                  </a:lnTo>
                  <a:lnTo>
                    <a:pt x="234329" y="320242"/>
                  </a:lnTo>
                  <a:lnTo>
                    <a:pt x="239150" y="318034"/>
                  </a:lnTo>
                  <a:lnTo>
                    <a:pt x="243899" y="315675"/>
                  </a:lnTo>
                  <a:lnTo>
                    <a:pt x="248570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1" y="301689"/>
                  </a:lnTo>
                  <a:lnTo>
                    <a:pt x="270608" y="298474"/>
                  </a:lnTo>
                  <a:lnTo>
                    <a:pt x="274720" y="295127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2" y="284326"/>
                  </a:lnTo>
                  <a:lnTo>
                    <a:pt x="290048" y="280485"/>
                  </a:lnTo>
                  <a:lnTo>
                    <a:pt x="293580" y="276531"/>
                  </a:lnTo>
                  <a:lnTo>
                    <a:pt x="296985" y="272466"/>
                  </a:lnTo>
                  <a:lnTo>
                    <a:pt x="300260" y="268295"/>
                  </a:lnTo>
                  <a:lnTo>
                    <a:pt x="303400" y="264022"/>
                  </a:lnTo>
                  <a:lnTo>
                    <a:pt x="306403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1" y="246002"/>
                  </a:lnTo>
                  <a:lnTo>
                    <a:pt x="316988" y="241287"/>
                  </a:lnTo>
                  <a:lnTo>
                    <a:pt x="319263" y="236497"/>
                  </a:lnTo>
                  <a:lnTo>
                    <a:pt x="321385" y="231638"/>
                  </a:lnTo>
                  <a:lnTo>
                    <a:pt x="323353" y="226714"/>
                  </a:lnTo>
                  <a:lnTo>
                    <a:pt x="325163" y="221730"/>
                  </a:lnTo>
                  <a:lnTo>
                    <a:pt x="326814" y="216691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8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7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3" y="107437"/>
                  </a:lnTo>
                  <a:lnTo>
                    <a:pt x="321310" y="102515"/>
                  </a:lnTo>
                  <a:lnTo>
                    <a:pt x="319182" y="97658"/>
                  </a:lnTo>
                  <a:lnTo>
                    <a:pt x="316901" y="92871"/>
                  </a:lnTo>
                  <a:lnTo>
                    <a:pt x="314469" y="88159"/>
                  </a:lnTo>
                  <a:lnTo>
                    <a:pt x="311889" y="83527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2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42604" y="5399291"/>
              <a:ext cx="43611" cy="167167"/>
            </a:xfrm>
            <a:custGeom>
              <a:avLst/>
              <a:pathLst>
                <a:path w="43611" h="167167">
                  <a:moveTo>
                    <a:pt x="43611" y="0"/>
                  </a:moveTo>
                  <a:lnTo>
                    <a:pt x="37309" y="118"/>
                  </a:lnTo>
                  <a:lnTo>
                    <a:pt x="31017" y="475"/>
                  </a:lnTo>
                  <a:lnTo>
                    <a:pt x="24742" y="1068"/>
                  </a:lnTo>
                  <a:lnTo>
                    <a:pt x="18494" y="1897"/>
                  </a:lnTo>
                  <a:lnTo>
                    <a:pt x="12282" y="2961"/>
                  </a:lnTo>
                  <a:lnTo>
                    <a:pt x="6114" y="4259"/>
                  </a:lnTo>
                  <a:lnTo>
                    <a:pt x="0" y="5788"/>
                  </a:lnTo>
                  <a:lnTo>
                    <a:pt x="4361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2604" y="5405080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319057" y="5401662"/>
              <a:ext cx="334316" cy="331963"/>
            </a:xfrm>
            <a:custGeom>
              <a:avLst/>
              <a:pathLst>
                <a:path w="334316" h="331963">
                  <a:moveTo>
                    <a:pt x="123547" y="3417"/>
                  </a:moveTo>
                  <a:lnTo>
                    <a:pt x="118466" y="4877"/>
                  </a:lnTo>
                  <a:lnTo>
                    <a:pt x="113434" y="6497"/>
                  </a:lnTo>
                  <a:lnTo>
                    <a:pt x="108455" y="8275"/>
                  </a:lnTo>
                  <a:lnTo>
                    <a:pt x="103535" y="10209"/>
                  </a:lnTo>
                  <a:lnTo>
                    <a:pt x="98679" y="12298"/>
                  </a:lnTo>
                  <a:lnTo>
                    <a:pt x="93892" y="14540"/>
                  </a:lnTo>
                  <a:lnTo>
                    <a:pt x="89177" y="16931"/>
                  </a:lnTo>
                  <a:lnTo>
                    <a:pt x="84541" y="19471"/>
                  </a:lnTo>
                  <a:lnTo>
                    <a:pt x="79987" y="22156"/>
                  </a:lnTo>
                  <a:lnTo>
                    <a:pt x="75520" y="24984"/>
                  </a:lnTo>
                  <a:lnTo>
                    <a:pt x="71145" y="27951"/>
                  </a:lnTo>
                  <a:lnTo>
                    <a:pt x="66866" y="31056"/>
                  </a:lnTo>
                  <a:lnTo>
                    <a:pt x="62688" y="34294"/>
                  </a:lnTo>
                  <a:lnTo>
                    <a:pt x="58613" y="37662"/>
                  </a:lnTo>
                  <a:lnTo>
                    <a:pt x="54648" y="41158"/>
                  </a:lnTo>
                  <a:lnTo>
                    <a:pt x="50795" y="44777"/>
                  </a:lnTo>
                  <a:lnTo>
                    <a:pt x="47058" y="48517"/>
                  </a:lnTo>
                  <a:lnTo>
                    <a:pt x="43441" y="52372"/>
                  </a:lnTo>
                  <a:lnTo>
                    <a:pt x="39948" y="56340"/>
                  </a:lnTo>
                  <a:lnTo>
                    <a:pt x="36582" y="60417"/>
                  </a:lnTo>
                  <a:lnTo>
                    <a:pt x="33347" y="64598"/>
                  </a:lnTo>
                  <a:lnTo>
                    <a:pt x="30246" y="68879"/>
                  </a:lnTo>
                  <a:lnTo>
                    <a:pt x="27282" y="73256"/>
                  </a:lnTo>
                  <a:lnTo>
                    <a:pt x="24457" y="77725"/>
                  </a:lnTo>
                  <a:lnTo>
                    <a:pt x="21775" y="82281"/>
                  </a:lnTo>
                  <a:lnTo>
                    <a:pt x="19239" y="86919"/>
                  </a:lnTo>
                  <a:lnTo>
                    <a:pt x="16850" y="91635"/>
                  </a:lnTo>
                  <a:lnTo>
                    <a:pt x="14612" y="96424"/>
                  </a:lnTo>
                  <a:lnTo>
                    <a:pt x="12527" y="101282"/>
                  </a:lnTo>
                  <a:lnTo>
                    <a:pt x="10596" y="106203"/>
                  </a:lnTo>
                  <a:lnTo>
                    <a:pt x="8821" y="111183"/>
                  </a:lnTo>
                  <a:lnTo>
                    <a:pt x="7205" y="116216"/>
                  </a:lnTo>
                  <a:lnTo>
                    <a:pt x="5749" y="121298"/>
                  </a:lnTo>
                  <a:lnTo>
                    <a:pt x="4454" y="126424"/>
                  </a:lnTo>
                  <a:lnTo>
                    <a:pt x="3322" y="131587"/>
                  </a:lnTo>
                  <a:lnTo>
                    <a:pt x="2354" y="136784"/>
                  </a:lnTo>
                  <a:lnTo>
                    <a:pt x="1551" y="142009"/>
                  </a:lnTo>
                  <a:lnTo>
                    <a:pt x="913" y="147257"/>
                  </a:lnTo>
                  <a:lnTo>
                    <a:pt x="442" y="152523"/>
                  </a:lnTo>
                  <a:lnTo>
                    <a:pt x="137" y="157800"/>
                  </a:lnTo>
                  <a:lnTo>
                    <a:pt x="0" y="163085"/>
                  </a:lnTo>
                  <a:lnTo>
                    <a:pt x="29" y="168371"/>
                  </a:lnTo>
                  <a:lnTo>
                    <a:pt x="226" y="173654"/>
                  </a:lnTo>
                  <a:lnTo>
                    <a:pt x="589" y="178928"/>
                  </a:lnTo>
                  <a:lnTo>
                    <a:pt x="1119" y="184188"/>
                  </a:lnTo>
                  <a:lnTo>
                    <a:pt x="1816" y="189428"/>
                  </a:lnTo>
                  <a:lnTo>
                    <a:pt x="2677" y="194644"/>
                  </a:lnTo>
                  <a:lnTo>
                    <a:pt x="3703" y="199830"/>
                  </a:lnTo>
                  <a:lnTo>
                    <a:pt x="4893" y="204981"/>
                  </a:lnTo>
                  <a:lnTo>
                    <a:pt x="6244" y="210092"/>
                  </a:lnTo>
                  <a:lnTo>
                    <a:pt x="7757" y="215157"/>
                  </a:lnTo>
                  <a:lnTo>
                    <a:pt x="9429" y="220172"/>
                  </a:lnTo>
                  <a:lnTo>
                    <a:pt x="11259" y="225132"/>
                  </a:lnTo>
                  <a:lnTo>
                    <a:pt x="13245" y="230031"/>
                  </a:lnTo>
                  <a:lnTo>
                    <a:pt x="15384" y="234865"/>
                  </a:lnTo>
                  <a:lnTo>
                    <a:pt x="17676" y="239629"/>
                  </a:lnTo>
                  <a:lnTo>
                    <a:pt x="20117" y="244318"/>
                  </a:lnTo>
                  <a:lnTo>
                    <a:pt x="22705" y="248928"/>
                  </a:lnTo>
                  <a:lnTo>
                    <a:pt x="25437" y="253453"/>
                  </a:lnTo>
                  <a:lnTo>
                    <a:pt x="28312" y="257890"/>
                  </a:lnTo>
                  <a:lnTo>
                    <a:pt x="31325" y="262234"/>
                  </a:lnTo>
                  <a:lnTo>
                    <a:pt x="34473" y="266480"/>
                  </a:lnTo>
                  <a:lnTo>
                    <a:pt x="37755" y="270625"/>
                  </a:lnTo>
                  <a:lnTo>
                    <a:pt x="41166" y="274664"/>
                  </a:lnTo>
                  <a:lnTo>
                    <a:pt x="44703" y="278593"/>
                  </a:lnTo>
                  <a:lnTo>
                    <a:pt x="48362" y="282408"/>
                  </a:lnTo>
                  <a:lnTo>
                    <a:pt x="52141" y="286105"/>
                  </a:lnTo>
                  <a:lnTo>
                    <a:pt x="56034" y="289681"/>
                  </a:lnTo>
                  <a:lnTo>
                    <a:pt x="60038" y="293133"/>
                  </a:lnTo>
                  <a:lnTo>
                    <a:pt x="64150" y="296455"/>
                  </a:lnTo>
                  <a:lnTo>
                    <a:pt x="68364" y="299647"/>
                  </a:lnTo>
                  <a:lnTo>
                    <a:pt x="72678" y="302703"/>
                  </a:lnTo>
                  <a:lnTo>
                    <a:pt x="77086" y="305622"/>
                  </a:lnTo>
                  <a:lnTo>
                    <a:pt x="81584" y="308399"/>
                  </a:lnTo>
                  <a:lnTo>
                    <a:pt x="86167" y="311033"/>
                  </a:lnTo>
                  <a:lnTo>
                    <a:pt x="90831" y="313521"/>
                  </a:lnTo>
                  <a:lnTo>
                    <a:pt x="95572" y="315860"/>
                  </a:lnTo>
                  <a:lnTo>
                    <a:pt x="100385" y="318048"/>
                  </a:lnTo>
                  <a:lnTo>
                    <a:pt x="105264" y="320083"/>
                  </a:lnTo>
                  <a:lnTo>
                    <a:pt x="110205" y="321962"/>
                  </a:lnTo>
                  <a:lnTo>
                    <a:pt x="115203" y="323685"/>
                  </a:lnTo>
                  <a:lnTo>
                    <a:pt x="120253" y="325248"/>
                  </a:lnTo>
                  <a:lnTo>
                    <a:pt x="125350" y="326651"/>
                  </a:lnTo>
                  <a:lnTo>
                    <a:pt x="130489" y="327892"/>
                  </a:lnTo>
                  <a:lnTo>
                    <a:pt x="135664" y="328970"/>
                  </a:lnTo>
                  <a:lnTo>
                    <a:pt x="140871" y="329884"/>
                  </a:lnTo>
                  <a:lnTo>
                    <a:pt x="146104" y="330632"/>
                  </a:lnTo>
                  <a:lnTo>
                    <a:pt x="151358" y="331215"/>
                  </a:lnTo>
                  <a:lnTo>
                    <a:pt x="156628" y="331631"/>
                  </a:lnTo>
                  <a:lnTo>
                    <a:pt x="161909" y="331881"/>
                  </a:lnTo>
                  <a:lnTo>
                    <a:pt x="167195" y="331963"/>
                  </a:lnTo>
                  <a:lnTo>
                    <a:pt x="172480" y="331879"/>
                  </a:lnTo>
                  <a:lnTo>
                    <a:pt x="177761" y="331627"/>
                  </a:lnTo>
                  <a:lnTo>
                    <a:pt x="183031" y="331208"/>
                  </a:lnTo>
                  <a:lnTo>
                    <a:pt x="188285" y="330623"/>
                  </a:lnTo>
                  <a:lnTo>
                    <a:pt x="193517" y="329872"/>
                  </a:lnTo>
                  <a:lnTo>
                    <a:pt x="198724" y="328956"/>
                  </a:lnTo>
                  <a:lnTo>
                    <a:pt x="203899" y="327876"/>
                  </a:lnTo>
                  <a:lnTo>
                    <a:pt x="209037" y="326633"/>
                  </a:lnTo>
                  <a:lnTo>
                    <a:pt x="214133" y="325227"/>
                  </a:lnTo>
                  <a:lnTo>
                    <a:pt x="219183" y="323662"/>
                  </a:lnTo>
                  <a:lnTo>
                    <a:pt x="224180" y="321937"/>
                  </a:lnTo>
                  <a:lnTo>
                    <a:pt x="229120" y="320056"/>
                  </a:lnTo>
                  <a:lnTo>
                    <a:pt x="233998" y="318019"/>
                  </a:lnTo>
                  <a:lnTo>
                    <a:pt x="238810" y="315829"/>
                  </a:lnTo>
                  <a:lnTo>
                    <a:pt x="243550" y="313488"/>
                  </a:lnTo>
                  <a:lnTo>
                    <a:pt x="248213" y="310998"/>
                  </a:lnTo>
                  <a:lnTo>
                    <a:pt x="252795" y="308362"/>
                  </a:lnTo>
                  <a:lnTo>
                    <a:pt x="257292" y="305582"/>
                  </a:lnTo>
                  <a:lnTo>
                    <a:pt x="261699" y="302662"/>
                  </a:lnTo>
                  <a:lnTo>
                    <a:pt x="266011" y="299604"/>
                  </a:lnTo>
                  <a:lnTo>
                    <a:pt x="270224" y="296411"/>
                  </a:lnTo>
                  <a:lnTo>
                    <a:pt x="274334" y="293086"/>
                  </a:lnTo>
                  <a:lnTo>
                    <a:pt x="278337" y="289633"/>
                  </a:lnTo>
                  <a:lnTo>
                    <a:pt x="282229" y="286055"/>
                  </a:lnTo>
                  <a:lnTo>
                    <a:pt x="286005" y="282356"/>
                  </a:lnTo>
                  <a:lnTo>
                    <a:pt x="289663" y="278539"/>
                  </a:lnTo>
                  <a:lnTo>
                    <a:pt x="293198" y="274609"/>
                  </a:lnTo>
                  <a:lnTo>
                    <a:pt x="296607" y="270568"/>
                  </a:lnTo>
                  <a:lnTo>
                    <a:pt x="299887" y="266422"/>
                  </a:lnTo>
                  <a:lnTo>
                    <a:pt x="303034" y="262175"/>
                  </a:lnTo>
                  <a:lnTo>
                    <a:pt x="306045" y="257830"/>
                  </a:lnTo>
                  <a:lnTo>
                    <a:pt x="308918" y="253392"/>
                  </a:lnTo>
                  <a:lnTo>
                    <a:pt x="311648" y="248865"/>
                  </a:lnTo>
                  <a:lnTo>
                    <a:pt x="314234" y="244254"/>
                  </a:lnTo>
                  <a:lnTo>
                    <a:pt x="316673" y="239564"/>
                  </a:lnTo>
                  <a:lnTo>
                    <a:pt x="318962" y="234799"/>
                  </a:lnTo>
                  <a:lnTo>
                    <a:pt x="321100" y="229964"/>
                  </a:lnTo>
                  <a:lnTo>
                    <a:pt x="323084" y="225064"/>
                  </a:lnTo>
                  <a:lnTo>
                    <a:pt x="324911" y="220103"/>
                  </a:lnTo>
                  <a:lnTo>
                    <a:pt x="326581" y="215087"/>
                  </a:lnTo>
                  <a:lnTo>
                    <a:pt x="328092" y="210021"/>
                  </a:lnTo>
                  <a:lnTo>
                    <a:pt x="329441" y="204910"/>
                  </a:lnTo>
                  <a:lnTo>
                    <a:pt x="330629" y="199759"/>
                  </a:lnTo>
                  <a:lnTo>
                    <a:pt x="331652" y="194572"/>
                  </a:lnTo>
                  <a:lnTo>
                    <a:pt x="332512" y="189356"/>
                  </a:lnTo>
                  <a:lnTo>
                    <a:pt x="333205" y="184116"/>
                  </a:lnTo>
                  <a:lnTo>
                    <a:pt x="333733" y="178855"/>
                  </a:lnTo>
                  <a:lnTo>
                    <a:pt x="334095" y="173581"/>
                  </a:lnTo>
                  <a:lnTo>
                    <a:pt x="334289" y="168299"/>
                  </a:lnTo>
                  <a:lnTo>
                    <a:pt x="334316" y="163012"/>
                  </a:lnTo>
                  <a:lnTo>
                    <a:pt x="334176" y="157728"/>
                  </a:lnTo>
                  <a:lnTo>
                    <a:pt x="333869" y="152450"/>
                  </a:lnTo>
                  <a:lnTo>
                    <a:pt x="333395" y="147185"/>
                  </a:lnTo>
                  <a:lnTo>
                    <a:pt x="332755" y="141937"/>
                  </a:lnTo>
                  <a:lnTo>
                    <a:pt x="331950" y="136713"/>
                  </a:lnTo>
                  <a:lnTo>
                    <a:pt x="330979" y="131516"/>
                  </a:lnTo>
                  <a:lnTo>
                    <a:pt x="329845" y="126353"/>
                  </a:lnTo>
                  <a:lnTo>
                    <a:pt x="328548" y="121228"/>
                  </a:lnTo>
                  <a:lnTo>
                    <a:pt x="327090" y="116146"/>
                  </a:lnTo>
                  <a:lnTo>
                    <a:pt x="325472" y="111114"/>
                  </a:lnTo>
                  <a:lnTo>
                    <a:pt x="323695" y="106135"/>
                  </a:lnTo>
                  <a:lnTo>
                    <a:pt x="321762" y="101214"/>
                  </a:lnTo>
                  <a:lnTo>
                    <a:pt x="319674" y="96358"/>
                  </a:lnTo>
                  <a:lnTo>
                    <a:pt x="317434" y="91569"/>
                  </a:lnTo>
                  <a:lnTo>
                    <a:pt x="315044" y="86854"/>
                  </a:lnTo>
                  <a:lnTo>
                    <a:pt x="312505" y="82217"/>
                  </a:lnTo>
                  <a:lnTo>
                    <a:pt x="309821" y="77663"/>
                  </a:lnTo>
                  <a:lnTo>
                    <a:pt x="306995" y="73195"/>
                  </a:lnTo>
                  <a:lnTo>
                    <a:pt x="304029" y="68819"/>
                  </a:lnTo>
                  <a:lnTo>
                    <a:pt x="300925" y="64540"/>
                  </a:lnTo>
                  <a:lnTo>
                    <a:pt x="297688" y="60360"/>
                  </a:lnTo>
                  <a:lnTo>
                    <a:pt x="294321" y="56285"/>
                  </a:lnTo>
                  <a:lnTo>
                    <a:pt x="290826" y="52318"/>
                  </a:lnTo>
                  <a:lnTo>
                    <a:pt x="287208" y="48464"/>
                  </a:lnTo>
                  <a:lnTo>
                    <a:pt x="283469" y="44727"/>
                  </a:lnTo>
                  <a:lnTo>
                    <a:pt x="279615" y="41109"/>
                  </a:lnTo>
                  <a:lnTo>
                    <a:pt x="275648" y="37615"/>
                  </a:lnTo>
                  <a:lnTo>
                    <a:pt x="271572" y="34248"/>
                  </a:lnTo>
                  <a:lnTo>
                    <a:pt x="267392" y="31012"/>
                  </a:lnTo>
                  <a:lnTo>
                    <a:pt x="263112" y="27909"/>
                  </a:lnTo>
                  <a:lnTo>
                    <a:pt x="258735" y="24944"/>
                  </a:lnTo>
                  <a:lnTo>
                    <a:pt x="254267" y="22118"/>
                  </a:lnTo>
                  <a:lnTo>
                    <a:pt x="249712" y="19435"/>
                  </a:lnTo>
                  <a:lnTo>
                    <a:pt x="245075" y="16897"/>
                  </a:lnTo>
                  <a:lnTo>
                    <a:pt x="240359" y="14508"/>
                  </a:lnTo>
                  <a:lnTo>
                    <a:pt x="235571" y="12268"/>
                  </a:lnTo>
                  <a:lnTo>
                    <a:pt x="230714" y="10181"/>
                  </a:lnTo>
                  <a:lnTo>
                    <a:pt x="225793" y="8249"/>
                  </a:lnTo>
                  <a:lnTo>
                    <a:pt x="220814" y="6473"/>
                  </a:lnTo>
                  <a:lnTo>
                    <a:pt x="215781" y="4856"/>
                  </a:lnTo>
                  <a:lnTo>
                    <a:pt x="210699" y="3398"/>
                  </a:lnTo>
                  <a:lnTo>
                    <a:pt x="205574" y="2102"/>
                  </a:lnTo>
                  <a:lnTo>
                    <a:pt x="200410" y="969"/>
                  </a:lnTo>
                  <a:lnTo>
                    <a:pt x="195214" y="0"/>
                  </a:lnTo>
                  <a:lnTo>
                    <a:pt x="167158" y="1647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28055" cy="167167"/>
            </a:xfrm>
            <a:custGeom>
              <a:avLst/>
              <a:pathLst>
                <a:path w="28055" h="167167">
                  <a:moveTo>
                    <a:pt x="28055" y="2371"/>
                  </a:moveTo>
                  <a:lnTo>
                    <a:pt x="21085" y="1335"/>
                  </a:lnTo>
                  <a:lnTo>
                    <a:pt x="14077" y="593"/>
                  </a:lnTo>
                  <a:lnTo>
                    <a:pt x="7045" y="1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56376" y="5399291"/>
              <a:ext cx="167167" cy="303975"/>
            </a:xfrm>
            <a:custGeom>
              <a:avLst/>
              <a:pathLst>
                <a:path w="167167" h="303975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4" y="770"/>
                  </a:lnTo>
                  <a:lnTo>
                    <a:pt x="145816" y="1369"/>
                  </a:lnTo>
                  <a:lnTo>
                    <a:pt x="140519" y="2137"/>
                  </a:lnTo>
                  <a:lnTo>
                    <a:pt x="135250" y="3075"/>
                  </a:lnTo>
                  <a:lnTo>
                    <a:pt x="130013" y="4181"/>
                  </a:lnTo>
                  <a:lnTo>
                    <a:pt x="124815" y="5453"/>
                  </a:lnTo>
                  <a:lnTo>
                    <a:pt x="119660" y="6892"/>
                  </a:lnTo>
                  <a:lnTo>
                    <a:pt x="114553" y="8495"/>
                  </a:lnTo>
                  <a:lnTo>
                    <a:pt x="109501" y="10261"/>
                  </a:lnTo>
                  <a:lnTo>
                    <a:pt x="104507" y="12187"/>
                  </a:lnTo>
                  <a:lnTo>
                    <a:pt x="99578" y="14272"/>
                  </a:lnTo>
                  <a:lnTo>
                    <a:pt x="94718" y="16514"/>
                  </a:lnTo>
                  <a:lnTo>
                    <a:pt x="89933" y="18911"/>
                  </a:lnTo>
                  <a:lnTo>
                    <a:pt x="85226" y="21459"/>
                  </a:lnTo>
                  <a:lnTo>
                    <a:pt x="80604" y="24157"/>
                  </a:lnTo>
                  <a:lnTo>
                    <a:pt x="76070" y="27001"/>
                  </a:lnTo>
                  <a:lnTo>
                    <a:pt x="71630" y="29989"/>
                  </a:lnTo>
                  <a:lnTo>
                    <a:pt x="67287" y="33118"/>
                  </a:lnTo>
                  <a:lnTo>
                    <a:pt x="63047" y="36384"/>
                  </a:lnTo>
                  <a:lnTo>
                    <a:pt x="58914" y="39784"/>
                  </a:lnTo>
                  <a:lnTo>
                    <a:pt x="54892" y="43315"/>
                  </a:lnTo>
                  <a:lnTo>
                    <a:pt x="50984" y="46973"/>
                  </a:lnTo>
                  <a:lnTo>
                    <a:pt x="47196" y="50754"/>
                  </a:lnTo>
                  <a:lnTo>
                    <a:pt x="43531" y="54654"/>
                  </a:lnTo>
                  <a:lnTo>
                    <a:pt x="39993" y="58669"/>
                  </a:lnTo>
                  <a:lnTo>
                    <a:pt x="36585" y="62796"/>
                  </a:lnTo>
                  <a:lnTo>
                    <a:pt x="33310" y="67030"/>
                  </a:lnTo>
                  <a:lnTo>
                    <a:pt x="30173" y="71366"/>
                  </a:lnTo>
                  <a:lnTo>
                    <a:pt x="27177" y="75801"/>
                  </a:lnTo>
                  <a:lnTo>
                    <a:pt x="24324" y="80329"/>
                  </a:lnTo>
                  <a:lnTo>
                    <a:pt x="21617" y="84946"/>
                  </a:lnTo>
                  <a:lnTo>
                    <a:pt x="19060" y="89648"/>
                  </a:lnTo>
                  <a:lnTo>
                    <a:pt x="16654" y="94429"/>
                  </a:lnTo>
                  <a:lnTo>
                    <a:pt x="14403" y="99284"/>
                  </a:lnTo>
                  <a:lnTo>
                    <a:pt x="12308" y="104209"/>
                  </a:lnTo>
                  <a:lnTo>
                    <a:pt x="10372" y="109199"/>
                  </a:lnTo>
                  <a:lnTo>
                    <a:pt x="8596" y="114248"/>
                  </a:lnTo>
                  <a:lnTo>
                    <a:pt x="6984" y="119351"/>
                  </a:lnTo>
                  <a:lnTo>
                    <a:pt x="5535" y="124504"/>
                  </a:lnTo>
                  <a:lnTo>
                    <a:pt x="4252" y="129700"/>
                  </a:lnTo>
                  <a:lnTo>
                    <a:pt x="3136" y="134934"/>
                  </a:lnTo>
                  <a:lnTo>
                    <a:pt x="2188" y="140202"/>
                  </a:lnTo>
                  <a:lnTo>
                    <a:pt x="1410" y="145497"/>
                  </a:lnTo>
                  <a:lnTo>
                    <a:pt x="801" y="150814"/>
                  </a:lnTo>
                  <a:lnTo>
                    <a:pt x="363" y="156148"/>
                  </a:lnTo>
                  <a:lnTo>
                    <a:pt x="95" y="161494"/>
                  </a:lnTo>
                  <a:lnTo>
                    <a:pt x="0" y="166845"/>
                  </a:lnTo>
                  <a:lnTo>
                    <a:pt x="75" y="172197"/>
                  </a:lnTo>
                  <a:lnTo>
                    <a:pt x="322" y="177543"/>
                  </a:lnTo>
                  <a:lnTo>
                    <a:pt x="739" y="182879"/>
                  </a:lnTo>
                  <a:lnTo>
                    <a:pt x="1327" y="188198"/>
                  </a:lnTo>
                  <a:lnTo>
                    <a:pt x="2086" y="193497"/>
                  </a:lnTo>
                  <a:lnTo>
                    <a:pt x="3013" y="198768"/>
                  </a:lnTo>
                  <a:lnTo>
                    <a:pt x="4109" y="204006"/>
                  </a:lnTo>
                  <a:lnTo>
                    <a:pt x="5372" y="209207"/>
                  </a:lnTo>
                  <a:lnTo>
                    <a:pt x="6801" y="214365"/>
                  </a:lnTo>
                  <a:lnTo>
                    <a:pt x="8394" y="219475"/>
                  </a:lnTo>
                  <a:lnTo>
                    <a:pt x="10150" y="224531"/>
                  </a:lnTo>
                  <a:lnTo>
                    <a:pt x="12066" y="229528"/>
                  </a:lnTo>
                  <a:lnTo>
                    <a:pt x="14142" y="234461"/>
                  </a:lnTo>
                  <a:lnTo>
                    <a:pt x="16375" y="239325"/>
                  </a:lnTo>
                  <a:lnTo>
                    <a:pt x="18762" y="244115"/>
                  </a:lnTo>
                  <a:lnTo>
                    <a:pt x="21301" y="248827"/>
                  </a:lnTo>
                  <a:lnTo>
                    <a:pt x="23990" y="253454"/>
                  </a:lnTo>
                  <a:lnTo>
                    <a:pt x="26826" y="257993"/>
                  </a:lnTo>
                  <a:lnTo>
                    <a:pt x="29805" y="262439"/>
                  </a:lnTo>
                  <a:lnTo>
                    <a:pt x="32926" y="266788"/>
                  </a:lnTo>
                  <a:lnTo>
                    <a:pt x="36184" y="271034"/>
                  </a:lnTo>
                  <a:lnTo>
                    <a:pt x="39576" y="275174"/>
                  </a:lnTo>
                  <a:lnTo>
                    <a:pt x="43099" y="279203"/>
                  </a:lnTo>
                  <a:lnTo>
                    <a:pt x="46749" y="283117"/>
                  </a:lnTo>
                  <a:lnTo>
                    <a:pt x="50522" y="286913"/>
                  </a:lnTo>
                  <a:lnTo>
                    <a:pt x="54416" y="290586"/>
                  </a:lnTo>
                  <a:lnTo>
                    <a:pt x="58424" y="294132"/>
                  </a:lnTo>
                  <a:lnTo>
                    <a:pt x="62544" y="297548"/>
                  </a:lnTo>
                  <a:lnTo>
                    <a:pt x="66772" y="300830"/>
                  </a:lnTo>
                  <a:lnTo>
                    <a:pt x="71102" y="30397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27479" y="5566459"/>
              <a:ext cx="96064" cy="136808"/>
            </a:xfrm>
            <a:custGeom>
              <a:avLst/>
              <a:pathLst>
                <a:path w="96064" h="136808">
                  <a:moveTo>
                    <a:pt x="0" y="136808"/>
                  </a:moveTo>
                  <a:lnTo>
                    <a:pt x="96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27479" y="5566459"/>
              <a:ext cx="96064" cy="136808"/>
            </a:xfrm>
            <a:custGeom>
              <a:avLst/>
              <a:pathLst>
                <a:path w="96064" h="136808">
                  <a:moveTo>
                    <a:pt x="0" y="136808"/>
                  </a:moveTo>
                  <a:lnTo>
                    <a:pt x="96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27479" y="5566459"/>
              <a:ext cx="96064" cy="136808"/>
            </a:xfrm>
            <a:custGeom>
              <a:avLst/>
              <a:pathLst>
                <a:path w="96064" h="136808">
                  <a:moveTo>
                    <a:pt x="0" y="136808"/>
                  </a:moveTo>
                  <a:lnTo>
                    <a:pt x="96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27479" y="5566459"/>
              <a:ext cx="96064" cy="136808"/>
            </a:xfrm>
            <a:custGeom>
              <a:avLst/>
              <a:pathLst>
                <a:path w="96064" h="136808">
                  <a:moveTo>
                    <a:pt x="0" y="136808"/>
                  </a:moveTo>
                  <a:lnTo>
                    <a:pt x="960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27479" y="5566459"/>
              <a:ext cx="96064" cy="136808"/>
            </a:xfrm>
            <a:custGeom>
              <a:avLst/>
              <a:pathLst>
                <a:path w="96064" h="136808">
                  <a:moveTo>
                    <a:pt x="0" y="136808"/>
                  </a:moveTo>
                  <a:lnTo>
                    <a:pt x="960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27479" y="5566459"/>
              <a:ext cx="110142" cy="167148"/>
            </a:xfrm>
            <a:custGeom>
              <a:avLst/>
              <a:pathLst>
                <a:path w="110142" h="167148">
                  <a:moveTo>
                    <a:pt x="0" y="136808"/>
                  </a:moveTo>
                  <a:lnTo>
                    <a:pt x="4589" y="139918"/>
                  </a:lnTo>
                  <a:lnTo>
                    <a:pt x="9279" y="142875"/>
                  </a:lnTo>
                  <a:lnTo>
                    <a:pt x="14065" y="145674"/>
                  </a:lnTo>
                  <a:lnTo>
                    <a:pt x="18940" y="148313"/>
                  </a:lnTo>
                  <a:lnTo>
                    <a:pt x="23901" y="150789"/>
                  </a:lnTo>
                  <a:lnTo>
                    <a:pt x="28941" y="153099"/>
                  </a:lnTo>
                  <a:lnTo>
                    <a:pt x="34055" y="155241"/>
                  </a:lnTo>
                  <a:lnTo>
                    <a:pt x="39237" y="157212"/>
                  </a:lnTo>
                  <a:lnTo>
                    <a:pt x="44481" y="159010"/>
                  </a:lnTo>
                  <a:lnTo>
                    <a:pt x="49783" y="160633"/>
                  </a:lnTo>
                  <a:lnTo>
                    <a:pt x="55135" y="162079"/>
                  </a:lnTo>
                  <a:lnTo>
                    <a:pt x="60532" y="163347"/>
                  </a:lnTo>
                  <a:lnTo>
                    <a:pt x="65968" y="164435"/>
                  </a:lnTo>
                  <a:lnTo>
                    <a:pt x="71438" y="165343"/>
                  </a:lnTo>
                  <a:lnTo>
                    <a:pt x="76934" y="166069"/>
                  </a:lnTo>
                  <a:lnTo>
                    <a:pt x="82452" y="166612"/>
                  </a:lnTo>
                  <a:lnTo>
                    <a:pt x="87984" y="166972"/>
                  </a:lnTo>
                  <a:lnTo>
                    <a:pt x="93525" y="167148"/>
                  </a:lnTo>
                  <a:lnTo>
                    <a:pt x="99069" y="167140"/>
                  </a:lnTo>
                  <a:lnTo>
                    <a:pt x="104610" y="166948"/>
                  </a:lnTo>
                  <a:lnTo>
                    <a:pt x="110142" y="166573"/>
                  </a:lnTo>
                  <a:lnTo>
                    <a:pt x="960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167158" cy="333741"/>
            </a:xfrm>
            <a:custGeom>
              <a:avLst/>
              <a:pathLst>
                <a:path w="167158" h="333741">
                  <a:moveTo>
                    <a:pt x="14077" y="333741"/>
                  </a:moveTo>
                  <a:lnTo>
                    <a:pt x="19374" y="333208"/>
                  </a:lnTo>
                  <a:lnTo>
                    <a:pt x="24651" y="332507"/>
                  </a:lnTo>
                  <a:lnTo>
                    <a:pt x="29903" y="331638"/>
                  </a:lnTo>
                  <a:lnTo>
                    <a:pt x="35125" y="330602"/>
                  </a:lnTo>
                  <a:lnTo>
                    <a:pt x="40311" y="329401"/>
                  </a:lnTo>
                  <a:lnTo>
                    <a:pt x="45457" y="328035"/>
                  </a:lnTo>
                  <a:lnTo>
                    <a:pt x="50556" y="326506"/>
                  </a:lnTo>
                  <a:lnTo>
                    <a:pt x="55604" y="324816"/>
                  </a:lnTo>
                  <a:lnTo>
                    <a:pt x="60595" y="322965"/>
                  </a:lnTo>
                  <a:lnTo>
                    <a:pt x="65525" y="320957"/>
                  </a:lnTo>
                  <a:lnTo>
                    <a:pt x="70389" y="318792"/>
                  </a:lnTo>
                  <a:lnTo>
                    <a:pt x="75181" y="316474"/>
                  </a:lnTo>
                  <a:lnTo>
                    <a:pt x="79897" y="314005"/>
                  </a:lnTo>
                  <a:lnTo>
                    <a:pt x="84532" y="311386"/>
                  </a:lnTo>
                  <a:lnTo>
                    <a:pt x="89082" y="308621"/>
                  </a:lnTo>
                  <a:lnTo>
                    <a:pt x="93540" y="305713"/>
                  </a:lnTo>
                  <a:lnTo>
                    <a:pt x="97904" y="302664"/>
                  </a:lnTo>
                  <a:lnTo>
                    <a:pt x="102169" y="299478"/>
                  </a:lnTo>
                  <a:lnTo>
                    <a:pt x="106330" y="296158"/>
                  </a:lnTo>
                  <a:lnTo>
                    <a:pt x="110384" y="292707"/>
                  </a:lnTo>
                  <a:lnTo>
                    <a:pt x="114325" y="289128"/>
                  </a:lnTo>
                  <a:lnTo>
                    <a:pt x="118151" y="285426"/>
                  </a:lnTo>
                  <a:lnTo>
                    <a:pt x="121856" y="281604"/>
                  </a:lnTo>
                  <a:lnTo>
                    <a:pt x="125438" y="277666"/>
                  </a:lnTo>
                  <a:lnTo>
                    <a:pt x="128893" y="273616"/>
                  </a:lnTo>
                  <a:lnTo>
                    <a:pt x="132217" y="269458"/>
                  </a:lnTo>
                  <a:lnTo>
                    <a:pt x="135407" y="265196"/>
                  </a:lnTo>
                  <a:lnTo>
                    <a:pt x="138460" y="260835"/>
                  </a:lnTo>
                  <a:lnTo>
                    <a:pt x="141372" y="256379"/>
                  </a:lnTo>
                  <a:lnTo>
                    <a:pt x="144141" y="251832"/>
                  </a:lnTo>
                  <a:lnTo>
                    <a:pt x="146764" y="247199"/>
                  </a:lnTo>
                  <a:lnTo>
                    <a:pt x="149238" y="242485"/>
                  </a:lnTo>
                  <a:lnTo>
                    <a:pt x="151560" y="237695"/>
                  </a:lnTo>
                  <a:lnTo>
                    <a:pt x="153729" y="232834"/>
                  </a:lnTo>
                  <a:lnTo>
                    <a:pt x="155742" y="227905"/>
                  </a:lnTo>
                  <a:lnTo>
                    <a:pt x="157597" y="222916"/>
                  </a:lnTo>
                  <a:lnTo>
                    <a:pt x="159292" y="217869"/>
                  </a:lnTo>
                  <a:lnTo>
                    <a:pt x="160826" y="212771"/>
                  </a:lnTo>
                  <a:lnTo>
                    <a:pt x="162197" y="207627"/>
                  </a:lnTo>
                  <a:lnTo>
                    <a:pt x="163403" y="202442"/>
                  </a:lnTo>
                  <a:lnTo>
                    <a:pt x="164443" y="197221"/>
                  </a:lnTo>
                  <a:lnTo>
                    <a:pt x="165317" y="191970"/>
                  </a:lnTo>
                  <a:lnTo>
                    <a:pt x="166023" y="186694"/>
                  </a:lnTo>
                  <a:lnTo>
                    <a:pt x="166560" y="181397"/>
                  </a:lnTo>
                  <a:lnTo>
                    <a:pt x="166929" y="176087"/>
                  </a:lnTo>
                  <a:lnTo>
                    <a:pt x="167128" y="170767"/>
                  </a:lnTo>
                  <a:lnTo>
                    <a:pt x="167158" y="165443"/>
                  </a:lnTo>
                  <a:lnTo>
                    <a:pt x="167018" y="160122"/>
                  </a:lnTo>
                  <a:lnTo>
                    <a:pt x="166709" y="154807"/>
                  </a:lnTo>
                  <a:lnTo>
                    <a:pt x="166231" y="149505"/>
                  </a:lnTo>
                  <a:lnTo>
                    <a:pt x="165585" y="144221"/>
                  </a:lnTo>
                  <a:lnTo>
                    <a:pt x="164770" y="138960"/>
                  </a:lnTo>
                  <a:lnTo>
                    <a:pt x="163788" y="133728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6"/>
                  </a:lnTo>
                  <a:lnTo>
                    <a:pt x="158213" y="113191"/>
                  </a:lnTo>
                  <a:lnTo>
                    <a:pt x="156414" y="108181"/>
                  </a:lnTo>
                  <a:lnTo>
                    <a:pt x="154457" y="103230"/>
                  </a:lnTo>
                  <a:lnTo>
                    <a:pt x="152343" y="98344"/>
                  </a:lnTo>
                  <a:lnTo>
                    <a:pt x="150074" y="93529"/>
                  </a:lnTo>
                  <a:lnTo>
                    <a:pt x="147653" y="88787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59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1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19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5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0" y="12059"/>
                  </a:lnTo>
                  <a:lnTo>
                    <a:pt x="57370" y="10152"/>
                  </a:lnTo>
                  <a:lnTo>
                    <a:pt x="52341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39905" y="5269756"/>
              <a:ext cx="105352" cy="167167"/>
            </a:xfrm>
            <a:custGeom>
              <a:avLst/>
              <a:pathLst>
                <a:path w="105352" h="167167">
                  <a:moveTo>
                    <a:pt x="105352" y="0"/>
                  </a:moveTo>
                  <a:lnTo>
                    <a:pt x="99654" y="97"/>
                  </a:lnTo>
                  <a:lnTo>
                    <a:pt x="93963" y="388"/>
                  </a:lnTo>
                  <a:lnTo>
                    <a:pt x="88285" y="873"/>
                  </a:lnTo>
                  <a:lnTo>
                    <a:pt x="82626" y="1551"/>
                  </a:lnTo>
                  <a:lnTo>
                    <a:pt x="76995" y="2422"/>
                  </a:lnTo>
                  <a:lnTo>
                    <a:pt x="71396" y="3485"/>
                  </a:lnTo>
                  <a:lnTo>
                    <a:pt x="65836" y="4737"/>
                  </a:lnTo>
                  <a:lnTo>
                    <a:pt x="60323" y="6178"/>
                  </a:lnTo>
                  <a:lnTo>
                    <a:pt x="54862" y="7807"/>
                  </a:lnTo>
                  <a:lnTo>
                    <a:pt x="49459" y="9620"/>
                  </a:lnTo>
                  <a:lnTo>
                    <a:pt x="44121" y="11617"/>
                  </a:lnTo>
                  <a:lnTo>
                    <a:pt x="38855" y="13795"/>
                  </a:lnTo>
                  <a:lnTo>
                    <a:pt x="33666" y="16150"/>
                  </a:lnTo>
                  <a:lnTo>
                    <a:pt x="28560" y="18681"/>
                  </a:lnTo>
                  <a:lnTo>
                    <a:pt x="23544" y="21385"/>
                  </a:lnTo>
                  <a:lnTo>
                    <a:pt x="18622" y="24258"/>
                  </a:lnTo>
                  <a:lnTo>
                    <a:pt x="13801" y="27298"/>
                  </a:lnTo>
                  <a:lnTo>
                    <a:pt x="9087" y="30499"/>
                  </a:lnTo>
                  <a:lnTo>
                    <a:pt x="4485" y="33860"/>
                  </a:lnTo>
                  <a:lnTo>
                    <a:pt x="0" y="37376"/>
                  </a:lnTo>
                  <a:lnTo>
                    <a:pt x="1053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39905" y="5307132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39905" y="5307132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39905" y="5307132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39905" y="5307132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9693" y="5307132"/>
              <a:ext cx="135564" cy="129791"/>
            </a:xfrm>
            <a:custGeom>
              <a:avLst/>
              <a:pathLst>
                <a:path w="135564" h="129791">
                  <a:moveTo>
                    <a:pt x="30212" y="0"/>
                  </a:moveTo>
                  <a:lnTo>
                    <a:pt x="25394" y="4063"/>
                  </a:lnTo>
                  <a:lnTo>
                    <a:pt x="20733" y="8306"/>
                  </a:lnTo>
                  <a:lnTo>
                    <a:pt x="16235" y="12721"/>
                  </a:lnTo>
                  <a:lnTo>
                    <a:pt x="11906" y="17302"/>
                  </a:lnTo>
                  <a:lnTo>
                    <a:pt x="7754" y="22044"/>
                  </a:lnTo>
                  <a:lnTo>
                    <a:pt x="3783" y="26938"/>
                  </a:lnTo>
                  <a:lnTo>
                    <a:pt x="0" y="31979"/>
                  </a:lnTo>
                  <a:lnTo>
                    <a:pt x="135564" y="12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78100" y="5269756"/>
              <a:ext cx="334309" cy="334333"/>
            </a:xfrm>
            <a:custGeom>
              <a:avLst/>
              <a:pathLst>
                <a:path w="334309" h="334333">
                  <a:moveTo>
                    <a:pt x="31593" y="69355"/>
                  </a:moveTo>
                  <a:lnTo>
                    <a:pt x="28555" y="73711"/>
                  </a:lnTo>
                  <a:lnTo>
                    <a:pt x="25656" y="78161"/>
                  </a:lnTo>
                  <a:lnTo>
                    <a:pt x="22900" y="82700"/>
                  </a:lnTo>
                  <a:lnTo>
                    <a:pt x="20290" y="87325"/>
                  </a:lnTo>
                  <a:lnTo>
                    <a:pt x="17828" y="92031"/>
                  </a:lnTo>
                  <a:lnTo>
                    <a:pt x="15516" y="96812"/>
                  </a:lnTo>
                  <a:lnTo>
                    <a:pt x="13358" y="101665"/>
                  </a:lnTo>
                  <a:lnTo>
                    <a:pt x="11355" y="106583"/>
                  </a:lnTo>
                  <a:lnTo>
                    <a:pt x="9509" y="111563"/>
                  </a:lnTo>
                  <a:lnTo>
                    <a:pt x="7822" y="116598"/>
                  </a:lnTo>
                  <a:lnTo>
                    <a:pt x="6297" y="121685"/>
                  </a:lnTo>
                  <a:lnTo>
                    <a:pt x="4933" y="126818"/>
                  </a:lnTo>
                  <a:lnTo>
                    <a:pt x="3733" y="131991"/>
                  </a:lnTo>
                  <a:lnTo>
                    <a:pt x="2698" y="137200"/>
                  </a:lnTo>
                  <a:lnTo>
                    <a:pt x="1829" y="142440"/>
                  </a:lnTo>
                  <a:lnTo>
                    <a:pt x="1127" y="147704"/>
                  </a:lnTo>
                  <a:lnTo>
                    <a:pt x="593" y="152987"/>
                  </a:lnTo>
                  <a:lnTo>
                    <a:pt x="227" y="158285"/>
                  </a:lnTo>
                  <a:lnTo>
                    <a:pt x="29" y="163593"/>
                  </a:lnTo>
                  <a:lnTo>
                    <a:pt x="0" y="168903"/>
                  </a:lnTo>
                  <a:lnTo>
                    <a:pt x="139" y="174212"/>
                  </a:lnTo>
                  <a:lnTo>
                    <a:pt x="447" y="179514"/>
                  </a:lnTo>
                  <a:lnTo>
                    <a:pt x="923" y="184803"/>
                  </a:lnTo>
                  <a:lnTo>
                    <a:pt x="1568" y="190075"/>
                  </a:lnTo>
                  <a:lnTo>
                    <a:pt x="2379" y="195323"/>
                  </a:lnTo>
                  <a:lnTo>
                    <a:pt x="3356" y="200543"/>
                  </a:lnTo>
                  <a:lnTo>
                    <a:pt x="4499" y="205729"/>
                  </a:lnTo>
                  <a:lnTo>
                    <a:pt x="5806" y="210877"/>
                  </a:lnTo>
                  <a:lnTo>
                    <a:pt x="7276" y="215980"/>
                  </a:lnTo>
                  <a:lnTo>
                    <a:pt x="8907" y="221034"/>
                  </a:lnTo>
                  <a:lnTo>
                    <a:pt x="10698" y="226034"/>
                  </a:lnTo>
                  <a:lnTo>
                    <a:pt x="12647" y="230974"/>
                  </a:lnTo>
                  <a:lnTo>
                    <a:pt x="14752" y="235850"/>
                  </a:lnTo>
                  <a:lnTo>
                    <a:pt x="17010" y="240656"/>
                  </a:lnTo>
                  <a:lnTo>
                    <a:pt x="19421" y="245389"/>
                  </a:lnTo>
                  <a:lnTo>
                    <a:pt x="21980" y="250042"/>
                  </a:lnTo>
                  <a:lnTo>
                    <a:pt x="24686" y="254612"/>
                  </a:lnTo>
                  <a:lnTo>
                    <a:pt x="27535" y="259093"/>
                  </a:lnTo>
                  <a:lnTo>
                    <a:pt x="30526" y="263482"/>
                  </a:lnTo>
                  <a:lnTo>
                    <a:pt x="33654" y="267774"/>
                  </a:lnTo>
                  <a:lnTo>
                    <a:pt x="36917" y="271964"/>
                  </a:lnTo>
                  <a:lnTo>
                    <a:pt x="40312" y="276048"/>
                  </a:lnTo>
                  <a:lnTo>
                    <a:pt x="43834" y="280022"/>
                  </a:lnTo>
                  <a:lnTo>
                    <a:pt x="47482" y="283882"/>
                  </a:lnTo>
                  <a:lnTo>
                    <a:pt x="51249" y="287625"/>
                  </a:lnTo>
                  <a:lnTo>
                    <a:pt x="55134" y="291246"/>
                  </a:lnTo>
                  <a:lnTo>
                    <a:pt x="59132" y="294742"/>
                  </a:lnTo>
                  <a:lnTo>
                    <a:pt x="63239" y="298109"/>
                  </a:lnTo>
                  <a:lnTo>
                    <a:pt x="67451" y="301344"/>
                  </a:lnTo>
                  <a:lnTo>
                    <a:pt x="71763" y="304443"/>
                  </a:lnTo>
                  <a:lnTo>
                    <a:pt x="76172" y="307404"/>
                  </a:lnTo>
                  <a:lnTo>
                    <a:pt x="80673" y="310224"/>
                  </a:lnTo>
                  <a:lnTo>
                    <a:pt x="85260" y="312899"/>
                  </a:lnTo>
                  <a:lnTo>
                    <a:pt x="89931" y="315427"/>
                  </a:lnTo>
                  <a:lnTo>
                    <a:pt x="94679" y="317805"/>
                  </a:lnTo>
                  <a:lnTo>
                    <a:pt x="99501" y="320031"/>
                  </a:lnTo>
                  <a:lnTo>
                    <a:pt x="104391" y="322103"/>
                  </a:lnTo>
                  <a:lnTo>
                    <a:pt x="109344" y="324019"/>
                  </a:lnTo>
                  <a:lnTo>
                    <a:pt x="114356" y="325776"/>
                  </a:lnTo>
                  <a:lnTo>
                    <a:pt x="119420" y="327373"/>
                  </a:lnTo>
                  <a:lnTo>
                    <a:pt x="124533" y="328809"/>
                  </a:lnTo>
                  <a:lnTo>
                    <a:pt x="129689" y="330081"/>
                  </a:lnTo>
                  <a:lnTo>
                    <a:pt x="134883" y="331189"/>
                  </a:lnTo>
                  <a:lnTo>
                    <a:pt x="140110" y="332132"/>
                  </a:lnTo>
                  <a:lnTo>
                    <a:pt x="145364" y="332908"/>
                  </a:lnTo>
                  <a:lnTo>
                    <a:pt x="150639" y="333516"/>
                  </a:lnTo>
                  <a:lnTo>
                    <a:pt x="155932" y="333957"/>
                  </a:lnTo>
                  <a:lnTo>
                    <a:pt x="161235" y="334229"/>
                  </a:lnTo>
                  <a:lnTo>
                    <a:pt x="166545" y="334333"/>
                  </a:lnTo>
                  <a:lnTo>
                    <a:pt x="171855" y="334268"/>
                  </a:lnTo>
                  <a:lnTo>
                    <a:pt x="177161" y="334035"/>
                  </a:lnTo>
                  <a:lnTo>
                    <a:pt x="182457" y="333633"/>
                  </a:lnTo>
                  <a:lnTo>
                    <a:pt x="187737" y="333063"/>
                  </a:lnTo>
                  <a:lnTo>
                    <a:pt x="192996" y="332326"/>
                  </a:lnTo>
                  <a:lnTo>
                    <a:pt x="198229" y="331421"/>
                  </a:lnTo>
                  <a:lnTo>
                    <a:pt x="203431" y="330352"/>
                  </a:lnTo>
                  <a:lnTo>
                    <a:pt x="208596" y="329117"/>
                  </a:lnTo>
                  <a:lnTo>
                    <a:pt x="213720" y="327719"/>
                  </a:lnTo>
                  <a:lnTo>
                    <a:pt x="218796" y="326159"/>
                  </a:lnTo>
                  <a:lnTo>
                    <a:pt x="223820" y="324438"/>
                  </a:lnTo>
                  <a:lnTo>
                    <a:pt x="228788" y="322559"/>
                  </a:lnTo>
                  <a:lnTo>
                    <a:pt x="233692" y="320523"/>
                  </a:lnTo>
                  <a:lnTo>
                    <a:pt x="238530" y="318332"/>
                  </a:lnTo>
                  <a:lnTo>
                    <a:pt x="243296" y="315989"/>
                  </a:lnTo>
                  <a:lnTo>
                    <a:pt x="247985" y="313495"/>
                  </a:lnTo>
                  <a:lnTo>
                    <a:pt x="252592" y="310854"/>
                  </a:lnTo>
                  <a:lnTo>
                    <a:pt x="257113" y="308068"/>
                  </a:lnTo>
                  <a:lnTo>
                    <a:pt x="261544" y="305139"/>
                  </a:lnTo>
                  <a:lnTo>
                    <a:pt x="265879" y="302071"/>
                  </a:lnTo>
                  <a:lnTo>
                    <a:pt x="270114" y="298867"/>
                  </a:lnTo>
                  <a:lnTo>
                    <a:pt x="274246" y="295530"/>
                  </a:lnTo>
                  <a:lnTo>
                    <a:pt x="278269" y="292064"/>
                  </a:lnTo>
                  <a:lnTo>
                    <a:pt x="282180" y="288472"/>
                  </a:lnTo>
                  <a:lnTo>
                    <a:pt x="285975" y="284757"/>
                  </a:lnTo>
                  <a:lnTo>
                    <a:pt x="289651" y="280923"/>
                  </a:lnTo>
                  <a:lnTo>
                    <a:pt x="293202" y="276975"/>
                  </a:lnTo>
                  <a:lnTo>
                    <a:pt x="296627" y="272916"/>
                  </a:lnTo>
                  <a:lnTo>
                    <a:pt x="299921" y="268750"/>
                  </a:lnTo>
                  <a:lnTo>
                    <a:pt x="303080" y="264481"/>
                  </a:lnTo>
                  <a:lnTo>
                    <a:pt x="306103" y="260114"/>
                  </a:lnTo>
                  <a:lnTo>
                    <a:pt x="308985" y="255654"/>
                  </a:lnTo>
                  <a:lnTo>
                    <a:pt x="311724" y="251104"/>
                  </a:lnTo>
                  <a:lnTo>
                    <a:pt x="314318" y="246470"/>
                  </a:lnTo>
                  <a:lnTo>
                    <a:pt x="316763" y="241755"/>
                  </a:lnTo>
                  <a:lnTo>
                    <a:pt x="319056" y="236965"/>
                  </a:lnTo>
                  <a:lnTo>
                    <a:pt x="321197" y="232105"/>
                  </a:lnTo>
                  <a:lnTo>
                    <a:pt x="323182" y="227179"/>
                  </a:lnTo>
                  <a:lnTo>
                    <a:pt x="325009" y="222193"/>
                  </a:lnTo>
                  <a:lnTo>
                    <a:pt x="326678" y="217151"/>
                  </a:lnTo>
                  <a:lnTo>
                    <a:pt x="328185" y="212059"/>
                  </a:lnTo>
                  <a:lnTo>
                    <a:pt x="329530" y="206921"/>
                  </a:lnTo>
                  <a:lnTo>
                    <a:pt x="330710" y="201743"/>
                  </a:lnTo>
                  <a:lnTo>
                    <a:pt x="331726" y="196530"/>
                  </a:lnTo>
                  <a:lnTo>
                    <a:pt x="332576" y="191288"/>
                  </a:lnTo>
                  <a:lnTo>
                    <a:pt x="333259" y="186021"/>
                  </a:lnTo>
                  <a:lnTo>
                    <a:pt x="333774" y="180736"/>
                  </a:lnTo>
                  <a:lnTo>
                    <a:pt x="334121" y="175436"/>
                  </a:lnTo>
                  <a:lnTo>
                    <a:pt x="334299" y="170129"/>
                  </a:lnTo>
                  <a:lnTo>
                    <a:pt x="334309" y="164818"/>
                  </a:lnTo>
                  <a:lnTo>
                    <a:pt x="334150" y="159510"/>
                  </a:lnTo>
                  <a:lnTo>
                    <a:pt x="333822" y="154209"/>
                  </a:lnTo>
                  <a:lnTo>
                    <a:pt x="333327" y="148921"/>
                  </a:lnTo>
                  <a:lnTo>
                    <a:pt x="332663" y="143652"/>
                  </a:lnTo>
                  <a:lnTo>
                    <a:pt x="331833" y="138407"/>
                  </a:lnTo>
                  <a:lnTo>
                    <a:pt x="330836" y="133191"/>
                  </a:lnTo>
                  <a:lnTo>
                    <a:pt x="329674" y="128008"/>
                  </a:lnTo>
                  <a:lnTo>
                    <a:pt x="328348" y="122866"/>
                  </a:lnTo>
                  <a:lnTo>
                    <a:pt x="326860" y="117768"/>
                  </a:lnTo>
                  <a:lnTo>
                    <a:pt x="325210" y="112720"/>
                  </a:lnTo>
                  <a:lnTo>
                    <a:pt x="323401" y="107727"/>
                  </a:lnTo>
                  <a:lnTo>
                    <a:pt x="321434" y="102794"/>
                  </a:lnTo>
                  <a:lnTo>
                    <a:pt x="319311" y="97926"/>
                  </a:lnTo>
                  <a:lnTo>
                    <a:pt x="317035" y="93128"/>
                  </a:lnTo>
                  <a:lnTo>
                    <a:pt x="314608" y="88404"/>
                  </a:lnTo>
                  <a:lnTo>
                    <a:pt x="312031" y="83760"/>
                  </a:lnTo>
                  <a:lnTo>
                    <a:pt x="309309" y="79200"/>
                  </a:lnTo>
                  <a:lnTo>
                    <a:pt x="306443" y="74729"/>
                  </a:lnTo>
                  <a:lnTo>
                    <a:pt x="303436" y="70352"/>
                  </a:lnTo>
                  <a:lnTo>
                    <a:pt x="300292" y="66072"/>
                  </a:lnTo>
                  <a:lnTo>
                    <a:pt x="297014" y="61894"/>
                  </a:lnTo>
                  <a:lnTo>
                    <a:pt x="293604" y="57822"/>
                  </a:lnTo>
                  <a:lnTo>
                    <a:pt x="290067" y="53861"/>
                  </a:lnTo>
                  <a:lnTo>
                    <a:pt x="286406" y="50014"/>
                  </a:lnTo>
                  <a:lnTo>
                    <a:pt x="282624" y="46285"/>
                  </a:lnTo>
                  <a:lnTo>
                    <a:pt x="278726" y="42678"/>
                  </a:lnTo>
                  <a:lnTo>
                    <a:pt x="274715" y="39197"/>
                  </a:lnTo>
                  <a:lnTo>
                    <a:pt x="270596" y="35845"/>
                  </a:lnTo>
                  <a:lnTo>
                    <a:pt x="266372" y="32625"/>
                  </a:lnTo>
                  <a:lnTo>
                    <a:pt x="262049" y="29542"/>
                  </a:lnTo>
                  <a:lnTo>
                    <a:pt x="257629" y="26597"/>
                  </a:lnTo>
                  <a:lnTo>
                    <a:pt x="253118" y="23794"/>
                  </a:lnTo>
                  <a:lnTo>
                    <a:pt x="248521" y="21136"/>
                  </a:lnTo>
                  <a:lnTo>
                    <a:pt x="243841" y="18625"/>
                  </a:lnTo>
                  <a:lnTo>
                    <a:pt x="239084" y="16264"/>
                  </a:lnTo>
                  <a:lnTo>
                    <a:pt x="234254" y="14056"/>
                  </a:lnTo>
                  <a:lnTo>
                    <a:pt x="229357" y="12002"/>
                  </a:lnTo>
                  <a:lnTo>
                    <a:pt x="224397" y="10104"/>
                  </a:lnTo>
                  <a:lnTo>
                    <a:pt x="219379" y="8365"/>
                  </a:lnTo>
                  <a:lnTo>
                    <a:pt x="214308" y="6787"/>
                  </a:lnTo>
                  <a:lnTo>
                    <a:pt x="209190" y="5370"/>
                  </a:lnTo>
                  <a:lnTo>
                    <a:pt x="204029" y="4116"/>
                  </a:lnTo>
                  <a:lnTo>
                    <a:pt x="198831" y="3027"/>
                  </a:lnTo>
                  <a:lnTo>
                    <a:pt x="193601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60067" y="5018213"/>
              <a:ext cx="160972" cy="167167"/>
            </a:xfrm>
            <a:custGeom>
              <a:avLst/>
              <a:pathLst>
                <a:path w="160972" h="167167">
                  <a:moveTo>
                    <a:pt x="160972" y="0"/>
                  </a:moveTo>
                  <a:lnTo>
                    <a:pt x="155549" y="87"/>
                  </a:lnTo>
                  <a:lnTo>
                    <a:pt x="150133" y="351"/>
                  </a:lnTo>
                  <a:lnTo>
                    <a:pt x="144727" y="791"/>
                  </a:lnTo>
                  <a:lnTo>
                    <a:pt x="139339" y="1405"/>
                  </a:lnTo>
                  <a:lnTo>
                    <a:pt x="133974" y="2194"/>
                  </a:lnTo>
                  <a:lnTo>
                    <a:pt x="128637" y="3157"/>
                  </a:lnTo>
                  <a:lnTo>
                    <a:pt x="123334" y="4292"/>
                  </a:lnTo>
                  <a:lnTo>
                    <a:pt x="118071" y="5598"/>
                  </a:lnTo>
                  <a:lnTo>
                    <a:pt x="112852" y="7075"/>
                  </a:lnTo>
                  <a:lnTo>
                    <a:pt x="107685" y="8720"/>
                  </a:lnTo>
                  <a:lnTo>
                    <a:pt x="102573" y="10532"/>
                  </a:lnTo>
                  <a:lnTo>
                    <a:pt x="97523" y="12508"/>
                  </a:lnTo>
                  <a:lnTo>
                    <a:pt x="92540" y="14648"/>
                  </a:lnTo>
                  <a:lnTo>
                    <a:pt x="87629" y="16948"/>
                  </a:lnTo>
                  <a:lnTo>
                    <a:pt x="82795" y="19406"/>
                  </a:lnTo>
                  <a:lnTo>
                    <a:pt x="78043" y="22019"/>
                  </a:lnTo>
                  <a:lnTo>
                    <a:pt x="73379" y="24786"/>
                  </a:lnTo>
                  <a:lnTo>
                    <a:pt x="68806" y="27702"/>
                  </a:lnTo>
                  <a:lnTo>
                    <a:pt x="64331" y="30765"/>
                  </a:lnTo>
                  <a:lnTo>
                    <a:pt x="59958" y="33971"/>
                  </a:lnTo>
                  <a:lnTo>
                    <a:pt x="55690" y="37318"/>
                  </a:lnTo>
                  <a:lnTo>
                    <a:pt x="51534" y="40801"/>
                  </a:lnTo>
                  <a:lnTo>
                    <a:pt x="47493" y="44417"/>
                  </a:lnTo>
                  <a:lnTo>
                    <a:pt x="43571" y="48163"/>
                  </a:lnTo>
                  <a:lnTo>
                    <a:pt x="39772" y="52034"/>
                  </a:lnTo>
                  <a:lnTo>
                    <a:pt x="36102" y="56025"/>
                  </a:lnTo>
                  <a:lnTo>
                    <a:pt x="32562" y="60134"/>
                  </a:lnTo>
                  <a:lnTo>
                    <a:pt x="29158" y="64356"/>
                  </a:lnTo>
                  <a:lnTo>
                    <a:pt x="25892" y="68685"/>
                  </a:lnTo>
                  <a:lnTo>
                    <a:pt x="22769" y="73119"/>
                  </a:lnTo>
                  <a:lnTo>
                    <a:pt x="19791" y="77651"/>
                  </a:lnTo>
                  <a:lnTo>
                    <a:pt x="16962" y="82278"/>
                  </a:lnTo>
                  <a:lnTo>
                    <a:pt x="14284" y="86993"/>
                  </a:lnTo>
                  <a:lnTo>
                    <a:pt x="11761" y="91794"/>
                  </a:lnTo>
                  <a:lnTo>
                    <a:pt x="9394" y="96673"/>
                  </a:lnTo>
                  <a:lnTo>
                    <a:pt x="7188" y="101627"/>
                  </a:lnTo>
                  <a:lnTo>
                    <a:pt x="5143" y="106650"/>
                  </a:lnTo>
                  <a:lnTo>
                    <a:pt x="3262" y="111736"/>
                  </a:lnTo>
                  <a:lnTo>
                    <a:pt x="1547" y="116881"/>
                  </a:lnTo>
                  <a:lnTo>
                    <a:pt x="0" y="122079"/>
                  </a:lnTo>
                  <a:lnTo>
                    <a:pt x="16097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60067" y="5140292"/>
              <a:ext cx="160972" cy="45088"/>
            </a:xfrm>
            <a:custGeom>
              <a:avLst/>
              <a:pathLst>
                <a:path w="160972" h="45088">
                  <a:moveTo>
                    <a:pt x="0" y="0"/>
                  </a:moveTo>
                  <a:lnTo>
                    <a:pt x="160972" y="45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0067" y="5140292"/>
              <a:ext cx="160972" cy="45088"/>
            </a:xfrm>
            <a:custGeom>
              <a:avLst/>
              <a:pathLst>
                <a:path w="160972" h="45088">
                  <a:moveTo>
                    <a:pt x="0" y="0"/>
                  </a:moveTo>
                  <a:lnTo>
                    <a:pt x="160972" y="45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0067" y="5140292"/>
              <a:ext cx="160972" cy="45088"/>
            </a:xfrm>
            <a:custGeom>
              <a:avLst/>
              <a:pathLst>
                <a:path w="160972" h="45088">
                  <a:moveTo>
                    <a:pt x="0" y="0"/>
                  </a:moveTo>
                  <a:lnTo>
                    <a:pt x="160972" y="45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878" y="5140292"/>
              <a:ext cx="167160" cy="45088"/>
            </a:xfrm>
            <a:custGeom>
              <a:avLst/>
              <a:pathLst>
                <a:path w="167160" h="45088">
                  <a:moveTo>
                    <a:pt x="6188" y="0"/>
                  </a:moveTo>
                  <a:lnTo>
                    <a:pt x="4603" y="6100"/>
                  </a:lnTo>
                  <a:lnTo>
                    <a:pt x="3248" y="12255"/>
                  </a:lnTo>
                  <a:lnTo>
                    <a:pt x="2127" y="18457"/>
                  </a:lnTo>
                  <a:lnTo>
                    <a:pt x="1241" y="24697"/>
                  </a:lnTo>
                  <a:lnTo>
                    <a:pt x="590" y="30967"/>
                  </a:lnTo>
                  <a:lnTo>
                    <a:pt x="176" y="37256"/>
                  </a:lnTo>
                  <a:lnTo>
                    <a:pt x="0" y="43556"/>
                  </a:lnTo>
                  <a:lnTo>
                    <a:pt x="167160" y="45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3878" y="5018213"/>
              <a:ext cx="334312" cy="334333"/>
            </a:xfrm>
            <a:custGeom>
              <a:avLst/>
              <a:pathLst>
                <a:path w="334312" h="334333">
                  <a:moveTo>
                    <a:pt x="0" y="165635"/>
                  </a:moveTo>
                  <a:lnTo>
                    <a:pt x="35" y="170932"/>
                  </a:lnTo>
                  <a:lnTo>
                    <a:pt x="238" y="176225"/>
                  </a:lnTo>
                  <a:lnTo>
                    <a:pt x="609" y="181509"/>
                  </a:lnTo>
                  <a:lnTo>
                    <a:pt x="1147" y="186779"/>
                  </a:lnTo>
                  <a:lnTo>
                    <a:pt x="1852" y="192029"/>
                  </a:lnTo>
                  <a:lnTo>
                    <a:pt x="2722" y="197254"/>
                  </a:lnTo>
                  <a:lnTo>
                    <a:pt x="3758" y="202448"/>
                  </a:lnTo>
                  <a:lnTo>
                    <a:pt x="4958" y="207608"/>
                  </a:lnTo>
                  <a:lnTo>
                    <a:pt x="6321" y="212726"/>
                  </a:lnTo>
                  <a:lnTo>
                    <a:pt x="7845" y="217799"/>
                  </a:lnTo>
                  <a:lnTo>
                    <a:pt x="9529" y="222822"/>
                  </a:lnTo>
                  <a:lnTo>
                    <a:pt x="11371" y="227788"/>
                  </a:lnTo>
                  <a:lnTo>
                    <a:pt x="13370" y="232693"/>
                  </a:lnTo>
                  <a:lnTo>
                    <a:pt x="15524" y="237533"/>
                  </a:lnTo>
                  <a:lnTo>
                    <a:pt x="17829" y="242302"/>
                  </a:lnTo>
                  <a:lnTo>
                    <a:pt x="20285" y="246995"/>
                  </a:lnTo>
                  <a:lnTo>
                    <a:pt x="22887" y="251609"/>
                  </a:lnTo>
                  <a:lnTo>
                    <a:pt x="25635" y="256137"/>
                  </a:lnTo>
                  <a:lnTo>
                    <a:pt x="28525" y="260577"/>
                  </a:lnTo>
                  <a:lnTo>
                    <a:pt x="31554" y="264922"/>
                  </a:lnTo>
                  <a:lnTo>
                    <a:pt x="34720" y="269169"/>
                  </a:lnTo>
                  <a:lnTo>
                    <a:pt x="38018" y="273314"/>
                  </a:lnTo>
                  <a:lnTo>
                    <a:pt x="41446" y="277353"/>
                  </a:lnTo>
                  <a:lnTo>
                    <a:pt x="45000" y="281280"/>
                  </a:lnTo>
                  <a:lnTo>
                    <a:pt x="48677" y="285093"/>
                  </a:lnTo>
                  <a:lnTo>
                    <a:pt x="52472" y="288788"/>
                  </a:lnTo>
                  <a:lnTo>
                    <a:pt x="56383" y="292361"/>
                  </a:lnTo>
                  <a:lnTo>
                    <a:pt x="60405" y="295808"/>
                  </a:lnTo>
                  <a:lnTo>
                    <a:pt x="64535" y="299125"/>
                  </a:lnTo>
                  <a:lnTo>
                    <a:pt x="68767" y="302311"/>
                  </a:lnTo>
                  <a:lnTo>
                    <a:pt x="73098" y="305360"/>
                  </a:lnTo>
                  <a:lnTo>
                    <a:pt x="77524" y="308271"/>
                  </a:lnTo>
                  <a:lnTo>
                    <a:pt x="82039" y="311040"/>
                  </a:lnTo>
                  <a:lnTo>
                    <a:pt x="86640" y="313665"/>
                  </a:lnTo>
                  <a:lnTo>
                    <a:pt x="91322" y="316142"/>
                  </a:lnTo>
                  <a:lnTo>
                    <a:pt x="96080" y="318470"/>
                  </a:lnTo>
                  <a:lnTo>
                    <a:pt x="100910" y="320646"/>
                  </a:lnTo>
                  <a:lnTo>
                    <a:pt x="105806" y="322668"/>
                  </a:lnTo>
                  <a:lnTo>
                    <a:pt x="110763" y="324534"/>
                  </a:lnTo>
                  <a:lnTo>
                    <a:pt x="115777" y="326242"/>
                  </a:lnTo>
                  <a:lnTo>
                    <a:pt x="120843" y="327790"/>
                  </a:lnTo>
                  <a:lnTo>
                    <a:pt x="125955" y="329177"/>
                  </a:lnTo>
                  <a:lnTo>
                    <a:pt x="131109" y="330401"/>
                  </a:lnTo>
                  <a:lnTo>
                    <a:pt x="136299" y="331461"/>
                  </a:lnTo>
                  <a:lnTo>
                    <a:pt x="141520" y="332356"/>
                  </a:lnTo>
                  <a:lnTo>
                    <a:pt x="146766" y="333086"/>
                  </a:lnTo>
                  <a:lnTo>
                    <a:pt x="152033" y="333649"/>
                  </a:lnTo>
                  <a:lnTo>
                    <a:pt x="157316" y="334044"/>
                  </a:lnTo>
                  <a:lnTo>
                    <a:pt x="162608" y="334272"/>
                  </a:lnTo>
                  <a:lnTo>
                    <a:pt x="167904" y="334333"/>
                  </a:lnTo>
                  <a:lnTo>
                    <a:pt x="173200" y="334225"/>
                  </a:lnTo>
                  <a:lnTo>
                    <a:pt x="178490" y="333950"/>
                  </a:lnTo>
                  <a:lnTo>
                    <a:pt x="183769" y="333507"/>
                  </a:lnTo>
                  <a:lnTo>
                    <a:pt x="189030" y="332898"/>
                  </a:lnTo>
                  <a:lnTo>
                    <a:pt x="194270" y="332121"/>
                  </a:lnTo>
                  <a:lnTo>
                    <a:pt x="199483" y="331180"/>
                  </a:lnTo>
                  <a:lnTo>
                    <a:pt x="204663" y="330073"/>
                  </a:lnTo>
                  <a:lnTo>
                    <a:pt x="209806" y="328803"/>
                  </a:lnTo>
                  <a:lnTo>
                    <a:pt x="214905" y="327371"/>
                  </a:lnTo>
                  <a:lnTo>
                    <a:pt x="219957" y="325778"/>
                  </a:lnTo>
                  <a:lnTo>
                    <a:pt x="224956" y="324025"/>
                  </a:lnTo>
                  <a:lnTo>
                    <a:pt x="229897" y="322116"/>
                  </a:lnTo>
                  <a:lnTo>
                    <a:pt x="234774" y="320050"/>
                  </a:lnTo>
                  <a:lnTo>
                    <a:pt x="239584" y="317831"/>
                  </a:lnTo>
                  <a:lnTo>
                    <a:pt x="244321" y="315461"/>
                  </a:lnTo>
                  <a:lnTo>
                    <a:pt x="248981" y="312942"/>
                  </a:lnTo>
                  <a:lnTo>
                    <a:pt x="253558" y="310276"/>
                  </a:lnTo>
                  <a:lnTo>
                    <a:pt x="258049" y="307467"/>
                  </a:lnTo>
                  <a:lnTo>
                    <a:pt x="262449" y="304517"/>
                  </a:lnTo>
                  <a:lnTo>
                    <a:pt x="266753" y="301429"/>
                  </a:lnTo>
                  <a:lnTo>
                    <a:pt x="270956" y="298206"/>
                  </a:lnTo>
                  <a:lnTo>
                    <a:pt x="275056" y="294852"/>
                  </a:lnTo>
                  <a:lnTo>
                    <a:pt x="279047" y="291369"/>
                  </a:lnTo>
                  <a:lnTo>
                    <a:pt x="282926" y="287762"/>
                  </a:lnTo>
                  <a:lnTo>
                    <a:pt x="286689" y="284033"/>
                  </a:lnTo>
                  <a:lnTo>
                    <a:pt x="290332" y="280188"/>
                  </a:lnTo>
                  <a:lnTo>
                    <a:pt x="293851" y="276229"/>
                  </a:lnTo>
                  <a:lnTo>
                    <a:pt x="297242" y="272160"/>
                  </a:lnTo>
                  <a:lnTo>
                    <a:pt x="300503" y="267986"/>
                  </a:lnTo>
                  <a:lnTo>
                    <a:pt x="303631" y="263710"/>
                  </a:lnTo>
                  <a:lnTo>
                    <a:pt x="306621" y="259338"/>
                  </a:lnTo>
                  <a:lnTo>
                    <a:pt x="309471" y="254873"/>
                  </a:lnTo>
                  <a:lnTo>
                    <a:pt x="312179" y="250321"/>
                  </a:lnTo>
                  <a:lnTo>
                    <a:pt x="314740" y="245684"/>
                  </a:lnTo>
                  <a:lnTo>
                    <a:pt x="317154" y="240969"/>
                  </a:lnTo>
                  <a:lnTo>
                    <a:pt x="319417" y="236180"/>
                  </a:lnTo>
                  <a:lnTo>
                    <a:pt x="321527" y="231321"/>
                  </a:lnTo>
                  <a:lnTo>
                    <a:pt x="323482" y="226398"/>
                  </a:lnTo>
                  <a:lnTo>
                    <a:pt x="325280" y="221416"/>
                  </a:lnTo>
                  <a:lnTo>
                    <a:pt x="326920" y="216379"/>
                  </a:lnTo>
                  <a:lnTo>
                    <a:pt x="328399" y="211292"/>
                  </a:lnTo>
                  <a:lnTo>
                    <a:pt x="329716" y="206162"/>
                  </a:lnTo>
                  <a:lnTo>
                    <a:pt x="330870" y="200992"/>
                  </a:lnTo>
                  <a:lnTo>
                    <a:pt x="331859" y="195788"/>
                  </a:lnTo>
                  <a:lnTo>
                    <a:pt x="332683" y="190555"/>
                  </a:lnTo>
                  <a:lnTo>
                    <a:pt x="333341" y="185299"/>
                  </a:lnTo>
                  <a:lnTo>
                    <a:pt x="333832" y="180025"/>
                  </a:lnTo>
                  <a:lnTo>
                    <a:pt x="334156" y="174738"/>
                  </a:lnTo>
                  <a:lnTo>
                    <a:pt x="334312" y="169443"/>
                  </a:lnTo>
                  <a:lnTo>
                    <a:pt x="334300" y="164146"/>
                  </a:lnTo>
                  <a:lnTo>
                    <a:pt x="334120" y="158852"/>
                  </a:lnTo>
                  <a:lnTo>
                    <a:pt x="333773" y="153567"/>
                  </a:lnTo>
                  <a:lnTo>
                    <a:pt x="333259" y="148295"/>
                  </a:lnTo>
                  <a:lnTo>
                    <a:pt x="332577" y="143042"/>
                  </a:lnTo>
                  <a:lnTo>
                    <a:pt x="331730" y="137813"/>
                  </a:lnTo>
                  <a:lnTo>
                    <a:pt x="330717" y="132614"/>
                  </a:lnTo>
                  <a:lnTo>
                    <a:pt x="329540" y="127449"/>
                  </a:lnTo>
                  <a:lnTo>
                    <a:pt x="328201" y="122324"/>
                  </a:lnTo>
                  <a:lnTo>
                    <a:pt x="326699" y="117244"/>
                  </a:lnTo>
                  <a:lnTo>
                    <a:pt x="325037" y="112215"/>
                  </a:lnTo>
                  <a:lnTo>
                    <a:pt x="323217" y="107240"/>
                  </a:lnTo>
                  <a:lnTo>
                    <a:pt x="321240" y="102326"/>
                  </a:lnTo>
                  <a:lnTo>
                    <a:pt x="319108" y="97477"/>
                  </a:lnTo>
                  <a:lnTo>
                    <a:pt x="316824" y="92698"/>
                  </a:lnTo>
                  <a:lnTo>
                    <a:pt x="314389" y="87993"/>
                  </a:lnTo>
                  <a:lnTo>
                    <a:pt x="311807" y="83368"/>
                  </a:lnTo>
                  <a:lnTo>
                    <a:pt x="309079" y="78828"/>
                  </a:lnTo>
                  <a:lnTo>
                    <a:pt x="306209" y="74376"/>
                  </a:lnTo>
                  <a:lnTo>
                    <a:pt x="303200" y="70017"/>
                  </a:lnTo>
                  <a:lnTo>
                    <a:pt x="300053" y="65755"/>
                  </a:lnTo>
                  <a:lnTo>
                    <a:pt x="296773" y="61596"/>
                  </a:lnTo>
                  <a:lnTo>
                    <a:pt x="293364" y="57542"/>
                  </a:lnTo>
                  <a:lnTo>
                    <a:pt x="289827" y="53599"/>
                  </a:lnTo>
                  <a:lnTo>
                    <a:pt x="286167" y="49769"/>
                  </a:lnTo>
                  <a:lnTo>
                    <a:pt x="282388" y="46058"/>
                  </a:lnTo>
                  <a:lnTo>
                    <a:pt x="278493" y="42468"/>
                  </a:lnTo>
                  <a:lnTo>
                    <a:pt x="274486" y="39003"/>
                  </a:lnTo>
                  <a:lnTo>
                    <a:pt x="270372" y="35667"/>
                  </a:lnTo>
                  <a:lnTo>
                    <a:pt x="266154" y="32463"/>
                  </a:lnTo>
                  <a:lnTo>
                    <a:pt x="261836" y="29394"/>
                  </a:lnTo>
                  <a:lnTo>
                    <a:pt x="257424" y="26464"/>
                  </a:lnTo>
                  <a:lnTo>
                    <a:pt x="252920" y="23674"/>
                  </a:lnTo>
                  <a:lnTo>
                    <a:pt x="248331" y="21029"/>
                  </a:lnTo>
                  <a:lnTo>
                    <a:pt x="243660" y="18531"/>
                  </a:lnTo>
                  <a:lnTo>
                    <a:pt x="238913" y="16182"/>
                  </a:lnTo>
                  <a:lnTo>
                    <a:pt x="234093" y="13984"/>
                  </a:lnTo>
                  <a:lnTo>
                    <a:pt x="229206" y="11941"/>
                  </a:lnTo>
                  <a:lnTo>
                    <a:pt x="224257" y="10053"/>
                  </a:lnTo>
                  <a:lnTo>
                    <a:pt x="219250" y="8323"/>
                  </a:lnTo>
                  <a:lnTo>
                    <a:pt x="214191" y="6752"/>
                  </a:lnTo>
                  <a:lnTo>
                    <a:pt x="209085" y="5342"/>
                  </a:lnTo>
                  <a:lnTo>
                    <a:pt x="203937" y="4095"/>
                  </a:lnTo>
                  <a:lnTo>
                    <a:pt x="198752" y="3012"/>
                  </a:lnTo>
                  <a:lnTo>
                    <a:pt x="193535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256069" y="4659281"/>
              <a:ext cx="167165" cy="334198"/>
            </a:xfrm>
            <a:custGeom>
              <a:avLst/>
              <a:pathLst>
                <a:path w="167165" h="334198">
                  <a:moveTo>
                    <a:pt x="167165" y="0"/>
                  </a:moveTo>
                  <a:lnTo>
                    <a:pt x="161822" y="85"/>
                  </a:lnTo>
                  <a:lnTo>
                    <a:pt x="156483" y="341"/>
                  </a:lnTo>
                  <a:lnTo>
                    <a:pt x="151156" y="768"/>
                  </a:lnTo>
                  <a:lnTo>
                    <a:pt x="145845" y="1365"/>
                  </a:lnTo>
                  <a:lnTo>
                    <a:pt x="140556" y="2131"/>
                  </a:lnTo>
                  <a:lnTo>
                    <a:pt x="135294" y="3066"/>
                  </a:lnTo>
                  <a:lnTo>
                    <a:pt x="130064" y="4169"/>
                  </a:lnTo>
                  <a:lnTo>
                    <a:pt x="124873" y="5438"/>
                  </a:lnTo>
                  <a:lnTo>
                    <a:pt x="119725" y="6872"/>
                  </a:lnTo>
                  <a:lnTo>
                    <a:pt x="114625" y="8471"/>
                  </a:lnTo>
                  <a:lnTo>
                    <a:pt x="109579" y="10232"/>
                  </a:lnTo>
                  <a:lnTo>
                    <a:pt x="104592" y="12153"/>
                  </a:lnTo>
                  <a:lnTo>
                    <a:pt x="99668" y="14232"/>
                  </a:lnTo>
                  <a:lnTo>
                    <a:pt x="94814" y="16468"/>
                  </a:lnTo>
                  <a:lnTo>
                    <a:pt x="90034" y="18858"/>
                  </a:lnTo>
                  <a:lnTo>
                    <a:pt x="85332" y="21399"/>
                  </a:lnTo>
                  <a:lnTo>
                    <a:pt x="80714" y="24090"/>
                  </a:lnTo>
                  <a:lnTo>
                    <a:pt x="76185" y="26926"/>
                  </a:lnTo>
                  <a:lnTo>
                    <a:pt x="71748" y="29906"/>
                  </a:lnTo>
                  <a:lnTo>
                    <a:pt x="67409" y="33026"/>
                  </a:lnTo>
                  <a:lnTo>
                    <a:pt x="63172" y="36284"/>
                  </a:lnTo>
                  <a:lnTo>
                    <a:pt x="59042" y="39675"/>
                  </a:lnTo>
                  <a:lnTo>
                    <a:pt x="55021" y="43197"/>
                  </a:lnTo>
                  <a:lnTo>
                    <a:pt x="51116" y="46845"/>
                  </a:lnTo>
                  <a:lnTo>
                    <a:pt x="47329" y="50616"/>
                  </a:lnTo>
                  <a:lnTo>
                    <a:pt x="43664" y="54506"/>
                  </a:lnTo>
                  <a:lnTo>
                    <a:pt x="40126" y="58512"/>
                  </a:lnTo>
                  <a:lnTo>
                    <a:pt x="36718" y="62628"/>
                  </a:lnTo>
                  <a:lnTo>
                    <a:pt x="33443" y="66852"/>
                  </a:lnTo>
                  <a:lnTo>
                    <a:pt x="30304" y="71177"/>
                  </a:lnTo>
                  <a:lnTo>
                    <a:pt x="27306" y="75601"/>
                  </a:lnTo>
                  <a:lnTo>
                    <a:pt x="24450" y="80119"/>
                  </a:lnTo>
                  <a:lnTo>
                    <a:pt x="21741" y="84726"/>
                  </a:lnTo>
                  <a:lnTo>
                    <a:pt x="19180" y="89416"/>
                  </a:lnTo>
                  <a:lnTo>
                    <a:pt x="16770" y="94187"/>
                  </a:lnTo>
                  <a:lnTo>
                    <a:pt x="14514" y="99032"/>
                  </a:lnTo>
                  <a:lnTo>
                    <a:pt x="12414" y="103946"/>
                  </a:lnTo>
                  <a:lnTo>
                    <a:pt x="10472" y="108925"/>
                  </a:lnTo>
                  <a:lnTo>
                    <a:pt x="8690" y="113964"/>
                  </a:lnTo>
                  <a:lnTo>
                    <a:pt x="7071" y="119057"/>
                  </a:lnTo>
                  <a:lnTo>
                    <a:pt x="5614" y="124199"/>
                  </a:lnTo>
                  <a:lnTo>
                    <a:pt x="4323" y="129386"/>
                  </a:lnTo>
                  <a:lnTo>
                    <a:pt x="3199" y="134610"/>
                  </a:lnTo>
                  <a:lnTo>
                    <a:pt x="2242" y="139868"/>
                  </a:lnTo>
                  <a:lnTo>
                    <a:pt x="1454" y="145154"/>
                  </a:lnTo>
                  <a:lnTo>
                    <a:pt x="835" y="150463"/>
                  </a:lnTo>
                  <a:lnTo>
                    <a:pt x="386" y="155788"/>
                  </a:lnTo>
                  <a:lnTo>
                    <a:pt x="107" y="161126"/>
                  </a:lnTo>
                  <a:lnTo>
                    <a:pt x="0" y="166469"/>
                  </a:lnTo>
                  <a:lnTo>
                    <a:pt x="63" y="171813"/>
                  </a:lnTo>
                  <a:lnTo>
                    <a:pt x="297" y="177152"/>
                  </a:lnTo>
                  <a:lnTo>
                    <a:pt x="701" y="182481"/>
                  </a:lnTo>
                  <a:lnTo>
                    <a:pt x="1276" y="187795"/>
                  </a:lnTo>
                  <a:lnTo>
                    <a:pt x="2020" y="193087"/>
                  </a:lnTo>
                  <a:lnTo>
                    <a:pt x="2933" y="198353"/>
                  </a:lnTo>
                  <a:lnTo>
                    <a:pt x="4014" y="203587"/>
                  </a:lnTo>
                  <a:lnTo>
                    <a:pt x="5261" y="208784"/>
                  </a:lnTo>
                  <a:lnTo>
                    <a:pt x="6674" y="213938"/>
                  </a:lnTo>
                  <a:lnTo>
                    <a:pt x="8251" y="219044"/>
                  </a:lnTo>
                  <a:lnTo>
                    <a:pt x="9991" y="224098"/>
                  </a:lnTo>
                  <a:lnTo>
                    <a:pt x="11891" y="229093"/>
                  </a:lnTo>
                  <a:lnTo>
                    <a:pt x="13950" y="234025"/>
                  </a:lnTo>
                  <a:lnTo>
                    <a:pt x="16166" y="238888"/>
                  </a:lnTo>
                  <a:lnTo>
                    <a:pt x="18535" y="243679"/>
                  </a:lnTo>
                  <a:lnTo>
                    <a:pt x="21057" y="248391"/>
                  </a:lnTo>
                  <a:lnTo>
                    <a:pt x="23728" y="253020"/>
                  </a:lnTo>
                  <a:lnTo>
                    <a:pt x="26546" y="257561"/>
                  </a:lnTo>
                  <a:lnTo>
                    <a:pt x="29507" y="262010"/>
                  </a:lnTo>
                  <a:lnTo>
                    <a:pt x="32610" y="266362"/>
                  </a:lnTo>
                  <a:lnTo>
                    <a:pt x="35849" y="270613"/>
                  </a:lnTo>
                  <a:lnTo>
                    <a:pt x="39223" y="274757"/>
                  </a:lnTo>
                  <a:lnTo>
                    <a:pt x="42728" y="278792"/>
                  </a:lnTo>
                  <a:lnTo>
                    <a:pt x="46360" y="282713"/>
                  </a:lnTo>
                  <a:lnTo>
                    <a:pt x="50115" y="286516"/>
                  </a:lnTo>
                  <a:lnTo>
                    <a:pt x="53990" y="290196"/>
                  </a:lnTo>
                  <a:lnTo>
                    <a:pt x="57981" y="293751"/>
                  </a:lnTo>
                  <a:lnTo>
                    <a:pt x="62083" y="297177"/>
                  </a:lnTo>
                  <a:lnTo>
                    <a:pt x="66293" y="300470"/>
                  </a:lnTo>
                  <a:lnTo>
                    <a:pt x="70605" y="303626"/>
                  </a:lnTo>
                  <a:lnTo>
                    <a:pt x="75017" y="306643"/>
                  </a:lnTo>
                  <a:lnTo>
                    <a:pt x="79522" y="309517"/>
                  </a:lnTo>
                  <a:lnTo>
                    <a:pt x="84118" y="312246"/>
                  </a:lnTo>
                  <a:lnTo>
                    <a:pt x="88798" y="314827"/>
                  </a:lnTo>
                  <a:lnTo>
                    <a:pt x="93558" y="317257"/>
                  </a:lnTo>
                  <a:lnTo>
                    <a:pt x="98393" y="319533"/>
                  </a:lnTo>
                  <a:lnTo>
                    <a:pt x="103299" y="321653"/>
                  </a:lnTo>
                  <a:lnTo>
                    <a:pt x="108270" y="323616"/>
                  </a:lnTo>
                  <a:lnTo>
                    <a:pt x="113301" y="325419"/>
                  </a:lnTo>
                  <a:lnTo>
                    <a:pt x="118388" y="327060"/>
                  </a:lnTo>
                  <a:lnTo>
                    <a:pt x="123524" y="328537"/>
                  </a:lnTo>
                  <a:lnTo>
                    <a:pt x="128704" y="329850"/>
                  </a:lnTo>
                  <a:lnTo>
                    <a:pt x="133924" y="330996"/>
                  </a:lnTo>
                  <a:lnTo>
                    <a:pt x="139178" y="331975"/>
                  </a:lnTo>
                  <a:lnTo>
                    <a:pt x="144461" y="332785"/>
                  </a:lnTo>
                  <a:lnTo>
                    <a:pt x="149767" y="333427"/>
                  </a:lnTo>
                  <a:lnTo>
                    <a:pt x="155091" y="333898"/>
                  </a:lnTo>
                  <a:lnTo>
                    <a:pt x="160426" y="33419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16496" y="4826449"/>
              <a:ext cx="6739" cy="167031"/>
            </a:xfrm>
            <a:custGeom>
              <a:avLst/>
              <a:pathLst>
                <a:path w="6739" h="167031">
                  <a:moveTo>
                    <a:pt x="0" y="167031"/>
                  </a:moveTo>
                  <a:lnTo>
                    <a:pt x="673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16496" y="4826449"/>
              <a:ext cx="6739" cy="167031"/>
            </a:xfrm>
            <a:custGeom>
              <a:avLst/>
              <a:pathLst>
                <a:path w="6739" h="167031">
                  <a:moveTo>
                    <a:pt x="0" y="167031"/>
                  </a:moveTo>
                  <a:lnTo>
                    <a:pt x="673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16496" y="4826449"/>
              <a:ext cx="118154" cy="167163"/>
            </a:xfrm>
            <a:custGeom>
              <a:avLst/>
              <a:pathLst>
                <a:path w="118154" h="167163">
                  <a:moveTo>
                    <a:pt x="0" y="167031"/>
                  </a:moveTo>
                  <a:lnTo>
                    <a:pt x="5593" y="167163"/>
                  </a:lnTo>
                  <a:lnTo>
                    <a:pt x="11187" y="167108"/>
                  </a:lnTo>
                  <a:lnTo>
                    <a:pt x="16777" y="166865"/>
                  </a:lnTo>
                  <a:lnTo>
                    <a:pt x="22355" y="166436"/>
                  </a:lnTo>
                  <a:lnTo>
                    <a:pt x="27916" y="165820"/>
                  </a:lnTo>
                  <a:lnTo>
                    <a:pt x="33454" y="165018"/>
                  </a:lnTo>
                  <a:lnTo>
                    <a:pt x="38961" y="164032"/>
                  </a:lnTo>
                  <a:lnTo>
                    <a:pt x="44432" y="162862"/>
                  </a:lnTo>
                  <a:lnTo>
                    <a:pt x="49861" y="161509"/>
                  </a:lnTo>
                  <a:lnTo>
                    <a:pt x="55242" y="159976"/>
                  </a:lnTo>
                  <a:lnTo>
                    <a:pt x="60568" y="158263"/>
                  </a:lnTo>
                  <a:lnTo>
                    <a:pt x="65834" y="156373"/>
                  </a:lnTo>
                  <a:lnTo>
                    <a:pt x="71034" y="154308"/>
                  </a:lnTo>
                  <a:lnTo>
                    <a:pt x="76161" y="152070"/>
                  </a:lnTo>
                  <a:lnTo>
                    <a:pt x="81211" y="149662"/>
                  </a:lnTo>
                  <a:lnTo>
                    <a:pt x="86178" y="147086"/>
                  </a:lnTo>
                  <a:lnTo>
                    <a:pt x="91056" y="144345"/>
                  </a:lnTo>
                  <a:lnTo>
                    <a:pt x="95839" y="141442"/>
                  </a:lnTo>
                  <a:lnTo>
                    <a:pt x="100522" y="138381"/>
                  </a:lnTo>
                  <a:lnTo>
                    <a:pt x="105100" y="135166"/>
                  </a:lnTo>
                  <a:lnTo>
                    <a:pt x="109569" y="131798"/>
                  </a:lnTo>
                  <a:lnTo>
                    <a:pt x="113922" y="128283"/>
                  </a:lnTo>
                  <a:lnTo>
                    <a:pt x="118154" y="124625"/>
                  </a:lnTo>
                  <a:lnTo>
                    <a:pt x="673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167165" cy="291792"/>
            </a:xfrm>
            <a:custGeom>
              <a:avLst/>
              <a:pathLst>
                <a:path w="167165" h="291792">
                  <a:moveTo>
                    <a:pt x="111415" y="291792"/>
                  </a:moveTo>
                  <a:lnTo>
                    <a:pt x="115365" y="288145"/>
                  </a:lnTo>
                  <a:lnTo>
                    <a:pt x="119196" y="284373"/>
                  </a:lnTo>
                  <a:lnTo>
                    <a:pt x="122903" y="280479"/>
                  </a:lnTo>
                  <a:lnTo>
                    <a:pt x="126483" y="276469"/>
                  </a:lnTo>
                  <a:lnTo>
                    <a:pt x="129932" y="272345"/>
                  </a:lnTo>
                  <a:lnTo>
                    <a:pt x="133247" y="268113"/>
                  </a:lnTo>
                  <a:lnTo>
                    <a:pt x="136424" y="263776"/>
                  </a:lnTo>
                  <a:lnTo>
                    <a:pt x="139460" y="259339"/>
                  </a:lnTo>
                  <a:lnTo>
                    <a:pt x="142352" y="254807"/>
                  </a:lnTo>
                  <a:lnTo>
                    <a:pt x="145096" y="250184"/>
                  </a:lnTo>
                  <a:lnTo>
                    <a:pt x="147691" y="245475"/>
                  </a:lnTo>
                  <a:lnTo>
                    <a:pt x="150133" y="240686"/>
                  </a:lnTo>
                  <a:lnTo>
                    <a:pt x="152419" y="235820"/>
                  </a:lnTo>
                  <a:lnTo>
                    <a:pt x="154548" y="230883"/>
                  </a:lnTo>
                  <a:lnTo>
                    <a:pt x="156517" y="225881"/>
                  </a:lnTo>
                  <a:lnTo>
                    <a:pt x="158324" y="220817"/>
                  </a:lnTo>
                  <a:lnTo>
                    <a:pt x="159967" y="215699"/>
                  </a:lnTo>
                  <a:lnTo>
                    <a:pt x="161445" y="210530"/>
                  </a:lnTo>
                  <a:lnTo>
                    <a:pt x="162756" y="205316"/>
                  </a:lnTo>
                  <a:lnTo>
                    <a:pt x="163898" y="200063"/>
                  </a:lnTo>
                  <a:lnTo>
                    <a:pt x="164871" y="194775"/>
                  </a:lnTo>
                  <a:lnTo>
                    <a:pt x="165674" y="189459"/>
                  </a:lnTo>
                  <a:lnTo>
                    <a:pt x="166305" y="184121"/>
                  </a:lnTo>
                  <a:lnTo>
                    <a:pt x="166764" y="178764"/>
                  </a:lnTo>
                  <a:lnTo>
                    <a:pt x="167051" y="173396"/>
                  </a:lnTo>
                  <a:lnTo>
                    <a:pt x="167165" y="168021"/>
                  </a:lnTo>
                  <a:lnTo>
                    <a:pt x="167106" y="162645"/>
                  </a:lnTo>
                  <a:lnTo>
                    <a:pt x="166874" y="157274"/>
                  </a:lnTo>
                  <a:lnTo>
                    <a:pt x="166470" y="151913"/>
                  </a:lnTo>
                  <a:lnTo>
                    <a:pt x="165893" y="146568"/>
                  </a:lnTo>
                  <a:lnTo>
                    <a:pt x="165145" y="141244"/>
                  </a:lnTo>
                  <a:lnTo>
                    <a:pt x="164226" y="135947"/>
                  </a:lnTo>
                  <a:lnTo>
                    <a:pt x="163137" y="130683"/>
                  </a:lnTo>
                  <a:lnTo>
                    <a:pt x="161879" y="125456"/>
                  </a:lnTo>
                  <a:lnTo>
                    <a:pt x="160454" y="120272"/>
                  </a:lnTo>
                  <a:lnTo>
                    <a:pt x="158864" y="115137"/>
                  </a:lnTo>
                  <a:lnTo>
                    <a:pt x="157108" y="110055"/>
                  </a:lnTo>
                  <a:lnTo>
                    <a:pt x="155191" y="105033"/>
                  </a:lnTo>
                  <a:lnTo>
                    <a:pt x="153112" y="100074"/>
                  </a:lnTo>
                  <a:lnTo>
                    <a:pt x="150876" y="95186"/>
                  </a:lnTo>
                  <a:lnTo>
                    <a:pt x="148483" y="90371"/>
                  </a:lnTo>
                  <a:lnTo>
                    <a:pt x="145937" y="85636"/>
                  </a:lnTo>
                  <a:lnTo>
                    <a:pt x="143240" y="80986"/>
                  </a:lnTo>
                  <a:lnTo>
                    <a:pt x="140395" y="76424"/>
                  </a:lnTo>
                  <a:lnTo>
                    <a:pt x="137404" y="71957"/>
                  </a:lnTo>
                  <a:lnTo>
                    <a:pt x="134271" y="67588"/>
                  </a:lnTo>
                  <a:lnTo>
                    <a:pt x="131000" y="63322"/>
                  </a:lnTo>
                  <a:lnTo>
                    <a:pt x="127593" y="59163"/>
                  </a:lnTo>
                  <a:lnTo>
                    <a:pt x="124054" y="55116"/>
                  </a:lnTo>
                  <a:lnTo>
                    <a:pt x="120387" y="51185"/>
                  </a:lnTo>
                  <a:lnTo>
                    <a:pt x="116595" y="47374"/>
                  </a:lnTo>
                  <a:lnTo>
                    <a:pt x="112683" y="43686"/>
                  </a:lnTo>
                  <a:lnTo>
                    <a:pt x="108654" y="40127"/>
                  </a:lnTo>
                  <a:lnTo>
                    <a:pt x="104513" y="36699"/>
                  </a:lnTo>
                  <a:lnTo>
                    <a:pt x="100263" y="33405"/>
                  </a:lnTo>
                  <a:lnTo>
                    <a:pt x="95910" y="30251"/>
                  </a:lnTo>
                  <a:lnTo>
                    <a:pt x="91458" y="27237"/>
                  </a:lnTo>
                  <a:lnTo>
                    <a:pt x="86911" y="24369"/>
                  </a:lnTo>
                  <a:lnTo>
                    <a:pt x="82274" y="21648"/>
                  </a:lnTo>
                  <a:lnTo>
                    <a:pt x="77552" y="19077"/>
                  </a:lnTo>
                  <a:lnTo>
                    <a:pt x="72750" y="16660"/>
                  </a:lnTo>
                  <a:lnTo>
                    <a:pt x="67873" y="14399"/>
                  </a:lnTo>
                  <a:lnTo>
                    <a:pt x="62926" y="12295"/>
                  </a:lnTo>
                  <a:lnTo>
                    <a:pt x="57913" y="10352"/>
                  </a:lnTo>
                  <a:lnTo>
                    <a:pt x="52841" y="8571"/>
                  </a:lnTo>
                  <a:lnTo>
                    <a:pt x="47714" y="6954"/>
                  </a:lnTo>
                  <a:lnTo>
                    <a:pt x="42537" y="5502"/>
                  </a:lnTo>
                  <a:lnTo>
                    <a:pt x="37317" y="4218"/>
                  </a:lnTo>
                  <a:lnTo>
                    <a:pt x="32058" y="3102"/>
                  </a:lnTo>
                  <a:lnTo>
                    <a:pt x="26765" y="2156"/>
                  </a:lnTo>
                  <a:lnTo>
                    <a:pt x="21446" y="1381"/>
                  </a:lnTo>
                  <a:lnTo>
                    <a:pt x="16103" y="777"/>
                  </a:lnTo>
                  <a:lnTo>
                    <a:pt x="10745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561313" y="4213821"/>
              <a:ext cx="268172" cy="334323"/>
            </a:xfrm>
            <a:custGeom>
              <a:avLst/>
              <a:pathLst>
                <a:path w="268172" h="334323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9" y="762"/>
                  </a:lnTo>
                  <a:lnTo>
                    <a:pt x="145917" y="1355"/>
                  </a:lnTo>
                  <a:lnTo>
                    <a:pt x="140647" y="2115"/>
                  </a:lnTo>
                  <a:lnTo>
                    <a:pt x="135405" y="3043"/>
                  </a:lnTo>
                  <a:lnTo>
                    <a:pt x="130194" y="4138"/>
                  </a:lnTo>
                  <a:lnTo>
                    <a:pt x="125021" y="5398"/>
                  </a:lnTo>
                  <a:lnTo>
                    <a:pt x="119890" y="6822"/>
                  </a:lnTo>
                  <a:lnTo>
                    <a:pt x="114807" y="8408"/>
                  </a:lnTo>
                  <a:lnTo>
                    <a:pt x="109778" y="10156"/>
                  </a:lnTo>
                  <a:lnTo>
                    <a:pt x="104807" y="12063"/>
                  </a:lnTo>
                  <a:lnTo>
                    <a:pt x="99899" y="14127"/>
                  </a:lnTo>
                  <a:lnTo>
                    <a:pt x="95059" y="16347"/>
                  </a:lnTo>
                  <a:lnTo>
                    <a:pt x="90292" y="18720"/>
                  </a:lnTo>
                  <a:lnTo>
                    <a:pt x="85604" y="21243"/>
                  </a:lnTo>
                  <a:lnTo>
                    <a:pt x="80998" y="23914"/>
                  </a:lnTo>
                  <a:lnTo>
                    <a:pt x="76480" y="26731"/>
                  </a:lnTo>
                  <a:lnTo>
                    <a:pt x="72053" y="29690"/>
                  </a:lnTo>
                  <a:lnTo>
                    <a:pt x="67723" y="32789"/>
                  </a:lnTo>
                  <a:lnTo>
                    <a:pt x="63494" y="36023"/>
                  </a:lnTo>
                  <a:lnTo>
                    <a:pt x="59370" y="39391"/>
                  </a:lnTo>
                  <a:lnTo>
                    <a:pt x="55355" y="42889"/>
                  </a:lnTo>
                  <a:lnTo>
                    <a:pt x="51454" y="46513"/>
                  </a:lnTo>
                  <a:lnTo>
                    <a:pt x="47670" y="50259"/>
                  </a:lnTo>
                  <a:lnTo>
                    <a:pt x="44008" y="54123"/>
                  </a:lnTo>
                  <a:lnTo>
                    <a:pt x="40470" y="58103"/>
                  </a:lnTo>
                  <a:lnTo>
                    <a:pt x="37061" y="62193"/>
                  </a:lnTo>
                  <a:lnTo>
                    <a:pt x="33784" y="66389"/>
                  </a:lnTo>
                  <a:lnTo>
                    <a:pt x="30642" y="70688"/>
                  </a:lnTo>
                  <a:lnTo>
                    <a:pt x="27639" y="75084"/>
                  </a:lnTo>
                  <a:lnTo>
                    <a:pt x="24777" y="79574"/>
                  </a:lnTo>
                  <a:lnTo>
                    <a:pt x="22060" y="84153"/>
                  </a:lnTo>
                  <a:lnTo>
                    <a:pt x="19490" y="88816"/>
                  </a:lnTo>
                  <a:lnTo>
                    <a:pt x="17069" y="93559"/>
                  </a:lnTo>
                  <a:lnTo>
                    <a:pt x="14801" y="98376"/>
                  </a:lnTo>
                  <a:lnTo>
                    <a:pt x="12688" y="103263"/>
                  </a:lnTo>
                  <a:lnTo>
                    <a:pt x="10731" y="108215"/>
                  </a:lnTo>
                  <a:lnTo>
                    <a:pt x="8933" y="113227"/>
                  </a:lnTo>
                  <a:lnTo>
                    <a:pt x="7295" y="118293"/>
                  </a:lnTo>
                  <a:lnTo>
                    <a:pt x="5820" y="123409"/>
                  </a:lnTo>
                  <a:lnTo>
                    <a:pt x="4508" y="128569"/>
                  </a:lnTo>
                  <a:lnTo>
                    <a:pt x="3361" y="133769"/>
                  </a:lnTo>
                  <a:lnTo>
                    <a:pt x="2381" y="139002"/>
                  </a:lnTo>
                  <a:lnTo>
                    <a:pt x="1567" y="144264"/>
                  </a:lnTo>
                  <a:lnTo>
                    <a:pt x="922" y="149549"/>
                  </a:lnTo>
                  <a:lnTo>
                    <a:pt x="445" y="154853"/>
                  </a:lnTo>
                  <a:lnTo>
                    <a:pt x="138" y="160168"/>
                  </a:lnTo>
                  <a:lnTo>
                    <a:pt x="0" y="165491"/>
                  </a:lnTo>
                  <a:lnTo>
                    <a:pt x="31" y="170815"/>
                  </a:lnTo>
                  <a:lnTo>
                    <a:pt x="232" y="176136"/>
                  </a:lnTo>
                  <a:lnTo>
                    <a:pt x="602" y="181447"/>
                  </a:lnTo>
                  <a:lnTo>
                    <a:pt x="1141" y="186744"/>
                  </a:lnTo>
                  <a:lnTo>
                    <a:pt x="1849" y="192022"/>
                  </a:lnTo>
                  <a:lnTo>
                    <a:pt x="2725" y="197274"/>
                  </a:lnTo>
                  <a:lnTo>
                    <a:pt x="3767" y="202495"/>
                  </a:lnTo>
                  <a:lnTo>
                    <a:pt x="4975" y="207681"/>
                  </a:lnTo>
                  <a:lnTo>
                    <a:pt x="6347" y="212825"/>
                  </a:lnTo>
                  <a:lnTo>
                    <a:pt x="7883" y="217924"/>
                  </a:lnTo>
                  <a:lnTo>
                    <a:pt x="9580" y="222970"/>
                  </a:lnTo>
                  <a:lnTo>
                    <a:pt x="11437" y="227960"/>
                  </a:lnTo>
                  <a:lnTo>
                    <a:pt x="13452" y="232889"/>
                  </a:lnTo>
                  <a:lnTo>
                    <a:pt x="15623" y="237751"/>
                  </a:lnTo>
                  <a:lnTo>
                    <a:pt x="17948" y="242541"/>
                  </a:lnTo>
                  <a:lnTo>
                    <a:pt x="20424" y="247254"/>
                  </a:lnTo>
                  <a:lnTo>
                    <a:pt x="23049" y="251887"/>
                  </a:lnTo>
                  <a:lnTo>
                    <a:pt x="25820" y="256433"/>
                  </a:lnTo>
                  <a:lnTo>
                    <a:pt x="28735" y="260889"/>
                  </a:lnTo>
                  <a:lnTo>
                    <a:pt x="31790" y="265250"/>
                  </a:lnTo>
                  <a:lnTo>
                    <a:pt x="34982" y="269511"/>
                  </a:lnTo>
                  <a:lnTo>
                    <a:pt x="38309" y="273669"/>
                  </a:lnTo>
                  <a:lnTo>
                    <a:pt x="41766" y="277718"/>
                  </a:lnTo>
                  <a:lnTo>
                    <a:pt x="45350" y="281656"/>
                  </a:lnTo>
                  <a:lnTo>
                    <a:pt x="49058" y="285477"/>
                  </a:lnTo>
                  <a:lnTo>
                    <a:pt x="52886" y="289178"/>
                  </a:lnTo>
                  <a:lnTo>
                    <a:pt x="56829" y="292755"/>
                  </a:lnTo>
                  <a:lnTo>
                    <a:pt x="60885" y="296205"/>
                  </a:lnTo>
                  <a:lnTo>
                    <a:pt x="65048" y="299524"/>
                  </a:lnTo>
                  <a:lnTo>
                    <a:pt x="69315" y="302709"/>
                  </a:lnTo>
                  <a:lnTo>
                    <a:pt x="73682" y="305756"/>
                  </a:lnTo>
                  <a:lnTo>
                    <a:pt x="78143" y="308663"/>
                  </a:lnTo>
                  <a:lnTo>
                    <a:pt x="82694" y="311426"/>
                  </a:lnTo>
                  <a:lnTo>
                    <a:pt x="87331" y="314043"/>
                  </a:lnTo>
                  <a:lnTo>
                    <a:pt x="92049" y="316511"/>
                  </a:lnTo>
                  <a:lnTo>
                    <a:pt x="96843" y="318827"/>
                  </a:lnTo>
                  <a:lnTo>
                    <a:pt x="101709" y="320989"/>
                  </a:lnTo>
                  <a:lnTo>
                    <a:pt x="106641" y="322996"/>
                  </a:lnTo>
                  <a:lnTo>
                    <a:pt x="111634" y="324844"/>
                  </a:lnTo>
                  <a:lnTo>
                    <a:pt x="116684" y="326532"/>
                  </a:lnTo>
                  <a:lnTo>
                    <a:pt x="121785" y="328059"/>
                  </a:lnTo>
                  <a:lnTo>
                    <a:pt x="126932" y="329422"/>
                  </a:lnTo>
                  <a:lnTo>
                    <a:pt x="132120" y="330621"/>
                  </a:lnTo>
                  <a:lnTo>
                    <a:pt x="137343" y="331654"/>
                  </a:lnTo>
                  <a:lnTo>
                    <a:pt x="142597" y="332520"/>
                  </a:lnTo>
                  <a:lnTo>
                    <a:pt x="147875" y="333218"/>
                  </a:lnTo>
                  <a:lnTo>
                    <a:pt x="153173" y="333748"/>
                  </a:lnTo>
                  <a:lnTo>
                    <a:pt x="158485" y="334109"/>
                  </a:lnTo>
                  <a:lnTo>
                    <a:pt x="163806" y="334301"/>
                  </a:lnTo>
                  <a:lnTo>
                    <a:pt x="169131" y="334323"/>
                  </a:lnTo>
                  <a:lnTo>
                    <a:pt x="174453" y="334175"/>
                  </a:lnTo>
                  <a:lnTo>
                    <a:pt x="179768" y="333858"/>
                  </a:lnTo>
                  <a:lnTo>
                    <a:pt x="185070" y="333372"/>
                  </a:lnTo>
                  <a:lnTo>
                    <a:pt x="190355" y="332717"/>
                  </a:lnTo>
                  <a:lnTo>
                    <a:pt x="195615" y="331895"/>
                  </a:lnTo>
                  <a:lnTo>
                    <a:pt x="200847" y="330905"/>
                  </a:lnTo>
                  <a:lnTo>
                    <a:pt x="206044" y="329749"/>
                  </a:lnTo>
                  <a:lnTo>
                    <a:pt x="211202" y="328428"/>
                  </a:lnTo>
                  <a:lnTo>
                    <a:pt x="216316" y="326943"/>
                  </a:lnTo>
                  <a:lnTo>
                    <a:pt x="221379" y="325297"/>
                  </a:lnTo>
                  <a:lnTo>
                    <a:pt x="226387" y="323490"/>
                  </a:lnTo>
                  <a:lnTo>
                    <a:pt x="231336" y="321524"/>
                  </a:lnTo>
                  <a:lnTo>
                    <a:pt x="236219" y="319402"/>
                  </a:lnTo>
                  <a:lnTo>
                    <a:pt x="241032" y="317126"/>
                  </a:lnTo>
                  <a:lnTo>
                    <a:pt x="245771" y="314697"/>
                  </a:lnTo>
                  <a:lnTo>
                    <a:pt x="250429" y="312119"/>
                  </a:lnTo>
                  <a:lnTo>
                    <a:pt x="255003" y="309393"/>
                  </a:lnTo>
                  <a:lnTo>
                    <a:pt x="259488" y="306523"/>
                  </a:lnTo>
                  <a:lnTo>
                    <a:pt x="263879" y="303512"/>
                  </a:lnTo>
                  <a:lnTo>
                    <a:pt x="268172" y="300363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80988"/>
              <a:ext cx="101013" cy="133195"/>
            </a:xfrm>
            <a:custGeom>
              <a:avLst/>
              <a:pathLst>
                <a:path w="101013" h="133195">
                  <a:moveTo>
                    <a:pt x="101013" y="1331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166823" cy="133195"/>
            </a:xfrm>
            <a:custGeom>
              <a:avLst/>
              <a:pathLst>
                <a:path w="166823" h="133195">
                  <a:moveTo>
                    <a:pt x="101013" y="133195"/>
                  </a:moveTo>
                  <a:lnTo>
                    <a:pt x="105352" y="129791"/>
                  </a:lnTo>
                  <a:lnTo>
                    <a:pt x="109576" y="126245"/>
                  </a:lnTo>
                  <a:lnTo>
                    <a:pt x="113681" y="122562"/>
                  </a:lnTo>
                  <a:lnTo>
                    <a:pt x="117662" y="118745"/>
                  </a:lnTo>
                  <a:lnTo>
                    <a:pt x="121515" y="114799"/>
                  </a:lnTo>
                  <a:lnTo>
                    <a:pt x="125235" y="110728"/>
                  </a:lnTo>
                  <a:lnTo>
                    <a:pt x="128820" y="106537"/>
                  </a:lnTo>
                  <a:lnTo>
                    <a:pt x="132264" y="102230"/>
                  </a:lnTo>
                  <a:lnTo>
                    <a:pt x="135564" y="97811"/>
                  </a:lnTo>
                  <a:lnTo>
                    <a:pt x="138717" y="93286"/>
                  </a:lnTo>
                  <a:lnTo>
                    <a:pt x="141719" y="88660"/>
                  </a:lnTo>
                  <a:lnTo>
                    <a:pt x="144566" y="83937"/>
                  </a:lnTo>
                  <a:lnTo>
                    <a:pt x="147256" y="79122"/>
                  </a:lnTo>
                  <a:lnTo>
                    <a:pt x="149786" y="74222"/>
                  </a:lnTo>
                  <a:lnTo>
                    <a:pt x="152153" y="69241"/>
                  </a:lnTo>
                  <a:lnTo>
                    <a:pt x="154354" y="64184"/>
                  </a:lnTo>
                  <a:lnTo>
                    <a:pt x="156387" y="59057"/>
                  </a:lnTo>
                  <a:lnTo>
                    <a:pt x="158250" y="53867"/>
                  </a:lnTo>
                  <a:lnTo>
                    <a:pt x="159941" y="48617"/>
                  </a:lnTo>
                  <a:lnTo>
                    <a:pt x="161458" y="43315"/>
                  </a:lnTo>
                  <a:lnTo>
                    <a:pt x="162799" y="37965"/>
                  </a:lnTo>
                  <a:lnTo>
                    <a:pt x="163962" y="32575"/>
                  </a:lnTo>
                  <a:lnTo>
                    <a:pt x="164948" y="27148"/>
                  </a:lnTo>
                  <a:lnTo>
                    <a:pt x="165753" y="21693"/>
                  </a:lnTo>
                  <a:lnTo>
                    <a:pt x="166379" y="16213"/>
                  </a:lnTo>
                  <a:lnTo>
                    <a:pt x="166823" y="10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167167" cy="177884"/>
            </a:xfrm>
            <a:custGeom>
              <a:avLst/>
              <a:pathLst>
                <a:path w="167167" h="177884">
                  <a:moveTo>
                    <a:pt x="166823" y="177884"/>
                  </a:moveTo>
                  <a:lnTo>
                    <a:pt x="167081" y="172531"/>
                  </a:lnTo>
                  <a:lnTo>
                    <a:pt x="167167" y="167173"/>
                  </a:lnTo>
                  <a:lnTo>
                    <a:pt x="167081" y="161815"/>
                  </a:lnTo>
                  <a:lnTo>
                    <a:pt x="166824" y="156462"/>
                  </a:lnTo>
                  <a:lnTo>
                    <a:pt x="166395" y="151121"/>
                  </a:lnTo>
                  <a:lnTo>
                    <a:pt x="165795" y="145796"/>
                  </a:lnTo>
                  <a:lnTo>
                    <a:pt x="165025" y="140492"/>
                  </a:lnTo>
                  <a:lnTo>
                    <a:pt x="164085" y="135217"/>
                  </a:lnTo>
                  <a:lnTo>
                    <a:pt x="162977" y="129974"/>
                  </a:lnTo>
                  <a:lnTo>
                    <a:pt x="161701" y="124769"/>
                  </a:lnTo>
                  <a:lnTo>
                    <a:pt x="160259" y="119608"/>
                  </a:lnTo>
                  <a:lnTo>
                    <a:pt x="158652" y="114496"/>
                  </a:lnTo>
                  <a:lnTo>
                    <a:pt x="156882" y="109438"/>
                  </a:lnTo>
                  <a:lnTo>
                    <a:pt x="154952" y="104439"/>
                  </a:lnTo>
                  <a:lnTo>
                    <a:pt x="152861" y="99504"/>
                  </a:lnTo>
                  <a:lnTo>
                    <a:pt x="150614" y="94640"/>
                  </a:lnTo>
                  <a:lnTo>
                    <a:pt x="148212" y="89849"/>
                  </a:lnTo>
                  <a:lnTo>
                    <a:pt x="145658" y="85138"/>
                  </a:lnTo>
                  <a:lnTo>
                    <a:pt x="142954" y="80512"/>
                  </a:lnTo>
                  <a:lnTo>
                    <a:pt x="140103" y="75974"/>
                  </a:lnTo>
                  <a:lnTo>
                    <a:pt x="137108" y="71531"/>
                  </a:lnTo>
                  <a:lnTo>
                    <a:pt x="133972" y="67185"/>
                  </a:lnTo>
                  <a:lnTo>
                    <a:pt x="130698" y="62942"/>
                  </a:lnTo>
                  <a:lnTo>
                    <a:pt x="127291" y="58807"/>
                  </a:lnTo>
                  <a:lnTo>
                    <a:pt x="123752" y="54782"/>
                  </a:lnTo>
                  <a:lnTo>
                    <a:pt x="120086" y="50874"/>
                  </a:lnTo>
                  <a:lnTo>
                    <a:pt x="116297" y="47084"/>
                  </a:lnTo>
                  <a:lnTo>
                    <a:pt x="112388" y="43418"/>
                  </a:lnTo>
                  <a:lnTo>
                    <a:pt x="108364" y="39880"/>
                  </a:lnTo>
                  <a:lnTo>
                    <a:pt x="104229" y="36472"/>
                  </a:lnTo>
                  <a:lnTo>
                    <a:pt x="99986" y="33198"/>
                  </a:lnTo>
                  <a:lnTo>
                    <a:pt x="95641" y="30062"/>
                  </a:lnTo>
                  <a:lnTo>
                    <a:pt x="91197" y="27067"/>
                  </a:lnTo>
                  <a:lnTo>
                    <a:pt x="86660" y="24216"/>
                  </a:lnTo>
                  <a:lnTo>
                    <a:pt x="82033" y="21512"/>
                  </a:lnTo>
                  <a:lnTo>
                    <a:pt x="77322" y="18957"/>
                  </a:lnTo>
                  <a:lnTo>
                    <a:pt x="72532" y="16555"/>
                  </a:lnTo>
                  <a:lnTo>
                    <a:pt x="67668" y="14308"/>
                  </a:lnTo>
                  <a:lnTo>
                    <a:pt x="62733" y="12217"/>
                  </a:lnTo>
                  <a:lnTo>
                    <a:pt x="57735" y="10286"/>
                  </a:lnTo>
                  <a:lnTo>
                    <a:pt x="52676" y="8516"/>
                  </a:lnTo>
                  <a:lnTo>
                    <a:pt x="47564" y="6909"/>
                  </a:lnTo>
                  <a:lnTo>
                    <a:pt x="42403" y="5467"/>
                  </a:lnTo>
                  <a:lnTo>
                    <a:pt x="37199" y="4191"/>
                  </a:lnTo>
                  <a:lnTo>
                    <a:pt x="31956" y="3082"/>
                  </a:lnTo>
                  <a:lnTo>
                    <a:pt x="26680" y="2142"/>
                  </a:lnTo>
                  <a:lnTo>
                    <a:pt x="21377" y="1372"/>
                  </a:lnTo>
                  <a:lnTo>
                    <a:pt x="16052" y="772"/>
                  </a:lnTo>
                  <a:lnTo>
                    <a:pt x="10710" y="343"/>
                  </a:lnTo>
                  <a:lnTo>
                    <a:pt x="535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51851" y="3707720"/>
              <a:ext cx="211362" cy="334321"/>
            </a:xfrm>
            <a:custGeom>
              <a:avLst/>
              <a:pathLst>
                <a:path w="211362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2" y="1355"/>
                  </a:lnTo>
                  <a:lnTo>
                    <a:pt x="140641" y="2116"/>
                  </a:lnTo>
                  <a:lnTo>
                    <a:pt x="135396" y="3045"/>
                  </a:lnTo>
                  <a:lnTo>
                    <a:pt x="130184" y="4140"/>
                  </a:lnTo>
                  <a:lnTo>
                    <a:pt x="125009" y="5401"/>
                  </a:lnTo>
                  <a:lnTo>
                    <a:pt x="119877" y="6825"/>
                  </a:lnTo>
                  <a:lnTo>
                    <a:pt x="114794" y="8413"/>
                  </a:lnTo>
                  <a:lnTo>
                    <a:pt x="109763" y="10162"/>
                  </a:lnTo>
                  <a:lnTo>
                    <a:pt x="104790" y="12070"/>
                  </a:lnTo>
                  <a:lnTo>
                    <a:pt x="99881" y="14136"/>
                  </a:lnTo>
                  <a:lnTo>
                    <a:pt x="95040" y="16356"/>
                  </a:lnTo>
                  <a:lnTo>
                    <a:pt x="90273" y="18730"/>
                  </a:lnTo>
                  <a:lnTo>
                    <a:pt x="85583" y="21255"/>
                  </a:lnTo>
                  <a:lnTo>
                    <a:pt x="80976" y="23928"/>
                  </a:lnTo>
                  <a:lnTo>
                    <a:pt x="76457" y="26746"/>
                  </a:lnTo>
                  <a:lnTo>
                    <a:pt x="72030" y="29707"/>
                  </a:lnTo>
                  <a:lnTo>
                    <a:pt x="67699" y="32807"/>
                  </a:lnTo>
                  <a:lnTo>
                    <a:pt x="63469" y="36044"/>
                  </a:lnTo>
                  <a:lnTo>
                    <a:pt x="59345" y="39413"/>
                  </a:lnTo>
                  <a:lnTo>
                    <a:pt x="55330" y="42913"/>
                  </a:lnTo>
                  <a:lnTo>
                    <a:pt x="51428" y="46538"/>
                  </a:lnTo>
                  <a:lnTo>
                    <a:pt x="47644" y="50286"/>
                  </a:lnTo>
                  <a:lnTo>
                    <a:pt x="43982" y="54153"/>
                  </a:lnTo>
                  <a:lnTo>
                    <a:pt x="40444" y="58134"/>
                  </a:lnTo>
                  <a:lnTo>
                    <a:pt x="37035" y="62226"/>
                  </a:lnTo>
                  <a:lnTo>
                    <a:pt x="33758" y="66425"/>
                  </a:lnTo>
                  <a:lnTo>
                    <a:pt x="30616" y="70726"/>
                  </a:lnTo>
                  <a:lnTo>
                    <a:pt x="27613" y="75124"/>
                  </a:lnTo>
                  <a:lnTo>
                    <a:pt x="24752" y="79616"/>
                  </a:lnTo>
                  <a:lnTo>
                    <a:pt x="22035" y="84197"/>
                  </a:lnTo>
                  <a:lnTo>
                    <a:pt x="19466" y="88863"/>
                  </a:lnTo>
                  <a:lnTo>
                    <a:pt x="17046" y="93607"/>
                  </a:lnTo>
                  <a:lnTo>
                    <a:pt x="14779" y="98427"/>
                  </a:lnTo>
                  <a:lnTo>
                    <a:pt x="12667" y="103316"/>
                  </a:lnTo>
                  <a:lnTo>
                    <a:pt x="10711" y="108270"/>
                  </a:lnTo>
                  <a:lnTo>
                    <a:pt x="8914" y="113284"/>
                  </a:lnTo>
                  <a:lnTo>
                    <a:pt x="7278" y="118352"/>
                  </a:lnTo>
                  <a:lnTo>
                    <a:pt x="5804" y="123470"/>
                  </a:lnTo>
                  <a:lnTo>
                    <a:pt x="4494" y="128632"/>
                  </a:lnTo>
                  <a:lnTo>
                    <a:pt x="3349" y="133834"/>
                  </a:lnTo>
                  <a:lnTo>
                    <a:pt x="2370" y="139069"/>
                  </a:lnTo>
                  <a:lnTo>
                    <a:pt x="1559" y="144333"/>
                  </a:lnTo>
                  <a:lnTo>
                    <a:pt x="915" y="149620"/>
                  </a:lnTo>
                  <a:lnTo>
                    <a:pt x="441" y="154925"/>
                  </a:lnTo>
                  <a:lnTo>
                    <a:pt x="135" y="160242"/>
                  </a:lnTo>
                  <a:lnTo>
                    <a:pt x="0" y="165566"/>
                  </a:lnTo>
                  <a:lnTo>
                    <a:pt x="33" y="170892"/>
                  </a:lnTo>
                  <a:lnTo>
                    <a:pt x="237" y="176214"/>
                  </a:lnTo>
                  <a:lnTo>
                    <a:pt x="610" y="181527"/>
                  </a:lnTo>
                  <a:lnTo>
                    <a:pt x="1152" y="186826"/>
                  </a:lnTo>
                  <a:lnTo>
                    <a:pt x="1862" y="192104"/>
                  </a:lnTo>
                  <a:lnTo>
                    <a:pt x="2741" y="197357"/>
                  </a:lnTo>
                  <a:lnTo>
                    <a:pt x="3786" y="202579"/>
                  </a:lnTo>
                  <a:lnTo>
                    <a:pt x="4997" y="207766"/>
                  </a:lnTo>
                  <a:lnTo>
                    <a:pt x="6372" y="212911"/>
                  </a:lnTo>
                  <a:lnTo>
                    <a:pt x="7911" y="218010"/>
                  </a:lnTo>
                  <a:lnTo>
                    <a:pt x="9612" y="223057"/>
                  </a:lnTo>
                  <a:lnTo>
                    <a:pt x="11472" y="228048"/>
                  </a:lnTo>
                  <a:lnTo>
                    <a:pt x="13491" y="232977"/>
                  </a:lnTo>
                  <a:lnTo>
                    <a:pt x="15665" y="237838"/>
                  </a:lnTo>
                  <a:lnTo>
                    <a:pt x="17993" y="242629"/>
                  </a:lnTo>
                  <a:lnTo>
                    <a:pt x="20473" y="247342"/>
                  </a:lnTo>
                  <a:lnTo>
                    <a:pt x="23101" y="251974"/>
                  </a:lnTo>
                  <a:lnTo>
                    <a:pt x="25876" y="256520"/>
                  </a:lnTo>
                  <a:lnTo>
                    <a:pt x="28794" y="260976"/>
                  </a:lnTo>
                  <a:lnTo>
                    <a:pt x="31853" y="265336"/>
                  </a:lnTo>
                  <a:lnTo>
                    <a:pt x="35049" y="269597"/>
                  </a:lnTo>
                  <a:lnTo>
                    <a:pt x="38379" y="273753"/>
                  </a:lnTo>
                  <a:lnTo>
                    <a:pt x="41840" y="277801"/>
                  </a:lnTo>
                  <a:lnTo>
                    <a:pt x="45428" y="281738"/>
                  </a:lnTo>
                  <a:lnTo>
                    <a:pt x="49139" y="285557"/>
                  </a:lnTo>
                  <a:lnTo>
                    <a:pt x="52971" y="289257"/>
                  </a:lnTo>
                  <a:lnTo>
                    <a:pt x="56918" y="292833"/>
                  </a:lnTo>
                  <a:lnTo>
                    <a:pt x="60977" y="296281"/>
                  </a:lnTo>
                  <a:lnTo>
                    <a:pt x="65144" y="299598"/>
                  </a:lnTo>
                  <a:lnTo>
                    <a:pt x="69415" y="302780"/>
                  </a:lnTo>
                  <a:lnTo>
                    <a:pt x="73785" y="305825"/>
                  </a:lnTo>
                  <a:lnTo>
                    <a:pt x="78249" y="308729"/>
                  </a:lnTo>
                  <a:lnTo>
                    <a:pt x="82804" y="311490"/>
                  </a:lnTo>
                  <a:lnTo>
                    <a:pt x="87444" y="314104"/>
                  </a:lnTo>
                  <a:lnTo>
                    <a:pt x="92166" y="316569"/>
                  </a:lnTo>
                  <a:lnTo>
                    <a:pt x="96963" y="318882"/>
                  </a:lnTo>
                  <a:lnTo>
                    <a:pt x="101832" y="321041"/>
                  </a:lnTo>
                  <a:lnTo>
                    <a:pt x="106767" y="323044"/>
                  </a:lnTo>
                  <a:lnTo>
                    <a:pt x="111763" y="324889"/>
                  </a:lnTo>
                  <a:lnTo>
                    <a:pt x="116816" y="326574"/>
                  </a:lnTo>
                  <a:lnTo>
                    <a:pt x="121919" y="328096"/>
                  </a:lnTo>
                  <a:lnTo>
                    <a:pt x="127069" y="329456"/>
                  </a:lnTo>
                  <a:lnTo>
                    <a:pt x="132259" y="330651"/>
                  </a:lnTo>
                  <a:lnTo>
                    <a:pt x="137485" y="331679"/>
                  </a:lnTo>
                  <a:lnTo>
                    <a:pt x="142741" y="332541"/>
                  </a:lnTo>
                  <a:lnTo>
                    <a:pt x="148021" y="333235"/>
                  </a:lnTo>
                  <a:lnTo>
                    <a:pt x="153321" y="333761"/>
                  </a:lnTo>
                  <a:lnTo>
                    <a:pt x="158635" y="334117"/>
                  </a:lnTo>
                  <a:lnTo>
                    <a:pt x="163958" y="334304"/>
                  </a:lnTo>
                  <a:lnTo>
                    <a:pt x="169284" y="334321"/>
                  </a:lnTo>
                  <a:lnTo>
                    <a:pt x="174608" y="334168"/>
                  </a:lnTo>
                  <a:lnTo>
                    <a:pt x="179924" y="333846"/>
                  </a:lnTo>
                  <a:lnTo>
                    <a:pt x="185227" y="333355"/>
                  </a:lnTo>
                  <a:lnTo>
                    <a:pt x="190512" y="332695"/>
                  </a:lnTo>
                  <a:lnTo>
                    <a:pt x="195774" y="331867"/>
                  </a:lnTo>
                  <a:lnTo>
                    <a:pt x="201006" y="330872"/>
                  </a:lnTo>
                  <a:lnTo>
                    <a:pt x="206204" y="329711"/>
                  </a:lnTo>
                  <a:lnTo>
                    <a:pt x="211362" y="32838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882"/>
              <a:ext cx="167167" cy="328223"/>
            </a:xfrm>
            <a:custGeom>
              <a:avLst/>
              <a:pathLst>
                <a:path w="167167" h="328223">
                  <a:moveTo>
                    <a:pt x="44202" y="328223"/>
                  </a:moveTo>
                  <a:lnTo>
                    <a:pt x="49305" y="326736"/>
                  </a:lnTo>
                  <a:lnTo>
                    <a:pt x="54359" y="325088"/>
                  </a:lnTo>
                  <a:lnTo>
                    <a:pt x="59357" y="323280"/>
                  </a:lnTo>
                  <a:lnTo>
                    <a:pt x="64295" y="321313"/>
                  </a:lnTo>
                  <a:lnTo>
                    <a:pt x="69169" y="319191"/>
                  </a:lnTo>
                  <a:lnTo>
                    <a:pt x="73972" y="316915"/>
                  </a:lnTo>
                  <a:lnTo>
                    <a:pt x="78701" y="314488"/>
                  </a:lnTo>
                  <a:lnTo>
                    <a:pt x="83350" y="311911"/>
                  </a:lnTo>
                  <a:lnTo>
                    <a:pt x="87914" y="309188"/>
                  </a:lnTo>
                  <a:lnTo>
                    <a:pt x="92390" y="306321"/>
                  </a:lnTo>
                  <a:lnTo>
                    <a:pt x="96773" y="303313"/>
                  </a:lnTo>
                  <a:lnTo>
                    <a:pt x="101057" y="300168"/>
                  </a:lnTo>
                  <a:lnTo>
                    <a:pt x="105240" y="296888"/>
                  </a:lnTo>
                  <a:lnTo>
                    <a:pt x="109316" y="293476"/>
                  </a:lnTo>
                  <a:lnTo>
                    <a:pt x="113281" y="289937"/>
                  </a:lnTo>
                  <a:lnTo>
                    <a:pt x="117132" y="286273"/>
                  </a:lnTo>
                  <a:lnTo>
                    <a:pt x="120865" y="282489"/>
                  </a:lnTo>
                  <a:lnTo>
                    <a:pt x="124475" y="278588"/>
                  </a:lnTo>
                  <a:lnTo>
                    <a:pt x="127960" y="274574"/>
                  </a:lnTo>
                  <a:lnTo>
                    <a:pt x="131315" y="270452"/>
                  </a:lnTo>
                  <a:lnTo>
                    <a:pt x="134538" y="266224"/>
                  </a:lnTo>
                  <a:lnTo>
                    <a:pt x="137624" y="261897"/>
                  </a:lnTo>
                  <a:lnTo>
                    <a:pt x="140571" y="257474"/>
                  </a:lnTo>
                  <a:lnTo>
                    <a:pt x="143376" y="252959"/>
                  </a:lnTo>
                  <a:lnTo>
                    <a:pt x="146037" y="248357"/>
                  </a:lnTo>
                  <a:lnTo>
                    <a:pt x="148549" y="243673"/>
                  </a:lnTo>
                  <a:lnTo>
                    <a:pt x="150912" y="238911"/>
                  </a:lnTo>
                  <a:lnTo>
                    <a:pt x="153121" y="234077"/>
                  </a:lnTo>
                  <a:lnTo>
                    <a:pt x="155176" y="229175"/>
                  </a:lnTo>
                  <a:lnTo>
                    <a:pt x="157074" y="224210"/>
                  </a:lnTo>
                  <a:lnTo>
                    <a:pt x="158814" y="219188"/>
                  </a:lnTo>
                  <a:lnTo>
                    <a:pt x="160392" y="214112"/>
                  </a:lnTo>
                  <a:lnTo>
                    <a:pt x="161809" y="208989"/>
                  </a:lnTo>
                  <a:lnTo>
                    <a:pt x="163062" y="203824"/>
                  </a:lnTo>
                  <a:lnTo>
                    <a:pt x="164150" y="198621"/>
                  </a:lnTo>
                  <a:lnTo>
                    <a:pt x="165072" y="193386"/>
                  </a:lnTo>
                  <a:lnTo>
                    <a:pt x="165827" y="188125"/>
                  </a:lnTo>
                  <a:lnTo>
                    <a:pt x="166415" y="182842"/>
                  </a:lnTo>
                  <a:lnTo>
                    <a:pt x="166834" y="177543"/>
                  </a:lnTo>
                  <a:lnTo>
                    <a:pt x="167085" y="172234"/>
                  </a:lnTo>
                  <a:lnTo>
                    <a:pt x="167167" y="166919"/>
                  </a:lnTo>
                  <a:lnTo>
                    <a:pt x="167080" y="161605"/>
                  </a:lnTo>
                  <a:lnTo>
                    <a:pt x="166824" y="156295"/>
                  </a:lnTo>
                  <a:lnTo>
                    <a:pt x="166399" y="150997"/>
                  </a:lnTo>
                  <a:lnTo>
                    <a:pt x="165806" y="145715"/>
                  </a:lnTo>
                  <a:lnTo>
                    <a:pt x="165045" y="140454"/>
                  </a:lnTo>
                  <a:lnTo>
                    <a:pt x="164117" y="135221"/>
                  </a:lnTo>
                  <a:lnTo>
                    <a:pt x="163024" y="130019"/>
                  </a:lnTo>
                  <a:lnTo>
                    <a:pt x="161766" y="124855"/>
                  </a:lnTo>
                  <a:lnTo>
                    <a:pt x="160344" y="119733"/>
                  </a:lnTo>
                  <a:lnTo>
                    <a:pt x="158760" y="114659"/>
                  </a:lnTo>
                  <a:lnTo>
                    <a:pt x="157015" y="109638"/>
                  </a:lnTo>
                  <a:lnTo>
                    <a:pt x="155112" y="104675"/>
                  </a:lnTo>
                  <a:lnTo>
                    <a:pt x="153052" y="99776"/>
                  </a:lnTo>
                  <a:lnTo>
                    <a:pt x="150837" y="94944"/>
                  </a:lnTo>
                  <a:lnTo>
                    <a:pt x="148470" y="90185"/>
                  </a:lnTo>
                  <a:lnTo>
                    <a:pt x="145953" y="85503"/>
                  </a:lnTo>
                  <a:lnTo>
                    <a:pt x="143288" y="80904"/>
                  </a:lnTo>
                  <a:lnTo>
                    <a:pt x="140478" y="76392"/>
                  </a:lnTo>
                  <a:lnTo>
                    <a:pt x="137526" y="71972"/>
                  </a:lnTo>
                  <a:lnTo>
                    <a:pt x="134435" y="67648"/>
                  </a:lnTo>
                  <a:lnTo>
                    <a:pt x="131209" y="63424"/>
                  </a:lnTo>
                  <a:lnTo>
                    <a:pt x="127849" y="59305"/>
                  </a:lnTo>
                  <a:lnTo>
                    <a:pt x="124360" y="55294"/>
                  </a:lnTo>
                  <a:lnTo>
                    <a:pt x="120746" y="51397"/>
                  </a:lnTo>
                  <a:lnTo>
                    <a:pt x="117010" y="47617"/>
                  </a:lnTo>
                  <a:lnTo>
                    <a:pt x="113155" y="43957"/>
                  </a:lnTo>
                  <a:lnTo>
                    <a:pt x="109186" y="40422"/>
                  </a:lnTo>
                  <a:lnTo>
                    <a:pt x="105106" y="37015"/>
                  </a:lnTo>
                  <a:lnTo>
                    <a:pt x="100920" y="33739"/>
                  </a:lnTo>
                  <a:lnTo>
                    <a:pt x="96632" y="30598"/>
                  </a:lnTo>
                  <a:lnTo>
                    <a:pt x="92247" y="27594"/>
                  </a:lnTo>
                  <a:lnTo>
                    <a:pt x="87768" y="24732"/>
                  </a:lnTo>
                  <a:lnTo>
                    <a:pt x="83200" y="22014"/>
                  </a:lnTo>
                  <a:lnTo>
                    <a:pt x="78549" y="19442"/>
                  </a:lnTo>
                  <a:lnTo>
                    <a:pt x="73818" y="17019"/>
                  </a:lnTo>
                  <a:lnTo>
                    <a:pt x="69012" y="14748"/>
                  </a:lnTo>
                  <a:lnTo>
                    <a:pt x="64136" y="12631"/>
                  </a:lnTo>
                  <a:lnTo>
                    <a:pt x="59196" y="10670"/>
                  </a:lnTo>
                  <a:lnTo>
                    <a:pt x="54196" y="8867"/>
                  </a:lnTo>
                  <a:lnTo>
                    <a:pt x="49141" y="7224"/>
                  </a:lnTo>
                  <a:lnTo>
                    <a:pt x="44036" y="5742"/>
                  </a:lnTo>
                  <a:lnTo>
                    <a:pt x="38887" y="4424"/>
                  </a:lnTo>
                  <a:lnTo>
                    <a:pt x="33698" y="3270"/>
                  </a:lnTo>
                  <a:lnTo>
                    <a:pt x="28476" y="2281"/>
                  </a:lnTo>
                  <a:lnTo>
                    <a:pt x="23224" y="1459"/>
                  </a:lnTo>
                  <a:lnTo>
                    <a:pt x="17950" y="804"/>
                  </a:lnTo>
                  <a:lnTo>
                    <a:pt x="12657" y="318"/>
                  </a:lnTo>
                  <a:lnTo>
                    <a:pt x="7351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7351" cy="167167"/>
            </a:xfrm>
            <a:custGeom>
              <a:avLst/>
              <a:pathLst>
                <a:path w="7351" h="167167">
                  <a:moveTo>
                    <a:pt x="7351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tx81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2025-06-05T17:27:34Z</dcterms:modified>
  <cp:category/>
</cp:coreProperties>
</file>