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358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361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054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178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405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4162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447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275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3836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619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101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939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089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42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744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808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758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467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2832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809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1680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12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830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217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1282" y="3170392"/>
              <a:ext cx="2496" cy="167167"/>
            </a:xfrm>
            <a:custGeom>
              <a:avLst/>
              <a:pathLst>
                <a:path w="2496" h="167167">
                  <a:moveTo>
                    <a:pt x="2496" y="0"/>
                  </a:moveTo>
                  <a:lnTo>
                    <a:pt x="0" y="18"/>
                  </a:lnTo>
                  <a:lnTo>
                    <a:pt x="249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1282" y="3170411"/>
              <a:ext cx="2496" cy="167148"/>
            </a:xfrm>
            <a:custGeom>
              <a:avLst/>
              <a:pathLst>
                <a:path w="2496" h="167148">
                  <a:moveTo>
                    <a:pt x="0" y="0"/>
                  </a:moveTo>
                  <a:lnTo>
                    <a:pt x="2496" y="16714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1282" y="3170411"/>
              <a:ext cx="2496" cy="167148"/>
            </a:xfrm>
            <a:custGeom>
              <a:avLst/>
              <a:pathLst>
                <a:path w="2496" h="167148">
                  <a:moveTo>
                    <a:pt x="0" y="0"/>
                  </a:moveTo>
                  <a:lnTo>
                    <a:pt x="2496" y="16714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1282" y="3170411"/>
              <a:ext cx="2496" cy="167148"/>
            </a:xfrm>
            <a:custGeom>
              <a:avLst/>
              <a:pathLst>
                <a:path w="2496" h="167148">
                  <a:moveTo>
                    <a:pt x="0" y="0"/>
                  </a:moveTo>
                  <a:lnTo>
                    <a:pt x="2496" y="16714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282" y="3170411"/>
              <a:ext cx="2496" cy="167148"/>
            </a:xfrm>
            <a:custGeom>
              <a:avLst/>
              <a:pathLst>
                <a:path w="2496" h="167148">
                  <a:moveTo>
                    <a:pt x="0" y="0"/>
                  </a:moveTo>
                  <a:lnTo>
                    <a:pt x="2496" y="1671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282" y="3170411"/>
              <a:ext cx="2496" cy="167148"/>
            </a:xfrm>
            <a:custGeom>
              <a:avLst/>
              <a:pathLst>
                <a:path w="2496" h="167148">
                  <a:moveTo>
                    <a:pt x="0" y="0"/>
                  </a:moveTo>
                  <a:lnTo>
                    <a:pt x="2496" y="1671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282" y="3170411"/>
              <a:ext cx="2496" cy="167148"/>
            </a:xfrm>
            <a:custGeom>
              <a:avLst/>
              <a:pathLst>
                <a:path w="2496" h="167148">
                  <a:moveTo>
                    <a:pt x="0" y="0"/>
                  </a:moveTo>
                  <a:lnTo>
                    <a:pt x="2496" y="1671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282" y="3170411"/>
              <a:ext cx="2496" cy="167148"/>
            </a:xfrm>
            <a:custGeom>
              <a:avLst/>
              <a:pathLst>
                <a:path w="2496" h="167148">
                  <a:moveTo>
                    <a:pt x="0" y="0"/>
                  </a:moveTo>
                  <a:lnTo>
                    <a:pt x="2496" y="1671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282" y="3170411"/>
              <a:ext cx="2496" cy="167148"/>
            </a:xfrm>
            <a:custGeom>
              <a:avLst/>
              <a:pathLst>
                <a:path w="2496" h="167148">
                  <a:moveTo>
                    <a:pt x="0" y="0"/>
                  </a:moveTo>
                  <a:lnTo>
                    <a:pt x="2496" y="1671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282" y="3170411"/>
              <a:ext cx="2496" cy="167148"/>
            </a:xfrm>
            <a:custGeom>
              <a:avLst/>
              <a:pathLst>
                <a:path w="2496" h="167148">
                  <a:moveTo>
                    <a:pt x="0" y="0"/>
                  </a:moveTo>
                  <a:lnTo>
                    <a:pt x="2496" y="1671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282" y="3170411"/>
              <a:ext cx="2496" cy="167148"/>
            </a:xfrm>
            <a:custGeom>
              <a:avLst/>
              <a:pathLst>
                <a:path w="2496" h="167148">
                  <a:moveTo>
                    <a:pt x="0" y="0"/>
                  </a:moveTo>
                  <a:lnTo>
                    <a:pt x="2496" y="1671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282" y="3170411"/>
              <a:ext cx="2496" cy="167148"/>
            </a:xfrm>
            <a:custGeom>
              <a:avLst/>
              <a:pathLst>
                <a:path w="2496" h="167148">
                  <a:moveTo>
                    <a:pt x="0" y="0"/>
                  </a:moveTo>
                  <a:lnTo>
                    <a:pt x="2496" y="1671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282" y="3170411"/>
              <a:ext cx="2496" cy="167148"/>
            </a:xfrm>
            <a:custGeom>
              <a:avLst/>
              <a:pathLst>
                <a:path w="2496" h="167148">
                  <a:moveTo>
                    <a:pt x="0" y="0"/>
                  </a:moveTo>
                  <a:lnTo>
                    <a:pt x="2496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282" y="3170411"/>
              <a:ext cx="2496" cy="167148"/>
            </a:xfrm>
            <a:custGeom>
              <a:avLst/>
              <a:pathLst>
                <a:path w="2496" h="167148">
                  <a:moveTo>
                    <a:pt x="0" y="0"/>
                  </a:moveTo>
                  <a:lnTo>
                    <a:pt x="2496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282" y="3170411"/>
              <a:ext cx="2496" cy="167148"/>
            </a:xfrm>
            <a:custGeom>
              <a:avLst/>
              <a:pathLst>
                <a:path w="2496" h="167148">
                  <a:moveTo>
                    <a:pt x="0" y="0"/>
                  </a:moveTo>
                  <a:lnTo>
                    <a:pt x="2496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282" y="3170411"/>
              <a:ext cx="2496" cy="167148"/>
            </a:xfrm>
            <a:custGeom>
              <a:avLst/>
              <a:pathLst>
                <a:path w="2496" h="167148">
                  <a:moveTo>
                    <a:pt x="0" y="0"/>
                  </a:moveTo>
                  <a:lnTo>
                    <a:pt x="2496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282" y="3170411"/>
              <a:ext cx="2496" cy="167148"/>
            </a:xfrm>
            <a:custGeom>
              <a:avLst/>
              <a:pathLst>
                <a:path w="2496" h="167148">
                  <a:moveTo>
                    <a:pt x="0" y="0"/>
                  </a:moveTo>
                  <a:lnTo>
                    <a:pt x="2496" y="1671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282" y="3170411"/>
              <a:ext cx="2496" cy="167148"/>
            </a:xfrm>
            <a:custGeom>
              <a:avLst/>
              <a:pathLst>
                <a:path w="2496" h="167148">
                  <a:moveTo>
                    <a:pt x="0" y="0"/>
                  </a:moveTo>
                  <a:lnTo>
                    <a:pt x="2496" y="1671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282" y="3170411"/>
              <a:ext cx="2496" cy="167148"/>
            </a:xfrm>
            <a:custGeom>
              <a:avLst/>
              <a:pathLst>
                <a:path w="2496" h="167148">
                  <a:moveTo>
                    <a:pt x="0" y="0"/>
                  </a:moveTo>
                  <a:lnTo>
                    <a:pt x="2496" y="1671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282" y="3170411"/>
              <a:ext cx="2496" cy="167148"/>
            </a:xfrm>
            <a:custGeom>
              <a:avLst/>
              <a:pathLst>
                <a:path w="2496" h="167148">
                  <a:moveTo>
                    <a:pt x="0" y="0"/>
                  </a:moveTo>
                  <a:lnTo>
                    <a:pt x="2496" y="1671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282" y="3170411"/>
              <a:ext cx="2496" cy="167148"/>
            </a:xfrm>
            <a:custGeom>
              <a:avLst/>
              <a:pathLst>
                <a:path w="2496" h="167148">
                  <a:moveTo>
                    <a:pt x="0" y="0"/>
                  </a:moveTo>
                  <a:lnTo>
                    <a:pt x="2496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282" y="3170411"/>
              <a:ext cx="2496" cy="167148"/>
            </a:xfrm>
            <a:custGeom>
              <a:avLst/>
              <a:pathLst>
                <a:path w="2496" h="167148">
                  <a:moveTo>
                    <a:pt x="0" y="0"/>
                  </a:moveTo>
                  <a:lnTo>
                    <a:pt x="2496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282" y="3170411"/>
              <a:ext cx="2496" cy="167148"/>
            </a:xfrm>
            <a:custGeom>
              <a:avLst/>
              <a:pathLst>
                <a:path w="2496" h="167148">
                  <a:moveTo>
                    <a:pt x="0" y="0"/>
                  </a:moveTo>
                  <a:lnTo>
                    <a:pt x="2496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282" y="3170411"/>
              <a:ext cx="2496" cy="167148"/>
            </a:xfrm>
            <a:custGeom>
              <a:avLst/>
              <a:pathLst>
                <a:path w="2496" h="167148">
                  <a:moveTo>
                    <a:pt x="0" y="0"/>
                  </a:moveTo>
                  <a:lnTo>
                    <a:pt x="2496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282" y="3170411"/>
              <a:ext cx="2496" cy="167148"/>
            </a:xfrm>
            <a:custGeom>
              <a:avLst/>
              <a:pathLst>
                <a:path w="2496" h="167148">
                  <a:moveTo>
                    <a:pt x="0" y="0"/>
                  </a:moveTo>
                  <a:lnTo>
                    <a:pt x="2496" y="1671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1282" y="3170411"/>
              <a:ext cx="2496" cy="167148"/>
            </a:xfrm>
            <a:custGeom>
              <a:avLst/>
              <a:pathLst>
                <a:path w="2496" h="167148">
                  <a:moveTo>
                    <a:pt x="0" y="0"/>
                  </a:moveTo>
                  <a:lnTo>
                    <a:pt x="2496" y="1671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16617" y="3170411"/>
              <a:ext cx="334323" cy="334316"/>
            </a:xfrm>
            <a:custGeom>
              <a:avLst/>
              <a:pathLst>
                <a:path w="334323" h="334316">
                  <a:moveTo>
                    <a:pt x="164664" y="0"/>
                  </a:moveTo>
                  <a:lnTo>
                    <a:pt x="159388" y="162"/>
                  </a:lnTo>
                  <a:lnTo>
                    <a:pt x="154119" y="490"/>
                  </a:lnTo>
                  <a:lnTo>
                    <a:pt x="148863" y="985"/>
                  </a:lnTo>
                  <a:lnTo>
                    <a:pt x="143626" y="1646"/>
                  </a:lnTo>
                  <a:lnTo>
                    <a:pt x="138412" y="2472"/>
                  </a:lnTo>
                  <a:lnTo>
                    <a:pt x="133226" y="3461"/>
                  </a:lnTo>
                  <a:lnTo>
                    <a:pt x="128075" y="4615"/>
                  </a:lnTo>
                  <a:lnTo>
                    <a:pt x="122962" y="5930"/>
                  </a:lnTo>
                  <a:lnTo>
                    <a:pt x="117894" y="7406"/>
                  </a:lnTo>
                  <a:lnTo>
                    <a:pt x="112874" y="9041"/>
                  </a:lnTo>
                  <a:lnTo>
                    <a:pt x="107909" y="10834"/>
                  </a:lnTo>
                  <a:lnTo>
                    <a:pt x="103003" y="12783"/>
                  </a:lnTo>
                  <a:lnTo>
                    <a:pt x="98161" y="14886"/>
                  </a:lnTo>
                  <a:lnTo>
                    <a:pt x="93388" y="17140"/>
                  </a:lnTo>
                  <a:lnTo>
                    <a:pt x="88688" y="19544"/>
                  </a:lnTo>
                  <a:lnTo>
                    <a:pt x="84066" y="22096"/>
                  </a:lnTo>
                  <a:lnTo>
                    <a:pt x="79528" y="24792"/>
                  </a:lnTo>
                  <a:lnTo>
                    <a:pt x="75077" y="27630"/>
                  </a:lnTo>
                  <a:lnTo>
                    <a:pt x="70717" y="30607"/>
                  </a:lnTo>
                  <a:lnTo>
                    <a:pt x="66454" y="33720"/>
                  </a:lnTo>
                  <a:lnTo>
                    <a:pt x="62291" y="36967"/>
                  </a:lnTo>
                  <a:lnTo>
                    <a:pt x="58233" y="40343"/>
                  </a:lnTo>
                  <a:lnTo>
                    <a:pt x="54283" y="43845"/>
                  </a:lnTo>
                  <a:lnTo>
                    <a:pt x="50446" y="47471"/>
                  </a:lnTo>
                  <a:lnTo>
                    <a:pt x="46726" y="51216"/>
                  </a:lnTo>
                  <a:lnTo>
                    <a:pt x="43125" y="55077"/>
                  </a:lnTo>
                  <a:lnTo>
                    <a:pt x="39648" y="59049"/>
                  </a:lnTo>
                  <a:lnTo>
                    <a:pt x="36299" y="63129"/>
                  </a:lnTo>
                  <a:lnTo>
                    <a:pt x="33079" y="67313"/>
                  </a:lnTo>
                  <a:lnTo>
                    <a:pt x="29994" y="71596"/>
                  </a:lnTo>
                  <a:lnTo>
                    <a:pt x="27045" y="75975"/>
                  </a:lnTo>
                  <a:lnTo>
                    <a:pt x="24236" y="80445"/>
                  </a:lnTo>
                  <a:lnTo>
                    <a:pt x="21570" y="85001"/>
                  </a:lnTo>
                  <a:lnTo>
                    <a:pt x="19049" y="89639"/>
                  </a:lnTo>
                  <a:lnTo>
                    <a:pt x="16675" y="94354"/>
                  </a:lnTo>
                  <a:lnTo>
                    <a:pt x="14452" y="99142"/>
                  </a:lnTo>
                  <a:lnTo>
                    <a:pt x="12381" y="103998"/>
                  </a:lnTo>
                  <a:lnTo>
                    <a:pt x="10464" y="108916"/>
                  </a:lnTo>
                  <a:lnTo>
                    <a:pt x="8703" y="113893"/>
                  </a:lnTo>
                  <a:lnTo>
                    <a:pt x="7101" y="118923"/>
                  </a:lnTo>
                  <a:lnTo>
                    <a:pt x="5658" y="124001"/>
                  </a:lnTo>
                  <a:lnTo>
                    <a:pt x="4376" y="129122"/>
                  </a:lnTo>
                  <a:lnTo>
                    <a:pt x="3256" y="134281"/>
                  </a:lnTo>
                  <a:lnTo>
                    <a:pt x="2300" y="139473"/>
                  </a:lnTo>
                  <a:lnTo>
                    <a:pt x="1509" y="144692"/>
                  </a:lnTo>
                  <a:lnTo>
                    <a:pt x="882" y="149934"/>
                  </a:lnTo>
                  <a:lnTo>
                    <a:pt x="422" y="155193"/>
                  </a:lnTo>
                  <a:lnTo>
                    <a:pt x="127" y="160463"/>
                  </a:lnTo>
                  <a:lnTo>
                    <a:pt x="0" y="165741"/>
                  </a:lnTo>
                  <a:lnTo>
                    <a:pt x="38" y="171020"/>
                  </a:lnTo>
                  <a:lnTo>
                    <a:pt x="244" y="176295"/>
                  </a:lnTo>
                  <a:lnTo>
                    <a:pt x="616" y="181560"/>
                  </a:lnTo>
                  <a:lnTo>
                    <a:pt x="1154" y="186812"/>
                  </a:lnTo>
                  <a:lnTo>
                    <a:pt x="1858" y="192044"/>
                  </a:lnTo>
                  <a:lnTo>
                    <a:pt x="2726" y="197251"/>
                  </a:lnTo>
                  <a:lnTo>
                    <a:pt x="3759" y="202428"/>
                  </a:lnTo>
                  <a:lnTo>
                    <a:pt x="4954" y="207570"/>
                  </a:lnTo>
                  <a:lnTo>
                    <a:pt x="6311" y="212671"/>
                  </a:lnTo>
                  <a:lnTo>
                    <a:pt x="7829" y="217728"/>
                  </a:lnTo>
                  <a:lnTo>
                    <a:pt x="9505" y="222733"/>
                  </a:lnTo>
                  <a:lnTo>
                    <a:pt x="11339" y="227684"/>
                  </a:lnTo>
                  <a:lnTo>
                    <a:pt x="13328" y="232573"/>
                  </a:lnTo>
                  <a:lnTo>
                    <a:pt x="15471" y="237398"/>
                  </a:lnTo>
                  <a:lnTo>
                    <a:pt x="17765" y="242153"/>
                  </a:lnTo>
                  <a:lnTo>
                    <a:pt x="20207" y="246833"/>
                  </a:lnTo>
                  <a:lnTo>
                    <a:pt x="22797" y="251433"/>
                  </a:lnTo>
                  <a:lnTo>
                    <a:pt x="25530" y="255949"/>
                  </a:lnTo>
                  <a:lnTo>
                    <a:pt x="28404" y="260377"/>
                  </a:lnTo>
                  <a:lnTo>
                    <a:pt x="31417" y="264712"/>
                  </a:lnTo>
                  <a:lnTo>
                    <a:pt x="34566" y="268949"/>
                  </a:lnTo>
                  <a:lnTo>
                    <a:pt x="37846" y="273085"/>
                  </a:lnTo>
                  <a:lnTo>
                    <a:pt x="41256" y="277115"/>
                  </a:lnTo>
                  <a:lnTo>
                    <a:pt x="44791" y="281036"/>
                  </a:lnTo>
                  <a:lnTo>
                    <a:pt x="48448" y="284843"/>
                  </a:lnTo>
                  <a:lnTo>
                    <a:pt x="52223" y="288533"/>
                  </a:lnTo>
                  <a:lnTo>
                    <a:pt x="56113" y="292102"/>
                  </a:lnTo>
                  <a:lnTo>
                    <a:pt x="60114" y="295546"/>
                  </a:lnTo>
                  <a:lnTo>
                    <a:pt x="64221" y="298862"/>
                  </a:lnTo>
                  <a:lnTo>
                    <a:pt x="68432" y="302046"/>
                  </a:lnTo>
                  <a:lnTo>
                    <a:pt x="72740" y="305096"/>
                  </a:lnTo>
                  <a:lnTo>
                    <a:pt x="77143" y="308009"/>
                  </a:lnTo>
                  <a:lnTo>
                    <a:pt x="81636" y="310781"/>
                  </a:lnTo>
                  <a:lnTo>
                    <a:pt x="86214" y="313410"/>
                  </a:lnTo>
                  <a:lnTo>
                    <a:pt x="90872" y="315893"/>
                  </a:lnTo>
                  <a:lnTo>
                    <a:pt x="95607" y="318228"/>
                  </a:lnTo>
                  <a:lnTo>
                    <a:pt x="100413" y="320412"/>
                  </a:lnTo>
                  <a:lnTo>
                    <a:pt x="105285" y="322443"/>
                  </a:lnTo>
                  <a:lnTo>
                    <a:pt x="110220" y="324319"/>
                  </a:lnTo>
                  <a:lnTo>
                    <a:pt x="115211" y="326039"/>
                  </a:lnTo>
                  <a:lnTo>
                    <a:pt x="120254" y="327600"/>
                  </a:lnTo>
                  <a:lnTo>
                    <a:pt x="125343" y="329001"/>
                  </a:lnTo>
                  <a:lnTo>
                    <a:pt x="130475" y="330241"/>
                  </a:lnTo>
                  <a:lnTo>
                    <a:pt x="135643" y="331318"/>
                  </a:lnTo>
                  <a:lnTo>
                    <a:pt x="140842" y="332231"/>
                  </a:lnTo>
                  <a:lnTo>
                    <a:pt x="146068" y="332980"/>
                  </a:lnTo>
                  <a:lnTo>
                    <a:pt x="151314" y="333563"/>
                  </a:lnTo>
                  <a:lnTo>
                    <a:pt x="156577" y="333980"/>
                  </a:lnTo>
                  <a:lnTo>
                    <a:pt x="161850" y="334231"/>
                  </a:lnTo>
                  <a:lnTo>
                    <a:pt x="167128" y="334316"/>
                  </a:lnTo>
                  <a:lnTo>
                    <a:pt x="172407" y="334233"/>
                  </a:lnTo>
                  <a:lnTo>
                    <a:pt x="177680" y="333984"/>
                  </a:lnTo>
                  <a:lnTo>
                    <a:pt x="182942" y="333569"/>
                  </a:lnTo>
                  <a:lnTo>
                    <a:pt x="188189" y="332988"/>
                  </a:lnTo>
                  <a:lnTo>
                    <a:pt x="193415" y="332241"/>
                  </a:lnTo>
                  <a:lnTo>
                    <a:pt x="198615" y="331330"/>
                  </a:lnTo>
                  <a:lnTo>
                    <a:pt x="203783" y="330255"/>
                  </a:lnTo>
                  <a:lnTo>
                    <a:pt x="208915" y="329017"/>
                  </a:lnTo>
                  <a:lnTo>
                    <a:pt x="214005" y="327618"/>
                  </a:lnTo>
                  <a:lnTo>
                    <a:pt x="219049" y="326059"/>
                  </a:lnTo>
                  <a:lnTo>
                    <a:pt x="224041" y="324341"/>
                  </a:lnTo>
                  <a:lnTo>
                    <a:pt x="228976" y="322467"/>
                  </a:lnTo>
                  <a:lnTo>
                    <a:pt x="233849" y="320438"/>
                  </a:lnTo>
                  <a:lnTo>
                    <a:pt x="238656" y="318256"/>
                  </a:lnTo>
                  <a:lnTo>
                    <a:pt x="243391" y="315923"/>
                  </a:lnTo>
                  <a:lnTo>
                    <a:pt x="248051" y="313442"/>
                  </a:lnTo>
                  <a:lnTo>
                    <a:pt x="252630" y="310815"/>
                  </a:lnTo>
                  <a:lnTo>
                    <a:pt x="257124" y="308044"/>
                  </a:lnTo>
                  <a:lnTo>
                    <a:pt x="261528" y="305133"/>
                  </a:lnTo>
                  <a:lnTo>
                    <a:pt x="265837" y="302085"/>
                  </a:lnTo>
                  <a:lnTo>
                    <a:pt x="270049" y="298902"/>
                  </a:lnTo>
                  <a:lnTo>
                    <a:pt x="274158" y="295588"/>
                  </a:lnTo>
                  <a:lnTo>
                    <a:pt x="278160" y="292145"/>
                  </a:lnTo>
                  <a:lnTo>
                    <a:pt x="282051" y="288578"/>
                  </a:lnTo>
                  <a:lnTo>
                    <a:pt x="285828" y="284890"/>
                  </a:lnTo>
                  <a:lnTo>
                    <a:pt x="289487" y="281084"/>
                  </a:lnTo>
                  <a:lnTo>
                    <a:pt x="293023" y="277165"/>
                  </a:lnTo>
                  <a:lnTo>
                    <a:pt x="296434" y="273136"/>
                  </a:lnTo>
                  <a:lnTo>
                    <a:pt x="299716" y="269001"/>
                  </a:lnTo>
                  <a:lnTo>
                    <a:pt x="302866" y="264765"/>
                  </a:lnTo>
                  <a:lnTo>
                    <a:pt x="305881" y="260431"/>
                  </a:lnTo>
                  <a:lnTo>
                    <a:pt x="308757" y="256005"/>
                  </a:lnTo>
                  <a:lnTo>
                    <a:pt x="311492" y="251490"/>
                  </a:lnTo>
                  <a:lnTo>
                    <a:pt x="314083" y="246890"/>
                  </a:lnTo>
                  <a:lnTo>
                    <a:pt x="316528" y="242211"/>
                  </a:lnTo>
                  <a:lnTo>
                    <a:pt x="318824" y="237458"/>
                  </a:lnTo>
                  <a:lnTo>
                    <a:pt x="320968" y="232634"/>
                  </a:lnTo>
                  <a:lnTo>
                    <a:pt x="322959" y="227745"/>
                  </a:lnTo>
                  <a:lnTo>
                    <a:pt x="324795" y="222795"/>
                  </a:lnTo>
                  <a:lnTo>
                    <a:pt x="326473" y="217790"/>
                  </a:lnTo>
                  <a:lnTo>
                    <a:pt x="327993" y="212735"/>
                  </a:lnTo>
                  <a:lnTo>
                    <a:pt x="329352" y="207634"/>
                  </a:lnTo>
                  <a:lnTo>
                    <a:pt x="330549" y="202492"/>
                  </a:lnTo>
                  <a:lnTo>
                    <a:pt x="331584" y="197316"/>
                  </a:lnTo>
                  <a:lnTo>
                    <a:pt x="332454" y="192109"/>
                  </a:lnTo>
                  <a:lnTo>
                    <a:pt x="333160" y="186877"/>
                  </a:lnTo>
                  <a:lnTo>
                    <a:pt x="333700" y="181626"/>
                  </a:lnTo>
                  <a:lnTo>
                    <a:pt x="334074" y="176360"/>
                  </a:lnTo>
                  <a:lnTo>
                    <a:pt x="334282" y="171085"/>
                  </a:lnTo>
                  <a:lnTo>
                    <a:pt x="334323" y="165806"/>
                  </a:lnTo>
                  <a:lnTo>
                    <a:pt x="334197" y="160529"/>
                  </a:lnTo>
                  <a:lnTo>
                    <a:pt x="333905" y="155258"/>
                  </a:lnTo>
                  <a:lnTo>
                    <a:pt x="333446" y="149999"/>
                  </a:lnTo>
                  <a:lnTo>
                    <a:pt x="332822" y="144757"/>
                  </a:lnTo>
                  <a:lnTo>
                    <a:pt x="332032" y="139537"/>
                  </a:lnTo>
                  <a:lnTo>
                    <a:pt x="331078" y="134345"/>
                  </a:lnTo>
                  <a:lnTo>
                    <a:pt x="329961" y="129186"/>
                  </a:lnTo>
                  <a:lnTo>
                    <a:pt x="328681" y="124065"/>
                  </a:lnTo>
                  <a:lnTo>
                    <a:pt x="327240" y="118986"/>
                  </a:lnTo>
                  <a:lnTo>
                    <a:pt x="325640" y="113956"/>
                  </a:lnTo>
                  <a:lnTo>
                    <a:pt x="323881" y="108978"/>
                  </a:lnTo>
                  <a:lnTo>
                    <a:pt x="321966" y="104059"/>
                  </a:lnTo>
                  <a:lnTo>
                    <a:pt x="319897" y="99202"/>
                  </a:lnTo>
                  <a:lnTo>
                    <a:pt x="317675" y="94413"/>
                  </a:lnTo>
                  <a:lnTo>
                    <a:pt x="315304" y="89697"/>
                  </a:lnTo>
                  <a:lnTo>
                    <a:pt x="312784" y="85058"/>
                  </a:lnTo>
                  <a:lnTo>
                    <a:pt x="310120" y="80501"/>
                  </a:lnTo>
                  <a:lnTo>
                    <a:pt x="307312" y="76030"/>
                  </a:lnTo>
                  <a:lnTo>
                    <a:pt x="304366" y="71650"/>
                  </a:lnTo>
                  <a:lnTo>
                    <a:pt x="301282" y="67366"/>
                  </a:lnTo>
                  <a:lnTo>
                    <a:pt x="298064" y="63181"/>
                  </a:lnTo>
                  <a:lnTo>
                    <a:pt x="294716" y="59099"/>
                  </a:lnTo>
                  <a:lnTo>
                    <a:pt x="291241" y="55125"/>
                  </a:lnTo>
                  <a:lnTo>
                    <a:pt x="287642" y="51263"/>
                  </a:lnTo>
                  <a:lnTo>
                    <a:pt x="283923" y="47517"/>
                  </a:lnTo>
                  <a:lnTo>
                    <a:pt x="280087" y="43890"/>
                  </a:lnTo>
                  <a:lnTo>
                    <a:pt x="276139" y="40386"/>
                  </a:lnTo>
                  <a:lnTo>
                    <a:pt x="272082" y="37008"/>
                  </a:lnTo>
                  <a:lnTo>
                    <a:pt x="267921" y="33760"/>
                  </a:lnTo>
                  <a:lnTo>
                    <a:pt x="263659" y="30645"/>
                  </a:lnTo>
                  <a:lnTo>
                    <a:pt x="259300" y="27666"/>
                  </a:lnTo>
                  <a:lnTo>
                    <a:pt x="254850" y="24826"/>
                  </a:lnTo>
                  <a:lnTo>
                    <a:pt x="250313" y="22128"/>
                  </a:lnTo>
                  <a:lnTo>
                    <a:pt x="245692" y="19575"/>
                  </a:lnTo>
                  <a:lnTo>
                    <a:pt x="240993" y="17169"/>
                  </a:lnTo>
                  <a:lnTo>
                    <a:pt x="236221" y="14913"/>
                  </a:lnTo>
                  <a:lnTo>
                    <a:pt x="231380" y="12808"/>
                  </a:lnTo>
                  <a:lnTo>
                    <a:pt x="226474" y="10857"/>
                  </a:lnTo>
                  <a:lnTo>
                    <a:pt x="221510" y="9062"/>
                  </a:lnTo>
                  <a:lnTo>
                    <a:pt x="216491" y="7425"/>
                  </a:lnTo>
                  <a:lnTo>
                    <a:pt x="211423" y="5947"/>
                  </a:lnTo>
                  <a:lnTo>
                    <a:pt x="206311" y="4630"/>
                  </a:lnTo>
                  <a:lnTo>
                    <a:pt x="201160" y="3475"/>
                  </a:lnTo>
                  <a:lnTo>
                    <a:pt x="195975" y="2483"/>
                  </a:lnTo>
                  <a:lnTo>
                    <a:pt x="190761" y="1655"/>
                  </a:lnTo>
                  <a:lnTo>
                    <a:pt x="185524" y="993"/>
                  </a:lnTo>
                  <a:lnTo>
                    <a:pt x="180269" y="496"/>
                  </a:lnTo>
                  <a:lnTo>
                    <a:pt x="175000" y="165"/>
                  </a:lnTo>
                  <a:lnTo>
                    <a:pt x="169724" y="0"/>
                  </a:lnTo>
                  <a:lnTo>
                    <a:pt x="167161" y="1671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3779" y="3170392"/>
              <a:ext cx="2562" cy="167167"/>
            </a:xfrm>
            <a:custGeom>
              <a:avLst/>
              <a:pathLst>
                <a:path w="2562" h="167167">
                  <a:moveTo>
                    <a:pt x="2562" y="1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84436" y="2633064"/>
              <a:ext cx="34575" cy="167167"/>
            </a:xfrm>
            <a:custGeom>
              <a:avLst/>
              <a:pathLst>
                <a:path w="34575" h="167167">
                  <a:moveTo>
                    <a:pt x="34575" y="0"/>
                  </a:moveTo>
                  <a:lnTo>
                    <a:pt x="27611" y="145"/>
                  </a:lnTo>
                  <a:lnTo>
                    <a:pt x="20660" y="580"/>
                  </a:lnTo>
                  <a:lnTo>
                    <a:pt x="13733" y="1304"/>
                  </a:lnTo>
                  <a:lnTo>
                    <a:pt x="6842" y="2316"/>
                  </a:lnTo>
                  <a:lnTo>
                    <a:pt x="0" y="3614"/>
                  </a:lnTo>
                  <a:lnTo>
                    <a:pt x="3457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84436" y="2636678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84436" y="2636678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84436" y="2636678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84436" y="2636678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4436" y="2636678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4436" y="2636678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4436" y="2636678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4436" y="2636678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4436" y="2636678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4436" y="2636678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4436" y="2636678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4436" y="2636678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4436" y="2636678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4436" y="2636678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4436" y="2636678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4436" y="2636678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4436" y="2636678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4436" y="2636678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4436" y="2636678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4436" y="2636678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4436" y="2636678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4436" y="2636678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4436" y="2636678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4436" y="2636678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51845" y="2636678"/>
              <a:ext cx="334316" cy="330717"/>
            </a:xfrm>
            <a:custGeom>
              <a:avLst/>
              <a:pathLst>
                <a:path w="334316" h="330717">
                  <a:moveTo>
                    <a:pt x="132591" y="0"/>
                  </a:moveTo>
                  <a:lnTo>
                    <a:pt x="127441" y="1173"/>
                  </a:lnTo>
                  <a:lnTo>
                    <a:pt x="122331" y="2509"/>
                  </a:lnTo>
                  <a:lnTo>
                    <a:pt x="117266" y="4006"/>
                  </a:lnTo>
                  <a:lnTo>
                    <a:pt x="112251" y="5662"/>
                  </a:lnTo>
                  <a:lnTo>
                    <a:pt x="107290" y="7476"/>
                  </a:lnTo>
                  <a:lnTo>
                    <a:pt x="102389" y="9445"/>
                  </a:lnTo>
                  <a:lnTo>
                    <a:pt x="97553" y="11569"/>
                  </a:lnTo>
                  <a:lnTo>
                    <a:pt x="92787" y="13844"/>
                  </a:lnTo>
                  <a:lnTo>
                    <a:pt x="88094" y="16268"/>
                  </a:lnTo>
                  <a:lnTo>
                    <a:pt x="83481" y="18839"/>
                  </a:lnTo>
                  <a:lnTo>
                    <a:pt x="78951" y="21555"/>
                  </a:lnTo>
                  <a:lnTo>
                    <a:pt x="74509" y="24413"/>
                  </a:lnTo>
                  <a:lnTo>
                    <a:pt x="70160" y="27410"/>
                  </a:lnTo>
                  <a:lnTo>
                    <a:pt x="65907" y="30542"/>
                  </a:lnTo>
                  <a:lnTo>
                    <a:pt x="61756" y="33807"/>
                  </a:lnTo>
                  <a:lnTo>
                    <a:pt x="57710" y="37202"/>
                  </a:lnTo>
                  <a:lnTo>
                    <a:pt x="53773" y="40723"/>
                  </a:lnTo>
                  <a:lnTo>
                    <a:pt x="49949" y="44367"/>
                  </a:lnTo>
                  <a:lnTo>
                    <a:pt x="46242" y="48129"/>
                  </a:lnTo>
                  <a:lnTo>
                    <a:pt x="42656" y="52007"/>
                  </a:lnTo>
                  <a:lnTo>
                    <a:pt x="39195" y="55996"/>
                  </a:lnTo>
                  <a:lnTo>
                    <a:pt x="35861" y="60092"/>
                  </a:lnTo>
                  <a:lnTo>
                    <a:pt x="32658" y="64292"/>
                  </a:lnTo>
                  <a:lnTo>
                    <a:pt x="29589" y="68591"/>
                  </a:lnTo>
                  <a:lnTo>
                    <a:pt x="26658" y="72985"/>
                  </a:lnTo>
                  <a:lnTo>
                    <a:pt x="23867" y="77469"/>
                  </a:lnTo>
                  <a:lnTo>
                    <a:pt x="21219" y="82039"/>
                  </a:lnTo>
                  <a:lnTo>
                    <a:pt x="18717" y="86690"/>
                  </a:lnTo>
                  <a:lnTo>
                    <a:pt x="16363" y="91418"/>
                  </a:lnTo>
                  <a:lnTo>
                    <a:pt x="14159" y="96218"/>
                  </a:lnTo>
                  <a:lnTo>
                    <a:pt x="12108" y="101085"/>
                  </a:lnTo>
                  <a:lnTo>
                    <a:pt x="10212" y="106015"/>
                  </a:lnTo>
                  <a:lnTo>
                    <a:pt x="8473" y="111002"/>
                  </a:lnTo>
                  <a:lnTo>
                    <a:pt x="6892" y="116042"/>
                  </a:lnTo>
                  <a:lnTo>
                    <a:pt x="5471" y="121128"/>
                  </a:lnTo>
                  <a:lnTo>
                    <a:pt x="4212" y="126258"/>
                  </a:lnTo>
                  <a:lnTo>
                    <a:pt x="3115" y="131424"/>
                  </a:lnTo>
                  <a:lnTo>
                    <a:pt x="2182" y="136623"/>
                  </a:lnTo>
                  <a:lnTo>
                    <a:pt x="1413" y="141848"/>
                  </a:lnTo>
                  <a:lnTo>
                    <a:pt x="810" y="147096"/>
                  </a:lnTo>
                  <a:lnTo>
                    <a:pt x="373" y="152359"/>
                  </a:lnTo>
                  <a:lnTo>
                    <a:pt x="103" y="157634"/>
                  </a:lnTo>
                  <a:lnTo>
                    <a:pt x="0" y="162915"/>
                  </a:lnTo>
                  <a:lnTo>
                    <a:pt x="63" y="168196"/>
                  </a:lnTo>
                  <a:lnTo>
                    <a:pt x="293" y="173473"/>
                  </a:lnTo>
                  <a:lnTo>
                    <a:pt x="690" y="178739"/>
                  </a:lnTo>
                  <a:lnTo>
                    <a:pt x="1252" y="183991"/>
                  </a:lnTo>
                  <a:lnTo>
                    <a:pt x="1981" y="189222"/>
                  </a:lnTo>
                  <a:lnTo>
                    <a:pt x="2874" y="194428"/>
                  </a:lnTo>
                  <a:lnTo>
                    <a:pt x="3932" y="199603"/>
                  </a:lnTo>
                  <a:lnTo>
                    <a:pt x="5152" y="204741"/>
                  </a:lnTo>
                  <a:lnTo>
                    <a:pt x="6534" y="209839"/>
                  </a:lnTo>
                  <a:lnTo>
                    <a:pt x="8077" y="214890"/>
                  </a:lnTo>
                  <a:lnTo>
                    <a:pt x="9778" y="219891"/>
                  </a:lnTo>
                  <a:lnTo>
                    <a:pt x="11636" y="224835"/>
                  </a:lnTo>
                  <a:lnTo>
                    <a:pt x="13650" y="229717"/>
                  </a:lnTo>
                  <a:lnTo>
                    <a:pt x="15817" y="234534"/>
                  </a:lnTo>
                  <a:lnTo>
                    <a:pt x="18135" y="239280"/>
                  </a:lnTo>
                  <a:lnTo>
                    <a:pt x="20601" y="243950"/>
                  </a:lnTo>
                  <a:lnTo>
                    <a:pt x="23214" y="248540"/>
                  </a:lnTo>
                  <a:lnTo>
                    <a:pt x="25971" y="253045"/>
                  </a:lnTo>
                  <a:lnTo>
                    <a:pt x="28869" y="257461"/>
                  </a:lnTo>
                  <a:lnTo>
                    <a:pt x="31904" y="261783"/>
                  </a:lnTo>
                  <a:lnTo>
                    <a:pt x="35075" y="266007"/>
                  </a:lnTo>
                  <a:lnTo>
                    <a:pt x="38378" y="270129"/>
                  </a:lnTo>
                  <a:lnTo>
                    <a:pt x="41809" y="274145"/>
                  </a:lnTo>
                  <a:lnTo>
                    <a:pt x="45365" y="278050"/>
                  </a:lnTo>
                  <a:lnTo>
                    <a:pt x="49043" y="281840"/>
                  </a:lnTo>
                  <a:lnTo>
                    <a:pt x="52839" y="285513"/>
                  </a:lnTo>
                  <a:lnTo>
                    <a:pt x="56749" y="289064"/>
                  </a:lnTo>
                  <a:lnTo>
                    <a:pt x="60769" y="292489"/>
                  </a:lnTo>
                  <a:lnTo>
                    <a:pt x="64896" y="295786"/>
                  </a:lnTo>
                  <a:lnTo>
                    <a:pt x="69124" y="298951"/>
                  </a:lnTo>
                  <a:lnTo>
                    <a:pt x="73450" y="301981"/>
                  </a:lnTo>
                  <a:lnTo>
                    <a:pt x="77870" y="304872"/>
                  </a:lnTo>
                  <a:lnTo>
                    <a:pt x="82379" y="307622"/>
                  </a:lnTo>
                  <a:lnTo>
                    <a:pt x="86973" y="310229"/>
                  </a:lnTo>
                  <a:lnTo>
                    <a:pt x="91647" y="312689"/>
                  </a:lnTo>
                  <a:lnTo>
                    <a:pt x="96396" y="315001"/>
                  </a:lnTo>
                  <a:lnTo>
                    <a:pt x="101216" y="317161"/>
                  </a:lnTo>
                  <a:lnTo>
                    <a:pt x="106101" y="319167"/>
                  </a:lnTo>
                  <a:lnTo>
                    <a:pt x="111048" y="321019"/>
                  </a:lnTo>
                  <a:lnTo>
                    <a:pt x="116050" y="322713"/>
                  </a:lnTo>
                  <a:lnTo>
                    <a:pt x="121104" y="324248"/>
                  </a:lnTo>
                  <a:lnTo>
                    <a:pt x="126203" y="325623"/>
                  </a:lnTo>
                  <a:lnTo>
                    <a:pt x="131344" y="326837"/>
                  </a:lnTo>
                  <a:lnTo>
                    <a:pt x="136520" y="327887"/>
                  </a:lnTo>
                  <a:lnTo>
                    <a:pt x="141727" y="328773"/>
                  </a:lnTo>
                  <a:lnTo>
                    <a:pt x="146959" y="329494"/>
                  </a:lnTo>
                  <a:lnTo>
                    <a:pt x="152212" y="330050"/>
                  </a:lnTo>
                  <a:lnTo>
                    <a:pt x="157479" y="330439"/>
                  </a:lnTo>
                  <a:lnTo>
                    <a:pt x="162756" y="330662"/>
                  </a:lnTo>
                  <a:lnTo>
                    <a:pt x="168037" y="330717"/>
                  </a:lnTo>
                  <a:lnTo>
                    <a:pt x="173318" y="330607"/>
                  </a:lnTo>
                  <a:lnTo>
                    <a:pt x="178592" y="330329"/>
                  </a:lnTo>
                  <a:lnTo>
                    <a:pt x="183855" y="329885"/>
                  </a:lnTo>
                  <a:lnTo>
                    <a:pt x="189101" y="329274"/>
                  </a:lnTo>
                  <a:lnTo>
                    <a:pt x="194326" y="328499"/>
                  </a:lnTo>
                  <a:lnTo>
                    <a:pt x="199523" y="327558"/>
                  </a:lnTo>
                  <a:lnTo>
                    <a:pt x="204688" y="326454"/>
                  </a:lnTo>
                  <a:lnTo>
                    <a:pt x="209816" y="325187"/>
                  </a:lnTo>
                  <a:lnTo>
                    <a:pt x="214901" y="323759"/>
                  </a:lnTo>
                  <a:lnTo>
                    <a:pt x="219938" y="322171"/>
                  </a:lnTo>
                  <a:lnTo>
                    <a:pt x="224923" y="320425"/>
                  </a:lnTo>
                  <a:lnTo>
                    <a:pt x="229850" y="318522"/>
                  </a:lnTo>
                  <a:lnTo>
                    <a:pt x="234714" y="316465"/>
                  </a:lnTo>
                  <a:lnTo>
                    <a:pt x="239511" y="314254"/>
                  </a:lnTo>
                  <a:lnTo>
                    <a:pt x="244236" y="311894"/>
                  </a:lnTo>
                  <a:lnTo>
                    <a:pt x="248884" y="309385"/>
                  </a:lnTo>
                  <a:lnTo>
                    <a:pt x="253450" y="306731"/>
                  </a:lnTo>
                  <a:lnTo>
                    <a:pt x="257930" y="303933"/>
                  </a:lnTo>
                  <a:lnTo>
                    <a:pt x="262319" y="300996"/>
                  </a:lnTo>
                  <a:lnTo>
                    <a:pt x="266614" y="297921"/>
                  </a:lnTo>
                  <a:lnTo>
                    <a:pt x="270809" y="294712"/>
                  </a:lnTo>
                  <a:lnTo>
                    <a:pt x="274901" y="291373"/>
                  </a:lnTo>
                  <a:lnTo>
                    <a:pt x="278885" y="287905"/>
                  </a:lnTo>
                  <a:lnTo>
                    <a:pt x="282758" y="284314"/>
                  </a:lnTo>
                  <a:lnTo>
                    <a:pt x="286515" y="280602"/>
                  </a:lnTo>
                  <a:lnTo>
                    <a:pt x="290153" y="276773"/>
                  </a:lnTo>
                  <a:lnTo>
                    <a:pt x="293669" y="272831"/>
                  </a:lnTo>
                  <a:lnTo>
                    <a:pt x="297058" y="268780"/>
                  </a:lnTo>
                  <a:lnTo>
                    <a:pt x="300317" y="264625"/>
                  </a:lnTo>
                  <a:lnTo>
                    <a:pt x="303444" y="260368"/>
                  </a:lnTo>
                  <a:lnTo>
                    <a:pt x="306434" y="256014"/>
                  </a:lnTo>
                  <a:lnTo>
                    <a:pt x="309286" y="251568"/>
                  </a:lnTo>
                  <a:lnTo>
                    <a:pt x="311995" y="247035"/>
                  </a:lnTo>
                  <a:lnTo>
                    <a:pt x="314561" y="242418"/>
                  </a:lnTo>
                  <a:lnTo>
                    <a:pt x="316978" y="237722"/>
                  </a:lnTo>
                  <a:lnTo>
                    <a:pt x="319247" y="232952"/>
                  </a:lnTo>
                  <a:lnTo>
                    <a:pt x="321363" y="228113"/>
                  </a:lnTo>
                  <a:lnTo>
                    <a:pt x="323326" y="223209"/>
                  </a:lnTo>
                  <a:lnTo>
                    <a:pt x="325133" y="218246"/>
                  </a:lnTo>
                  <a:lnTo>
                    <a:pt x="326782" y="213229"/>
                  </a:lnTo>
                  <a:lnTo>
                    <a:pt x="328271" y="208161"/>
                  </a:lnTo>
                  <a:lnTo>
                    <a:pt x="329600" y="203050"/>
                  </a:lnTo>
                  <a:lnTo>
                    <a:pt x="330767" y="197898"/>
                  </a:lnTo>
                  <a:lnTo>
                    <a:pt x="331770" y="192713"/>
                  </a:lnTo>
                  <a:lnTo>
                    <a:pt x="332609" y="187498"/>
                  </a:lnTo>
                  <a:lnTo>
                    <a:pt x="333283" y="182260"/>
                  </a:lnTo>
                  <a:lnTo>
                    <a:pt x="333791" y="177003"/>
                  </a:lnTo>
                  <a:lnTo>
                    <a:pt x="334133" y="171732"/>
                  </a:lnTo>
                  <a:lnTo>
                    <a:pt x="334308" y="166453"/>
                  </a:lnTo>
                  <a:lnTo>
                    <a:pt x="334316" y="161172"/>
                  </a:lnTo>
                  <a:lnTo>
                    <a:pt x="334158" y="155892"/>
                  </a:lnTo>
                  <a:lnTo>
                    <a:pt x="333832" y="150621"/>
                  </a:lnTo>
                  <a:lnTo>
                    <a:pt x="333341" y="145362"/>
                  </a:lnTo>
                  <a:lnTo>
                    <a:pt x="332683" y="140121"/>
                  </a:lnTo>
                  <a:lnTo>
                    <a:pt x="331860" y="134904"/>
                  </a:lnTo>
                  <a:lnTo>
                    <a:pt x="330873" y="129715"/>
                  </a:lnTo>
                  <a:lnTo>
                    <a:pt x="329722" y="124561"/>
                  </a:lnTo>
                  <a:lnTo>
                    <a:pt x="328409" y="119445"/>
                  </a:lnTo>
                  <a:lnTo>
                    <a:pt x="326935" y="114373"/>
                  </a:lnTo>
                  <a:lnTo>
                    <a:pt x="325302" y="109350"/>
                  </a:lnTo>
                  <a:lnTo>
                    <a:pt x="323511" y="104381"/>
                  </a:lnTo>
                  <a:lnTo>
                    <a:pt x="321563" y="99472"/>
                  </a:lnTo>
                  <a:lnTo>
                    <a:pt x="319462" y="94626"/>
                  </a:lnTo>
                  <a:lnTo>
                    <a:pt x="317209" y="89849"/>
                  </a:lnTo>
                  <a:lnTo>
                    <a:pt x="314805" y="85146"/>
                  </a:lnTo>
                  <a:lnTo>
                    <a:pt x="312255" y="80521"/>
                  </a:lnTo>
                  <a:lnTo>
                    <a:pt x="309559" y="75979"/>
                  </a:lnTo>
                  <a:lnTo>
                    <a:pt x="306722" y="71524"/>
                  </a:lnTo>
                  <a:lnTo>
                    <a:pt x="303745" y="67162"/>
                  </a:lnTo>
                  <a:lnTo>
                    <a:pt x="300631" y="62895"/>
                  </a:lnTo>
                  <a:lnTo>
                    <a:pt x="297385" y="58729"/>
                  </a:lnTo>
                  <a:lnTo>
                    <a:pt x="294008" y="54667"/>
                  </a:lnTo>
                  <a:lnTo>
                    <a:pt x="290505" y="50715"/>
                  </a:lnTo>
                  <a:lnTo>
                    <a:pt x="286879" y="46875"/>
                  </a:lnTo>
                  <a:lnTo>
                    <a:pt x="283133" y="43151"/>
                  </a:lnTo>
                  <a:lnTo>
                    <a:pt x="279272" y="39547"/>
                  </a:lnTo>
                  <a:lnTo>
                    <a:pt x="275298" y="36068"/>
                  </a:lnTo>
                  <a:lnTo>
                    <a:pt x="271217" y="32715"/>
                  </a:lnTo>
                  <a:lnTo>
                    <a:pt x="267032" y="29494"/>
                  </a:lnTo>
                  <a:lnTo>
                    <a:pt x="262747" y="26406"/>
                  </a:lnTo>
                  <a:lnTo>
                    <a:pt x="258366" y="23455"/>
                  </a:lnTo>
                  <a:lnTo>
                    <a:pt x="253895" y="20643"/>
                  </a:lnTo>
                  <a:lnTo>
                    <a:pt x="249337" y="17975"/>
                  </a:lnTo>
                  <a:lnTo>
                    <a:pt x="244697" y="15452"/>
                  </a:lnTo>
                  <a:lnTo>
                    <a:pt x="239980" y="13076"/>
                  </a:lnTo>
                  <a:lnTo>
                    <a:pt x="235190" y="10851"/>
                  </a:lnTo>
                  <a:lnTo>
                    <a:pt x="230332" y="8778"/>
                  </a:lnTo>
                  <a:lnTo>
                    <a:pt x="225411" y="6860"/>
                  </a:lnTo>
                  <a:lnTo>
                    <a:pt x="220431" y="5098"/>
                  </a:lnTo>
                  <a:lnTo>
                    <a:pt x="167166" y="1635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19011" y="2633064"/>
              <a:ext cx="53265" cy="167167"/>
            </a:xfrm>
            <a:custGeom>
              <a:avLst/>
              <a:pathLst>
                <a:path w="53265" h="167167">
                  <a:moveTo>
                    <a:pt x="53265" y="8713"/>
                  </a:moveTo>
                  <a:lnTo>
                    <a:pt x="47522" y="6897"/>
                  </a:lnTo>
                  <a:lnTo>
                    <a:pt x="41718" y="5289"/>
                  </a:lnTo>
                  <a:lnTo>
                    <a:pt x="35859" y="3891"/>
                  </a:lnTo>
                  <a:lnTo>
                    <a:pt x="29954" y="2705"/>
                  </a:lnTo>
                  <a:lnTo>
                    <a:pt x="24010" y="1733"/>
                  </a:lnTo>
                  <a:lnTo>
                    <a:pt x="18035" y="975"/>
                  </a:lnTo>
                  <a:lnTo>
                    <a:pt x="12036" y="433"/>
                  </a:lnTo>
                  <a:lnTo>
                    <a:pt x="6022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3347" y="2126963"/>
              <a:ext cx="5124" cy="167167"/>
            </a:xfrm>
            <a:custGeom>
              <a:avLst/>
              <a:pathLst>
                <a:path w="5124" h="167167">
                  <a:moveTo>
                    <a:pt x="5124" y="0"/>
                  </a:moveTo>
                  <a:lnTo>
                    <a:pt x="0" y="78"/>
                  </a:lnTo>
                  <a:lnTo>
                    <a:pt x="512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561316" y="2127042"/>
              <a:ext cx="334320" cy="334252"/>
            </a:xfrm>
            <a:custGeom>
              <a:avLst/>
              <a:pathLst>
                <a:path w="334320" h="334252">
                  <a:moveTo>
                    <a:pt x="162031" y="0"/>
                  </a:moveTo>
                  <a:lnTo>
                    <a:pt x="156742" y="246"/>
                  </a:lnTo>
                  <a:lnTo>
                    <a:pt x="151463" y="659"/>
                  </a:lnTo>
                  <a:lnTo>
                    <a:pt x="146201" y="1239"/>
                  </a:lnTo>
                  <a:lnTo>
                    <a:pt x="140959" y="1986"/>
                  </a:lnTo>
                  <a:lnTo>
                    <a:pt x="135744" y="2899"/>
                  </a:lnTo>
                  <a:lnTo>
                    <a:pt x="130560" y="3976"/>
                  </a:lnTo>
                  <a:lnTo>
                    <a:pt x="125413" y="5216"/>
                  </a:lnTo>
                  <a:lnTo>
                    <a:pt x="120308" y="6619"/>
                  </a:lnTo>
                  <a:lnTo>
                    <a:pt x="115250" y="8183"/>
                  </a:lnTo>
                  <a:lnTo>
                    <a:pt x="110243" y="9907"/>
                  </a:lnTo>
                  <a:lnTo>
                    <a:pt x="105294" y="11788"/>
                  </a:lnTo>
                  <a:lnTo>
                    <a:pt x="100407" y="13825"/>
                  </a:lnTo>
                  <a:lnTo>
                    <a:pt x="95587" y="16016"/>
                  </a:lnTo>
                  <a:lnTo>
                    <a:pt x="90839" y="18358"/>
                  </a:lnTo>
                  <a:lnTo>
                    <a:pt x="86167" y="20849"/>
                  </a:lnTo>
                  <a:lnTo>
                    <a:pt x="81577" y="23487"/>
                  </a:lnTo>
                  <a:lnTo>
                    <a:pt x="77072" y="26269"/>
                  </a:lnTo>
                  <a:lnTo>
                    <a:pt x="72658" y="29193"/>
                  </a:lnTo>
                  <a:lnTo>
                    <a:pt x="68338" y="32254"/>
                  </a:lnTo>
                  <a:lnTo>
                    <a:pt x="64118" y="35451"/>
                  </a:lnTo>
                  <a:lnTo>
                    <a:pt x="60001" y="38780"/>
                  </a:lnTo>
                  <a:lnTo>
                    <a:pt x="55992" y="42238"/>
                  </a:lnTo>
                  <a:lnTo>
                    <a:pt x="52094" y="45821"/>
                  </a:lnTo>
                  <a:lnTo>
                    <a:pt x="48311" y="49526"/>
                  </a:lnTo>
                  <a:lnTo>
                    <a:pt x="44648" y="53348"/>
                  </a:lnTo>
                  <a:lnTo>
                    <a:pt x="41107" y="57285"/>
                  </a:lnTo>
                  <a:lnTo>
                    <a:pt x="37693" y="61332"/>
                  </a:lnTo>
                  <a:lnTo>
                    <a:pt x="34409" y="65484"/>
                  </a:lnTo>
                  <a:lnTo>
                    <a:pt x="31258" y="69739"/>
                  </a:lnTo>
                  <a:lnTo>
                    <a:pt x="28243" y="74092"/>
                  </a:lnTo>
                  <a:lnTo>
                    <a:pt x="25368" y="78537"/>
                  </a:lnTo>
                  <a:lnTo>
                    <a:pt x="22635" y="83072"/>
                  </a:lnTo>
                  <a:lnTo>
                    <a:pt x="20047" y="87691"/>
                  </a:lnTo>
                  <a:lnTo>
                    <a:pt x="17606" y="92389"/>
                  </a:lnTo>
                  <a:lnTo>
                    <a:pt x="15315" y="97162"/>
                  </a:lnTo>
                  <a:lnTo>
                    <a:pt x="13177" y="102006"/>
                  </a:lnTo>
                  <a:lnTo>
                    <a:pt x="11193" y="106915"/>
                  </a:lnTo>
                  <a:lnTo>
                    <a:pt x="9366" y="111884"/>
                  </a:lnTo>
                  <a:lnTo>
                    <a:pt x="7697" y="116908"/>
                  </a:lnTo>
                  <a:lnTo>
                    <a:pt x="6188" y="121983"/>
                  </a:lnTo>
                  <a:lnTo>
                    <a:pt x="4840" y="127104"/>
                  </a:lnTo>
                  <a:lnTo>
                    <a:pt x="3655" y="132264"/>
                  </a:lnTo>
                  <a:lnTo>
                    <a:pt x="2635" y="137459"/>
                  </a:lnTo>
                  <a:lnTo>
                    <a:pt x="1779" y="142684"/>
                  </a:lnTo>
                  <a:lnTo>
                    <a:pt x="1089" y="147933"/>
                  </a:lnTo>
                  <a:lnTo>
                    <a:pt x="566" y="153202"/>
                  </a:lnTo>
                  <a:lnTo>
                    <a:pt x="209" y="158484"/>
                  </a:lnTo>
                  <a:lnTo>
                    <a:pt x="21" y="163775"/>
                  </a:lnTo>
                  <a:lnTo>
                    <a:pt x="0" y="169070"/>
                  </a:lnTo>
                  <a:lnTo>
                    <a:pt x="146" y="174362"/>
                  </a:lnTo>
                  <a:lnTo>
                    <a:pt x="460" y="179648"/>
                  </a:lnTo>
                  <a:lnTo>
                    <a:pt x="942" y="184920"/>
                  </a:lnTo>
                  <a:lnTo>
                    <a:pt x="1590" y="190175"/>
                  </a:lnTo>
                  <a:lnTo>
                    <a:pt x="2404" y="195406"/>
                  </a:lnTo>
                  <a:lnTo>
                    <a:pt x="3383" y="200610"/>
                  </a:lnTo>
                  <a:lnTo>
                    <a:pt x="4527" y="205779"/>
                  </a:lnTo>
                  <a:lnTo>
                    <a:pt x="5834" y="210910"/>
                  </a:lnTo>
                  <a:lnTo>
                    <a:pt x="7302" y="215997"/>
                  </a:lnTo>
                  <a:lnTo>
                    <a:pt x="8931" y="221034"/>
                  </a:lnTo>
                  <a:lnTo>
                    <a:pt x="10719" y="226018"/>
                  </a:lnTo>
                  <a:lnTo>
                    <a:pt x="12664" y="230942"/>
                  </a:lnTo>
                  <a:lnTo>
                    <a:pt x="14763" y="235803"/>
                  </a:lnTo>
                  <a:lnTo>
                    <a:pt x="17016" y="240594"/>
                  </a:lnTo>
                  <a:lnTo>
                    <a:pt x="19419" y="245312"/>
                  </a:lnTo>
                  <a:lnTo>
                    <a:pt x="21970" y="249951"/>
                  </a:lnTo>
                  <a:lnTo>
                    <a:pt x="24667" y="254507"/>
                  </a:lnTo>
                  <a:lnTo>
                    <a:pt x="27507" y="258976"/>
                  </a:lnTo>
                  <a:lnTo>
                    <a:pt x="30487" y="263352"/>
                  </a:lnTo>
                  <a:lnTo>
                    <a:pt x="33604" y="267632"/>
                  </a:lnTo>
                  <a:lnTo>
                    <a:pt x="36855" y="271811"/>
                  </a:lnTo>
                  <a:lnTo>
                    <a:pt x="40237" y="275885"/>
                  </a:lnTo>
                  <a:lnTo>
                    <a:pt x="43746" y="279849"/>
                  </a:lnTo>
                  <a:lnTo>
                    <a:pt x="47378" y="283701"/>
                  </a:lnTo>
                  <a:lnTo>
                    <a:pt x="51131" y="287435"/>
                  </a:lnTo>
                  <a:lnTo>
                    <a:pt x="55001" y="291049"/>
                  </a:lnTo>
                  <a:lnTo>
                    <a:pt x="58982" y="294539"/>
                  </a:lnTo>
                  <a:lnTo>
                    <a:pt x="63073" y="297901"/>
                  </a:lnTo>
                  <a:lnTo>
                    <a:pt x="67268" y="301131"/>
                  </a:lnTo>
                  <a:lnTo>
                    <a:pt x="71563" y="304227"/>
                  </a:lnTo>
                  <a:lnTo>
                    <a:pt x="75953" y="307185"/>
                  </a:lnTo>
                  <a:lnTo>
                    <a:pt x="80436" y="310003"/>
                  </a:lnTo>
                  <a:lnTo>
                    <a:pt x="85005" y="312678"/>
                  </a:lnTo>
                  <a:lnTo>
                    <a:pt x="89657" y="315206"/>
                  </a:lnTo>
                  <a:lnTo>
                    <a:pt x="94386" y="317586"/>
                  </a:lnTo>
                  <a:lnTo>
                    <a:pt x="99189" y="319815"/>
                  </a:lnTo>
                  <a:lnTo>
                    <a:pt x="104059" y="321891"/>
                  </a:lnTo>
                  <a:lnTo>
                    <a:pt x="108993" y="323812"/>
                  </a:lnTo>
                  <a:lnTo>
                    <a:pt x="113986" y="325575"/>
                  </a:lnTo>
                  <a:lnTo>
                    <a:pt x="119031" y="327179"/>
                  </a:lnTo>
                  <a:lnTo>
                    <a:pt x="124125" y="328623"/>
                  </a:lnTo>
                  <a:lnTo>
                    <a:pt x="129262" y="329904"/>
                  </a:lnTo>
                  <a:lnTo>
                    <a:pt x="134437" y="331023"/>
                  </a:lnTo>
                  <a:lnTo>
                    <a:pt x="139645" y="331977"/>
                  </a:lnTo>
                  <a:lnTo>
                    <a:pt x="144881" y="332765"/>
                  </a:lnTo>
                  <a:lnTo>
                    <a:pt x="150138" y="333387"/>
                  </a:lnTo>
                  <a:lnTo>
                    <a:pt x="155413" y="333843"/>
                  </a:lnTo>
                  <a:lnTo>
                    <a:pt x="160700" y="334131"/>
                  </a:lnTo>
                  <a:lnTo>
                    <a:pt x="165993" y="334252"/>
                  </a:lnTo>
                  <a:lnTo>
                    <a:pt x="171287" y="334205"/>
                  </a:lnTo>
                  <a:lnTo>
                    <a:pt x="176578" y="333990"/>
                  </a:lnTo>
                  <a:lnTo>
                    <a:pt x="181858" y="333608"/>
                  </a:lnTo>
                  <a:lnTo>
                    <a:pt x="187124" y="333059"/>
                  </a:lnTo>
                  <a:lnTo>
                    <a:pt x="192370" y="332343"/>
                  </a:lnTo>
                  <a:lnTo>
                    <a:pt x="197591" y="331462"/>
                  </a:lnTo>
                  <a:lnTo>
                    <a:pt x="202781" y="330416"/>
                  </a:lnTo>
                  <a:lnTo>
                    <a:pt x="207935" y="329205"/>
                  </a:lnTo>
                  <a:lnTo>
                    <a:pt x="213049" y="327833"/>
                  </a:lnTo>
                  <a:lnTo>
                    <a:pt x="218116" y="326299"/>
                  </a:lnTo>
                  <a:lnTo>
                    <a:pt x="223132" y="324605"/>
                  </a:lnTo>
                  <a:lnTo>
                    <a:pt x="228093" y="322753"/>
                  </a:lnTo>
                  <a:lnTo>
                    <a:pt x="232992" y="320746"/>
                  </a:lnTo>
                  <a:lnTo>
                    <a:pt x="237825" y="318584"/>
                  </a:lnTo>
                  <a:lnTo>
                    <a:pt x="242587" y="316270"/>
                  </a:lnTo>
                  <a:lnTo>
                    <a:pt x="247273" y="313806"/>
                  </a:lnTo>
                  <a:lnTo>
                    <a:pt x="251879" y="311195"/>
                  </a:lnTo>
                  <a:lnTo>
                    <a:pt x="256400" y="308440"/>
                  </a:lnTo>
                  <a:lnTo>
                    <a:pt x="260832" y="305543"/>
                  </a:lnTo>
                  <a:lnTo>
                    <a:pt x="265169" y="302507"/>
                  </a:lnTo>
                  <a:lnTo>
                    <a:pt x="269409" y="299335"/>
                  </a:lnTo>
                  <a:lnTo>
                    <a:pt x="273545" y="296031"/>
                  </a:lnTo>
                  <a:lnTo>
                    <a:pt x="277575" y="292597"/>
                  </a:lnTo>
                  <a:lnTo>
                    <a:pt x="281495" y="289037"/>
                  </a:lnTo>
                  <a:lnTo>
                    <a:pt x="285299" y="285355"/>
                  </a:lnTo>
                  <a:lnTo>
                    <a:pt x="288985" y="281554"/>
                  </a:lnTo>
                  <a:lnTo>
                    <a:pt x="292549" y="277639"/>
                  </a:lnTo>
                  <a:lnTo>
                    <a:pt x="295987" y="273612"/>
                  </a:lnTo>
                  <a:lnTo>
                    <a:pt x="299296" y="269479"/>
                  </a:lnTo>
                  <a:lnTo>
                    <a:pt x="302472" y="265243"/>
                  </a:lnTo>
                  <a:lnTo>
                    <a:pt x="305512" y="260909"/>
                  </a:lnTo>
                  <a:lnTo>
                    <a:pt x="308414" y="256480"/>
                  </a:lnTo>
                  <a:lnTo>
                    <a:pt x="311174" y="251962"/>
                  </a:lnTo>
                  <a:lnTo>
                    <a:pt x="313790" y="247358"/>
                  </a:lnTo>
                  <a:lnTo>
                    <a:pt x="316258" y="242675"/>
                  </a:lnTo>
                  <a:lnTo>
                    <a:pt x="318577" y="237915"/>
                  </a:lnTo>
                  <a:lnTo>
                    <a:pt x="320744" y="233084"/>
                  </a:lnTo>
                  <a:lnTo>
                    <a:pt x="322757" y="228187"/>
                  </a:lnTo>
                  <a:lnTo>
                    <a:pt x="324614" y="223229"/>
                  </a:lnTo>
                  <a:lnTo>
                    <a:pt x="326313" y="218214"/>
                  </a:lnTo>
                  <a:lnTo>
                    <a:pt x="327852" y="213149"/>
                  </a:lnTo>
                  <a:lnTo>
                    <a:pt x="329230" y="208037"/>
                  </a:lnTo>
                  <a:lnTo>
                    <a:pt x="330445" y="202883"/>
                  </a:lnTo>
                  <a:lnTo>
                    <a:pt x="331497" y="197694"/>
                  </a:lnTo>
                  <a:lnTo>
                    <a:pt x="332384" y="192475"/>
                  </a:lnTo>
                  <a:lnTo>
                    <a:pt x="333105" y="187229"/>
                  </a:lnTo>
                  <a:lnTo>
                    <a:pt x="333659" y="181964"/>
                  </a:lnTo>
                  <a:lnTo>
                    <a:pt x="334047" y="176684"/>
                  </a:lnTo>
                  <a:lnTo>
                    <a:pt x="334267" y="171394"/>
                  </a:lnTo>
                  <a:lnTo>
                    <a:pt x="334320" y="166100"/>
                  </a:lnTo>
                  <a:lnTo>
                    <a:pt x="334205" y="160806"/>
                  </a:lnTo>
                  <a:lnTo>
                    <a:pt x="167155" y="1670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8472" y="2126963"/>
              <a:ext cx="167049" cy="167167"/>
            </a:xfrm>
            <a:custGeom>
              <a:avLst/>
              <a:pathLst>
                <a:path w="167049" h="167167">
                  <a:moveTo>
                    <a:pt x="167049" y="160885"/>
                  </a:moveTo>
                  <a:lnTo>
                    <a:pt x="166755" y="155440"/>
                  </a:lnTo>
                  <a:lnTo>
                    <a:pt x="166284" y="150007"/>
                  </a:lnTo>
                  <a:lnTo>
                    <a:pt x="165636" y="144593"/>
                  </a:lnTo>
                  <a:lnTo>
                    <a:pt x="164811" y="139203"/>
                  </a:lnTo>
                  <a:lnTo>
                    <a:pt x="163812" y="133842"/>
                  </a:lnTo>
                  <a:lnTo>
                    <a:pt x="162638" y="128517"/>
                  </a:lnTo>
                  <a:lnTo>
                    <a:pt x="161290" y="123233"/>
                  </a:lnTo>
                  <a:lnTo>
                    <a:pt x="159772" y="117996"/>
                  </a:lnTo>
                  <a:lnTo>
                    <a:pt x="158083" y="112811"/>
                  </a:lnTo>
                  <a:lnTo>
                    <a:pt x="156226" y="107684"/>
                  </a:lnTo>
                  <a:lnTo>
                    <a:pt x="154203" y="102620"/>
                  </a:lnTo>
                  <a:lnTo>
                    <a:pt x="152015" y="97625"/>
                  </a:lnTo>
                  <a:lnTo>
                    <a:pt x="149666" y="92704"/>
                  </a:lnTo>
                  <a:lnTo>
                    <a:pt x="147158" y="87862"/>
                  </a:lnTo>
                  <a:lnTo>
                    <a:pt x="144493" y="83104"/>
                  </a:lnTo>
                  <a:lnTo>
                    <a:pt x="141675" y="78436"/>
                  </a:lnTo>
                  <a:lnTo>
                    <a:pt x="138705" y="73863"/>
                  </a:lnTo>
                  <a:lnTo>
                    <a:pt x="135588" y="69388"/>
                  </a:lnTo>
                  <a:lnTo>
                    <a:pt x="132327" y="65018"/>
                  </a:lnTo>
                  <a:lnTo>
                    <a:pt x="128925" y="60756"/>
                  </a:lnTo>
                  <a:lnTo>
                    <a:pt x="125386" y="56608"/>
                  </a:lnTo>
                  <a:lnTo>
                    <a:pt x="121713" y="52577"/>
                  </a:lnTo>
                  <a:lnTo>
                    <a:pt x="117911" y="48669"/>
                  </a:lnTo>
                  <a:lnTo>
                    <a:pt x="113983" y="44886"/>
                  </a:lnTo>
                  <a:lnTo>
                    <a:pt x="109934" y="41233"/>
                  </a:lnTo>
                  <a:lnTo>
                    <a:pt x="105768" y="37715"/>
                  </a:lnTo>
                  <a:lnTo>
                    <a:pt x="101490" y="34334"/>
                  </a:lnTo>
                  <a:lnTo>
                    <a:pt x="97103" y="31094"/>
                  </a:lnTo>
                  <a:lnTo>
                    <a:pt x="92614" y="28000"/>
                  </a:lnTo>
                  <a:lnTo>
                    <a:pt x="88025" y="25053"/>
                  </a:lnTo>
                  <a:lnTo>
                    <a:pt x="83343" y="22258"/>
                  </a:lnTo>
                  <a:lnTo>
                    <a:pt x="78573" y="19616"/>
                  </a:lnTo>
                  <a:lnTo>
                    <a:pt x="73718" y="17132"/>
                  </a:lnTo>
                  <a:lnTo>
                    <a:pt x="68786" y="14807"/>
                  </a:lnTo>
                  <a:lnTo>
                    <a:pt x="63780" y="12645"/>
                  </a:lnTo>
                  <a:lnTo>
                    <a:pt x="58706" y="10647"/>
                  </a:lnTo>
                  <a:lnTo>
                    <a:pt x="53570" y="8816"/>
                  </a:lnTo>
                  <a:lnTo>
                    <a:pt x="48377" y="7153"/>
                  </a:lnTo>
                  <a:lnTo>
                    <a:pt x="43132" y="5660"/>
                  </a:lnTo>
                  <a:lnTo>
                    <a:pt x="37841" y="4339"/>
                  </a:lnTo>
                  <a:lnTo>
                    <a:pt x="32510" y="3191"/>
                  </a:lnTo>
                  <a:lnTo>
                    <a:pt x="27145" y="2218"/>
                  </a:lnTo>
                  <a:lnTo>
                    <a:pt x="21751" y="1421"/>
                  </a:lnTo>
                  <a:lnTo>
                    <a:pt x="16333" y="799"/>
                  </a:lnTo>
                  <a:lnTo>
                    <a:pt x="10898" y="355"/>
                  </a:lnTo>
                  <a:lnTo>
                    <a:pt x="5452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1941" y="1681503"/>
              <a:ext cx="11293" cy="167167"/>
            </a:xfrm>
            <a:custGeom>
              <a:avLst/>
              <a:pathLst>
                <a:path w="11293" h="167167">
                  <a:moveTo>
                    <a:pt x="11293" y="0"/>
                  </a:moveTo>
                  <a:lnTo>
                    <a:pt x="0" y="381"/>
                  </a:lnTo>
                  <a:lnTo>
                    <a:pt x="11293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1941" y="1681885"/>
              <a:ext cx="11293" cy="166785"/>
            </a:xfrm>
            <a:custGeom>
              <a:avLst/>
              <a:pathLst>
                <a:path w="11293" h="166785">
                  <a:moveTo>
                    <a:pt x="0" y="0"/>
                  </a:moveTo>
                  <a:lnTo>
                    <a:pt x="11293" y="1667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1941" y="1681885"/>
              <a:ext cx="11293" cy="166785"/>
            </a:xfrm>
            <a:custGeom>
              <a:avLst/>
              <a:pathLst>
                <a:path w="11293" h="166785">
                  <a:moveTo>
                    <a:pt x="0" y="0"/>
                  </a:moveTo>
                  <a:lnTo>
                    <a:pt x="11293" y="1667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1941" y="1681885"/>
              <a:ext cx="11293" cy="166785"/>
            </a:xfrm>
            <a:custGeom>
              <a:avLst/>
              <a:pathLst>
                <a:path w="11293" h="166785">
                  <a:moveTo>
                    <a:pt x="0" y="0"/>
                  </a:moveTo>
                  <a:lnTo>
                    <a:pt x="11293" y="1667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1941" y="1681885"/>
              <a:ext cx="11293" cy="166785"/>
            </a:xfrm>
            <a:custGeom>
              <a:avLst/>
              <a:pathLst>
                <a:path w="11293" h="166785">
                  <a:moveTo>
                    <a:pt x="0" y="0"/>
                  </a:moveTo>
                  <a:lnTo>
                    <a:pt x="11293" y="1667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1941" y="1681885"/>
              <a:ext cx="11293" cy="166785"/>
            </a:xfrm>
            <a:custGeom>
              <a:avLst/>
              <a:pathLst>
                <a:path w="11293" h="166785">
                  <a:moveTo>
                    <a:pt x="0" y="0"/>
                  </a:moveTo>
                  <a:lnTo>
                    <a:pt x="11293" y="1667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1941" y="1681885"/>
              <a:ext cx="11293" cy="166785"/>
            </a:xfrm>
            <a:custGeom>
              <a:avLst/>
              <a:pathLst>
                <a:path w="11293" h="166785">
                  <a:moveTo>
                    <a:pt x="0" y="0"/>
                  </a:moveTo>
                  <a:lnTo>
                    <a:pt x="11293" y="1667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1941" y="1681885"/>
              <a:ext cx="11293" cy="166785"/>
            </a:xfrm>
            <a:custGeom>
              <a:avLst/>
              <a:pathLst>
                <a:path w="11293" h="166785">
                  <a:moveTo>
                    <a:pt x="0" y="0"/>
                  </a:moveTo>
                  <a:lnTo>
                    <a:pt x="11293" y="1667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1941" y="1681885"/>
              <a:ext cx="11293" cy="166785"/>
            </a:xfrm>
            <a:custGeom>
              <a:avLst/>
              <a:pathLst>
                <a:path w="11293" h="166785">
                  <a:moveTo>
                    <a:pt x="0" y="0"/>
                  </a:moveTo>
                  <a:lnTo>
                    <a:pt x="11293" y="1667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1941" y="1681885"/>
              <a:ext cx="11293" cy="166785"/>
            </a:xfrm>
            <a:custGeom>
              <a:avLst/>
              <a:pathLst>
                <a:path w="11293" h="166785">
                  <a:moveTo>
                    <a:pt x="0" y="0"/>
                  </a:moveTo>
                  <a:lnTo>
                    <a:pt x="11293" y="1667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1941" y="1681885"/>
              <a:ext cx="11293" cy="166785"/>
            </a:xfrm>
            <a:custGeom>
              <a:avLst/>
              <a:pathLst>
                <a:path w="11293" h="166785">
                  <a:moveTo>
                    <a:pt x="0" y="0"/>
                  </a:moveTo>
                  <a:lnTo>
                    <a:pt x="11293" y="1667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1941" y="1681885"/>
              <a:ext cx="11293" cy="166785"/>
            </a:xfrm>
            <a:custGeom>
              <a:avLst/>
              <a:pathLst>
                <a:path w="11293" h="166785">
                  <a:moveTo>
                    <a:pt x="0" y="0"/>
                  </a:moveTo>
                  <a:lnTo>
                    <a:pt x="11293" y="1667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1941" y="1681885"/>
              <a:ext cx="11293" cy="166785"/>
            </a:xfrm>
            <a:custGeom>
              <a:avLst/>
              <a:pathLst>
                <a:path w="11293" h="166785">
                  <a:moveTo>
                    <a:pt x="0" y="0"/>
                  </a:moveTo>
                  <a:lnTo>
                    <a:pt x="11293" y="1667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1941" y="1681885"/>
              <a:ext cx="11293" cy="166785"/>
            </a:xfrm>
            <a:custGeom>
              <a:avLst/>
              <a:pathLst>
                <a:path w="11293" h="166785">
                  <a:moveTo>
                    <a:pt x="0" y="0"/>
                  </a:moveTo>
                  <a:lnTo>
                    <a:pt x="11293" y="1667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1941" y="1681885"/>
              <a:ext cx="11293" cy="166785"/>
            </a:xfrm>
            <a:custGeom>
              <a:avLst/>
              <a:pathLst>
                <a:path w="11293" h="166785">
                  <a:moveTo>
                    <a:pt x="0" y="0"/>
                  </a:moveTo>
                  <a:lnTo>
                    <a:pt x="11293" y="1667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1941" y="1681885"/>
              <a:ext cx="11293" cy="166785"/>
            </a:xfrm>
            <a:custGeom>
              <a:avLst/>
              <a:pathLst>
                <a:path w="11293" h="166785">
                  <a:moveTo>
                    <a:pt x="0" y="0"/>
                  </a:moveTo>
                  <a:lnTo>
                    <a:pt x="11293" y="1667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1941" y="1681885"/>
              <a:ext cx="11293" cy="166785"/>
            </a:xfrm>
            <a:custGeom>
              <a:avLst/>
              <a:pathLst>
                <a:path w="11293" h="166785">
                  <a:moveTo>
                    <a:pt x="0" y="0"/>
                  </a:moveTo>
                  <a:lnTo>
                    <a:pt x="11293" y="1667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1941" y="1681885"/>
              <a:ext cx="11293" cy="166785"/>
            </a:xfrm>
            <a:custGeom>
              <a:avLst/>
              <a:pathLst>
                <a:path w="11293" h="166785">
                  <a:moveTo>
                    <a:pt x="0" y="0"/>
                  </a:moveTo>
                  <a:lnTo>
                    <a:pt x="11293" y="1667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1941" y="1681885"/>
              <a:ext cx="11293" cy="166785"/>
            </a:xfrm>
            <a:custGeom>
              <a:avLst/>
              <a:pathLst>
                <a:path w="11293" h="166785">
                  <a:moveTo>
                    <a:pt x="0" y="0"/>
                  </a:moveTo>
                  <a:lnTo>
                    <a:pt x="11293" y="1667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1941" y="1681885"/>
              <a:ext cx="11293" cy="166785"/>
            </a:xfrm>
            <a:custGeom>
              <a:avLst/>
              <a:pathLst>
                <a:path w="11293" h="166785">
                  <a:moveTo>
                    <a:pt x="0" y="0"/>
                  </a:moveTo>
                  <a:lnTo>
                    <a:pt x="11293" y="1667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1941" y="1681885"/>
              <a:ext cx="11293" cy="166785"/>
            </a:xfrm>
            <a:custGeom>
              <a:avLst/>
              <a:pathLst>
                <a:path w="11293" h="166785">
                  <a:moveTo>
                    <a:pt x="0" y="0"/>
                  </a:moveTo>
                  <a:lnTo>
                    <a:pt x="11293" y="1667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1941" y="1681885"/>
              <a:ext cx="11293" cy="166785"/>
            </a:xfrm>
            <a:custGeom>
              <a:avLst/>
              <a:pathLst>
                <a:path w="11293" h="166785">
                  <a:moveTo>
                    <a:pt x="0" y="0"/>
                  </a:moveTo>
                  <a:lnTo>
                    <a:pt x="11293" y="1667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11941" y="1681885"/>
              <a:ext cx="11293" cy="166785"/>
            </a:xfrm>
            <a:custGeom>
              <a:avLst/>
              <a:pathLst>
                <a:path w="11293" h="166785">
                  <a:moveTo>
                    <a:pt x="0" y="0"/>
                  </a:moveTo>
                  <a:lnTo>
                    <a:pt x="11293" y="1667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256081" y="1681885"/>
              <a:ext cx="334300" cy="333952"/>
            </a:xfrm>
            <a:custGeom>
              <a:avLst/>
              <a:pathLst>
                <a:path w="334300" h="333952">
                  <a:moveTo>
                    <a:pt x="155859" y="0"/>
                  </a:moveTo>
                  <a:lnTo>
                    <a:pt x="150578" y="441"/>
                  </a:lnTo>
                  <a:lnTo>
                    <a:pt x="145313" y="1050"/>
                  </a:lnTo>
                  <a:lnTo>
                    <a:pt x="140070" y="1826"/>
                  </a:lnTo>
                  <a:lnTo>
                    <a:pt x="134854" y="2768"/>
                  </a:lnTo>
                  <a:lnTo>
                    <a:pt x="129671" y="3874"/>
                  </a:lnTo>
                  <a:lnTo>
                    <a:pt x="124525" y="5144"/>
                  </a:lnTo>
                  <a:lnTo>
                    <a:pt x="119422" y="6577"/>
                  </a:lnTo>
                  <a:lnTo>
                    <a:pt x="114368" y="8170"/>
                  </a:lnTo>
                  <a:lnTo>
                    <a:pt x="109366" y="9923"/>
                  </a:lnTo>
                  <a:lnTo>
                    <a:pt x="104422" y="11834"/>
                  </a:lnTo>
                  <a:lnTo>
                    <a:pt x="99542" y="13901"/>
                  </a:lnTo>
                  <a:lnTo>
                    <a:pt x="94729" y="16121"/>
                  </a:lnTo>
                  <a:lnTo>
                    <a:pt x="89989" y="18492"/>
                  </a:lnTo>
                  <a:lnTo>
                    <a:pt x="85327" y="21013"/>
                  </a:lnTo>
                  <a:lnTo>
                    <a:pt x="80747" y="23680"/>
                  </a:lnTo>
                  <a:lnTo>
                    <a:pt x="76254" y="26491"/>
                  </a:lnTo>
                  <a:lnTo>
                    <a:pt x="71852" y="29444"/>
                  </a:lnTo>
                  <a:lnTo>
                    <a:pt x="67546" y="32534"/>
                  </a:lnTo>
                  <a:lnTo>
                    <a:pt x="63340" y="35759"/>
                  </a:lnTo>
                  <a:lnTo>
                    <a:pt x="59239" y="39116"/>
                  </a:lnTo>
                  <a:lnTo>
                    <a:pt x="55246" y="42601"/>
                  </a:lnTo>
                  <a:lnTo>
                    <a:pt x="51365" y="46211"/>
                  </a:lnTo>
                  <a:lnTo>
                    <a:pt x="47601" y="49942"/>
                  </a:lnTo>
                  <a:lnTo>
                    <a:pt x="43957" y="53791"/>
                  </a:lnTo>
                  <a:lnTo>
                    <a:pt x="40437" y="57753"/>
                  </a:lnTo>
                  <a:lnTo>
                    <a:pt x="37044" y="61825"/>
                  </a:lnTo>
                  <a:lnTo>
                    <a:pt x="33782" y="66002"/>
                  </a:lnTo>
                  <a:lnTo>
                    <a:pt x="30654" y="70281"/>
                  </a:lnTo>
                  <a:lnTo>
                    <a:pt x="27664" y="74656"/>
                  </a:lnTo>
                  <a:lnTo>
                    <a:pt x="24813" y="79125"/>
                  </a:lnTo>
                  <a:lnTo>
                    <a:pt x="22106" y="83681"/>
                  </a:lnTo>
                  <a:lnTo>
                    <a:pt x="19544" y="88321"/>
                  </a:lnTo>
                  <a:lnTo>
                    <a:pt x="17131" y="93040"/>
                  </a:lnTo>
                  <a:lnTo>
                    <a:pt x="14868" y="97833"/>
                  </a:lnTo>
                  <a:lnTo>
                    <a:pt x="12759" y="102695"/>
                  </a:lnTo>
                  <a:lnTo>
                    <a:pt x="10805" y="107622"/>
                  </a:lnTo>
                  <a:lnTo>
                    <a:pt x="9008" y="112608"/>
                  </a:lnTo>
                  <a:lnTo>
                    <a:pt x="7370" y="117648"/>
                  </a:lnTo>
                  <a:lnTo>
                    <a:pt x="5893" y="122738"/>
                  </a:lnTo>
                  <a:lnTo>
                    <a:pt x="4577" y="127873"/>
                  </a:lnTo>
                  <a:lnTo>
                    <a:pt x="3426" y="133046"/>
                  </a:lnTo>
                  <a:lnTo>
                    <a:pt x="2438" y="138253"/>
                  </a:lnTo>
                  <a:lnTo>
                    <a:pt x="1617" y="143489"/>
                  </a:lnTo>
                  <a:lnTo>
                    <a:pt x="961" y="148749"/>
                  </a:lnTo>
                  <a:lnTo>
                    <a:pt x="473" y="154026"/>
                  </a:lnTo>
                  <a:lnTo>
                    <a:pt x="152" y="159316"/>
                  </a:lnTo>
                  <a:lnTo>
                    <a:pt x="0" y="164614"/>
                  </a:lnTo>
                  <a:lnTo>
                    <a:pt x="15" y="169914"/>
                  </a:lnTo>
                  <a:lnTo>
                    <a:pt x="198" y="175211"/>
                  </a:lnTo>
                  <a:lnTo>
                    <a:pt x="549" y="180500"/>
                  </a:lnTo>
                  <a:lnTo>
                    <a:pt x="1067" y="185774"/>
                  </a:lnTo>
                  <a:lnTo>
                    <a:pt x="1753" y="191030"/>
                  </a:lnTo>
                  <a:lnTo>
                    <a:pt x="2605" y="196261"/>
                  </a:lnTo>
                  <a:lnTo>
                    <a:pt x="3622" y="201462"/>
                  </a:lnTo>
                  <a:lnTo>
                    <a:pt x="4803" y="206629"/>
                  </a:lnTo>
                  <a:lnTo>
                    <a:pt x="6148" y="211756"/>
                  </a:lnTo>
                  <a:lnTo>
                    <a:pt x="7654" y="216837"/>
                  </a:lnTo>
                  <a:lnTo>
                    <a:pt x="9321" y="221868"/>
                  </a:lnTo>
                  <a:lnTo>
                    <a:pt x="11147" y="226844"/>
                  </a:lnTo>
                  <a:lnTo>
                    <a:pt x="13129" y="231759"/>
                  </a:lnTo>
                  <a:lnTo>
                    <a:pt x="15266" y="236610"/>
                  </a:lnTo>
                  <a:lnTo>
                    <a:pt x="17556" y="241389"/>
                  </a:lnTo>
                  <a:lnTo>
                    <a:pt x="19996" y="246094"/>
                  </a:lnTo>
                  <a:lnTo>
                    <a:pt x="22585" y="250719"/>
                  </a:lnTo>
                  <a:lnTo>
                    <a:pt x="25318" y="255260"/>
                  </a:lnTo>
                  <a:lnTo>
                    <a:pt x="28194" y="259712"/>
                  </a:lnTo>
                  <a:lnTo>
                    <a:pt x="31210" y="264070"/>
                  </a:lnTo>
                  <a:lnTo>
                    <a:pt x="34362" y="268331"/>
                  </a:lnTo>
                  <a:lnTo>
                    <a:pt x="37648" y="272490"/>
                  </a:lnTo>
                  <a:lnTo>
                    <a:pt x="41064" y="276542"/>
                  </a:lnTo>
                  <a:lnTo>
                    <a:pt x="44607" y="280484"/>
                  </a:lnTo>
                  <a:lnTo>
                    <a:pt x="48273" y="284312"/>
                  </a:lnTo>
                  <a:lnTo>
                    <a:pt x="52058" y="288021"/>
                  </a:lnTo>
                  <a:lnTo>
                    <a:pt x="55960" y="291609"/>
                  </a:lnTo>
                  <a:lnTo>
                    <a:pt x="59973" y="295071"/>
                  </a:lnTo>
                  <a:lnTo>
                    <a:pt x="64093" y="298404"/>
                  </a:lnTo>
                  <a:lnTo>
                    <a:pt x="68317" y="301605"/>
                  </a:lnTo>
                  <a:lnTo>
                    <a:pt x="72641" y="304671"/>
                  </a:lnTo>
                  <a:lnTo>
                    <a:pt x="77060" y="307598"/>
                  </a:lnTo>
                  <a:lnTo>
                    <a:pt x="81569" y="310383"/>
                  </a:lnTo>
                  <a:lnTo>
                    <a:pt x="86164" y="313024"/>
                  </a:lnTo>
                  <a:lnTo>
                    <a:pt x="90841" y="315518"/>
                  </a:lnTo>
                  <a:lnTo>
                    <a:pt x="95594" y="317862"/>
                  </a:lnTo>
                  <a:lnTo>
                    <a:pt x="100419" y="320055"/>
                  </a:lnTo>
                  <a:lnTo>
                    <a:pt x="105312" y="322093"/>
                  </a:lnTo>
                  <a:lnTo>
                    <a:pt x="110266" y="323976"/>
                  </a:lnTo>
                  <a:lnTo>
                    <a:pt x="115278" y="325700"/>
                  </a:lnTo>
                  <a:lnTo>
                    <a:pt x="120342" y="327265"/>
                  </a:lnTo>
                  <a:lnTo>
                    <a:pt x="125453" y="328668"/>
                  </a:lnTo>
                  <a:lnTo>
                    <a:pt x="130606" y="329908"/>
                  </a:lnTo>
                  <a:lnTo>
                    <a:pt x="135795" y="330985"/>
                  </a:lnTo>
                  <a:lnTo>
                    <a:pt x="141016" y="331897"/>
                  </a:lnTo>
                  <a:lnTo>
                    <a:pt x="146264" y="332642"/>
                  </a:lnTo>
                  <a:lnTo>
                    <a:pt x="151532" y="333221"/>
                  </a:lnTo>
                  <a:lnTo>
                    <a:pt x="156816" y="333633"/>
                  </a:lnTo>
                  <a:lnTo>
                    <a:pt x="162110" y="333876"/>
                  </a:lnTo>
                  <a:lnTo>
                    <a:pt x="167410" y="333952"/>
                  </a:lnTo>
                  <a:lnTo>
                    <a:pt x="172709" y="333860"/>
                  </a:lnTo>
                  <a:lnTo>
                    <a:pt x="178003" y="333600"/>
                  </a:lnTo>
                  <a:lnTo>
                    <a:pt x="183286" y="333172"/>
                  </a:lnTo>
                  <a:lnTo>
                    <a:pt x="188552" y="332577"/>
                  </a:lnTo>
                  <a:lnTo>
                    <a:pt x="193797" y="331815"/>
                  </a:lnTo>
                  <a:lnTo>
                    <a:pt x="199015" y="330888"/>
                  </a:lnTo>
                  <a:lnTo>
                    <a:pt x="204202" y="329795"/>
                  </a:lnTo>
                  <a:lnTo>
                    <a:pt x="209351" y="328539"/>
                  </a:lnTo>
                  <a:lnTo>
                    <a:pt x="214457" y="327120"/>
                  </a:lnTo>
                  <a:lnTo>
                    <a:pt x="219516" y="325540"/>
                  </a:lnTo>
                  <a:lnTo>
                    <a:pt x="224523" y="323800"/>
                  </a:lnTo>
                  <a:lnTo>
                    <a:pt x="229471" y="321902"/>
                  </a:lnTo>
                  <a:lnTo>
                    <a:pt x="234357" y="319849"/>
                  </a:lnTo>
                  <a:lnTo>
                    <a:pt x="239176" y="317641"/>
                  </a:lnTo>
                  <a:lnTo>
                    <a:pt x="243922" y="315282"/>
                  </a:lnTo>
                  <a:lnTo>
                    <a:pt x="248591" y="312774"/>
                  </a:lnTo>
                  <a:lnTo>
                    <a:pt x="253178" y="310119"/>
                  </a:lnTo>
                  <a:lnTo>
                    <a:pt x="257679" y="307320"/>
                  </a:lnTo>
                  <a:lnTo>
                    <a:pt x="262088" y="304379"/>
                  </a:lnTo>
                  <a:lnTo>
                    <a:pt x="266402" y="301301"/>
                  </a:lnTo>
                  <a:lnTo>
                    <a:pt x="270617" y="298087"/>
                  </a:lnTo>
                  <a:lnTo>
                    <a:pt x="274727" y="294741"/>
                  </a:lnTo>
                  <a:lnTo>
                    <a:pt x="278729" y="291266"/>
                  </a:lnTo>
                  <a:lnTo>
                    <a:pt x="282620" y="287667"/>
                  </a:lnTo>
                  <a:lnTo>
                    <a:pt x="286394" y="283946"/>
                  </a:lnTo>
                  <a:lnTo>
                    <a:pt x="290048" y="280107"/>
                  </a:lnTo>
                  <a:lnTo>
                    <a:pt x="293578" y="276154"/>
                  </a:lnTo>
                  <a:lnTo>
                    <a:pt x="296982" y="272091"/>
                  </a:lnTo>
                  <a:lnTo>
                    <a:pt x="300255" y="267922"/>
                  </a:lnTo>
                  <a:lnTo>
                    <a:pt x="303394" y="263652"/>
                  </a:lnTo>
                  <a:lnTo>
                    <a:pt x="306397" y="259284"/>
                  </a:lnTo>
                  <a:lnTo>
                    <a:pt x="309259" y="254824"/>
                  </a:lnTo>
                  <a:lnTo>
                    <a:pt x="311978" y="250274"/>
                  </a:lnTo>
                  <a:lnTo>
                    <a:pt x="314552" y="245641"/>
                  </a:lnTo>
                  <a:lnTo>
                    <a:pt x="316978" y="240929"/>
                  </a:lnTo>
                  <a:lnTo>
                    <a:pt x="319253" y="236142"/>
                  </a:lnTo>
                  <a:lnTo>
                    <a:pt x="321376" y="231286"/>
                  </a:lnTo>
                  <a:lnTo>
                    <a:pt x="323343" y="226364"/>
                  </a:lnTo>
                  <a:lnTo>
                    <a:pt x="325153" y="221383"/>
                  </a:lnTo>
                  <a:lnTo>
                    <a:pt x="326804" y="216347"/>
                  </a:lnTo>
                  <a:lnTo>
                    <a:pt x="328295" y="211260"/>
                  </a:lnTo>
                  <a:lnTo>
                    <a:pt x="329624" y="206130"/>
                  </a:lnTo>
                  <a:lnTo>
                    <a:pt x="330790" y="200959"/>
                  </a:lnTo>
                  <a:lnTo>
                    <a:pt x="331791" y="195755"/>
                  </a:lnTo>
                  <a:lnTo>
                    <a:pt x="332627" y="190521"/>
                  </a:lnTo>
                  <a:lnTo>
                    <a:pt x="333296" y="185263"/>
                  </a:lnTo>
                  <a:lnTo>
                    <a:pt x="333798" y="179987"/>
                  </a:lnTo>
                  <a:lnTo>
                    <a:pt x="334133" y="174698"/>
                  </a:lnTo>
                  <a:lnTo>
                    <a:pt x="334300" y="169400"/>
                  </a:lnTo>
                  <a:lnTo>
                    <a:pt x="334299" y="164100"/>
                  </a:lnTo>
                  <a:lnTo>
                    <a:pt x="334130" y="158803"/>
                  </a:lnTo>
                  <a:lnTo>
                    <a:pt x="333793" y="153514"/>
                  </a:lnTo>
                  <a:lnTo>
                    <a:pt x="333288" y="148238"/>
                  </a:lnTo>
                  <a:lnTo>
                    <a:pt x="332617" y="142980"/>
                  </a:lnTo>
                  <a:lnTo>
                    <a:pt x="331779" y="137747"/>
                  </a:lnTo>
                  <a:lnTo>
                    <a:pt x="330776" y="132543"/>
                  </a:lnTo>
                  <a:lnTo>
                    <a:pt x="329608" y="127373"/>
                  </a:lnTo>
                  <a:lnTo>
                    <a:pt x="328277" y="122243"/>
                  </a:lnTo>
                  <a:lnTo>
                    <a:pt x="326784" y="117157"/>
                  </a:lnTo>
                  <a:lnTo>
                    <a:pt x="325130" y="112122"/>
                  </a:lnTo>
                  <a:lnTo>
                    <a:pt x="323318" y="107141"/>
                  </a:lnTo>
                  <a:lnTo>
                    <a:pt x="321349" y="102220"/>
                  </a:lnTo>
                  <a:lnTo>
                    <a:pt x="319224" y="97365"/>
                  </a:lnTo>
                  <a:lnTo>
                    <a:pt x="316947" y="92579"/>
                  </a:lnTo>
                  <a:lnTo>
                    <a:pt x="314520" y="87867"/>
                  </a:lnTo>
                  <a:lnTo>
                    <a:pt x="311944" y="83235"/>
                  </a:lnTo>
                  <a:lnTo>
                    <a:pt x="309222" y="78687"/>
                  </a:lnTo>
                  <a:lnTo>
                    <a:pt x="306358" y="74228"/>
                  </a:lnTo>
                  <a:lnTo>
                    <a:pt x="303354" y="69861"/>
                  </a:lnTo>
                  <a:lnTo>
                    <a:pt x="300213" y="65592"/>
                  </a:lnTo>
                  <a:lnTo>
                    <a:pt x="296938" y="61425"/>
                  </a:lnTo>
                  <a:lnTo>
                    <a:pt x="293533" y="57364"/>
                  </a:lnTo>
                  <a:lnTo>
                    <a:pt x="290001" y="53412"/>
                  </a:lnTo>
                  <a:lnTo>
                    <a:pt x="286345" y="49575"/>
                  </a:lnTo>
                  <a:lnTo>
                    <a:pt x="282569" y="45855"/>
                  </a:lnTo>
                  <a:lnTo>
                    <a:pt x="278678" y="42257"/>
                  </a:lnTo>
                  <a:lnTo>
                    <a:pt x="274674" y="38784"/>
                  </a:lnTo>
                  <a:lnTo>
                    <a:pt x="270562" y="35440"/>
                  </a:lnTo>
                  <a:lnTo>
                    <a:pt x="266346" y="32228"/>
                  </a:lnTo>
                  <a:lnTo>
                    <a:pt x="262031" y="29151"/>
                  </a:lnTo>
                  <a:lnTo>
                    <a:pt x="257620" y="26213"/>
                  </a:lnTo>
                  <a:lnTo>
                    <a:pt x="253118" y="23415"/>
                  </a:lnTo>
                  <a:lnTo>
                    <a:pt x="248530" y="20762"/>
                  </a:lnTo>
                  <a:lnTo>
                    <a:pt x="243860" y="18256"/>
                  </a:lnTo>
                  <a:lnTo>
                    <a:pt x="239113" y="15899"/>
                  </a:lnTo>
                  <a:lnTo>
                    <a:pt x="234294" y="13693"/>
                  </a:lnTo>
                  <a:lnTo>
                    <a:pt x="229407" y="11642"/>
                  </a:lnTo>
                  <a:lnTo>
                    <a:pt x="224457" y="9746"/>
                  </a:lnTo>
                  <a:lnTo>
                    <a:pt x="219450" y="8009"/>
                  </a:lnTo>
                  <a:lnTo>
                    <a:pt x="214391" y="6431"/>
                  </a:lnTo>
                  <a:lnTo>
                    <a:pt x="209283" y="5014"/>
                  </a:lnTo>
                  <a:lnTo>
                    <a:pt x="204134" y="3759"/>
                  </a:lnTo>
                  <a:lnTo>
                    <a:pt x="198947" y="2669"/>
                  </a:lnTo>
                  <a:lnTo>
                    <a:pt x="193729" y="1744"/>
                  </a:lnTo>
                  <a:lnTo>
                    <a:pt x="188483" y="984"/>
                  </a:lnTo>
                  <a:lnTo>
                    <a:pt x="167153" y="1667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23235" y="1681503"/>
              <a:ext cx="21330" cy="167167"/>
            </a:xfrm>
            <a:custGeom>
              <a:avLst/>
              <a:pathLst>
                <a:path w="21330" h="167167">
                  <a:moveTo>
                    <a:pt x="21330" y="1366"/>
                  </a:moveTo>
                  <a:lnTo>
                    <a:pt x="14241" y="607"/>
                  </a:lnTo>
                  <a:lnTo>
                    <a:pt x="7127" y="15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853875" y="1322571"/>
              <a:ext cx="167163" cy="311053"/>
            </a:xfrm>
            <a:custGeom>
              <a:avLst/>
              <a:pathLst>
                <a:path w="167163" h="311053">
                  <a:moveTo>
                    <a:pt x="167163" y="0"/>
                  </a:moveTo>
                  <a:lnTo>
                    <a:pt x="161783" y="86"/>
                  </a:lnTo>
                  <a:lnTo>
                    <a:pt x="156408" y="346"/>
                  </a:lnTo>
                  <a:lnTo>
                    <a:pt x="151044" y="778"/>
                  </a:lnTo>
                  <a:lnTo>
                    <a:pt x="145697" y="1383"/>
                  </a:lnTo>
                  <a:lnTo>
                    <a:pt x="140373" y="2160"/>
                  </a:lnTo>
                  <a:lnTo>
                    <a:pt x="135076" y="3108"/>
                  </a:lnTo>
                  <a:lnTo>
                    <a:pt x="129812" y="4226"/>
                  </a:lnTo>
                  <a:lnTo>
                    <a:pt x="124587" y="5512"/>
                  </a:lnTo>
                  <a:lnTo>
                    <a:pt x="119406" y="6966"/>
                  </a:lnTo>
                  <a:lnTo>
                    <a:pt x="114275" y="8587"/>
                  </a:lnTo>
                  <a:lnTo>
                    <a:pt x="109198" y="10371"/>
                  </a:lnTo>
                  <a:lnTo>
                    <a:pt x="104181" y="12318"/>
                  </a:lnTo>
                  <a:lnTo>
                    <a:pt x="99230" y="14425"/>
                  </a:lnTo>
                  <a:lnTo>
                    <a:pt x="94349" y="16691"/>
                  </a:lnTo>
                  <a:lnTo>
                    <a:pt x="89544" y="19112"/>
                  </a:lnTo>
                  <a:lnTo>
                    <a:pt x="84819" y="21687"/>
                  </a:lnTo>
                  <a:lnTo>
                    <a:pt x="80179" y="24413"/>
                  </a:lnTo>
                  <a:lnTo>
                    <a:pt x="75629" y="27287"/>
                  </a:lnTo>
                  <a:lnTo>
                    <a:pt x="71175" y="30305"/>
                  </a:lnTo>
                  <a:lnTo>
                    <a:pt x="66819" y="33466"/>
                  </a:lnTo>
                  <a:lnTo>
                    <a:pt x="62568" y="36764"/>
                  </a:lnTo>
                  <a:lnTo>
                    <a:pt x="58425" y="40199"/>
                  </a:lnTo>
                  <a:lnTo>
                    <a:pt x="54395" y="43764"/>
                  </a:lnTo>
                  <a:lnTo>
                    <a:pt x="50482" y="47458"/>
                  </a:lnTo>
                  <a:lnTo>
                    <a:pt x="46689" y="51275"/>
                  </a:lnTo>
                  <a:lnTo>
                    <a:pt x="43021" y="55213"/>
                  </a:lnTo>
                  <a:lnTo>
                    <a:pt x="39482" y="59266"/>
                  </a:lnTo>
                  <a:lnTo>
                    <a:pt x="36076" y="63432"/>
                  </a:lnTo>
                  <a:lnTo>
                    <a:pt x="32805" y="67705"/>
                  </a:lnTo>
                  <a:lnTo>
                    <a:pt x="29673" y="72081"/>
                  </a:lnTo>
                  <a:lnTo>
                    <a:pt x="26684" y="76555"/>
                  </a:lnTo>
                  <a:lnTo>
                    <a:pt x="23840" y="81123"/>
                  </a:lnTo>
                  <a:lnTo>
                    <a:pt x="21145" y="85781"/>
                  </a:lnTo>
                  <a:lnTo>
                    <a:pt x="18601" y="90523"/>
                  </a:lnTo>
                  <a:lnTo>
                    <a:pt x="16212" y="95344"/>
                  </a:lnTo>
                  <a:lnTo>
                    <a:pt x="13978" y="100240"/>
                  </a:lnTo>
                  <a:lnTo>
                    <a:pt x="11903" y="105205"/>
                  </a:lnTo>
                  <a:lnTo>
                    <a:pt x="9990" y="110234"/>
                  </a:lnTo>
                  <a:lnTo>
                    <a:pt x="8239" y="115322"/>
                  </a:lnTo>
                  <a:lnTo>
                    <a:pt x="6652" y="120464"/>
                  </a:lnTo>
                  <a:lnTo>
                    <a:pt x="5232" y="125655"/>
                  </a:lnTo>
                  <a:lnTo>
                    <a:pt x="3980" y="130888"/>
                  </a:lnTo>
                  <a:lnTo>
                    <a:pt x="2897" y="136159"/>
                  </a:lnTo>
                  <a:lnTo>
                    <a:pt x="1984" y="141462"/>
                  </a:lnTo>
                  <a:lnTo>
                    <a:pt x="1242" y="146792"/>
                  </a:lnTo>
                  <a:lnTo>
                    <a:pt x="672" y="152143"/>
                  </a:lnTo>
                  <a:lnTo>
                    <a:pt x="275" y="157509"/>
                  </a:lnTo>
                  <a:lnTo>
                    <a:pt x="51" y="162886"/>
                  </a:lnTo>
                  <a:lnTo>
                    <a:pt x="0" y="168266"/>
                  </a:lnTo>
                  <a:lnTo>
                    <a:pt x="121" y="173646"/>
                  </a:lnTo>
                  <a:lnTo>
                    <a:pt x="417" y="179019"/>
                  </a:lnTo>
                  <a:lnTo>
                    <a:pt x="884" y="184380"/>
                  </a:lnTo>
                  <a:lnTo>
                    <a:pt x="1525" y="189723"/>
                  </a:lnTo>
                  <a:lnTo>
                    <a:pt x="2336" y="195042"/>
                  </a:lnTo>
                  <a:lnTo>
                    <a:pt x="3319" y="200333"/>
                  </a:lnTo>
                  <a:lnTo>
                    <a:pt x="4471" y="205589"/>
                  </a:lnTo>
                  <a:lnTo>
                    <a:pt x="5792" y="210806"/>
                  </a:lnTo>
                  <a:lnTo>
                    <a:pt x="7280" y="215977"/>
                  </a:lnTo>
                  <a:lnTo>
                    <a:pt x="8934" y="221098"/>
                  </a:lnTo>
                  <a:lnTo>
                    <a:pt x="10752" y="226162"/>
                  </a:lnTo>
                  <a:lnTo>
                    <a:pt x="12732" y="231166"/>
                  </a:lnTo>
                  <a:lnTo>
                    <a:pt x="14872" y="236103"/>
                  </a:lnTo>
                  <a:lnTo>
                    <a:pt x="17169" y="240969"/>
                  </a:lnTo>
                  <a:lnTo>
                    <a:pt x="19623" y="245759"/>
                  </a:lnTo>
                  <a:lnTo>
                    <a:pt x="22228" y="250467"/>
                  </a:lnTo>
                  <a:lnTo>
                    <a:pt x="24985" y="255088"/>
                  </a:lnTo>
                  <a:lnTo>
                    <a:pt x="27888" y="259619"/>
                  </a:lnTo>
                  <a:lnTo>
                    <a:pt x="30936" y="264054"/>
                  </a:lnTo>
                  <a:lnTo>
                    <a:pt x="34125" y="268388"/>
                  </a:lnTo>
                  <a:lnTo>
                    <a:pt x="37452" y="272618"/>
                  </a:lnTo>
                  <a:lnTo>
                    <a:pt x="40913" y="276738"/>
                  </a:lnTo>
                  <a:lnTo>
                    <a:pt x="44505" y="280745"/>
                  </a:lnTo>
                  <a:lnTo>
                    <a:pt x="48224" y="284634"/>
                  </a:lnTo>
                  <a:lnTo>
                    <a:pt x="52066" y="288401"/>
                  </a:lnTo>
                  <a:lnTo>
                    <a:pt x="56028" y="292042"/>
                  </a:lnTo>
                  <a:lnTo>
                    <a:pt x="60105" y="295555"/>
                  </a:lnTo>
                  <a:lnTo>
                    <a:pt x="64293" y="298934"/>
                  </a:lnTo>
                  <a:lnTo>
                    <a:pt x="68587" y="302177"/>
                  </a:lnTo>
                  <a:lnTo>
                    <a:pt x="72983" y="305280"/>
                  </a:lnTo>
                  <a:lnTo>
                    <a:pt x="77477" y="308239"/>
                  </a:lnTo>
                  <a:lnTo>
                    <a:pt x="82064" y="311053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35940" y="1489739"/>
              <a:ext cx="85098" cy="143885"/>
            </a:xfrm>
            <a:custGeom>
              <a:avLst/>
              <a:pathLst>
                <a:path w="85098" h="143885">
                  <a:moveTo>
                    <a:pt x="0" y="143885"/>
                  </a:moveTo>
                  <a:lnTo>
                    <a:pt x="8509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35940" y="1489739"/>
              <a:ext cx="85098" cy="143885"/>
            </a:xfrm>
            <a:custGeom>
              <a:avLst/>
              <a:pathLst>
                <a:path w="85098" h="143885">
                  <a:moveTo>
                    <a:pt x="0" y="143885"/>
                  </a:moveTo>
                  <a:lnTo>
                    <a:pt x="8509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35940" y="1489739"/>
              <a:ext cx="85098" cy="143885"/>
            </a:xfrm>
            <a:custGeom>
              <a:avLst/>
              <a:pathLst>
                <a:path w="85098" h="143885">
                  <a:moveTo>
                    <a:pt x="0" y="143885"/>
                  </a:moveTo>
                  <a:lnTo>
                    <a:pt x="8509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35940" y="1489739"/>
              <a:ext cx="85098" cy="143885"/>
            </a:xfrm>
            <a:custGeom>
              <a:avLst/>
              <a:pathLst>
                <a:path w="85098" h="143885">
                  <a:moveTo>
                    <a:pt x="0" y="143885"/>
                  </a:moveTo>
                  <a:lnTo>
                    <a:pt x="8509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35940" y="1489739"/>
              <a:ext cx="85098" cy="143885"/>
            </a:xfrm>
            <a:custGeom>
              <a:avLst/>
              <a:pathLst>
                <a:path w="85098" h="143885">
                  <a:moveTo>
                    <a:pt x="0" y="143885"/>
                  </a:moveTo>
                  <a:lnTo>
                    <a:pt x="8509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35940" y="1489739"/>
              <a:ext cx="85098" cy="143885"/>
            </a:xfrm>
            <a:custGeom>
              <a:avLst/>
              <a:pathLst>
                <a:path w="85098" h="143885">
                  <a:moveTo>
                    <a:pt x="0" y="143885"/>
                  </a:moveTo>
                  <a:lnTo>
                    <a:pt x="8509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35940" y="1489739"/>
              <a:ext cx="85098" cy="143885"/>
            </a:xfrm>
            <a:custGeom>
              <a:avLst/>
              <a:pathLst>
                <a:path w="85098" h="143885">
                  <a:moveTo>
                    <a:pt x="0" y="143885"/>
                  </a:moveTo>
                  <a:lnTo>
                    <a:pt x="8509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35940" y="1489739"/>
              <a:ext cx="85098" cy="143885"/>
            </a:xfrm>
            <a:custGeom>
              <a:avLst/>
              <a:pathLst>
                <a:path w="85098" h="143885">
                  <a:moveTo>
                    <a:pt x="0" y="143885"/>
                  </a:moveTo>
                  <a:lnTo>
                    <a:pt x="850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35940" y="1489739"/>
              <a:ext cx="85098" cy="143885"/>
            </a:xfrm>
            <a:custGeom>
              <a:avLst/>
              <a:pathLst>
                <a:path w="85098" h="143885">
                  <a:moveTo>
                    <a:pt x="0" y="143885"/>
                  </a:moveTo>
                  <a:lnTo>
                    <a:pt x="850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35940" y="1489739"/>
              <a:ext cx="85098" cy="143885"/>
            </a:xfrm>
            <a:custGeom>
              <a:avLst/>
              <a:pathLst>
                <a:path w="85098" h="143885">
                  <a:moveTo>
                    <a:pt x="0" y="143885"/>
                  </a:moveTo>
                  <a:lnTo>
                    <a:pt x="850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35940" y="1489739"/>
              <a:ext cx="85098" cy="143885"/>
            </a:xfrm>
            <a:custGeom>
              <a:avLst/>
              <a:pathLst>
                <a:path w="85098" h="143885">
                  <a:moveTo>
                    <a:pt x="0" y="143885"/>
                  </a:moveTo>
                  <a:lnTo>
                    <a:pt x="850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35940" y="1489739"/>
              <a:ext cx="85098" cy="143885"/>
            </a:xfrm>
            <a:custGeom>
              <a:avLst/>
              <a:pathLst>
                <a:path w="85098" h="143885">
                  <a:moveTo>
                    <a:pt x="0" y="143885"/>
                  </a:moveTo>
                  <a:lnTo>
                    <a:pt x="8509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35940" y="1489739"/>
              <a:ext cx="85098" cy="143885"/>
            </a:xfrm>
            <a:custGeom>
              <a:avLst/>
              <a:pathLst>
                <a:path w="85098" h="143885">
                  <a:moveTo>
                    <a:pt x="0" y="143885"/>
                  </a:moveTo>
                  <a:lnTo>
                    <a:pt x="8509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35940" y="1489739"/>
              <a:ext cx="85098" cy="143885"/>
            </a:xfrm>
            <a:custGeom>
              <a:avLst/>
              <a:pathLst>
                <a:path w="85098" h="143885">
                  <a:moveTo>
                    <a:pt x="0" y="143885"/>
                  </a:moveTo>
                  <a:lnTo>
                    <a:pt x="8509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35940" y="1489739"/>
              <a:ext cx="85098" cy="143885"/>
            </a:xfrm>
            <a:custGeom>
              <a:avLst/>
              <a:pathLst>
                <a:path w="85098" h="143885">
                  <a:moveTo>
                    <a:pt x="0" y="143885"/>
                  </a:moveTo>
                  <a:lnTo>
                    <a:pt x="8509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35940" y="1489739"/>
              <a:ext cx="85098" cy="143885"/>
            </a:xfrm>
            <a:custGeom>
              <a:avLst/>
              <a:pathLst>
                <a:path w="85098" h="143885">
                  <a:moveTo>
                    <a:pt x="0" y="143885"/>
                  </a:moveTo>
                  <a:lnTo>
                    <a:pt x="850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35940" y="1489739"/>
              <a:ext cx="85098" cy="143885"/>
            </a:xfrm>
            <a:custGeom>
              <a:avLst/>
              <a:pathLst>
                <a:path w="85098" h="143885">
                  <a:moveTo>
                    <a:pt x="0" y="143885"/>
                  </a:moveTo>
                  <a:lnTo>
                    <a:pt x="850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35940" y="1489739"/>
              <a:ext cx="85098" cy="143885"/>
            </a:xfrm>
            <a:custGeom>
              <a:avLst/>
              <a:pathLst>
                <a:path w="85098" h="143885">
                  <a:moveTo>
                    <a:pt x="0" y="143885"/>
                  </a:moveTo>
                  <a:lnTo>
                    <a:pt x="850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35940" y="1489739"/>
              <a:ext cx="85098" cy="143885"/>
            </a:xfrm>
            <a:custGeom>
              <a:avLst/>
              <a:pathLst>
                <a:path w="85098" h="143885">
                  <a:moveTo>
                    <a:pt x="0" y="143885"/>
                  </a:moveTo>
                  <a:lnTo>
                    <a:pt x="850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35940" y="1489739"/>
              <a:ext cx="85098" cy="143885"/>
            </a:xfrm>
            <a:custGeom>
              <a:avLst/>
              <a:pathLst>
                <a:path w="85098" h="143885">
                  <a:moveTo>
                    <a:pt x="0" y="143885"/>
                  </a:moveTo>
                  <a:lnTo>
                    <a:pt x="8509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35940" y="1489739"/>
              <a:ext cx="85098" cy="143885"/>
            </a:xfrm>
            <a:custGeom>
              <a:avLst/>
              <a:pathLst>
                <a:path w="85098" h="143885">
                  <a:moveTo>
                    <a:pt x="0" y="143885"/>
                  </a:moveTo>
                  <a:lnTo>
                    <a:pt x="8509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35940" y="1341051"/>
              <a:ext cx="252261" cy="315846"/>
            </a:xfrm>
            <a:custGeom>
              <a:avLst/>
              <a:pathLst>
                <a:path w="252261" h="315846">
                  <a:moveTo>
                    <a:pt x="0" y="292573"/>
                  </a:moveTo>
                  <a:lnTo>
                    <a:pt x="4648" y="295223"/>
                  </a:lnTo>
                  <a:lnTo>
                    <a:pt x="9379" y="297723"/>
                  </a:lnTo>
                  <a:lnTo>
                    <a:pt x="14188" y="300070"/>
                  </a:lnTo>
                  <a:lnTo>
                    <a:pt x="19069" y="302262"/>
                  </a:lnTo>
                  <a:lnTo>
                    <a:pt x="24018" y="304296"/>
                  </a:lnTo>
                  <a:lnTo>
                    <a:pt x="29030" y="306172"/>
                  </a:lnTo>
                  <a:lnTo>
                    <a:pt x="34099" y="307885"/>
                  </a:lnTo>
                  <a:lnTo>
                    <a:pt x="39220" y="309436"/>
                  </a:lnTo>
                  <a:lnTo>
                    <a:pt x="44388" y="310822"/>
                  </a:lnTo>
                  <a:lnTo>
                    <a:pt x="49598" y="312042"/>
                  </a:lnTo>
                  <a:lnTo>
                    <a:pt x="54845" y="313094"/>
                  </a:lnTo>
                  <a:lnTo>
                    <a:pt x="60122" y="313979"/>
                  </a:lnTo>
                  <a:lnTo>
                    <a:pt x="65425" y="314693"/>
                  </a:lnTo>
                  <a:lnTo>
                    <a:pt x="70748" y="315238"/>
                  </a:lnTo>
                  <a:lnTo>
                    <a:pt x="76086" y="315612"/>
                  </a:lnTo>
                  <a:lnTo>
                    <a:pt x="81433" y="315815"/>
                  </a:lnTo>
                  <a:lnTo>
                    <a:pt x="86784" y="315846"/>
                  </a:lnTo>
                  <a:lnTo>
                    <a:pt x="92133" y="315707"/>
                  </a:lnTo>
                  <a:lnTo>
                    <a:pt x="97474" y="315396"/>
                  </a:lnTo>
                  <a:lnTo>
                    <a:pt x="102804" y="314915"/>
                  </a:lnTo>
                  <a:lnTo>
                    <a:pt x="108115" y="314263"/>
                  </a:lnTo>
                  <a:lnTo>
                    <a:pt x="113402" y="313441"/>
                  </a:lnTo>
                  <a:lnTo>
                    <a:pt x="118661" y="312451"/>
                  </a:lnTo>
                  <a:lnTo>
                    <a:pt x="123885" y="311293"/>
                  </a:lnTo>
                  <a:lnTo>
                    <a:pt x="129069" y="309968"/>
                  </a:lnTo>
                  <a:lnTo>
                    <a:pt x="134208" y="308479"/>
                  </a:lnTo>
                  <a:lnTo>
                    <a:pt x="139297" y="306825"/>
                  </a:lnTo>
                  <a:lnTo>
                    <a:pt x="144331" y="305009"/>
                  </a:lnTo>
                  <a:lnTo>
                    <a:pt x="149303" y="303033"/>
                  </a:lnTo>
                  <a:lnTo>
                    <a:pt x="154210" y="300900"/>
                  </a:lnTo>
                  <a:lnTo>
                    <a:pt x="159046" y="298610"/>
                  </a:lnTo>
                  <a:lnTo>
                    <a:pt x="163807" y="296166"/>
                  </a:lnTo>
                  <a:lnTo>
                    <a:pt x="168487" y="293572"/>
                  </a:lnTo>
                  <a:lnTo>
                    <a:pt x="173081" y="290828"/>
                  </a:lnTo>
                  <a:lnTo>
                    <a:pt x="177585" y="287940"/>
                  </a:lnTo>
                  <a:lnTo>
                    <a:pt x="181994" y="284908"/>
                  </a:lnTo>
                  <a:lnTo>
                    <a:pt x="186304" y="281737"/>
                  </a:lnTo>
                  <a:lnTo>
                    <a:pt x="190511" y="278430"/>
                  </a:lnTo>
                  <a:lnTo>
                    <a:pt x="194609" y="274990"/>
                  </a:lnTo>
                  <a:lnTo>
                    <a:pt x="198596" y="271420"/>
                  </a:lnTo>
                  <a:lnTo>
                    <a:pt x="202465" y="267725"/>
                  </a:lnTo>
                  <a:lnTo>
                    <a:pt x="206215" y="263908"/>
                  </a:lnTo>
                  <a:lnTo>
                    <a:pt x="209841" y="259972"/>
                  </a:lnTo>
                  <a:lnTo>
                    <a:pt x="213338" y="255923"/>
                  </a:lnTo>
                  <a:lnTo>
                    <a:pt x="216705" y="251764"/>
                  </a:lnTo>
                  <a:lnTo>
                    <a:pt x="219936" y="247499"/>
                  </a:lnTo>
                  <a:lnTo>
                    <a:pt x="223030" y="243133"/>
                  </a:lnTo>
                  <a:lnTo>
                    <a:pt x="225982" y="238670"/>
                  </a:lnTo>
                  <a:lnTo>
                    <a:pt x="228790" y="234115"/>
                  </a:lnTo>
                  <a:lnTo>
                    <a:pt x="231450" y="229472"/>
                  </a:lnTo>
                  <a:lnTo>
                    <a:pt x="233961" y="224747"/>
                  </a:lnTo>
                  <a:lnTo>
                    <a:pt x="236319" y="219944"/>
                  </a:lnTo>
                  <a:lnTo>
                    <a:pt x="238522" y="215067"/>
                  </a:lnTo>
                  <a:lnTo>
                    <a:pt x="240568" y="210123"/>
                  </a:lnTo>
                  <a:lnTo>
                    <a:pt x="242454" y="205116"/>
                  </a:lnTo>
                  <a:lnTo>
                    <a:pt x="244180" y="200051"/>
                  </a:lnTo>
                  <a:lnTo>
                    <a:pt x="245742" y="194933"/>
                  </a:lnTo>
                  <a:lnTo>
                    <a:pt x="247140" y="189768"/>
                  </a:lnTo>
                  <a:lnTo>
                    <a:pt x="248371" y="184561"/>
                  </a:lnTo>
                  <a:lnTo>
                    <a:pt x="249436" y="179317"/>
                  </a:lnTo>
                  <a:lnTo>
                    <a:pt x="250332" y="174041"/>
                  </a:lnTo>
                  <a:lnTo>
                    <a:pt x="251059" y="168740"/>
                  </a:lnTo>
                  <a:lnTo>
                    <a:pt x="251616" y="163418"/>
                  </a:lnTo>
                  <a:lnTo>
                    <a:pt x="252002" y="158081"/>
                  </a:lnTo>
                  <a:lnTo>
                    <a:pt x="252217" y="152735"/>
                  </a:lnTo>
                  <a:lnTo>
                    <a:pt x="252261" y="147384"/>
                  </a:lnTo>
                  <a:lnTo>
                    <a:pt x="252133" y="142035"/>
                  </a:lnTo>
                  <a:lnTo>
                    <a:pt x="251835" y="136692"/>
                  </a:lnTo>
                  <a:lnTo>
                    <a:pt x="251366" y="131362"/>
                  </a:lnTo>
                  <a:lnTo>
                    <a:pt x="250726" y="126049"/>
                  </a:lnTo>
                  <a:lnTo>
                    <a:pt x="249917" y="120760"/>
                  </a:lnTo>
                  <a:lnTo>
                    <a:pt x="248938" y="115499"/>
                  </a:lnTo>
                  <a:lnTo>
                    <a:pt x="247792" y="110273"/>
                  </a:lnTo>
                  <a:lnTo>
                    <a:pt x="246479" y="105085"/>
                  </a:lnTo>
                  <a:lnTo>
                    <a:pt x="245001" y="99943"/>
                  </a:lnTo>
                  <a:lnTo>
                    <a:pt x="243359" y="94850"/>
                  </a:lnTo>
                  <a:lnTo>
                    <a:pt x="241555" y="89813"/>
                  </a:lnTo>
                  <a:lnTo>
                    <a:pt x="239591" y="84835"/>
                  </a:lnTo>
                  <a:lnTo>
                    <a:pt x="237468" y="79923"/>
                  </a:lnTo>
                  <a:lnTo>
                    <a:pt x="235189" y="75082"/>
                  </a:lnTo>
                  <a:lnTo>
                    <a:pt x="232756" y="70316"/>
                  </a:lnTo>
                  <a:lnTo>
                    <a:pt x="230173" y="65631"/>
                  </a:lnTo>
                  <a:lnTo>
                    <a:pt x="227440" y="61030"/>
                  </a:lnTo>
                  <a:lnTo>
                    <a:pt x="224562" y="56519"/>
                  </a:lnTo>
                  <a:lnTo>
                    <a:pt x="221540" y="52103"/>
                  </a:lnTo>
                  <a:lnTo>
                    <a:pt x="218379" y="47786"/>
                  </a:lnTo>
                  <a:lnTo>
                    <a:pt x="215082" y="43572"/>
                  </a:lnTo>
                  <a:lnTo>
                    <a:pt x="211651" y="39465"/>
                  </a:lnTo>
                  <a:lnTo>
                    <a:pt x="208090" y="35471"/>
                  </a:lnTo>
                  <a:lnTo>
                    <a:pt x="204404" y="31593"/>
                  </a:lnTo>
                  <a:lnTo>
                    <a:pt x="200595" y="27834"/>
                  </a:lnTo>
                  <a:lnTo>
                    <a:pt x="196668" y="24200"/>
                  </a:lnTo>
                  <a:lnTo>
                    <a:pt x="192627" y="20693"/>
                  </a:lnTo>
                  <a:lnTo>
                    <a:pt x="188475" y="17317"/>
                  </a:lnTo>
                  <a:lnTo>
                    <a:pt x="184218" y="14076"/>
                  </a:lnTo>
                  <a:lnTo>
                    <a:pt x="179859" y="10972"/>
                  </a:lnTo>
                  <a:lnTo>
                    <a:pt x="175402" y="8010"/>
                  </a:lnTo>
                  <a:lnTo>
                    <a:pt x="170854" y="5192"/>
                  </a:lnTo>
                  <a:lnTo>
                    <a:pt x="166217" y="2521"/>
                  </a:lnTo>
                  <a:lnTo>
                    <a:pt x="161498" y="0"/>
                  </a:lnTo>
                  <a:lnTo>
                    <a:pt x="85098" y="1486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021039" y="1322571"/>
              <a:ext cx="76399" cy="167167"/>
            </a:xfrm>
            <a:custGeom>
              <a:avLst/>
              <a:pathLst>
                <a:path w="76399" h="167167">
                  <a:moveTo>
                    <a:pt x="76399" y="18479"/>
                  </a:moveTo>
                  <a:lnTo>
                    <a:pt x="71315" y="15975"/>
                  </a:lnTo>
                  <a:lnTo>
                    <a:pt x="66149" y="13644"/>
                  </a:lnTo>
                  <a:lnTo>
                    <a:pt x="60907" y="11490"/>
                  </a:lnTo>
                  <a:lnTo>
                    <a:pt x="55595" y="9515"/>
                  </a:lnTo>
                  <a:lnTo>
                    <a:pt x="50219" y="7721"/>
                  </a:lnTo>
                  <a:lnTo>
                    <a:pt x="44786" y="6111"/>
                  </a:lnTo>
                  <a:lnTo>
                    <a:pt x="39301" y="4685"/>
                  </a:lnTo>
                  <a:lnTo>
                    <a:pt x="33770" y="3446"/>
                  </a:lnTo>
                  <a:lnTo>
                    <a:pt x="28201" y="2396"/>
                  </a:lnTo>
                  <a:lnTo>
                    <a:pt x="22600" y="1534"/>
                  </a:lnTo>
                  <a:lnTo>
                    <a:pt x="16973" y="863"/>
                  </a:lnTo>
                  <a:lnTo>
                    <a:pt x="11326" y="384"/>
                  </a:lnTo>
                  <a:lnTo>
                    <a:pt x="5666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378091" y="1071028"/>
              <a:ext cx="167167" cy="262502"/>
            </a:xfrm>
            <a:custGeom>
              <a:avLst/>
              <a:pathLst>
                <a:path w="167167" h="262502">
                  <a:moveTo>
                    <a:pt x="167167" y="0"/>
                  </a:moveTo>
                  <a:lnTo>
                    <a:pt x="161814" y="85"/>
                  </a:lnTo>
                  <a:lnTo>
                    <a:pt x="156467" y="342"/>
                  </a:lnTo>
                  <a:lnTo>
                    <a:pt x="151131" y="770"/>
                  </a:lnTo>
                  <a:lnTo>
                    <a:pt x="145811" y="1369"/>
                  </a:lnTo>
                  <a:lnTo>
                    <a:pt x="140514" y="2138"/>
                  </a:lnTo>
                  <a:lnTo>
                    <a:pt x="135243" y="3076"/>
                  </a:lnTo>
                  <a:lnTo>
                    <a:pt x="130006" y="4182"/>
                  </a:lnTo>
                  <a:lnTo>
                    <a:pt x="124806" y="5456"/>
                  </a:lnTo>
                  <a:lnTo>
                    <a:pt x="119650" y="6895"/>
                  </a:lnTo>
                  <a:lnTo>
                    <a:pt x="114543" y="8499"/>
                  </a:lnTo>
                  <a:lnTo>
                    <a:pt x="109489" y="10265"/>
                  </a:lnTo>
                  <a:lnTo>
                    <a:pt x="104495" y="12192"/>
                  </a:lnTo>
                  <a:lnTo>
                    <a:pt x="99565" y="14278"/>
                  </a:lnTo>
                  <a:lnTo>
                    <a:pt x="94704" y="16521"/>
                  </a:lnTo>
                  <a:lnTo>
                    <a:pt x="89918" y="18919"/>
                  </a:lnTo>
                  <a:lnTo>
                    <a:pt x="85211" y="21468"/>
                  </a:lnTo>
                  <a:lnTo>
                    <a:pt x="80588" y="24167"/>
                  </a:lnTo>
                  <a:lnTo>
                    <a:pt x="76053" y="27012"/>
                  </a:lnTo>
                  <a:lnTo>
                    <a:pt x="71612" y="30002"/>
                  </a:lnTo>
                  <a:lnTo>
                    <a:pt x="67270" y="33131"/>
                  </a:lnTo>
                  <a:lnTo>
                    <a:pt x="63029" y="36399"/>
                  </a:lnTo>
                  <a:lnTo>
                    <a:pt x="58895" y="39800"/>
                  </a:lnTo>
                  <a:lnTo>
                    <a:pt x="54873" y="43332"/>
                  </a:lnTo>
                  <a:lnTo>
                    <a:pt x="50965" y="46991"/>
                  </a:lnTo>
                  <a:lnTo>
                    <a:pt x="47177" y="50774"/>
                  </a:lnTo>
                  <a:lnTo>
                    <a:pt x="43512" y="54675"/>
                  </a:lnTo>
                  <a:lnTo>
                    <a:pt x="39973" y="58692"/>
                  </a:lnTo>
                  <a:lnTo>
                    <a:pt x="36565" y="62820"/>
                  </a:lnTo>
                  <a:lnTo>
                    <a:pt x="33291" y="67056"/>
                  </a:lnTo>
                  <a:lnTo>
                    <a:pt x="30154" y="71394"/>
                  </a:lnTo>
                  <a:lnTo>
                    <a:pt x="27158" y="75830"/>
                  </a:lnTo>
                  <a:lnTo>
                    <a:pt x="24305" y="80359"/>
                  </a:lnTo>
                  <a:lnTo>
                    <a:pt x="21599" y="84978"/>
                  </a:lnTo>
                  <a:lnTo>
                    <a:pt x="19042" y="89681"/>
                  </a:lnTo>
                  <a:lnTo>
                    <a:pt x="16637" y="94464"/>
                  </a:lnTo>
                  <a:lnTo>
                    <a:pt x="14386" y="99321"/>
                  </a:lnTo>
                  <a:lnTo>
                    <a:pt x="12292" y="104248"/>
                  </a:lnTo>
                  <a:lnTo>
                    <a:pt x="10357" y="109239"/>
                  </a:lnTo>
                  <a:lnTo>
                    <a:pt x="8583" y="114289"/>
                  </a:lnTo>
                  <a:lnTo>
                    <a:pt x="6971" y="119394"/>
                  </a:lnTo>
                  <a:lnTo>
                    <a:pt x="5523" y="124548"/>
                  </a:lnTo>
                  <a:lnTo>
                    <a:pt x="4242" y="129745"/>
                  </a:lnTo>
                  <a:lnTo>
                    <a:pt x="3127" y="134981"/>
                  </a:lnTo>
                  <a:lnTo>
                    <a:pt x="2181" y="140250"/>
                  </a:lnTo>
                  <a:lnTo>
                    <a:pt x="1403" y="145547"/>
                  </a:lnTo>
                  <a:lnTo>
                    <a:pt x="796" y="150865"/>
                  </a:lnTo>
                  <a:lnTo>
                    <a:pt x="359" y="156201"/>
                  </a:lnTo>
                  <a:lnTo>
                    <a:pt x="94" y="161547"/>
                  </a:lnTo>
                  <a:lnTo>
                    <a:pt x="0" y="166900"/>
                  </a:lnTo>
                  <a:lnTo>
                    <a:pt x="77" y="172252"/>
                  </a:lnTo>
                  <a:lnTo>
                    <a:pt x="325" y="177600"/>
                  </a:lnTo>
                  <a:lnTo>
                    <a:pt x="745" y="182937"/>
                  </a:lnTo>
                  <a:lnTo>
                    <a:pt x="1335" y="188257"/>
                  </a:lnTo>
                  <a:lnTo>
                    <a:pt x="2095" y="193556"/>
                  </a:lnTo>
                  <a:lnTo>
                    <a:pt x="3025" y="198828"/>
                  </a:lnTo>
                  <a:lnTo>
                    <a:pt x="4123" y="204067"/>
                  </a:lnTo>
                  <a:lnTo>
                    <a:pt x="5388" y="209269"/>
                  </a:lnTo>
                  <a:lnTo>
                    <a:pt x="6819" y="214427"/>
                  </a:lnTo>
                  <a:lnTo>
                    <a:pt x="8414" y="219537"/>
                  </a:lnTo>
                  <a:lnTo>
                    <a:pt x="10173" y="224594"/>
                  </a:lnTo>
                  <a:lnTo>
                    <a:pt x="12092" y="229591"/>
                  </a:lnTo>
                  <a:lnTo>
                    <a:pt x="14170" y="234524"/>
                  </a:lnTo>
                  <a:lnTo>
                    <a:pt x="16405" y="239389"/>
                  </a:lnTo>
                  <a:lnTo>
                    <a:pt x="18795" y="244179"/>
                  </a:lnTo>
                  <a:lnTo>
                    <a:pt x="21337" y="248890"/>
                  </a:lnTo>
                  <a:lnTo>
                    <a:pt x="24028" y="253517"/>
                  </a:lnTo>
                  <a:lnTo>
                    <a:pt x="26867" y="258056"/>
                  </a:lnTo>
                  <a:lnTo>
                    <a:pt x="29849" y="262502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07940" y="1238196"/>
              <a:ext cx="137317" cy="95334"/>
            </a:xfrm>
            <a:custGeom>
              <a:avLst/>
              <a:pathLst>
                <a:path w="137317" h="95334">
                  <a:moveTo>
                    <a:pt x="0" y="95334"/>
                  </a:moveTo>
                  <a:lnTo>
                    <a:pt x="13731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07940" y="1238196"/>
              <a:ext cx="137317" cy="95334"/>
            </a:xfrm>
            <a:custGeom>
              <a:avLst/>
              <a:pathLst>
                <a:path w="137317" h="95334">
                  <a:moveTo>
                    <a:pt x="0" y="95334"/>
                  </a:moveTo>
                  <a:lnTo>
                    <a:pt x="13731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07940" y="1238196"/>
              <a:ext cx="137317" cy="95334"/>
            </a:xfrm>
            <a:custGeom>
              <a:avLst/>
              <a:pathLst>
                <a:path w="137317" h="95334">
                  <a:moveTo>
                    <a:pt x="0" y="95334"/>
                  </a:moveTo>
                  <a:lnTo>
                    <a:pt x="13731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07940" y="1238196"/>
              <a:ext cx="137317" cy="95334"/>
            </a:xfrm>
            <a:custGeom>
              <a:avLst/>
              <a:pathLst>
                <a:path w="137317" h="95334">
                  <a:moveTo>
                    <a:pt x="0" y="95334"/>
                  </a:moveTo>
                  <a:lnTo>
                    <a:pt x="13731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07940" y="1238196"/>
              <a:ext cx="137317" cy="95334"/>
            </a:xfrm>
            <a:custGeom>
              <a:avLst/>
              <a:pathLst>
                <a:path w="137317" h="95334">
                  <a:moveTo>
                    <a:pt x="0" y="95334"/>
                  </a:moveTo>
                  <a:lnTo>
                    <a:pt x="13731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07940" y="1238196"/>
              <a:ext cx="137317" cy="95334"/>
            </a:xfrm>
            <a:custGeom>
              <a:avLst/>
              <a:pathLst>
                <a:path w="137317" h="95334">
                  <a:moveTo>
                    <a:pt x="0" y="95334"/>
                  </a:moveTo>
                  <a:lnTo>
                    <a:pt x="13731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07940" y="1238196"/>
              <a:ext cx="137317" cy="95334"/>
            </a:xfrm>
            <a:custGeom>
              <a:avLst/>
              <a:pathLst>
                <a:path w="137317" h="95334">
                  <a:moveTo>
                    <a:pt x="0" y="95334"/>
                  </a:moveTo>
                  <a:lnTo>
                    <a:pt x="13731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07940" y="1238196"/>
              <a:ext cx="137317" cy="95334"/>
            </a:xfrm>
            <a:custGeom>
              <a:avLst/>
              <a:pathLst>
                <a:path w="137317" h="95334">
                  <a:moveTo>
                    <a:pt x="0" y="95334"/>
                  </a:moveTo>
                  <a:lnTo>
                    <a:pt x="13731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07940" y="1238196"/>
              <a:ext cx="137317" cy="95334"/>
            </a:xfrm>
            <a:custGeom>
              <a:avLst/>
              <a:pathLst>
                <a:path w="137317" h="95334">
                  <a:moveTo>
                    <a:pt x="0" y="95334"/>
                  </a:moveTo>
                  <a:lnTo>
                    <a:pt x="13731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07940" y="1238196"/>
              <a:ext cx="137317" cy="95334"/>
            </a:xfrm>
            <a:custGeom>
              <a:avLst/>
              <a:pathLst>
                <a:path w="137317" h="95334">
                  <a:moveTo>
                    <a:pt x="0" y="95334"/>
                  </a:moveTo>
                  <a:lnTo>
                    <a:pt x="13731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07940" y="1238196"/>
              <a:ext cx="137317" cy="95334"/>
            </a:xfrm>
            <a:custGeom>
              <a:avLst/>
              <a:pathLst>
                <a:path w="137317" h="95334">
                  <a:moveTo>
                    <a:pt x="0" y="95334"/>
                  </a:moveTo>
                  <a:lnTo>
                    <a:pt x="13731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07940" y="1238196"/>
              <a:ext cx="137317" cy="95334"/>
            </a:xfrm>
            <a:custGeom>
              <a:avLst/>
              <a:pathLst>
                <a:path w="137317" h="95334">
                  <a:moveTo>
                    <a:pt x="0" y="95334"/>
                  </a:moveTo>
                  <a:lnTo>
                    <a:pt x="13731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07940" y="1238196"/>
              <a:ext cx="137317" cy="95334"/>
            </a:xfrm>
            <a:custGeom>
              <a:avLst/>
              <a:pathLst>
                <a:path w="137317" h="95334">
                  <a:moveTo>
                    <a:pt x="0" y="95334"/>
                  </a:moveTo>
                  <a:lnTo>
                    <a:pt x="13731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07940" y="1238196"/>
              <a:ext cx="137317" cy="95334"/>
            </a:xfrm>
            <a:custGeom>
              <a:avLst/>
              <a:pathLst>
                <a:path w="137317" h="95334">
                  <a:moveTo>
                    <a:pt x="0" y="95334"/>
                  </a:moveTo>
                  <a:lnTo>
                    <a:pt x="13731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07940" y="1238196"/>
              <a:ext cx="137317" cy="95334"/>
            </a:xfrm>
            <a:custGeom>
              <a:avLst/>
              <a:pathLst>
                <a:path w="137317" h="95334">
                  <a:moveTo>
                    <a:pt x="0" y="95334"/>
                  </a:moveTo>
                  <a:lnTo>
                    <a:pt x="13731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07940" y="1238196"/>
              <a:ext cx="137317" cy="95334"/>
            </a:xfrm>
            <a:custGeom>
              <a:avLst/>
              <a:pathLst>
                <a:path w="137317" h="95334">
                  <a:moveTo>
                    <a:pt x="0" y="95334"/>
                  </a:moveTo>
                  <a:lnTo>
                    <a:pt x="13731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07940" y="1238196"/>
              <a:ext cx="137317" cy="95334"/>
            </a:xfrm>
            <a:custGeom>
              <a:avLst/>
              <a:pathLst>
                <a:path w="137317" h="95334">
                  <a:moveTo>
                    <a:pt x="0" y="95334"/>
                  </a:moveTo>
                  <a:lnTo>
                    <a:pt x="13731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07940" y="1238196"/>
              <a:ext cx="137317" cy="95334"/>
            </a:xfrm>
            <a:custGeom>
              <a:avLst/>
              <a:pathLst>
                <a:path w="137317" h="95334">
                  <a:moveTo>
                    <a:pt x="0" y="95334"/>
                  </a:moveTo>
                  <a:lnTo>
                    <a:pt x="13731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07940" y="1238196"/>
              <a:ext cx="137317" cy="95334"/>
            </a:xfrm>
            <a:custGeom>
              <a:avLst/>
              <a:pathLst>
                <a:path w="137317" h="95334">
                  <a:moveTo>
                    <a:pt x="0" y="95334"/>
                  </a:moveTo>
                  <a:lnTo>
                    <a:pt x="13731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07940" y="1238196"/>
              <a:ext cx="137317" cy="95334"/>
            </a:xfrm>
            <a:custGeom>
              <a:avLst/>
              <a:pathLst>
                <a:path w="137317" h="95334">
                  <a:moveTo>
                    <a:pt x="0" y="95334"/>
                  </a:moveTo>
                  <a:lnTo>
                    <a:pt x="13731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07940" y="1178460"/>
              <a:ext cx="304466" cy="226897"/>
            </a:xfrm>
            <a:custGeom>
              <a:avLst/>
              <a:pathLst>
                <a:path w="304466" h="226897">
                  <a:moveTo>
                    <a:pt x="0" y="155070"/>
                  </a:moveTo>
                  <a:lnTo>
                    <a:pt x="3107" y="159397"/>
                  </a:lnTo>
                  <a:lnTo>
                    <a:pt x="6351" y="163623"/>
                  </a:lnTo>
                  <a:lnTo>
                    <a:pt x="9728" y="167743"/>
                  </a:lnTo>
                  <a:lnTo>
                    <a:pt x="13234" y="171754"/>
                  </a:lnTo>
                  <a:lnTo>
                    <a:pt x="16866" y="175651"/>
                  </a:lnTo>
                  <a:lnTo>
                    <a:pt x="20621" y="179430"/>
                  </a:lnTo>
                  <a:lnTo>
                    <a:pt x="24494" y="183088"/>
                  </a:lnTo>
                  <a:lnTo>
                    <a:pt x="28482" y="186620"/>
                  </a:lnTo>
                  <a:lnTo>
                    <a:pt x="32581" y="190024"/>
                  </a:lnTo>
                  <a:lnTo>
                    <a:pt x="36785" y="193295"/>
                  </a:lnTo>
                  <a:lnTo>
                    <a:pt x="41092" y="196430"/>
                  </a:lnTo>
                  <a:lnTo>
                    <a:pt x="45497" y="199427"/>
                  </a:lnTo>
                  <a:lnTo>
                    <a:pt x="49995" y="202282"/>
                  </a:lnTo>
                  <a:lnTo>
                    <a:pt x="54581" y="204992"/>
                  </a:lnTo>
                  <a:lnTo>
                    <a:pt x="59252" y="207555"/>
                  </a:lnTo>
                  <a:lnTo>
                    <a:pt x="64002" y="209967"/>
                  </a:lnTo>
                  <a:lnTo>
                    <a:pt x="68826" y="212227"/>
                  </a:lnTo>
                  <a:lnTo>
                    <a:pt x="73720" y="214332"/>
                  </a:lnTo>
                  <a:lnTo>
                    <a:pt x="78678" y="216280"/>
                  </a:lnTo>
                  <a:lnTo>
                    <a:pt x="83696" y="218069"/>
                  </a:lnTo>
                  <a:lnTo>
                    <a:pt x="88769" y="219697"/>
                  </a:lnTo>
                  <a:lnTo>
                    <a:pt x="93890" y="221163"/>
                  </a:lnTo>
                  <a:lnTo>
                    <a:pt x="99056" y="222465"/>
                  </a:lnTo>
                  <a:lnTo>
                    <a:pt x="104261" y="223601"/>
                  </a:lnTo>
                  <a:lnTo>
                    <a:pt x="109499" y="224571"/>
                  </a:lnTo>
                  <a:lnTo>
                    <a:pt x="114766" y="225374"/>
                  </a:lnTo>
                  <a:lnTo>
                    <a:pt x="120055" y="226009"/>
                  </a:lnTo>
                  <a:lnTo>
                    <a:pt x="125362" y="226474"/>
                  </a:lnTo>
                  <a:lnTo>
                    <a:pt x="130681" y="226771"/>
                  </a:lnTo>
                  <a:lnTo>
                    <a:pt x="136007" y="226897"/>
                  </a:lnTo>
                  <a:lnTo>
                    <a:pt x="141334" y="226854"/>
                  </a:lnTo>
                  <a:lnTo>
                    <a:pt x="146657" y="226641"/>
                  </a:lnTo>
                  <a:lnTo>
                    <a:pt x="151971" y="226259"/>
                  </a:lnTo>
                  <a:lnTo>
                    <a:pt x="157270" y="225707"/>
                  </a:lnTo>
                  <a:lnTo>
                    <a:pt x="162548" y="224987"/>
                  </a:lnTo>
                  <a:lnTo>
                    <a:pt x="167801" y="224099"/>
                  </a:lnTo>
                  <a:lnTo>
                    <a:pt x="173023" y="223045"/>
                  </a:lnTo>
                  <a:lnTo>
                    <a:pt x="178208" y="221824"/>
                  </a:lnTo>
                  <a:lnTo>
                    <a:pt x="183353" y="220439"/>
                  </a:lnTo>
                  <a:lnTo>
                    <a:pt x="188450" y="218890"/>
                  </a:lnTo>
                  <a:lnTo>
                    <a:pt x="193495" y="217180"/>
                  </a:lnTo>
                  <a:lnTo>
                    <a:pt x="198484" y="215310"/>
                  </a:lnTo>
                  <a:lnTo>
                    <a:pt x="203410" y="213282"/>
                  </a:lnTo>
                  <a:lnTo>
                    <a:pt x="208269" y="211098"/>
                  </a:lnTo>
                  <a:lnTo>
                    <a:pt x="213056" y="208760"/>
                  </a:lnTo>
                  <a:lnTo>
                    <a:pt x="217766" y="206271"/>
                  </a:lnTo>
                  <a:lnTo>
                    <a:pt x="222395" y="203634"/>
                  </a:lnTo>
                  <a:lnTo>
                    <a:pt x="226937" y="200850"/>
                  </a:lnTo>
                  <a:lnTo>
                    <a:pt x="231388" y="197922"/>
                  </a:lnTo>
                  <a:lnTo>
                    <a:pt x="235743" y="194855"/>
                  </a:lnTo>
                  <a:lnTo>
                    <a:pt x="239999" y="191650"/>
                  </a:lnTo>
                  <a:lnTo>
                    <a:pt x="244150" y="188311"/>
                  </a:lnTo>
                  <a:lnTo>
                    <a:pt x="248193" y="184841"/>
                  </a:lnTo>
                  <a:lnTo>
                    <a:pt x="252123" y="181245"/>
                  </a:lnTo>
                  <a:lnTo>
                    <a:pt x="255936" y="177525"/>
                  </a:lnTo>
                  <a:lnTo>
                    <a:pt x="259629" y="173685"/>
                  </a:lnTo>
                  <a:lnTo>
                    <a:pt x="263198" y="169730"/>
                  </a:lnTo>
                  <a:lnTo>
                    <a:pt x="266639" y="165663"/>
                  </a:lnTo>
                  <a:lnTo>
                    <a:pt x="269949" y="161489"/>
                  </a:lnTo>
                  <a:lnTo>
                    <a:pt x="273124" y="157211"/>
                  </a:lnTo>
                  <a:lnTo>
                    <a:pt x="276161" y="152834"/>
                  </a:lnTo>
                  <a:lnTo>
                    <a:pt x="279057" y="148363"/>
                  </a:lnTo>
                  <a:lnTo>
                    <a:pt x="281809" y="143801"/>
                  </a:lnTo>
                  <a:lnTo>
                    <a:pt x="284414" y="139154"/>
                  </a:lnTo>
                  <a:lnTo>
                    <a:pt x="286870" y="134427"/>
                  </a:lnTo>
                  <a:lnTo>
                    <a:pt x="289174" y="129624"/>
                  </a:lnTo>
                  <a:lnTo>
                    <a:pt x="291324" y="124749"/>
                  </a:lnTo>
                  <a:lnTo>
                    <a:pt x="293318" y="119809"/>
                  </a:lnTo>
                  <a:lnTo>
                    <a:pt x="295153" y="114808"/>
                  </a:lnTo>
                  <a:lnTo>
                    <a:pt x="296827" y="109750"/>
                  </a:lnTo>
                  <a:lnTo>
                    <a:pt x="298340" y="104642"/>
                  </a:lnTo>
                  <a:lnTo>
                    <a:pt x="299689" y="99488"/>
                  </a:lnTo>
                  <a:lnTo>
                    <a:pt x="300873" y="94294"/>
                  </a:lnTo>
                  <a:lnTo>
                    <a:pt x="301892" y="89065"/>
                  </a:lnTo>
                  <a:lnTo>
                    <a:pt x="302743" y="83806"/>
                  </a:lnTo>
                  <a:lnTo>
                    <a:pt x="303426" y="78523"/>
                  </a:lnTo>
                  <a:lnTo>
                    <a:pt x="303940" y="73221"/>
                  </a:lnTo>
                  <a:lnTo>
                    <a:pt x="304285" y="67904"/>
                  </a:lnTo>
                  <a:lnTo>
                    <a:pt x="304461" y="62580"/>
                  </a:lnTo>
                  <a:lnTo>
                    <a:pt x="304466" y="57253"/>
                  </a:lnTo>
                  <a:lnTo>
                    <a:pt x="304302" y="51928"/>
                  </a:lnTo>
                  <a:lnTo>
                    <a:pt x="303969" y="46611"/>
                  </a:lnTo>
                  <a:lnTo>
                    <a:pt x="303466" y="41307"/>
                  </a:lnTo>
                  <a:lnTo>
                    <a:pt x="302794" y="36022"/>
                  </a:lnTo>
                  <a:lnTo>
                    <a:pt x="301955" y="30762"/>
                  </a:lnTo>
                  <a:lnTo>
                    <a:pt x="300948" y="25530"/>
                  </a:lnTo>
                  <a:lnTo>
                    <a:pt x="299775" y="20334"/>
                  </a:lnTo>
                  <a:lnTo>
                    <a:pt x="298437" y="15177"/>
                  </a:lnTo>
                  <a:lnTo>
                    <a:pt x="296935" y="10066"/>
                  </a:lnTo>
                  <a:lnTo>
                    <a:pt x="295272" y="5005"/>
                  </a:lnTo>
                  <a:lnTo>
                    <a:pt x="293448" y="0"/>
                  </a:lnTo>
                  <a:lnTo>
                    <a:pt x="137317" y="597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45258" y="1071028"/>
              <a:ext cx="156130" cy="167167"/>
            </a:xfrm>
            <a:custGeom>
              <a:avLst/>
              <a:pathLst>
                <a:path w="156130" h="167167">
                  <a:moveTo>
                    <a:pt x="156130" y="107432"/>
                  </a:moveTo>
                  <a:lnTo>
                    <a:pt x="154101" y="102378"/>
                  </a:lnTo>
                  <a:lnTo>
                    <a:pt x="151909" y="97393"/>
                  </a:lnTo>
                  <a:lnTo>
                    <a:pt x="149556" y="92482"/>
                  </a:lnTo>
                  <a:lnTo>
                    <a:pt x="147044" y="87650"/>
                  </a:lnTo>
                  <a:lnTo>
                    <a:pt x="144376" y="82903"/>
                  </a:lnTo>
                  <a:lnTo>
                    <a:pt x="141554" y="78245"/>
                  </a:lnTo>
                  <a:lnTo>
                    <a:pt x="138583" y="73681"/>
                  </a:lnTo>
                  <a:lnTo>
                    <a:pt x="135464" y="69217"/>
                  </a:lnTo>
                  <a:lnTo>
                    <a:pt x="132202" y="64856"/>
                  </a:lnTo>
                  <a:lnTo>
                    <a:pt x="128799" y="60605"/>
                  </a:lnTo>
                  <a:lnTo>
                    <a:pt x="125260" y="56466"/>
                  </a:lnTo>
                  <a:lnTo>
                    <a:pt x="121588" y="52445"/>
                  </a:lnTo>
                  <a:lnTo>
                    <a:pt x="117787" y="48545"/>
                  </a:lnTo>
                  <a:lnTo>
                    <a:pt x="113860" y="44772"/>
                  </a:lnTo>
                  <a:lnTo>
                    <a:pt x="109813" y="41128"/>
                  </a:lnTo>
                  <a:lnTo>
                    <a:pt x="105650" y="37618"/>
                  </a:lnTo>
                  <a:lnTo>
                    <a:pt x="101374" y="34245"/>
                  </a:lnTo>
                  <a:lnTo>
                    <a:pt x="96991" y="31014"/>
                  </a:lnTo>
                  <a:lnTo>
                    <a:pt x="92504" y="27927"/>
                  </a:lnTo>
                  <a:lnTo>
                    <a:pt x="87920" y="24988"/>
                  </a:lnTo>
                  <a:lnTo>
                    <a:pt x="83242" y="22199"/>
                  </a:lnTo>
                  <a:lnTo>
                    <a:pt x="78476" y="19565"/>
                  </a:lnTo>
                  <a:lnTo>
                    <a:pt x="73627" y="17087"/>
                  </a:lnTo>
                  <a:lnTo>
                    <a:pt x="68699" y="14769"/>
                  </a:lnTo>
                  <a:lnTo>
                    <a:pt x="63699" y="12612"/>
                  </a:lnTo>
                  <a:lnTo>
                    <a:pt x="58631" y="10619"/>
                  </a:lnTo>
                  <a:lnTo>
                    <a:pt x="53501" y="8792"/>
                  </a:lnTo>
                  <a:lnTo>
                    <a:pt x="48314" y="7134"/>
                  </a:lnTo>
                  <a:lnTo>
                    <a:pt x="43076" y="5645"/>
                  </a:lnTo>
                  <a:lnTo>
                    <a:pt x="37792" y="4327"/>
                  </a:lnTo>
                  <a:lnTo>
                    <a:pt x="32468" y="3183"/>
                  </a:lnTo>
                  <a:lnTo>
                    <a:pt x="27109" y="2212"/>
                  </a:lnTo>
                  <a:lnTo>
                    <a:pt x="21722" y="1417"/>
                  </a:lnTo>
                  <a:lnTo>
                    <a:pt x="16311" y="797"/>
                  </a:lnTo>
                  <a:lnTo>
                    <a:pt x="10884" y="354"/>
                  </a:lnTo>
                  <a:lnTo>
                    <a:pt x="5444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39252" y="941493"/>
              <a:ext cx="84291" cy="167167"/>
            </a:xfrm>
            <a:custGeom>
              <a:avLst/>
              <a:pathLst>
                <a:path w="84291" h="167167">
                  <a:moveTo>
                    <a:pt x="84291" y="0"/>
                  </a:moveTo>
                  <a:lnTo>
                    <a:pt x="78403" y="103"/>
                  </a:lnTo>
                  <a:lnTo>
                    <a:pt x="72521" y="414"/>
                  </a:lnTo>
                  <a:lnTo>
                    <a:pt x="66655" y="932"/>
                  </a:lnTo>
                  <a:lnTo>
                    <a:pt x="60810" y="1657"/>
                  </a:lnTo>
                  <a:lnTo>
                    <a:pt x="54994" y="2587"/>
                  </a:lnTo>
                  <a:lnTo>
                    <a:pt x="49215" y="3721"/>
                  </a:lnTo>
                  <a:lnTo>
                    <a:pt x="43479" y="5058"/>
                  </a:lnTo>
                  <a:lnTo>
                    <a:pt x="37794" y="6596"/>
                  </a:lnTo>
                  <a:lnTo>
                    <a:pt x="32167" y="8334"/>
                  </a:lnTo>
                  <a:lnTo>
                    <a:pt x="26604" y="10268"/>
                  </a:lnTo>
                  <a:lnTo>
                    <a:pt x="21113" y="12398"/>
                  </a:lnTo>
                  <a:lnTo>
                    <a:pt x="15700" y="14719"/>
                  </a:lnTo>
                  <a:lnTo>
                    <a:pt x="10373" y="17230"/>
                  </a:lnTo>
                  <a:lnTo>
                    <a:pt x="5137" y="19927"/>
                  </a:lnTo>
                  <a:lnTo>
                    <a:pt x="0" y="22807"/>
                  </a:lnTo>
                  <a:lnTo>
                    <a:pt x="8429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39252" y="964300"/>
              <a:ext cx="84291" cy="144360"/>
            </a:xfrm>
            <a:custGeom>
              <a:avLst/>
              <a:pathLst>
                <a:path w="84291" h="144360">
                  <a:moveTo>
                    <a:pt x="0" y="0"/>
                  </a:moveTo>
                  <a:lnTo>
                    <a:pt x="84291" y="1443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39252" y="964300"/>
              <a:ext cx="84291" cy="144360"/>
            </a:xfrm>
            <a:custGeom>
              <a:avLst/>
              <a:pathLst>
                <a:path w="84291" h="144360">
                  <a:moveTo>
                    <a:pt x="0" y="0"/>
                  </a:moveTo>
                  <a:lnTo>
                    <a:pt x="84291" y="1443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39252" y="964300"/>
              <a:ext cx="84291" cy="144360"/>
            </a:xfrm>
            <a:custGeom>
              <a:avLst/>
              <a:pathLst>
                <a:path w="84291" h="144360">
                  <a:moveTo>
                    <a:pt x="0" y="0"/>
                  </a:moveTo>
                  <a:lnTo>
                    <a:pt x="84291" y="1443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39252" y="964300"/>
              <a:ext cx="84291" cy="144360"/>
            </a:xfrm>
            <a:custGeom>
              <a:avLst/>
              <a:pathLst>
                <a:path w="84291" h="144360">
                  <a:moveTo>
                    <a:pt x="0" y="0"/>
                  </a:moveTo>
                  <a:lnTo>
                    <a:pt x="84291" y="1443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39252" y="964300"/>
              <a:ext cx="84291" cy="144360"/>
            </a:xfrm>
            <a:custGeom>
              <a:avLst/>
              <a:pathLst>
                <a:path w="84291" h="144360">
                  <a:moveTo>
                    <a:pt x="0" y="0"/>
                  </a:moveTo>
                  <a:lnTo>
                    <a:pt x="84291" y="1443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9252" y="964300"/>
              <a:ext cx="84291" cy="144360"/>
            </a:xfrm>
            <a:custGeom>
              <a:avLst/>
              <a:pathLst>
                <a:path w="84291" h="144360">
                  <a:moveTo>
                    <a:pt x="0" y="0"/>
                  </a:moveTo>
                  <a:lnTo>
                    <a:pt x="84291" y="1443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9252" y="964300"/>
              <a:ext cx="84291" cy="144360"/>
            </a:xfrm>
            <a:custGeom>
              <a:avLst/>
              <a:pathLst>
                <a:path w="84291" h="144360">
                  <a:moveTo>
                    <a:pt x="0" y="0"/>
                  </a:moveTo>
                  <a:lnTo>
                    <a:pt x="84291" y="1443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9252" y="964300"/>
              <a:ext cx="84291" cy="144360"/>
            </a:xfrm>
            <a:custGeom>
              <a:avLst/>
              <a:pathLst>
                <a:path w="84291" h="144360">
                  <a:moveTo>
                    <a:pt x="0" y="0"/>
                  </a:moveTo>
                  <a:lnTo>
                    <a:pt x="84291" y="1443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9252" y="964300"/>
              <a:ext cx="84291" cy="144360"/>
            </a:xfrm>
            <a:custGeom>
              <a:avLst/>
              <a:pathLst>
                <a:path w="84291" h="144360">
                  <a:moveTo>
                    <a:pt x="0" y="0"/>
                  </a:moveTo>
                  <a:lnTo>
                    <a:pt x="84291" y="1443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9252" y="964300"/>
              <a:ext cx="84291" cy="144360"/>
            </a:xfrm>
            <a:custGeom>
              <a:avLst/>
              <a:pathLst>
                <a:path w="84291" h="144360">
                  <a:moveTo>
                    <a:pt x="0" y="0"/>
                  </a:moveTo>
                  <a:lnTo>
                    <a:pt x="84291" y="1443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9252" y="964300"/>
              <a:ext cx="84291" cy="144360"/>
            </a:xfrm>
            <a:custGeom>
              <a:avLst/>
              <a:pathLst>
                <a:path w="84291" h="144360">
                  <a:moveTo>
                    <a:pt x="0" y="0"/>
                  </a:moveTo>
                  <a:lnTo>
                    <a:pt x="84291" y="1443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9252" y="964300"/>
              <a:ext cx="84291" cy="144360"/>
            </a:xfrm>
            <a:custGeom>
              <a:avLst/>
              <a:pathLst>
                <a:path w="84291" h="144360">
                  <a:moveTo>
                    <a:pt x="0" y="0"/>
                  </a:moveTo>
                  <a:lnTo>
                    <a:pt x="84291" y="1443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9252" y="964300"/>
              <a:ext cx="84291" cy="144360"/>
            </a:xfrm>
            <a:custGeom>
              <a:avLst/>
              <a:pathLst>
                <a:path w="84291" h="144360">
                  <a:moveTo>
                    <a:pt x="0" y="0"/>
                  </a:moveTo>
                  <a:lnTo>
                    <a:pt x="84291" y="1443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9252" y="964300"/>
              <a:ext cx="84291" cy="144360"/>
            </a:xfrm>
            <a:custGeom>
              <a:avLst/>
              <a:pathLst>
                <a:path w="84291" h="144360">
                  <a:moveTo>
                    <a:pt x="0" y="0"/>
                  </a:moveTo>
                  <a:lnTo>
                    <a:pt x="84291" y="1443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9252" y="964300"/>
              <a:ext cx="84291" cy="144360"/>
            </a:xfrm>
            <a:custGeom>
              <a:avLst/>
              <a:pathLst>
                <a:path w="84291" h="144360">
                  <a:moveTo>
                    <a:pt x="0" y="0"/>
                  </a:moveTo>
                  <a:lnTo>
                    <a:pt x="84291" y="1443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9252" y="964300"/>
              <a:ext cx="84291" cy="144360"/>
            </a:xfrm>
            <a:custGeom>
              <a:avLst/>
              <a:pathLst>
                <a:path w="84291" h="144360">
                  <a:moveTo>
                    <a:pt x="0" y="0"/>
                  </a:moveTo>
                  <a:lnTo>
                    <a:pt x="84291" y="1443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9252" y="964300"/>
              <a:ext cx="84291" cy="144360"/>
            </a:xfrm>
            <a:custGeom>
              <a:avLst/>
              <a:pathLst>
                <a:path w="84291" h="144360">
                  <a:moveTo>
                    <a:pt x="0" y="0"/>
                  </a:moveTo>
                  <a:lnTo>
                    <a:pt x="84291" y="1443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9252" y="964300"/>
              <a:ext cx="84291" cy="144360"/>
            </a:xfrm>
            <a:custGeom>
              <a:avLst/>
              <a:pathLst>
                <a:path w="84291" h="144360">
                  <a:moveTo>
                    <a:pt x="0" y="0"/>
                  </a:moveTo>
                  <a:lnTo>
                    <a:pt x="84291" y="1443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9252" y="964300"/>
              <a:ext cx="84291" cy="144360"/>
            </a:xfrm>
            <a:custGeom>
              <a:avLst/>
              <a:pathLst>
                <a:path w="84291" h="144360">
                  <a:moveTo>
                    <a:pt x="0" y="0"/>
                  </a:moveTo>
                  <a:lnTo>
                    <a:pt x="84291" y="1443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856377" y="946362"/>
              <a:ext cx="334333" cy="329446"/>
            </a:xfrm>
            <a:custGeom>
              <a:avLst/>
              <a:pathLst>
                <a:path w="334333" h="329446">
                  <a:moveTo>
                    <a:pt x="82874" y="17938"/>
                  </a:moveTo>
                  <a:lnTo>
                    <a:pt x="78344" y="20681"/>
                  </a:lnTo>
                  <a:lnTo>
                    <a:pt x="73902" y="23565"/>
                  </a:lnTo>
                  <a:lnTo>
                    <a:pt x="69554" y="26589"/>
                  </a:lnTo>
                  <a:lnTo>
                    <a:pt x="65305" y="29749"/>
                  </a:lnTo>
                  <a:lnTo>
                    <a:pt x="61157" y="33043"/>
                  </a:lnTo>
                  <a:lnTo>
                    <a:pt x="57116" y="36466"/>
                  </a:lnTo>
                  <a:lnTo>
                    <a:pt x="53185" y="40015"/>
                  </a:lnTo>
                  <a:lnTo>
                    <a:pt x="49368" y="43687"/>
                  </a:lnTo>
                  <a:lnTo>
                    <a:pt x="45670" y="47478"/>
                  </a:lnTo>
                  <a:lnTo>
                    <a:pt x="42094" y="51384"/>
                  </a:lnTo>
                  <a:lnTo>
                    <a:pt x="38643" y="55402"/>
                  </a:lnTo>
                  <a:lnTo>
                    <a:pt x="35322" y="59526"/>
                  </a:lnTo>
                  <a:lnTo>
                    <a:pt x="32132" y="63754"/>
                  </a:lnTo>
                  <a:lnTo>
                    <a:pt x="29079" y="68081"/>
                  </a:lnTo>
                  <a:lnTo>
                    <a:pt x="26163" y="72503"/>
                  </a:lnTo>
                  <a:lnTo>
                    <a:pt x="23390" y="77015"/>
                  </a:lnTo>
                  <a:lnTo>
                    <a:pt x="20760" y="81612"/>
                  </a:lnTo>
                  <a:lnTo>
                    <a:pt x="18278" y="86290"/>
                  </a:lnTo>
                  <a:lnTo>
                    <a:pt x="15945" y="91044"/>
                  </a:lnTo>
                  <a:lnTo>
                    <a:pt x="13764" y="95871"/>
                  </a:lnTo>
                  <a:lnTo>
                    <a:pt x="11736" y="100763"/>
                  </a:lnTo>
                  <a:lnTo>
                    <a:pt x="9865" y="105718"/>
                  </a:lnTo>
                  <a:lnTo>
                    <a:pt x="8152" y="110729"/>
                  </a:lnTo>
                  <a:lnTo>
                    <a:pt x="6598" y="115792"/>
                  </a:lnTo>
                  <a:lnTo>
                    <a:pt x="5205" y="120902"/>
                  </a:lnTo>
                  <a:lnTo>
                    <a:pt x="3975" y="126053"/>
                  </a:lnTo>
                  <a:lnTo>
                    <a:pt x="2909" y="131240"/>
                  </a:lnTo>
                  <a:lnTo>
                    <a:pt x="2008" y="136459"/>
                  </a:lnTo>
                  <a:lnTo>
                    <a:pt x="1272" y="141704"/>
                  </a:lnTo>
                  <a:lnTo>
                    <a:pt x="703" y="146969"/>
                  </a:lnTo>
                  <a:lnTo>
                    <a:pt x="301" y="152250"/>
                  </a:lnTo>
                  <a:lnTo>
                    <a:pt x="66" y="157541"/>
                  </a:lnTo>
                  <a:lnTo>
                    <a:pt x="0" y="162837"/>
                  </a:lnTo>
                  <a:lnTo>
                    <a:pt x="100" y="168132"/>
                  </a:lnTo>
                  <a:lnTo>
                    <a:pt x="369" y="173421"/>
                  </a:lnTo>
                  <a:lnTo>
                    <a:pt x="805" y="178699"/>
                  </a:lnTo>
                  <a:lnTo>
                    <a:pt x="1408" y="183961"/>
                  </a:lnTo>
                  <a:lnTo>
                    <a:pt x="2178" y="189200"/>
                  </a:lnTo>
                  <a:lnTo>
                    <a:pt x="3113" y="194413"/>
                  </a:lnTo>
                  <a:lnTo>
                    <a:pt x="4212" y="199594"/>
                  </a:lnTo>
                  <a:lnTo>
                    <a:pt x="5475" y="204737"/>
                  </a:lnTo>
                  <a:lnTo>
                    <a:pt x="6901" y="209838"/>
                  </a:lnTo>
                  <a:lnTo>
                    <a:pt x="8487" y="214891"/>
                  </a:lnTo>
                  <a:lnTo>
                    <a:pt x="10233" y="219891"/>
                  </a:lnTo>
                  <a:lnTo>
                    <a:pt x="12136" y="224833"/>
                  </a:lnTo>
                  <a:lnTo>
                    <a:pt x="14195" y="229713"/>
                  </a:lnTo>
                  <a:lnTo>
                    <a:pt x="16407" y="234524"/>
                  </a:lnTo>
                  <a:lnTo>
                    <a:pt x="18771" y="239264"/>
                  </a:lnTo>
                  <a:lnTo>
                    <a:pt x="21283" y="243926"/>
                  </a:lnTo>
                  <a:lnTo>
                    <a:pt x="23942" y="248506"/>
                  </a:lnTo>
                  <a:lnTo>
                    <a:pt x="26745" y="253000"/>
                  </a:lnTo>
                  <a:lnTo>
                    <a:pt x="29688" y="257402"/>
                  </a:lnTo>
                  <a:lnTo>
                    <a:pt x="32770" y="261710"/>
                  </a:lnTo>
                  <a:lnTo>
                    <a:pt x="35986" y="265917"/>
                  </a:lnTo>
                  <a:lnTo>
                    <a:pt x="39335" y="270020"/>
                  </a:lnTo>
                  <a:lnTo>
                    <a:pt x="42811" y="274016"/>
                  </a:lnTo>
                  <a:lnTo>
                    <a:pt x="46412" y="277899"/>
                  </a:lnTo>
                  <a:lnTo>
                    <a:pt x="50135" y="281666"/>
                  </a:lnTo>
                  <a:lnTo>
                    <a:pt x="53975" y="285313"/>
                  </a:lnTo>
                  <a:lnTo>
                    <a:pt x="57929" y="288837"/>
                  </a:lnTo>
                  <a:lnTo>
                    <a:pt x="61992" y="292234"/>
                  </a:lnTo>
                  <a:lnTo>
                    <a:pt x="66161" y="295500"/>
                  </a:lnTo>
                  <a:lnTo>
                    <a:pt x="70431" y="298633"/>
                  </a:lnTo>
                  <a:lnTo>
                    <a:pt x="74798" y="301629"/>
                  </a:lnTo>
                  <a:lnTo>
                    <a:pt x="79258" y="304485"/>
                  </a:lnTo>
                  <a:lnTo>
                    <a:pt x="83806" y="307198"/>
                  </a:lnTo>
                  <a:lnTo>
                    <a:pt x="88438" y="309766"/>
                  </a:lnTo>
                  <a:lnTo>
                    <a:pt x="93149" y="312186"/>
                  </a:lnTo>
                  <a:lnTo>
                    <a:pt x="97934" y="314456"/>
                  </a:lnTo>
                  <a:lnTo>
                    <a:pt x="102789" y="316572"/>
                  </a:lnTo>
                  <a:lnTo>
                    <a:pt x="107708" y="318534"/>
                  </a:lnTo>
                  <a:lnTo>
                    <a:pt x="112687" y="320339"/>
                  </a:lnTo>
                  <a:lnTo>
                    <a:pt x="117721" y="321986"/>
                  </a:lnTo>
                  <a:lnTo>
                    <a:pt x="122804" y="323472"/>
                  </a:lnTo>
                  <a:lnTo>
                    <a:pt x="127932" y="324796"/>
                  </a:lnTo>
                  <a:lnTo>
                    <a:pt x="133099" y="325957"/>
                  </a:lnTo>
                  <a:lnTo>
                    <a:pt x="138300" y="326954"/>
                  </a:lnTo>
                  <a:lnTo>
                    <a:pt x="143530" y="327786"/>
                  </a:lnTo>
                  <a:lnTo>
                    <a:pt x="148784" y="328452"/>
                  </a:lnTo>
                  <a:lnTo>
                    <a:pt x="154057" y="328951"/>
                  </a:lnTo>
                  <a:lnTo>
                    <a:pt x="159343" y="329282"/>
                  </a:lnTo>
                  <a:lnTo>
                    <a:pt x="164636" y="329446"/>
                  </a:lnTo>
                  <a:lnTo>
                    <a:pt x="169932" y="329443"/>
                  </a:lnTo>
                  <a:lnTo>
                    <a:pt x="175225" y="329271"/>
                  </a:lnTo>
                  <a:lnTo>
                    <a:pt x="180511" y="328932"/>
                  </a:lnTo>
                  <a:lnTo>
                    <a:pt x="185782" y="328426"/>
                  </a:lnTo>
                  <a:lnTo>
                    <a:pt x="191036" y="327753"/>
                  </a:lnTo>
                  <a:lnTo>
                    <a:pt x="196265" y="326914"/>
                  </a:lnTo>
                  <a:lnTo>
                    <a:pt x="201465" y="325909"/>
                  </a:lnTo>
                  <a:lnTo>
                    <a:pt x="206630" y="324741"/>
                  </a:lnTo>
                  <a:lnTo>
                    <a:pt x="211756" y="323409"/>
                  </a:lnTo>
                  <a:lnTo>
                    <a:pt x="216837" y="321916"/>
                  </a:lnTo>
                  <a:lnTo>
                    <a:pt x="221869" y="320262"/>
                  </a:lnTo>
                  <a:lnTo>
                    <a:pt x="226845" y="318450"/>
                  </a:lnTo>
                  <a:lnTo>
                    <a:pt x="231761" y="316481"/>
                  </a:lnTo>
                  <a:lnTo>
                    <a:pt x="236613" y="314358"/>
                  </a:lnTo>
                  <a:lnTo>
                    <a:pt x="241395" y="312081"/>
                  </a:lnTo>
                  <a:lnTo>
                    <a:pt x="246103" y="309655"/>
                  </a:lnTo>
                  <a:lnTo>
                    <a:pt x="250731" y="307080"/>
                  </a:lnTo>
                  <a:lnTo>
                    <a:pt x="255275" y="304361"/>
                  </a:lnTo>
                  <a:lnTo>
                    <a:pt x="259731" y="301498"/>
                  </a:lnTo>
                  <a:lnTo>
                    <a:pt x="264094" y="298496"/>
                  </a:lnTo>
                  <a:lnTo>
                    <a:pt x="268360" y="295358"/>
                  </a:lnTo>
                  <a:lnTo>
                    <a:pt x="272524" y="292085"/>
                  </a:lnTo>
                  <a:lnTo>
                    <a:pt x="276582" y="288683"/>
                  </a:lnTo>
                  <a:lnTo>
                    <a:pt x="280531" y="285153"/>
                  </a:lnTo>
                  <a:lnTo>
                    <a:pt x="284366" y="281500"/>
                  </a:lnTo>
                  <a:lnTo>
                    <a:pt x="288083" y="277728"/>
                  </a:lnTo>
                  <a:lnTo>
                    <a:pt x="291679" y="273840"/>
                  </a:lnTo>
                  <a:lnTo>
                    <a:pt x="295150" y="269840"/>
                  </a:lnTo>
                  <a:lnTo>
                    <a:pt x="298492" y="265732"/>
                  </a:lnTo>
                  <a:lnTo>
                    <a:pt x="301703" y="261520"/>
                  </a:lnTo>
                  <a:lnTo>
                    <a:pt x="304778" y="257208"/>
                  </a:lnTo>
                  <a:lnTo>
                    <a:pt x="307715" y="252801"/>
                  </a:lnTo>
                  <a:lnTo>
                    <a:pt x="310512" y="248304"/>
                  </a:lnTo>
                  <a:lnTo>
                    <a:pt x="313164" y="243720"/>
                  </a:lnTo>
                  <a:lnTo>
                    <a:pt x="315670" y="239054"/>
                  </a:lnTo>
                  <a:lnTo>
                    <a:pt x="318027" y="234311"/>
                  </a:lnTo>
                  <a:lnTo>
                    <a:pt x="320233" y="229496"/>
                  </a:lnTo>
                  <a:lnTo>
                    <a:pt x="322284" y="224614"/>
                  </a:lnTo>
                  <a:lnTo>
                    <a:pt x="324181" y="219669"/>
                  </a:lnTo>
                  <a:lnTo>
                    <a:pt x="325919" y="214666"/>
                  </a:lnTo>
                  <a:lnTo>
                    <a:pt x="327498" y="209611"/>
                  </a:lnTo>
                  <a:lnTo>
                    <a:pt x="328917" y="204509"/>
                  </a:lnTo>
                  <a:lnTo>
                    <a:pt x="330173" y="199364"/>
                  </a:lnTo>
                  <a:lnTo>
                    <a:pt x="331265" y="194181"/>
                  </a:lnTo>
                  <a:lnTo>
                    <a:pt x="332192" y="188967"/>
                  </a:lnTo>
                  <a:lnTo>
                    <a:pt x="332954" y="183726"/>
                  </a:lnTo>
                  <a:lnTo>
                    <a:pt x="333550" y="178464"/>
                  </a:lnTo>
                  <a:lnTo>
                    <a:pt x="333979" y="173185"/>
                  </a:lnTo>
                  <a:lnTo>
                    <a:pt x="334240" y="167896"/>
                  </a:lnTo>
                  <a:lnTo>
                    <a:pt x="334333" y="162600"/>
                  </a:lnTo>
                  <a:lnTo>
                    <a:pt x="334259" y="157305"/>
                  </a:lnTo>
                  <a:lnTo>
                    <a:pt x="334017" y="152014"/>
                  </a:lnTo>
                  <a:lnTo>
                    <a:pt x="333607" y="146734"/>
                  </a:lnTo>
                  <a:lnTo>
                    <a:pt x="333031" y="141470"/>
                  </a:lnTo>
                  <a:lnTo>
                    <a:pt x="332288" y="136226"/>
                  </a:lnTo>
                  <a:lnTo>
                    <a:pt x="331379" y="131008"/>
                  </a:lnTo>
                  <a:lnTo>
                    <a:pt x="330305" y="125822"/>
                  </a:lnTo>
                  <a:lnTo>
                    <a:pt x="329068" y="120673"/>
                  </a:lnTo>
                  <a:lnTo>
                    <a:pt x="327668" y="115565"/>
                  </a:lnTo>
                  <a:lnTo>
                    <a:pt x="326107" y="110504"/>
                  </a:lnTo>
                  <a:lnTo>
                    <a:pt x="324387" y="105495"/>
                  </a:lnTo>
                  <a:lnTo>
                    <a:pt x="322509" y="100544"/>
                  </a:lnTo>
                  <a:lnTo>
                    <a:pt x="320475" y="95654"/>
                  </a:lnTo>
                  <a:lnTo>
                    <a:pt x="318286" y="90831"/>
                  </a:lnTo>
                  <a:lnTo>
                    <a:pt x="315947" y="86080"/>
                  </a:lnTo>
                  <a:lnTo>
                    <a:pt x="313458" y="81405"/>
                  </a:lnTo>
                  <a:lnTo>
                    <a:pt x="310822" y="76811"/>
                  </a:lnTo>
                  <a:lnTo>
                    <a:pt x="308042" y="72304"/>
                  </a:lnTo>
                  <a:lnTo>
                    <a:pt x="305120" y="67886"/>
                  </a:lnTo>
                  <a:lnTo>
                    <a:pt x="302060" y="63564"/>
                  </a:lnTo>
                  <a:lnTo>
                    <a:pt x="298865" y="59340"/>
                  </a:lnTo>
                  <a:lnTo>
                    <a:pt x="295538" y="55220"/>
                  </a:lnTo>
                  <a:lnTo>
                    <a:pt x="292081" y="51207"/>
                  </a:lnTo>
                  <a:lnTo>
                    <a:pt x="288499" y="47306"/>
                  </a:lnTo>
                  <a:lnTo>
                    <a:pt x="284796" y="43520"/>
                  </a:lnTo>
                  <a:lnTo>
                    <a:pt x="280974" y="39854"/>
                  </a:lnTo>
                  <a:lnTo>
                    <a:pt x="277039" y="36310"/>
                  </a:lnTo>
                  <a:lnTo>
                    <a:pt x="272992" y="32893"/>
                  </a:lnTo>
                  <a:lnTo>
                    <a:pt x="268840" y="29606"/>
                  </a:lnTo>
                  <a:lnTo>
                    <a:pt x="264586" y="26451"/>
                  </a:lnTo>
                  <a:lnTo>
                    <a:pt x="260234" y="23434"/>
                  </a:lnTo>
                  <a:lnTo>
                    <a:pt x="255788" y="20555"/>
                  </a:lnTo>
                  <a:lnTo>
                    <a:pt x="251254" y="17819"/>
                  </a:lnTo>
                  <a:lnTo>
                    <a:pt x="246635" y="15228"/>
                  </a:lnTo>
                  <a:lnTo>
                    <a:pt x="241936" y="12784"/>
                  </a:lnTo>
                  <a:lnTo>
                    <a:pt x="237162" y="10491"/>
                  </a:lnTo>
                  <a:lnTo>
                    <a:pt x="232318" y="8350"/>
                  </a:lnTo>
                  <a:lnTo>
                    <a:pt x="227409" y="6363"/>
                  </a:lnTo>
                  <a:lnTo>
                    <a:pt x="222439" y="4533"/>
                  </a:lnTo>
                  <a:lnTo>
                    <a:pt x="217414" y="2861"/>
                  </a:lnTo>
                  <a:lnTo>
                    <a:pt x="212338" y="1350"/>
                  </a:lnTo>
                  <a:lnTo>
                    <a:pt x="207217" y="0"/>
                  </a:lnTo>
                  <a:lnTo>
                    <a:pt x="167166" y="1622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023544" y="941493"/>
              <a:ext cx="40051" cy="167167"/>
            </a:xfrm>
            <a:custGeom>
              <a:avLst/>
              <a:pathLst>
                <a:path w="40051" h="167167">
                  <a:moveTo>
                    <a:pt x="40051" y="4868"/>
                  </a:moveTo>
                  <a:lnTo>
                    <a:pt x="33475" y="3386"/>
                  </a:lnTo>
                  <a:lnTo>
                    <a:pt x="26846" y="2169"/>
                  </a:lnTo>
                  <a:lnTo>
                    <a:pt x="20173" y="1221"/>
                  </a:lnTo>
                  <a:lnTo>
                    <a:pt x="13466" y="543"/>
                  </a:lnTo>
                  <a:lnTo>
                    <a:pt x="6738" y="13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51994" y="941493"/>
              <a:ext cx="34221" cy="167167"/>
            </a:xfrm>
            <a:custGeom>
              <a:avLst/>
              <a:pathLst>
                <a:path w="34221" h="167167">
                  <a:moveTo>
                    <a:pt x="34221" y="0"/>
                  </a:moveTo>
                  <a:lnTo>
                    <a:pt x="27330" y="142"/>
                  </a:lnTo>
                  <a:lnTo>
                    <a:pt x="20450" y="568"/>
                  </a:lnTo>
                  <a:lnTo>
                    <a:pt x="13595" y="1277"/>
                  </a:lnTo>
                  <a:lnTo>
                    <a:pt x="6774" y="2268"/>
                  </a:lnTo>
                  <a:lnTo>
                    <a:pt x="0" y="3540"/>
                  </a:lnTo>
                  <a:lnTo>
                    <a:pt x="3422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51994" y="945033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51994" y="945033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51994" y="945033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51994" y="945033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51994" y="945033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51994" y="945033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51994" y="945033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51994" y="945033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51994" y="945033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51994" y="945033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51994" y="945033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51994" y="945033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51994" y="945033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51994" y="945033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51994" y="945033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51994" y="945033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51994" y="945033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51994" y="945033"/>
              <a:ext cx="34221" cy="163627"/>
            </a:xfrm>
            <a:custGeom>
              <a:avLst/>
              <a:pathLst>
                <a:path w="34221" h="163627">
                  <a:moveTo>
                    <a:pt x="0" y="0"/>
                  </a:moveTo>
                  <a:lnTo>
                    <a:pt x="34221" y="1636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319049" y="945033"/>
              <a:ext cx="176115" cy="330786"/>
            </a:xfrm>
            <a:custGeom>
              <a:avLst/>
              <a:pathLst>
                <a:path w="176115" h="330786">
                  <a:moveTo>
                    <a:pt x="132945" y="0"/>
                  </a:moveTo>
                  <a:lnTo>
                    <a:pt x="127760" y="1170"/>
                  </a:lnTo>
                  <a:lnTo>
                    <a:pt x="122615" y="2505"/>
                  </a:lnTo>
                  <a:lnTo>
                    <a:pt x="117515" y="4003"/>
                  </a:lnTo>
                  <a:lnTo>
                    <a:pt x="112466" y="5662"/>
                  </a:lnTo>
                  <a:lnTo>
                    <a:pt x="107471" y="7481"/>
                  </a:lnTo>
                  <a:lnTo>
                    <a:pt x="102537" y="9458"/>
                  </a:lnTo>
                  <a:lnTo>
                    <a:pt x="97669" y="11590"/>
                  </a:lnTo>
                  <a:lnTo>
                    <a:pt x="92870" y="13877"/>
                  </a:lnTo>
                  <a:lnTo>
                    <a:pt x="88147" y="16315"/>
                  </a:lnTo>
                  <a:lnTo>
                    <a:pt x="83503" y="18901"/>
                  </a:lnTo>
                  <a:lnTo>
                    <a:pt x="78944" y="21634"/>
                  </a:lnTo>
                  <a:lnTo>
                    <a:pt x="74475" y="24511"/>
                  </a:lnTo>
                  <a:lnTo>
                    <a:pt x="70099" y="27528"/>
                  </a:lnTo>
                  <a:lnTo>
                    <a:pt x="65821" y="30683"/>
                  </a:lnTo>
                  <a:lnTo>
                    <a:pt x="61646" y="33972"/>
                  </a:lnTo>
                  <a:lnTo>
                    <a:pt x="57577" y="37392"/>
                  </a:lnTo>
                  <a:lnTo>
                    <a:pt x="53619" y="40940"/>
                  </a:lnTo>
                  <a:lnTo>
                    <a:pt x="49776" y="44612"/>
                  </a:lnTo>
                  <a:lnTo>
                    <a:pt x="46052" y="48404"/>
                  </a:lnTo>
                  <a:lnTo>
                    <a:pt x="42450" y="52313"/>
                  </a:lnTo>
                  <a:lnTo>
                    <a:pt x="38974" y="56335"/>
                  </a:lnTo>
                  <a:lnTo>
                    <a:pt x="35627" y="60464"/>
                  </a:lnTo>
                  <a:lnTo>
                    <a:pt x="32414" y="64698"/>
                  </a:lnTo>
                  <a:lnTo>
                    <a:pt x="29337" y="69032"/>
                  </a:lnTo>
                  <a:lnTo>
                    <a:pt x="26399" y="73462"/>
                  </a:lnTo>
                  <a:lnTo>
                    <a:pt x="23604" y="77983"/>
                  </a:lnTo>
                  <a:lnTo>
                    <a:pt x="20954" y="82591"/>
                  </a:lnTo>
                  <a:lnTo>
                    <a:pt x="18451" y="87280"/>
                  </a:lnTo>
                  <a:lnTo>
                    <a:pt x="16099" y="92046"/>
                  </a:lnTo>
                  <a:lnTo>
                    <a:pt x="13900" y="96885"/>
                  </a:lnTo>
                  <a:lnTo>
                    <a:pt x="11856" y="101792"/>
                  </a:lnTo>
                  <a:lnTo>
                    <a:pt x="9968" y="106761"/>
                  </a:lnTo>
                  <a:lnTo>
                    <a:pt x="8240" y="111787"/>
                  </a:lnTo>
                  <a:lnTo>
                    <a:pt x="6672" y="116866"/>
                  </a:lnTo>
                  <a:lnTo>
                    <a:pt x="5267" y="121992"/>
                  </a:lnTo>
                  <a:lnTo>
                    <a:pt x="4025" y="127160"/>
                  </a:lnTo>
                  <a:lnTo>
                    <a:pt x="2948" y="132365"/>
                  </a:lnTo>
                  <a:lnTo>
                    <a:pt x="2037" y="137602"/>
                  </a:lnTo>
                  <a:lnTo>
                    <a:pt x="1293" y="142865"/>
                  </a:lnTo>
                  <a:lnTo>
                    <a:pt x="717" y="148149"/>
                  </a:lnTo>
                  <a:lnTo>
                    <a:pt x="309" y="153449"/>
                  </a:lnTo>
                  <a:lnTo>
                    <a:pt x="70" y="158759"/>
                  </a:lnTo>
                  <a:lnTo>
                    <a:pt x="0" y="164074"/>
                  </a:lnTo>
                  <a:lnTo>
                    <a:pt x="98" y="169388"/>
                  </a:lnTo>
                  <a:lnTo>
                    <a:pt x="366" y="174697"/>
                  </a:lnTo>
                  <a:lnTo>
                    <a:pt x="802" y="179994"/>
                  </a:lnTo>
                  <a:lnTo>
                    <a:pt x="1407" y="185275"/>
                  </a:lnTo>
                  <a:lnTo>
                    <a:pt x="2179" y="190534"/>
                  </a:lnTo>
                  <a:lnTo>
                    <a:pt x="3117" y="195765"/>
                  </a:lnTo>
                  <a:lnTo>
                    <a:pt x="4222" y="200965"/>
                  </a:lnTo>
                  <a:lnTo>
                    <a:pt x="5492" y="206126"/>
                  </a:lnTo>
                  <a:lnTo>
                    <a:pt x="6924" y="211245"/>
                  </a:lnTo>
                  <a:lnTo>
                    <a:pt x="8519" y="216315"/>
                  </a:lnTo>
                  <a:lnTo>
                    <a:pt x="10275" y="221332"/>
                  </a:lnTo>
                  <a:lnTo>
                    <a:pt x="12188" y="226291"/>
                  </a:lnTo>
                  <a:lnTo>
                    <a:pt x="14259" y="231186"/>
                  </a:lnTo>
                  <a:lnTo>
                    <a:pt x="16484" y="236013"/>
                  </a:lnTo>
                  <a:lnTo>
                    <a:pt x="18862" y="240767"/>
                  </a:lnTo>
                  <a:lnTo>
                    <a:pt x="21389" y="245443"/>
                  </a:lnTo>
                  <a:lnTo>
                    <a:pt x="24064" y="250037"/>
                  </a:lnTo>
                  <a:lnTo>
                    <a:pt x="26884" y="254542"/>
                  </a:lnTo>
                  <a:lnTo>
                    <a:pt x="29845" y="258956"/>
                  </a:lnTo>
                  <a:lnTo>
                    <a:pt x="32945" y="263274"/>
                  </a:lnTo>
                  <a:lnTo>
                    <a:pt x="36181" y="267491"/>
                  </a:lnTo>
                  <a:lnTo>
                    <a:pt x="39549" y="271603"/>
                  </a:lnTo>
                  <a:lnTo>
                    <a:pt x="43047" y="275605"/>
                  </a:lnTo>
                  <a:lnTo>
                    <a:pt x="46669" y="279495"/>
                  </a:lnTo>
                  <a:lnTo>
                    <a:pt x="50414" y="283267"/>
                  </a:lnTo>
                  <a:lnTo>
                    <a:pt x="54277" y="286918"/>
                  </a:lnTo>
                  <a:lnTo>
                    <a:pt x="58253" y="290445"/>
                  </a:lnTo>
                  <a:lnTo>
                    <a:pt x="62340" y="293844"/>
                  </a:lnTo>
                  <a:lnTo>
                    <a:pt x="66533" y="297110"/>
                  </a:lnTo>
                  <a:lnTo>
                    <a:pt x="70828" y="300242"/>
                  </a:lnTo>
                  <a:lnTo>
                    <a:pt x="75220" y="303236"/>
                  </a:lnTo>
                  <a:lnTo>
                    <a:pt x="79705" y="306089"/>
                  </a:lnTo>
                  <a:lnTo>
                    <a:pt x="84278" y="308797"/>
                  </a:lnTo>
                  <a:lnTo>
                    <a:pt x="88935" y="311359"/>
                  </a:lnTo>
                  <a:lnTo>
                    <a:pt x="93672" y="313772"/>
                  </a:lnTo>
                  <a:lnTo>
                    <a:pt x="98482" y="316032"/>
                  </a:lnTo>
                  <a:lnTo>
                    <a:pt x="103362" y="318139"/>
                  </a:lnTo>
                  <a:lnTo>
                    <a:pt x="108307" y="320089"/>
                  </a:lnTo>
                  <a:lnTo>
                    <a:pt x="113311" y="321881"/>
                  </a:lnTo>
                  <a:lnTo>
                    <a:pt x="118369" y="323514"/>
                  </a:lnTo>
                  <a:lnTo>
                    <a:pt x="123477" y="324984"/>
                  </a:lnTo>
                  <a:lnTo>
                    <a:pt x="128629" y="326292"/>
                  </a:lnTo>
                  <a:lnTo>
                    <a:pt x="133820" y="327434"/>
                  </a:lnTo>
                  <a:lnTo>
                    <a:pt x="139045" y="328412"/>
                  </a:lnTo>
                  <a:lnTo>
                    <a:pt x="144298" y="329223"/>
                  </a:lnTo>
                  <a:lnTo>
                    <a:pt x="149574" y="329866"/>
                  </a:lnTo>
                  <a:lnTo>
                    <a:pt x="154868" y="330341"/>
                  </a:lnTo>
                  <a:lnTo>
                    <a:pt x="160175" y="330648"/>
                  </a:lnTo>
                  <a:lnTo>
                    <a:pt x="165488" y="330786"/>
                  </a:lnTo>
                  <a:lnTo>
                    <a:pt x="170804" y="330755"/>
                  </a:lnTo>
                  <a:lnTo>
                    <a:pt x="176115" y="330554"/>
                  </a:lnTo>
                  <a:lnTo>
                    <a:pt x="167166" y="1636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86215" y="941493"/>
              <a:ext cx="167157" cy="334095"/>
            </a:xfrm>
            <a:custGeom>
              <a:avLst/>
              <a:pathLst>
                <a:path w="167157" h="334095">
                  <a:moveTo>
                    <a:pt x="8948" y="334095"/>
                  </a:moveTo>
                  <a:lnTo>
                    <a:pt x="14257" y="333725"/>
                  </a:lnTo>
                  <a:lnTo>
                    <a:pt x="19551" y="333187"/>
                  </a:lnTo>
                  <a:lnTo>
                    <a:pt x="24826" y="332481"/>
                  </a:lnTo>
                  <a:lnTo>
                    <a:pt x="30075" y="331607"/>
                  </a:lnTo>
                  <a:lnTo>
                    <a:pt x="35294" y="330566"/>
                  </a:lnTo>
                  <a:lnTo>
                    <a:pt x="40477" y="329360"/>
                  </a:lnTo>
                  <a:lnTo>
                    <a:pt x="45619" y="327989"/>
                  </a:lnTo>
                  <a:lnTo>
                    <a:pt x="50715" y="326456"/>
                  </a:lnTo>
                  <a:lnTo>
                    <a:pt x="55760" y="324761"/>
                  </a:lnTo>
                  <a:lnTo>
                    <a:pt x="60748" y="322906"/>
                  </a:lnTo>
                  <a:lnTo>
                    <a:pt x="65674" y="320893"/>
                  </a:lnTo>
                  <a:lnTo>
                    <a:pt x="70534" y="318725"/>
                  </a:lnTo>
                  <a:lnTo>
                    <a:pt x="75322" y="316403"/>
                  </a:lnTo>
                  <a:lnTo>
                    <a:pt x="80034" y="313930"/>
                  </a:lnTo>
                  <a:lnTo>
                    <a:pt x="84665" y="311308"/>
                  </a:lnTo>
                  <a:lnTo>
                    <a:pt x="89210" y="308540"/>
                  </a:lnTo>
                  <a:lnTo>
                    <a:pt x="93665" y="305629"/>
                  </a:lnTo>
                  <a:lnTo>
                    <a:pt x="98025" y="302577"/>
                  </a:lnTo>
                  <a:lnTo>
                    <a:pt x="102285" y="299389"/>
                  </a:lnTo>
                  <a:lnTo>
                    <a:pt x="106442" y="296066"/>
                  </a:lnTo>
                  <a:lnTo>
                    <a:pt x="110491" y="292613"/>
                  </a:lnTo>
                  <a:lnTo>
                    <a:pt x="114428" y="289032"/>
                  </a:lnTo>
                  <a:lnTo>
                    <a:pt x="118249" y="285328"/>
                  </a:lnTo>
                  <a:lnTo>
                    <a:pt x="121950" y="281504"/>
                  </a:lnTo>
                  <a:lnTo>
                    <a:pt x="125528" y="277565"/>
                  </a:lnTo>
                  <a:lnTo>
                    <a:pt x="128978" y="273513"/>
                  </a:lnTo>
                  <a:lnTo>
                    <a:pt x="132298" y="269354"/>
                  </a:lnTo>
                  <a:lnTo>
                    <a:pt x="135483" y="265091"/>
                  </a:lnTo>
                  <a:lnTo>
                    <a:pt x="138531" y="260729"/>
                  </a:lnTo>
                  <a:lnTo>
                    <a:pt x="141439" y="256272"/>
                  </a:lnTo>
                  <a:lnTo>
                    <a:pt x="144204" y="251725"/>
                  </a:lnTo>
                  <a:lnTo>
                    <a:pt x="146822" y="247092"/>
                  </a:lnTo>
                  <a:lnTo>
                    <a:pt x="149292" y="242378"/>
                  </a:lnTo>
                  <a:lnTo>
                    <a:pt x="151610" y="237588"/>
                  </a:lnTo>
                  <a:lnTo>
                    <a:pt x="153775" y="232727"/>
                  </a:lnTo>
                  <a:lnTo>
                    <a:pt x="155784" y="227799"/>
                  </a:lnTo>
                  <a:lnTo>
                    <a:pt x="157635" y="222809"/>
                  </a:lnTo>
                  <a:lnTo>
                    <a:pt x="159326" y="217764"/>
                  </a:lnTo>
                  <a:lnTo>
                    <a:pt x="160856" y="212667"/>
                  </a:lnTo>
                  <a:lnTo>
                    <a:pt x="162223" y="207523"/>
                  </a:lnTo>
                  <a:lnTo>
                    <a:pt x="163425" y="202339"/>
                  </a:lnTo>
                  <a:lnTo>
                    <a:pt x="164462" y="197120"/>
                  </a:lnTo>
                  <a:lnTo>
                    <a:pt x="165332" y="191870"/>
                  </a:lnTo>
                  <a:lnTo>
                    <a:pt x="166034" y="186595"/>
                  </a:lnTo>
                  <a:lnTo>
                    <a:pt x="166568" y="181300"/>
                  </a:lnTo>
                  <a:lnTo>
                    <a:pt x="166934" y="175991"/>
                  </a:lnTo>
                  <a:lnTo>
                    <a:pt x="167130" y="170673"/>
                  </a:lnTo>
                  <a:lnTo>
                    <a:pt x="167157" y="165351"/>
                  </a:lnTo>
                  <a:lnTo>
                    <a:pt x="167015" y="160032"/>
                  </a:lnTo>
                  <a:lnTo>
                    <a:pt x="166703" y="154719"/>
                  </a:lnTo>
                  <a:lnTo>
                    <a:pt x="166222" y="149419"/>
                  </a:lnTo>
                  <a:lnTo>
                    <a:pt x="165573" y="144137"/>
                  </a:lnTo>
                  <a:lnTo>
                    <a:pt x="164756" y="138879"/>
                  </a:lnTo>
                  <a:lnTo>
                    <a:pt x="163772" y="133649"/>
                  </a:lnTo>
                  <a:lnTo>
                    <a:pt x="162622" y="128453"/>
                  </a:lnTo>
                  <a:lnTo>
                    <a:pt x="161308" y="123296"/>
                  </a:lnTo>
                  <a:lnTo>
                    <a:pt x="159830" y="118184"/>
                  </a:lnTo>
                  <a:lnTo>
                    <a:pt x="158189" y="113122"/>
                  </a:lnTo>
                  <a:lnTo>
                    <a:pt x="156389" y="108114"/>
                  </a:lnTo>
                  <a:lnTo>
                    <a:pt x="154430" y="103166"/>
                  </a:lnTo>
                  <a:lnTo>
                    <a:pt x="152315" y="98283"/>
                  </a:lnTo>
                  <a:lnTo>
                    <a:pt x="150045" y="93469"/>
                  </a:lnTo>
                  <a:lnTo>
                    <a:pt x="147623" y="88731"/>
                  </a:lnTo>
                  <a:lnTo>
                    <a:pt x="145052" y="84072"/>
                  </a:lnTo>
                  <a:lnTo>
                    <a:pt x="142333" y="79497"/>
                  </a:lnTo>
                  <a:lnTo>
                    <a:pt x="139471" y="75011"/>
                  </a:lnTo>
                  <a:lnTo>
                    <a:pt x="136467" y="70618"/>
                  </a:lnTo>
                  <a:lnTo>
                    <a:pt x="133324" y="66323"/>
                  </a:lnTo>
                  <a:lnTo>
                    <a:pt x="130047" y="62131"/>
                  </a:lnTo>
                  <a:lnTo>
                    <a:pt x="126638" y="58044"/>
                  </a:lnTo>
                  <a:lnTo>
                    <a:pt x="123100" y="54069"/>
                  </a:lnTo>
                  <a:lnTo>
                    <a:pt x="119438" y="50208"/>
                  </a:lnTo>
                  <a:lnTo>
                    <a:pt x="115655" y="46465"/>
                  </a:lnTo>
                  <a:lnTo>
                    <a:pt x="111754" y="42845"/>
                  </a:lnTo>
                  <a:lnTo>
                    <a:pt x="107740" y="39351"/>
                  </a:lnTo>
                  <a:lnTo>
                    <a:pt x="103617" y="35986"/>
                  </a:lnTo>
                  <a:lnTo>
                    <a:pt x="99389" y="32755"/>
                  </a:lnTo>
                  <a:lnTo>
                    <a:pt x="95061" y="29659"/>
                  </a:lnTo>
                  <a:lnTo>
                    <a:pt x="90635" y="26703"/>
                  </a:lnTo>
                  <a:lnTo>
                    <a:pt x="86119" y="23889"/>
                  </a:lnTo>
                  <a:lnTo>
                    <a:pt x="81514" y="21221"/>
                  </a:lnTo>
                  <a:lnTo>
                    <a:pt x="76828" y="18700"/>
                  </a:lnTo>
                  <a:lnTo>
                    <a:pt x="72063" y="16330"/>
                  </a:lnTo>
                  <a:lnTo>
                    <a:pt x="67225" y="14113"/>
                  </a:lnTo>
                  <a:lnTo>
                    <a:pt x="62320" y="12050"/>
                  </a:lnTo>
                  <a:lnTo>
                    <a:pt x="57351" y="10145"/>
                  </a:lnTo>
                  <a:lnTo>
                    <a:pt x="52324" y="8399"/>
                  </a:lnTo>
                  <a:lnTo>
                    <a:pt x="47243" y="6814"/>
                  </a:lnTo>
                  <a:lnTo>
                    <a:pt x="42115" y="5392"/>
                  </a:lnTo>
                  <a:lnTo>
                    <a:pt x="36945" y="4133"/>
                  </a:lnTo>
                  <a:lnTo>
                    <a:pt x="31737" y="3040"/>
                  </a:lnTo>
                  <a:lnTo>
                    <a:pt x="26497" y="2113"/>
                  </a:lnTo>
                  <a:lnTo>
                    <a:pt x="21229" y="1353"/>
                  </a:lnTo>
                  <a:lnTo>
                    <a:pt x="15941" y="761"/>
                  </a:lnTo>
                  <a:lnTo>
                    <a:pt x="10636" y="338"/>
                  </a:lnTo>
                  <a:lnTo>
                    <a:pt x="5320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698" y="1071028"/>
              <a:ext cx="166802" cy="167167"/>
            </a:xfrm>
            <a:custGeom>
              <a:avLst/>
              <a:pathLst>
                <a:path w="166802" h="167167">
                  <a:moveTo>
                    <a:pt x="166802" y="0"/>
                  </a:moveTo>
                  <a:lnTo>
                    <a:pt x="161335" y="89"/>
                  </a:lnTo>
                  <a:lnTo>
                    <a:pt x="155873" y="357"/>
                  </a:lnTo>
                  <a:lnTo>
                    <a:pt x="150424" y="804"/>
                  </a:lnTo>
                  <a:lnTo>
                    <a:pt x="144991" y="1428"/>
                  </a:lnTo>
                  <a:lnTo>
                    <a:pt x="139583" y="2230"/>
                  </a:lnTo>
                  <a:lnTo>
                    <a:pt x="134203" y="3209"/>
                  </a:lnTo>
                  <a:lnTo>
                    <a:pt x="128858" y="4363"/>
                  </a:lnTo>
                  <a:lnTo>
                    <a:pt x="123554" y="5691"/>
                  </a:lnTo>
                  <a:lnTo>
                    <a:pt x="118296" y="7192"/>
                  </a:lnTo>
                  <a:lnTo>
                    <a:pt x="113090" y="8864"/>
                  </a:lnTo>
                  <a:lnTo>
                    <a:pt x="107941" y="10705"/>
                  </a:lnTo>
                  <a:lnTo>
                    <a:pt x="102855" y="12714"/>
                  </a:lnTo>
                  <a:lnTo>
                    <a:pt x="97838" y="14888"/>
                  </a:lnTo>
                  <a:lnTo>
                    <a:pt x="92895" y="17225"/>
                  </a:lnTo>
                  <a:lnTo>
                    <a:pt x="88030" y="19722"/>
                  </a:lnTo>
                  <a:lnTo>
                    <a:pt x="83250" y="22377"/>
                  </a:lnTo>
                  <a:lnTo>
                    <a:pt x="78560" y="25187"/>
                  </a:lnTo>
                  <a:lnTo>
                    <a:pt x="73963" y="28149"/>
                  </a:lnTo>
                  <a:lnTo>
                    <a:pt x="69466" y="31260"/>
                  </a:lnTo>
                  <a:lnTo>
                    <a:pt x="65074" y="34516"/>
                  </a:lnTo>
                  <a:lnTo>
                    <a:pt x="60790" y="37914"/>
                  </a:lnTo>
                  <a:lnTo>
                    <a:pt x="56619" y="41450"/>
                  </a:lnTo>
                  <a:lnTo>
                    <a:pt x="52566" y="45121"/>
                  </a:lnTo>
                  <a:lnTo>
                    <a:pt x="48636" y="48922"/>
                  </a:lnTo>
                  <a:lnTo>
                    <a:pt x="44832" y="52850"/>
                  </a:lnTo>
                  <a:lnTo>
                    <a:pt x="41159" y="56901"/>
                  </a:lnTo>
                  <a:lnTo>
                    <a:pt x="37619" y="61069"/>
                  </a:lnTo>
                  <a:lnTo>
                    <a:pt x="34219" y="65350"/>
                  </a:lnTo>
                  <a:lnTo>
                    <a:pt x="30960" y="69741"/>
                  </a:lnTo>
                  <a:lnTo>
                    <a:pt x="27846" y="74236"/>
                  </a:lnTo>
                  <a:lnTo>
                    <a:pt x="24881" y="78830"/>
                  </a:lnTo>
                  <a:lnTo>
                    <a:pt x="22068" y="83519"/>
                  </a:lnTo>
                  <a:lnTo>
                    <a:pt x="19410" y="88297"/>
                  </a:lnTo>
                  <a:lnTo>
                    <a:pt x="16909" y="93160"/>
                  </a:lnTo>
                  <a:lnTo>
                    <a:pt x="14569" y="98102"/>
                  </a:lnTo>
                  <a:lnTo>
                    <a:pt x="12391" y="103118"/>
                  </a:lnTo>
                  <a:lnTo>
                    <a:pt x="10379" y="108202"/>
                  </a:lnTo>
                  <a:lnTo>
                    <a:pt x="8534" y="113349"/>
                  </a:lnTo>
                  <a:lnTo>
                    <a:pt x="6859" y="118554"/>
                  </a:lnTo>
                  <a:lnTo>
                    <a:pt x="5355" y="123811"/>
                  </a:lnTo>
                  <a:lnTo>
                    <a:pt x="4023" y="129115"/>
                  </a:lnTo>
                  <a:lnTo>
                    <a:pt x="2866" y="134459"/>
                  </a:lnTo>
                  <a:lnTo>
                    <a:pt x="1884" y="139838"/>
                  </a:lnTo>
                  <a:lnTo>
                    <a:pt x="1078" y="145246"/>
                  </a:lnTo>
                  <a:lnTo>
                    <a:pt x="450" y="150678"/>
                  </a:lnTo>
                  <a:lnTo>
                    <a:pt x="0" y="156127"/>
                  </a:lnTo>
                  <a:lnTo>
                    <a:pt x="16680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698" y="1227156"/>
              <a:ext cx="166802" cy="11039"/>
            </a:xfrm>
            <a:custGeom>
              <a:avLst/>
              <a:pathLst>
                <a:path w="166802" h="11039">
                  <a:moveTo>
                    <a:pt x="0" y="0"/>
                  </a:moveTo>
                  <a:lnTo>
                    <a:pt x="166802" y="1103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698" y="1227156"/>
              <a:ext cx="166802" cy="11039"/>
            </a:xfrm>
            <a:custGeom>
              <a:avLst/>
              <a:pathLst>
                <a:path w="166802" h="11039">
                  <a:moveTo>
                    <a:pt x="0" y="0"/>
                  </a:moveTo>
                  <a:lnTo>
                    <a:pt x="166802" y="1103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698" y="1227156"/>
              <a:ext cx="166802" cy="11039"/>
            </a:xfrm>
            <a:custGeom>
              <a:avLst/>
              <a:pathLst>
                <a:path w="166802" h="11039">
                  <a:moveTo>
                    <a:pt x="0" y="0"/>
                  </a:moveTo>
                  <a:lnTo>
                    <a:pt x="166802" y="1103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698" y="1227156"/>
              <a:ext cx="166802" cy="11039"/>
            </a:xfrm>
            <a:custGeom>
              <a:avLst/>
              <a:pathLst>
                <a:path w="166802" h="11039">
                  <a:moveTo>
                    <a:pt x="0" y="0"/>
                  </a:moveTo>
                  <a:lnTo>
                    <a:pt x="166802" y="110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698" y="1227156"/>
              <a:ext cx="166802" cy="11039"/>
            </a:xfrm>
            <a:custGeom>
              <a:avLst/>
              <a:pathLst>
                <a:path w="166802" h="11039">
                  <a:moveTo>
                    <a:pt x="0" y="0"/>
                  </a:moveTo>
                  <a:lnTo>
                    <a:pt x="166802" y="110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698" y="1227156"/>
              <a:ext cx="166802" cy="11039"/>
            </a:xfrm>
            <a:custGeom>
              <a:avLst/>
              <a:pathLst>
                <a:path w="166802" h="11039">
                  <a:moveTo>
                    <a:pt x="0" y="0"/>
                  </a:moveTo>
                  <a:lnTo>
                    <a:pt x="166802" y="110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698" y="1227156"/>
              <a:ext cx="166802" cy="11039"/>
            </a:xfrm>
            <a:custGeom>
              <a:avLst/>
              <a:pathLst>
                <a:path w="166802" h="11039">
                  <a:moveTo>
                    <a:pt x="0" y="0"/>
                  </a:moveTo>
                  <a:lnTo>
                    <a:pt x="166802" y="110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698" y="1227156"/>
              <a:ext cx="166802" cy="11039"/>
            </a:xfrm>
            <a:custGeom>
              <a:avLst/>
              <a:pathLst>
                <a:path w="166802" h="11039">
                  <a:moveTo>
                    <a:pt x="0" y="0"/>
                  </a:moveTo>
                  <a:lnTo>
                    <a:pt x="166802" y="1103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698" y="1227156"/>
              <a:ext cx="166802" cy="11039"/>
            </a:xfrm>
            <a:custGeom>
              <a:avLst/>
              <a:pathLst>
                <a:path w="166802" h="11039">
                  <a:moveTo>
                    <a:pt x="0" y="0"/>
                  </a:moveTo>
                  <a:lnTo>
                    <a:pt x="166802" y="110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698" y="1227156"/>
              <a:ext cx="166802" cy="11039"/>
            </a:xfrm>
            <a:custGeom>
              <a:avLst/>
              <a:pathLst>
                <a:path w="166802" h="11039">
                  <a:moveTo>
                    <a:pt x="0" y="0"/>
                  </a:moveTo>
                  <a:lnTo>
                    <a:pt x="166802" y="110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698" y="1227156"/>
              <a:ext cx="166802" cy="11039"/>
            </a:xfrm>
            <a:custGeom>
              <a:avLst/>
              <a:pathLst>
                <a:path w="166802" h="11039">
                  <a:moveTo>
                    <a:pt x="0" y="0"/>
                  </a:moveTo>
                  <a:lnTo>
                    <a:pt x="166802" y="1103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698" y="1227156"/>
              <a:ext cx="166802" cy="11039"/>
            </a:xfrm>
            <a:custGeom>
              <a:avLst/>
              <a:pathLst>
                <a:path w="166802" h="11039">
                  <a:moveTo>
                    <a:pt x="0" y="0"/>
                  </a:moveTo>
                  <a:lnTo>
                    <a:pt x="166802" y="110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698" y="1227156"/>
              <a:ext cx="166802" cy="11039"/>
            </a:xfrm>
            <a:custGeom>
              <a:avLst/>
              <a:pathLst>
                <a:path w="166802" h="11039">
                  <a:moveTo>
                    <a:pt x="0" y="0"/>
                  </a:moveTo>
                  <a:lnTo>
                    <a:pt x="166802" y="110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698" y="1227156"/>
              <a:ext cx="166802" cy="11039"/>
            </a:xfrm>
            <a:custGeom>
              <a:avLst/>
              <a:pathLst>
                <a:path w="166802" h="11039">
                  <a:moveTo>
                    <a:pt x="0" y="0"/>
                  </a:moveTo>
                  <a:lnTo>
                    <a:pt x="166802" y="110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698" y="1227156"/>
              <a:ext cx="166802" cy="11039"/>
            </a:xfrm>
            <a:custGeom>
              <a:avLst/>
              <a:pathLst>
                <a:path w="166802" h="11039">
                  <a:moveTo>
                    <a:pt x="0" y="0"/>
                  </a:moveTo>
                  <a:lnTo>
                    <a:pt x="166802" y="110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698" y="1227156"/>
              <a:ext cx="166802" cy="11039"/>
            </a:xfrm>
            <a:custGeom>
              <a:avLst/>
              <a:pathLst>
                <a:path w="166802" h="11039">
                  <a:moveTo>
                    <a:pt x="0" y="0"/>
                  </a:moveTo>
                  <a:lnTo>
                    <a:pt x="166802" y="110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698" y="1227156"/>
              <a:ext cx="166802" cy="11039"/>
            </a:xfrm>
            <a:custGeom>
              <a:avLst/>
              <a:pathLst>
                <a:path w="166802" h="11039">
                  <a:moveTo>
                    <a:pt x="0" y="0"/>
                  </a:moveTo>
                  <a:lnTo>
                    <a:pt x="166802" y="110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334" y="1073608"/>
              <a:ext cx="334334" cy="331739"/>
            </a:xfrm>
            <a:custGeom>
              <a:avLst/>
              <a:pathLst>
                <a:path w="334334" h="331739">
                  <a:moveTo>
                    <a:pt x="364" y="153548"/>
                  </a:moveTo>
                  <a:lnTo>
                    <a:pt x="98" y="158847"/>
                  </a:lnTo>
                  <a:lnTo>
                    <a:pt x="0" y="164152"/>
                  </a:lnTo>
                  <a:lnTo>
                    <a:pt x="70" y="169458"/>
                  </a:lnTo>
                  <a:lnTo>
                    <a:pt x="309" y="174758"/>
                  </a:lnTo>
                  <a:lnTo>
                    <a:pt x="715" y="180049"/>
                  </a:lnTo>
                  <a:lnTo>
                    <a:pt x="1290" y="185324"/>
                  </a:lnTo>
                  <a:lnTo>
                    <a:pt x="2032" y="190577"/>
                  </a:lnTo>
                  <a:lnTo>
                    <a:pt x="2940" y="195805"/>
                  </a:lnTo>
                  <a:lnTo>
                    <a:pt x="4013" y="201001"/>
                  </a:lnTo>
                  <a:lnTo>
                    <a:pt x="5251" y="206161"/>
                  </a:lnTo>
                  <a:lnTo>
                    <a:pt x="6652" y="211279"/>
                  </a:lnTo>
                  <a:lnTo>
                    <a:pt x="8215" y="216349"/>
                  </a:lnTo>
                  <a:lnTo>
                    <a:pt x="9937" y="221368"/>
                  </a:lnTo>
                  <a:lnTo>
                    <a:pt x="11819" y="226329"/>
                  </a:lnTo>
                  <a:lnTo>
                    <a:pt x="13856" y="231228"/>
                  </a:lnTo>
                  <a:lnTo>
                    <a:pt x="16049" y="236060"/>
                  </a:lnTo>
                  <a:lnTo>
                    <a:pt x="18393" y="240820"/>
                  </a:lnTo>
                  <a:lnTo>
                    <a:pt x="20887" y="245503"/>
                  </a:lnTo>
                  <a:lnTo>
                    <a:pt x="23529" y="250105"/>
                  </a:lnTo>
                  <a:lnTo>
                    <a:pt x="26315" y="254620"/>
                  </a:lnTo>
                  <a:lnTo>
                    <a:pt x="29244" y="259045"/>
                  </a:lnTo>
                  <a:lnTo>
                    <a:pt x="32311" y="263375"/>
                  </a:lnTo>
                  <a:lnTo>
                    <a:pt x="35514" y="267605"/>
                  </a:lnTo>
                  <a:lnTo>
                    <a:pt x="38850" y="271731"/>
                  </a:lnTo>
                  <a:lnTo>
                    <a:pt x="42315" y="275750"/>
                  </a:lnTo>
                  <a:lnTo>
                    <a:pt x="45906" y="279656"/>
                  </a:lnTo>
                  <a:lnTo>
                    <a:pt x="49619" y="283446"/>
                  </a:lnTo>
                  <a:lnTo>
                    <a:pt x="53450" y="287117"/>
                  </a:lnTo>
                  <a:lnTo>
                    <a:pt x="57396" y="290664"/>
                  </a:lnTo>
                  <a:lnTo>
                    <a:pt x="61452" y="294084"/>
                  </a:lnTo>
                  <a:lnTo>
                    <a:pt x="65615" y="297374"/>
                  </a:lnTo>
                  <a:lnTo>
                    <a:pt x="69881" y="300530"/>
                  </a:lnTo>
                  <a:lnTo>
                    <a:pt x="74244" y="303549"/>
                  </a:lnTo>
                  <a:lnTo>
                    <a:pt x="78701" y="306428"/>
                  </a:lnTo>
                  <a:lnTo>
                    <a:pt x="83247" y="309164"/>
                  </a:lnTo>
                  <a:lnTo>
                    <a:pt x="87878" y="311755"/>
                  </a:lnTo>
                  <a:lnTo>
                    <a:pt x="92588" y="314197"/>
                  </a:lnTo>
                  <a:lnTo>
                    <a:pt x="97374" y="316489"/>
                  </a:lnTo>
                  <a:lnTo>
                    <a:pt x="102230" y="318627"/>
                  </a:lnTo>
                  <a:lnTo>
                    <a:pt x="107151" y="320610"/>
                  </a:lnTo>
                  <a:lnTo>
                    <a:pt x="112133" y="322436"/>
                  </a:lnTo>
                  <a:lnTo>
                    <a:pt x="117171" y="324103"/>
                  </a:lnTo>
                  <a:lnTo>
                    <a:pt x="122258" y="325610"/>
                  </a:lnTo>
                  <a:lnTo>
                    <a:pt x="127391" y="326954"/>
                  </a:lnTo>
                  <a:lnTo>
                    <a:pt x="132564" y="328134"/>
                  </a:lnTo>
                  <a:lnTo>
                    <a:pt x="137772" y="329150"/>
                  </a:lnTo>
                  <a:lnTo>
                    <a:pt x="143010" y="330000"/>
                  </a:lnTo>
                  <a:lnTo>
                    <a:pt x="148271" y="330684"/>
                  </a:lnTo>
                  <a:lnTo>
                    <a:pt x="153552" y="331200"/>
                  </a:lnTo>
                  <a:lnTo>
                    <a:pt x="158847" y="331548"/>
                  </a:lnTo>
                  <a:lnTo>
                    <a:pt x="164150" y="331728"/>
                  </a:lnTo>
                  <a:lnTo>
                    <a:pt x="169456" y="331739"/>
                  </a:lnTo>
                  <a:lnTo>
                    <a:pt x="174759" y="331582"/>
                  </a:lnTo>
                  <a:lnTo>
                    <a:pt x="180055" y="331257"/>
                  </a:lnTo>
                  <a:lnTo>
                    <a:pt x="185338" y="330764"/>
                  </a:lnTo>
                  <a:lnTo>
                    <a:pt x="190603" y="330104"/>
                  </a:lnTo>
                  <a:lnTo>
                    <a:pt x="195844" y="329277"/>
                  </a:lnTo>
                  <a:lnTo>
                    <a:pt x="201056" y="328283"/>
                  </a:lnTo>
                  <a:lnTo>
                    <a:pt x="206234" y="327125"/>
                  </a:lnTo>
                  <a:lnTo>
                    <a:pt x="211373" y="325804"/>
                  </a:lnTo>
                  <a:lnTo>
                    <a:pt x="216467" y="324320"/>
                  </a:lnTo>
                  <a:lnTo>
                    <a:pt x="221512" y="322674"/>
                  </a:lnTo>
                  <a:lnTo>
                    <a:pt x="226502" y="320870"/>
                  </a:lnTo>
                  <a:lnTo>
                    <a:pt x="231432" y="318908"/>
                  </a:lnTo>
                  <a:lnTo>
                    <a:pt x="236297" y="316791"/>
                  </a:lnTo>
                  <a:lnTo>
                    <a:pt x="241092" y="314520"/>
                  </a:lnTo>
                  <a:lnTo>
                    <a:pt x="245814" y="312099"/>
                  </a:lnTo>
                  <a:lnTo>
                    <a:pt x="250455" y="309528"/>
                  </a:lnTo>
                  <a:lnTo>
                    <a:pt x="255013" y="306812"/>
                  </a:lnTo>
                  <a:lnTo>
                    <a:pt x="259483" y="303952"/>
                  </a:lnTo>
                  <a:lnTo>
                    <a:pt x="263859" y="300952"/>
                  </a:lnTo>
                  <a:lnTo>
                    <a:pt x="268138" y="297815"/>
                  </a:lnTo>
                  <a:lnTo>
                    <a:pt x="272316" y="294543"/>
                  </a:lnTo>
                  <a:lnTo>
                    <a:pt x="276387" y="291141"/>
                  </a:lnTo>
                  <a:lnTo>
                    <a:pt x="280348" y="287611"/>
                  </a:lnTo>
                  <a:lnTo>
                    <a:pt x="284196" y="283957"/>
                  </a:lnTo>
                  <a:lnTo>
                    <a:pt x="287925" y="280183"/>
                  </a:lnTo>
                  <a:lnTo>
                    <a:pt x="291533" y="276292"/>
                  </a:lnTo>
                  <a:lnTo>
                    <a:pt x="295015" y="272289"/>
                  </a:lnTo>
                  <a:lnTo>
                    <a:pt x="298369" y="268177"/>
                  </a:lnTo>
                  <a:lnTo>
                    <a:pt x="301591" y="263961"/>
                  </a:lnTo>
                  <a:lnTo>
                    <a:pt x="304677" y="259645"/>
                  </a:lnTo>
                  <a:lnTo>
                    <a:pt x="307624" y="255233"/>
                  </a:lnTo>
                  <a:lnTo>
                    <a:pt x="310430" y="250729"/>
                  </a:lnTo>
                  <a:lnTo>
                    <a:pt x="313092" y="246139"/>
                  </a:lnTo>
                  <a:lnTo>
                    <a:pt x="315607" y="241467"/>
                  </a:lnTo>
                  <a:lnTo>
                    <a:pt x="317972" y="236717"/>
                  </a:lnTo>
                  <a:lnTo>
                    <a:pt x="320185" y="231895"/>
                  </a:lnTo>
                  <a:lnTo>
                    <a:pt x="322244" y="227005"/>
                  </a:lnTo>
                  <a:lnTo>
                    <a:pt x="324147" y="222052"/>
                  </a:lnTo>
                  <a:lnTo>
                    <a:pt x="325891" y="217041"/>
                  </a:lnTo>
                  <a:lnTo>
                    <a:pt x="327476" y="211977"/>
                  </a:lnTo>
                  <a:lnTo>
                    <a:pt x="328899" y="206865"/>
                  </a:lnTo>
                  <a:lnTo>
                    <a:pt x="330160" y="201711"/>
                  </a:lnTo>
                  <a:lnTo>
                    <a:pt x="331256" y="196520"/>
                  </a:lnTo>
                  <a:lnTo>
                    <a:pt x="332186" y="191296"/>
                  </a:lnTo>
                  <a:lnTo>
                    <a:pt x="332951" y="186045"/>
                  </a:lnTo>
                  <a:lnTo>
                    <a:pt x="333548" y="180773"/>
                  </a:lnTo>
                  <a:lnTo>
                    <a:pt x="333978" y="175485"/>
                  </a:lnTo>
                  <a:lnTo>
                    <a:pt x="334240" y="170185"/>
                  </a:lnTo>
                  <a:lnTo>
                    <a:pt x="334334" y="164880"/>
                  </a:lnTo>
                  <a:lnTo>
                    <a:pt x="334259" y="159574"/>
                  </a:lnTo>
                  <a:lnTo>
                    <a:pt x="334015" y="154274"/>
                  </a:lnTo>
                  <a:lnTo>
                    <a:pt x="333604" y="148984"/>
                  </a:lnTo>
                  <a:lnTo>
                    <a:pt x="333025" y="143710"/>
                  </a:lnTo>
                  <a:lnTo>
                    <a:pt x="332279" y="138456"/>
                  </a:lnTo>
                  <a:lnTo>
                    <a:pt x="331366" y="133229"/>
                  </a:lnTo>
                  <a:lnTo>
                    <a:pt x="330288" y="128034"/>
                  </a:lnTo>
                  <a:lnTo>
                    <a:pt x="329046" y="122876"/>
                  </a:lnTo>
                  <a:lnTo>
                    <a:pt x="327641" y="117759"/>
                  </a:lnTo>
                  <a:lnTo>
                    <a:pt x="326074" y="112690"/>
                  </a:lnTo>
                  <a:lnTo>
                    <a:pt x="324347" y="107673"/>
                  </a:lnTo>
                  <a:lnTo>
                    <a:pt x="322461" y="102713"/>
                  </a:lnTo>
                  <a:lnTo>
                    <a:pt x="320419" y="97816"/>
                  </a:lnTo>
                  <a:lnTo>
                    <a:pt x="318223" y="92986"/>
                  </a:lnTo>
                  <a:lnTo>
                    <a:pt x="315875" y="88228"/>
                  </a:lnTo>
                  <a:lnTo>
                    <a:pt x="313376" y="83547"/>
                  </a:lnTo>
                  <a:lnTo>
                    <a:pt x="310731" y="78947"/>
                  </a:lnTo>
                  <a:lnTo>
                    <a:pt x="307940" y="74434"/>
                  </a:lnTo>
                  <a:lnTo>
                    <a:pt x="305008" y="70012"/>
                  </a:lnTo>
                  <a:lnTo>
                    <a:pt x="301937" y="65685"/>
                  </a:lnTo>
                  <a:lnTo>
                    <a:pt x="298731" y="61458"/>
                  </a:lnTo>
                  <a:lnTo>
                    <a:pt x="295392" y="57334"/>
                  </a:lnTo>
                  <a:lnTo>
                    <a:pt x="291923" y="53319"/>
                  </a:lnTo>
                  <a:lnTo>
                    <a:pt x="288329" y="49415"/>
                  </a:lnTo>
                  <a:lnTo>
                    <a:pt x="284613" y="45628"/>
                  </a:lnTo>
                  <a:lnTo>
                    <a:pt x="280778" y="41961"/>
                  </a:lnTo>
                  <a:lnTo>
                    <a:pt x="276829" y="38417"/>
                  </a:lnTo>
                  <a:lnTo>
                    <a:pt x="272770" y="35000"/>
                  </a:lnTo>
                  <a:lnTo>
                    <a:pt x="268604" y="31714"/>
                  </a:lnTo>
                  <a:lnTo>
                    <a:pt x="264336" y="28562"/>
                  </a:lnTo>
                  <a:lnTo>
                    <a:pt x="259970" y="25546"/>
                  </a:lnTo>
                  <a:lnTo>
                    <a:pt x="255511" y="22671"/>
                  </a:lnTo>
                  <a:lnTo>
                    <a:pt x="250962" y="19939"/>
                  </a:lnTo>
                  <a:lnTo>
                    <a:pt x="246329" y="17352"/>
                  </a:lnTo>
                  <a:lnTo>
                    <a:pt x="241617" y="14914"/>
                  </a:lnTo>
                  <a:lnTo>
                    <a:pt x="236829" y="12627"/>
                  </a:lnTo>
                  <a:lnTo>
                    <a:pt x="231971" y="10492"/>
                  </a:lnTo>
                  <a:lnTo>
                    <a:pt x="227048" y="8513"/>
                  </a:lnTo>
                  <a:lnTo>
                    <a:pt x="222065" y="6691"/>
                  </a:lnTo>
                  <a:lnTo>
                    <a:pt x="217026" y="5029"/>
                  </a:lnTo>
                  <a:lnTo>
                    <a:pt x="211937" y="3527"/>
                  </a:lnTo>
                  <a:lnTo>
                    <a:pt x="206803" y="2187"/>
                  </a:lnTo>
                  <a:lnTo>
                    <a:pt x="201629" y="1011"/>
                  </a:lnTo>
                  <a:lnTo>
                    <a:pt x="196420" y="0"/>
                  </a:lnTo>
                  <a:lnTo>
                    <a:pt x="167166" y="1645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964501" y="1071028"/>
              <a:ext cx="29253" cy="167167"/>
            </a:xfrm>
            <a:custGeom>
              <a:avLst/>
              <a:pathLst>
                <a:path w="29253" h="167167">
                  <a:moveTo>
                    <a:pt x="29253" y="2579"/>
                  </a:moveTo>
                  <a:lnTo>
                    <a:pt x="21990" y="1452"/>
                  </a:lnTo>
                  <a:lnTo>
                    <a:pt x="14683" y="646"/>
                  </a:lnTo>
                  <a:lnTo>
                    <a:pt x="7348" y="16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42101" y="1322571"/>
              <a:ext cx="46619" cy="167167"/>
            </a:xfrm>
            <a:custGeom>
              <a:avLst/>
              <a:pathLst>
                <a:path w="46619" h="167167">
                  <a:moveTo>
                    <a:pt x="46619" y="0"/>
                  </a:moveTo>
                  <a:lnTo>
                    <a:pt x="39871" y="136"/>
                  </a:lnTo>
                  <a:lnTo>
                    <a:pt x="33135" y="544"/>
                  </a:lnTo>
                  <a:lnTo>
                    <a:pt x="26420" y="1224"/>
                  </a:lnTo>
                  <a:lnTo>
                    <a:pt x="19738" y="2175"/>
                  </a:lnTo>
                  <a:lnTo>
                    <a:pt x="13101" y="3394"/>
                  </a:lnTo>
                  <a:lnTo>
                    <a:pt x="6517" y="4881"/>
                  </a:lnTo>
                  <a:lnTo>
                    <a:pt x="0" y="6632"/>
                  </a:lnTo>
                  <a:lnTo>
                    <a:pt x="4661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42101" y="1329203"/>
              <a:ext cx="46619" cy="160535"/>
            </a:xfrm>
            <a:custGeom>
              <a:avLst/>
              <a:pathLst>
                <a:path w="46619" h="160535">
                  <a:moveTo>
                    <a:pt x="0" y="0"/>
                  </a:moveTo>
                  <a:lnTo>
                    <a:pt x="46619" y="1605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321562" y="1329203"/>
              <a:ext cx="334324" cy="327697"/>
            </a:xfrm>
            <a:custGeom>
              <a:avLst/>
              <a:pathLst>
                <a:path w="334324" h="327697">
                  <a:moveTo>
                    <a:pt x="120539" y="0"/>
                  </a:moveTo>
                  <a:lnTo>
                    <a:pt x="115478" y="1556"/>
                  </a:lnTo>
                  <a:lnTo>
                    <a:pt x="110470" y="3273"/>
                  </a:lnTo>
                  <a:lnTo>
                    <a:pt x="105518" y="5147"/>
                  </a:lnTo>
                  <a:lnTo>
                    <a:pt x="100628" y="7177"/>
                  </a:lnTo>
                  <a:lnTo>
                    <a:pt x="95805" y="9361"/>
                  </a:lnTo>
                  <a:lnTo>
                    <a:pt x="91053" y="11696"/>
                  </a:lnTo>
                  <a:lnTo>
                    <a:pt x="86378" y="14181"/>
                  </a:lnTo>
                  <a:lnTo>
                    <a:pt x="81783" y="16812"/>
                  </a:lnTo>
                  <a:lnTo>
                    <a:pt x="77275" y="19588"/>
                  </a:lnTo>
                  <a:lnTo>
                    <a:pt x="72856" y="22505"/>
                  </a:lnTo>
                  <a:lnTo>
                    <a:pt x="68532" y="25561"/>
                  </a:lnTo>
                  <a:lnTo>
                    <a:pt x="64307" y="28752"/>
                  </a:lnTo>
                  <a:lnTo>
                    <a:pt x="60186" y="32075"/>
                  </a:lnTo>
                  <a:lnTo>
                    <a:pt x="56171" y="35527"/>
                  </a:lnTo>
                  <a:lnTo>
                    <a:pt x="52268" y="39105"/>
                  </a:lnTo>
                  <a:lnTo>
                    <a:pt x="48480" y="42804"/>
                  </a:lnTo>
                  <a:lnTo>
                    <a:pt x="44811" y="46621"/>
                  </a:lnTo>
                  <a:lnTo>
                    <a:pt x="41265" y="50553"/>
                  </a:lnTo>
                  <a:lnTo>
                    <a:pt x="37846" y="54595"/>
                  </a:lnTo>
                  <a:lnTo>
                    <a:pt x="34555" y="58743"/>
                  </a:lnTo>
                  <a:lnTo>
                    <a:pt x="31398" y="62993"/>
                  </a:lnTo>
                  <a:lnTo>
                    <a:pt x="28378" y="67342"/>
                  </a:lnTo>
                  <a:lnTo>
                    <a:pt x="25496" y="71783"/>
                  </a:lnTo>
                  <a:lnTo>
                    <a:pt x="22756" y="76314"/>
                  </a:lnTo>
                  <a:lnTo>
                    <a:pt x="20162" y="80929"/>
                  </a:lnTo>
                  <a:lnTo>
                    <a:pt x="17714" y="85624"/>
                  </a:lnTo>
                  <a:lnTo>
                    <a:pt x="15417" y="90394"/>
                  </a:lnTo>
                  <a:lnTo>
                    <a:pt x="13272" y="95235"/>
                  </a:lnTo>
                  <a:lnTo>
                    <a:pt x="11281" y="100141"/>
                  </a:lnTo>
                  <a:lnTo>
                    <a:pt x="9447" y="105108"/>
                  </a:lnTo>
                  <a:lnTo>
                    <a:pt x="7771" y="110130"/>
                  </a:lnTo>
                  <a:lnTo>
                    <a:pt x="6254" y="115203"/>
                  </a:lnTo>
                  <a:lnTo>
                    <a:pt x="4899" y="120321"/>
                  </a:lnTo>
                  <a:lnTo>
                    <a:pt x="3707" y="125480"/>
                  </a:lnTo>
                  <a:lnTo>
                    <a:pt x="2679" y="130673"/>
                  </a:lnTo>
                  <a:lnTo>
                    <a:pt x="1816" y="135897"/>
                  </a:lnTo>
                  <a:lnTo>
                    <a:pt x="1119" y="141146"/>
                  </a:lnTo>
                  <a:lnTo>
                    <a:pt x="588" y="146414"/>
                  </a:lnTo>
                  <a:lnTo>
                    <a:pt x="224" y="151696"/>
                  </a:lnTo>
                  <a:lnTo>
                    <a:pt x="28" y="156987"/>
                  </a:lnTo>
                  <a:lnTo>
                    <a:pt x="0" y="162281"/>
                  </a:lnTo>
                  <a:lnTo>
                    <a:pt x="139" y="167574"/>
                  </a:lnTo>
                  <a:lnTo>
                    <a:pt x="445" y="172859"/>
                  </a:lnTo>
                  <a:lnTo>
                    <a:pt x="919" y="178133"/>
                  </a:lnTo>
                  <a:lnTo>
                    <a:pt x="1560" y="183388"/>
                  </a:lnTo>
                  <a:lnTo>
                    <a:pt x="2367" y="188621"/>
                  </a:lnTo>
                  <a:lnTo>
                    <a:pt x="3339" y="193826"/>
                  </a:lnTo>
                  <a:lnTo>
                    <a:pt x="4475" y="198997"/>
                  </a:lnTo>
                  <a:lnTo>
                    <a:pt x="5775" y="204130"/>
                  </a:lnTo>
                  <a:lnTo>
                    <a:pt x="7236" y="209218"/>
                  </a:lnTo>
                  <a:lnTo>
                    <a:pt x="8858" y="214258"/>
                  </a:lnTo>
                  <a:lnTo>
                    <a:pt x="10639" y="219245"/>
                  </a:lnTo>
                  <a:lnTo>
                    <a:pt x="12577" y="224172"/>
                  </a:lnTo>
                  <a:lnTo>
                    <a:pt x="14670" y="229035"/>
                  </a:lnTo>
                  <a:lnTo>
                    <a:pt x="16915" y="233830"/>
                  </a:lnTo>
                  <a:lnTo>
                    <a:pt x="19312" y="238551"/>
                  </a:lnTo>
                  <a:lnTo>
                    <a:pt x="21857" y="243194"/>
                  </a:lnTo>
                  <a:lnTo>
                    <a:pt x="24547" y="247754"/>
                  </a:lnTo>
                  <a:lnTo>
                    <a:pt x="27381" y="252226"/>
                  </a:lnTo>
                  <a:lnTo>
                    <a:pt x="30355" y="256607"/>
                  </a:lnTo>
                  <a:lnTo>
                    <a:pt x="33466" y="260891"/>
                  </a:lnTo>
                  <a:lnTo>
                    <a:pt x="36711" y="265075"/>
                  </a:lnTo>
                  <a:lnTo>
                    <a:pt x="40087" y="269153"/>
                  </a:lnTo>
                  <a:lnTo>
                    <a:pt x="43590" y="273123"/>
                  </a:lnTo>
                  <a:lnTo>
                    <a:pt x="47218" y="276979"/>
                  </a:lnTo>
                  <a:lnTo>
                    <a:pt x="50966" y="280719"/>
                  </a:lnTo>
                  <a:lnTo>
                    <a:pt x="54830" y="284339"/>
                  </a:lnTo>
                  <a:lnTo>
                    <a:pt x="58807" y="287834"/>
                  </a:lnTo>
                  <a:lnTo>
                    <a:pt x="62893" y="291201"/>
                  </a:lnTo>
                  <a:lnTo>
                    <a:pt x="67083" y="294438"/>
                  </a:lnTo>
                  <a:lnTo>
                    <a:pt x="71374" y="297540"/>
                  </a:lnTo>
                  <a:lnTo>
                    <a:pt x="75760" y="300504"/>
                  </a:lnTo>
                  <a:lnTo>
                    <a:pt x="80239" y="303329"/>
                  </a:lnTo>
                  <a:lnTo>
                    <a:pt x="84804" y="306009"/>
                  </a:lnTo>
                  <a:lnTo>
                    <a:pt x="89453" y="308545"/>
                  </a:lnTo>
                  <a:lnTo>
                    <a:pt x="94179" y="310931"/>
                  </a:lnTo>
                  <a:lnTo>
                    <a:pt x="98978" y="313167"/>
                  </a:lnTo>
                  <a:lnTo>
                    <a:pt x="103846" y="315249"/>
                  </a:lnTo>
                  <a:lnTo>
                    <a:pt x="108777" y="317177"/>
                  </a:lnTo>
                  <a:lnTo>
                    <a:pt x="113767" y="318947"/>
                  </a:lnTo>
                  <a:lnTo>
                    <a:pt x="118811" y="320558"/>
                  </a:lnTo>
                  <a:lnTo>
                    <a:pt x="123902" y="322009"/>
                  </a:lnTo>
                  <a:lnTo>
                    <a:pt x="129038" y="323298"/>
                  </a:lnTo>
                  <a:lnTo>
                    <a:pt x="134211" y="324424"/>
                  </a:lnTo>
                  <a:lnTo>
                    <a:pt x="139418" y="325385"/>
                  </a:lnTo>
                  <a:lnTo>
                    <a:pt x="144652" y="326180"/>
                  </a:lnTo>
                  <a:lnTo>
                    <a:pt x="149909" y="326810"/>
                  </a:lnTo>
                  <a:lnTo>
                    <a:pt x="155184" y="327273"/>
                  </a:lnTo>
                  <a:lnTo>
                    <a:pt x="160470" y="327568"/>
                  </a:lnTo>
                  <a:lnTo>
                    <a:pt x="165763" y="327697"/>
                  </a:lnTo>
                  <a:lnTo>
                    <a:pt x="171057" y="327657"/>
                  </a:lnTo>
                  <a:lnTo>
                    <a:pt x="176348" y="327450"/>
                  </a:lnTo>
                  <a:lnTo>
                    <a:pt x="181629" y="327075"/>
                  </a:lnTo>
                  <a:lnTo>
                    <a:pt x="186896" y="326533"/>
                  </a:lnTo>
                  <a:lnTo>
                    <a:pt x="192143" y="325825"/>
                  </a:lnTo>
                  <a:lnTo>
                    <a:pt x="197365" y="324950"/>
                  </a:lnTo>
                  <a:lnTo>
                    <a:pt x="202557" y="323911"/>
                  </a:lnTo>
                  <a:lnTo>
                    <a:pt x="207713" y="322708"/>
                  </a:lnTo>
                  <a:lnTo>
                    <a:pt x="212828" y="321343"/>
                  </a:lnTo>
                  <a:lnTo>
                    <a:pt x="217898" y="319816"/>
                  </a:lnTo>
                  <a:lnTo>
                    <a:pt x="222916" y="318129"/>
                  </a:lnTo>
                  <a:lnTo>
                    <a:pt x="227879" y="316284"/>
                  </a:lnTo>
                  <a:lnTo>
                    <a:pt x="232781" y="314283"/>
                  </a:lnTo>
                  <a:lnTo>
                    <a:pt x="237617" y="312128"/>
                  </a:lnTo>
                  <a:lnTo>
                    <a:pt x="242382" y="309821"/>
                  </a:lnTo>
                  <a:lnTo>
                    <a:pt x="247072" y="307363"/>
                  </a:lnTo>
                  <a:lnTo>
                    <a:pt x="251682" y="304759"/>
                  </a:lnTo>
                  <a:lnTo>
                    <a:pt x="256207" y="302010"/>
                  </a:lnTo>
                  <a:lnTo>
                    <a:pt x="260643" y="299119"/>
                  </a:lnTo>
                  <a:lnTo>
                    <a:pt x="264984" y="296089"/>
                  </a:lnTo>
                  <a:lnTo>
                    <a:pt x="269228" y="292923"/>
                  </a:lnTo>
                  <a:lnTo>
                    <a:pt x="273369" y="289624"/>
                  </a:lnTo>
                  <a:lnTo>
                    <a:pt x="277404" y="286196"/>
                  </a:lnTo>
                  <a:lnTo>
                    <a:pt x="281328" y="282642"/>
                  </a:lnTo>
                  <a:lnTo>
                    <a:pt x="285138" y="278965"/>
                  </a:lnTo>
                  <a:lnTo>
                    <a:pt x="288829" y="275169"/>
                  </a:lnTo>
                  <a:lnTo>
                    <a:pt x="292399" y="271258"/>
                  </a:lnTo>
                  <a:lnTo>
                    <a:pt x="295842" y="267237"/>
                  </a:lnTo>
                  <a:lnTo>
                    <a:pt x="299157" y="263108"/>
                  </a:lnTo>
                  <a:lnTo>
                    <a:pt x="302339" y="258876"/>
                  </a:lnTo>
                  <a:lnTo>
                    <a:pt x="305385" y="254546"/>
                  </a:lnTo>
                  <a:lnTo>
                    <a:pt x="308293" y="250122"/>
                  </a:lnTo>
                  <a:lnTo>
                    <a:pt x="311059" y="245607"/>
                  </a:lnTo>
                  <a:lnTo>
                    <a:pt x="313681" y="241007"/>
                  </a:lnTo>
                  <a:lnTo>
                    <a:pt x="316156" y="236327"/>
                  </a:lnTo>
                  <a:lnTo>
                    <a:pt x="318482" y="231570"/>
                  </a:lnTo>
                  <a:lnTo>
                    <a:pt x="320655" y="226742"/>
                  </a:lnTo>
                  <a:lnTo>
                    <a:pt x="322675" y="221848"/>
                  </a:lnTo>
                  <a:lnTo>
                    <a:pt x="324539" y="216892"/>
                  </a:lnTo>
                  <a:lnTo>
                    <a:pt x="326245" y="211880"/>
                  </a:lnTo>
                  <a:lnTo>
                    <a:pt x="327791" y="206816"/>
                  </a:lnTo>
                  <a:lnTo>
                    <a:pt x="329176" y="201706"/>
                  </a:lnTo>
                  <a:lnTo>
                    <a:pt x="330399" y="196555"/>
                  </a:lnTo>
                  <a:lnTo>
                    <a:pt x="331457" y="191367"/>
                  </a:lnTo>
                  <a:lnTo>
                    <a:pt x="332351" y="186149"/>
                  </a:lnTo>
                  <a:lnTo>
                    <a:pt x="333080" y="180904"/>
                  </a:lnTo>
                  <a:lnTo>
                    <a:pt x="333641" y="175640"/>
                  </a:lnTo>
                  <a:lnTo>
                    <a:pt x="334036" y="170360"/>
                  </a:lnTo>
                  <a:lnTo>
                    <a:pt x="334264" y="165070"/>
                  </a:lnTo>
                  <a:lnTo>
                    <a:pt x="334324" y="159776"/>
                  </a:lnTo>
                  <a:lnTo>
                    <a:pt x="334216" y="154482"/>
                  </a:lnTo>
                  <a:lnTo>
                    <a:pt x="333940" y="149195"/>
                  </a:lnTo>
                  <a:lnTo>
                    <a:pt x="333497" y="143919"/>
                  </a:lnTo>
                  <a:lnTo>
                    <a:pt x="332888" y="138660"/>
                  </a:lnTo>
                  <a:lnTo>
                    <a:pt x="332112" y="133422"/>
                  </a:lnTo>
                  <a:lnTo>
                    <a:pt x="331171" y="128212"/>
                  </a:lnTo>
                  <a:lnTo>
                    <a:pt x="330065" y="123034"/>
                  </a:lnTo>
                  <a:lnTo>
                    <a:pt x="328795" y="117894"/>
                  </a:lnTo>
                  <a:lnTo>
                    <a:pt x="327364" y="112797"/>
                  </a:lnTo>
                  <a:lnTo>
                    <a:pt x="325772" y="107747"/>
                  </a:lnTo>
                  <a:lnTo>
                    <a:pt x="324021" y="102751"/>
                  </a:lnTo>
                  <a:lnTo>
                    <a:pt x="322112" y="97812"/>
                  </a:lnTo>
                  <a:lnTo>
                    <a:pt x="320048" y="92936"/>
                  </a:lnTo>
                  <a:lnTo>
                    <a:pt x="317831" y="88128"/>
                  </a:lnTo>
                  <a:lnTo>
                    <a:pt x="315462" y="83393"/>
                  </a:lnTo>
                  <a:lnTo>
                    <a:pt x="312945" y="78735"/>
                  </a:lnTo>
                  <a:lnTo>
                    <a:pt x="310281" y="74160"/>
                  </a:lnTo>
                  <a:lnTo>
                    <a:pt x="307474" y="69670"/>
                  </a:lnTo>
                  <a:lnTo>
                    <a:pt x="304526" y="65272"/>
                  </a:lnTo>
                  <a:lnTo>
                    <a:pt x="301440" y="60970"/>
                  </a:lnTo>
                  <a:lnTo>
                    <a:pt x="298220" y="56767"/>
                  </a:lnTo>
                  <a:lnTo>
                    <a:pt x="294868" y="52669"/>
                  </a:lnTo>
                  <a:lnTo>
                    <a:pt x="291388" y="48679"/>
                  </a:lnTo>
                  <a:lnTo>
                    <a:pt x="287783" y="44801"/>
                  </a:lnTo>
                  <a:lnTo>
                    <a:pt x="284058" y="41039"/>
                  </a:lnTo>
                  <a:lnTo>
                    <a:pt x="280215" y="37397"/>
                  </a:lnTo>
                  <a:lnTo>
                    <a:pt x="276259" y="33878"/>
                  </a:lnTo>
                  <a:lnTo>
                    <a:pt x="272193" y="30487"/>
                  </a:lnTo>
                  <a:lnTo>
                    <a:pt x="268022" y="27225"/>
                  </a:lnTo>
                  <a:lnTo>
                    <a:pt x="263750" y="24098"/>
                  </a:lnTo>
                  <a:lnTo>
                    <a:pt x="259380" y="21108"/>
                  </a:lnTo>
                  <a:lnTo>
                    <a:pt x="254919" y="18257"/>
                  </a:lnTo>
                  <a:lnTo>
                    <a:pt x="250369" y="15549"/>
                  </a:lnTo>
                  <a:lnTo>
                    <a:pt x="167158" y="1605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88720" y="1322571"/>
              <a:ext cx="83211" cy="167167"/>
            </a:xfrm>
            <a:custGeom>
              <a:avLst/>
              <a:pathLst>
                <a:path w="83211" h="167167">
                  <a:moveTo>
                    <a:pt x="83211" y="22181"/>
                  </a:moveTo>
                  <a:lnTo>
                    <a:pt x="78125" y="19379"/>
                  </a:lnTo>
                  <a:lnTo>
                    <a:pt x="72946" y="16755"/>
                  </a:lnTo>
                  <a:lnTo>
                    <a:pt x="67678" y="14312"/>
                  </a:lnTo>
                  <a:lnTo>
                    <a:pt x="62329" y="12054"/>
                  </a:lnTo>
                  <a:lnTo>
                    <a:pt x="56905" y="9983"/>
                  </a:lnTo>
                  <a:lnTo>
                    <a:pt x="51412" y="8102"/>
                  </a:lnTo>
                  <a:lnTo>
                    <a:pt x="45857" y="6412"/>
                  </a:lnTo>
                  <a:lnTo>
                    <a:pt x="40246" y="4917"/>
                  </a:lnTo>
                  <a:lnTo>
                    <a:pt x="34587" y="3617"/>
                  </a:lnTo>
                  <a:lnTo>
                    <a:pt x="28887" y="2514"/>
                  </a:lnTo>
                  <a:lnTo>
                    <a:pt x="23151" y="1610"/>
                  </a:lnTo>
                  <a:lnTo>
                    <a:pt x="17388" y="906"/>
                  </a:lnTo>
                  <a:lnTo>
                    <a:pt x="11603" y="403"/>
                  </a:lnTo>
                  <a:lnTo>
                    <a:pt x="5805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73068" y="1681503"/>
              <a:ext cx="13456" cy="167167"/>
            </a:xfrm>
            <a:custGeom>
              <a:avLst/>
              <a:pathLst>
                <a:path w="13456" h="167167">
                  <a:moveTo>
                    <a:pt x="13456" y="0"/>
                  </a:moveTo>
                  <a:lnTo>
                    <a:pt x="0" y="542"/>
                  </a:lnTo>
                  <a:lnTo>
                    <a:pt x="1345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73068" y="1682045"/>
              <a:ext cx="13456" cy="166624"/>
            </a:xfrm>
            <a:custGeom>
              <a:avLst/>
              <a:pathLst>
                <a:path w="13456" h="166624">
                  <a:moveTo>
                    <a:pt x="0" y="0"/>
                  </a:moveTo>
                  <a:lnTo>
                    <a:pt x="13456" y="1666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73068" y="1682045"/>
              <a:ext cx="13456" cy="166624"/>
            </a:xfrm>
            <a:custGeom>
              <a:avLst/>
              <a:pathLst>
                <a:path w="13456" h="166624">
                  <a:moveTo>
                    <a:pt x="0" y="0"/>
                  </a:moveTo>
                  <a:lnTo>
                    <a:pt x="13456" y="1666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73068" y="1682045"/>
              <a:ext cx="13456" cy="166624"/>
            </a:xfrm>
            <a:custGeom>
              <a:avLst/>
              <a:pathLst>
                <a:path w="13456" h="166624">
                  <a:moveTo>
                    <a:pt x="0" y="0"/>
                  </a:moveTo>
                  <a:lnTo>
                    <a:pt x="13456" y="1666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73068" y="1682045"/>
              <a:ext cx="13456" cy="166624"/>
            </a:xfrm>
            <a:custGeom>
              <a:avLst/>
              <a:pathLst>
                <a:path w="13456" h="166624">
                  <a:moveTo>
                    <a:pt x="0" y="0"/>
                  </a:moveTo>
                  <a:lnTo>
                    <a:pt x="13456" y="1666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73068" y="1682045"/>
              <a:ext cx="13456" cy="166624"/>
            </a:xfrm>
            <a:custGeom>
              <a:avLst/>
              <a:pathLst>
                <a:path w="13456" h="166624">
                  <a:moveTo>
                    <a:pt x="0" y="0"/>
                  </a:moveTo>
                  <a:lnTo>
                    <a:pt x="13456" y="1666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3068" y="1682045"/>
              <a:ext cx="13456" cy="166624"/>
            </a:xfrm>
            <a:custGeom>
              <a:avLst/>
              <a:pathLst>
                <a:path w="13456" h="166624">
                  <a:moveTo>
                    <a:pt x="0" y="0"/>
                  </a:moveTo>
                  <a:lnTo>
                    <a:pt x="13456" y="1666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3068" y="1682045"/>
              <a:ext cx="13456" cy="166624"/>
            </a:xfrm>
            <a:custGeom>
              <a:avLst/>
              <a:pathLst>
                <a:path w="13456" h="166624">
                  <a:moveTo>
                    <a:pt x="0" y="0"/>
                  </a:moveTo>
                  <a:lnTo>
                    <a:pt x="13456" y="1666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3068" y="1682045"/>
              <a:ext cx="13456" cy="166624"/>
            </a:xfrm>
            <a:custGeom>
              <a:avLst/>
              <a:pathLst>
                <a:path w="13456" h="166624">
                  <a:moveTo>
                    <a:pt x="0" y="0"/>
                  </a:moveTo>
                  <a:lnTo>
                    <a:pt x="13456" y="1666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3068" y="1682045"/>
              <a:ext cx="13456" cy="166624"/>
            </a:xfrm>
            <a:custGeom>
              <a:avLst/>
              <a:pathLst>
                <a:path w="13456" h="166624">
                  <a:moveTo>
                    <a:pt x="0" y="0"/>
                  </a:moveTo>
                  <a:lnTo>
                    <a:pt x="13456" y="1666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73068" y="1682045"/>
              <a:ext cx="13456" cy="166624"/>
            </a:xfrm>
            <a:custGeom>
              <a:avLst/>
              <a:pathLst>
                <a:path w="13456" h="166624">
                  <a:moveTo>
                    <a:pt x="0" y="0"/>
                  </a:moveTo>
                  <a:lnTo>
                    <a:pt x="13456" y="1666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73068" y="1682045"/>
              <a:ext cx="13456" cy="166624"/>
            </a:xfrm>
            <a:custGeom>
              <a:avLst/>
              <a:pathLst>
                <a:path w="13456" h="166624">
                  <a:moveTo>
                    <a:pt x="0" y="0"/>
                  </a:moveTo>
                  <a:lnTo>
                    <a:pt x="13456" y="1666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73068" y="1682045"/>
              <a:ext cx="13456" cy="166624"/>
            </a:xfrm>
            <a:custGeom>
              <a:avLst/>
              <a:pathLst>
                <a:path w="13456" h="166624">
                  <a:moveTo>
                    <a:pt x="0" y="0"/>
                  </a:moveTo>
                  <a:lnTo>
                    <a:pt x="13456" y="1666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73068" y="1682045"/>
              <a:ext cx="13456" cy="166624"/>
            </a:xfrm>
            <a:custGeom>
              <a:avLst/>
              <a:pathLst>
                <a:path w="13456" h="166624">
                  <a:moveTo>
                    <a:pt x="0" y="0"/>
                  </a:moveTo>
                  <a:lnTo>
                    <a:pt x="13456" y="1666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73068" y="1682045"/>
              <a:ext cx="13456" cy="166624"/>
            </a:xfrm>
            <a:custGeom>
              <a:avLst/>
              <a:pathLst>
                <a:path w="13456" h="166624">
                  <a:moveTo>
                    <a:pt x="0" y="0"/>
                  </a:moveTo>
                  <a:lnTo>
                    <a:pt x="13456" y="1666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73068" y="1682045"/>
              <a:ext cx="13456" cy="166624"/>
            </a:xfrm>
            <a:custGeom>
              <a:avLst/>
              <a:pathLst>
                <a:path w="13456" h="166624">
                  <a:moveTo>
                    <a:pt x="0" y="0"/>
                  </a:moveTo>
                  <a:lnTo>
                    <a:pt x="13456" y="1666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987732" y="1682045"/>
              <a:ext cx="98792" cy="166624"/>
            </a:xfrm>
            <a:custGeom>
              <a:avLst/>
              <a:pathLst>
                <a:path w="98792" h="166624">
                  <a:moveTo>
                    <a:pt x="85336" y="0"/>
                  </a:moveTo>
                  <a:lnTo>
                    <a:pt x="79599" y="562"/>
                  </a:lnTo>
                  <a:lnTo>
                    <a:pt x="73886" y="1323"/>
                  </a:lnTo>
                  <a:lnTo>
                    <a:pt x="68202" y="2280"/>
                  </a:lnTo>
                  <a:lnTo>
                    <a:pt x="62555" y="3432"/>
                  </a:lnTo>
                  <a:lnTo>
                    <a:pt x="56951" y="4778"/>
                  </a:lnTo>
                  <a:lnTo>
                    <a:pt x="51396" y="6317"/>
                  </a:lnTo>
                  <a:lnTo>
                    <a:pt x="45898" y="8046"/>
                  </a:lnTo>
                  <a:lnTo>
                    <a:pt x="40462" y="9964"/>
                  </a:lnTo>
                  <a:lnTo>
                    <a:pt x="35096" y="12067"/>
                  </a:lnTo>
                  <a:lnTo>
                    <a:pt x="29806" y="14355"/>
                  </a:lnTo>
                  <a:lnTo>
                    <a:pt x="24598" y="16824"/>
                  </a:lnTo>
                  <a:lnTo>
                    <a:pt x="19478" y="19471"/>
                  </a:lnTo>
                  <a:lnTo>
                    <a:pt x="14452" y="22292"/>
                  </a:lnTo>
                  <a:lnTo>
                    <a:pt x="9526" y="25286"/>
                  </a:lnTo>
                  <a:lnTo>
                    <a:pt x="4707" y="28447"/>
                  </a:lnTo>
                  <a:lnTo>
                    <a:pt x="0" y="31772"/>
                  </a:lnTo>
                  <a:lnTo>
                    <a:pt x="98792" y="1666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919373" y="1681503"/>
              <a:ext cx="334299" cy="334334"/>
            </a:xfrm>
            <a:custGeom>
              <a:avLst/>
              <a:pathLst>
                <a:path w="334299" h="334334">
                  <a:moveTo>
                    <a:pt x="68359" y="32315"/>
                  </a:moveTo>
                  <a:lnTo>
                    <a:pt x="64128" y="35519"/>
                  </a:lnTo>
                  <a:lnTo>
                    <a:pt x="60001" y="38855"/>
                  </a:lnTo>
                  <a:lnTo>
                    <a:pt x="55983" y="42321"/>
                  </a:lnTo>
                  <a:lnTo>
                    <a:pt x="52076" y="45912"/>
                  </a:lnTo>
                  <a:lnTo>
                    <a:pt x="48285" y="49626"/>
                  </a:lnTo>
                  <a:lnTo>
                    <a:pt x="44614" y="53458"/>
                  </a:lnTo>
                  <a:lnTo>
                    <a:pt x="41066" y="57405"/>
                  </a:lnTo>
                  <a:lnTo>
                    <a:pt x="37646" y="61462"/>
                  </a:lnTo>
                  <a:lnTo>
                    <a:pt x="34356" y="65626"/>
                  </a:lnTo>
                  <a:lnTo>
                    <a:pt x="31200" y="69893"/>
                  </a:lnTo>
                  <a:lnTo>
                    <a:pt x="28181" y="74257"/>
                  </a:lnTo>
                  <a:lnTo>
                    <a:pt x="25302" y="78715"/>
                  </a:lnTo>
                  <a:lnTo>
                    <a:pt x="22566" y="83262"/>
                  </a:lnTo>
                  <a:lnTo>
                    <a:pt x="19975" y="87893"/>
                  </a:lnTo>
                  <a:lnTo>
                    <a:pt x="17533" y="92605"/>
                  </a:lnTo>
                  <a:lnTo>
                    <a:pt x="15242" y="97392"/>
                  </a:lnTo>
                  <a:lnTo>
                    <a:pt x="13104" y="102249"/>
                  </a:lnTo>
                  <a:lnTo>
                    <a:pt x="11121" y="107171"/>
                  </a:lnTo>
                  <a:lnTo>
                    <a:pt x="9295" y="112154"/>
                  </a:lnTo>
                  <a:lnTo>
                    <a:pt x="7628" y="117192"/>
                  </a:lnTo>
                  <a:lnTo>
                    <a:pt x="6122" y="122281"/>
                  </a:lnTo>
                  <a:lnTo>
                    <a:pt x="4779" y="127415"/>
                  </a:lnTo>
                  <a:lnTo>
                    <a:pt x="3599" y="132589"/>
                  </a:lnTo>
                  <a:lnTo>
                    <a:pt x="2584" y="137797"/>
                  </a:lnTo>
                  <a:lnTo>
                    <a:pt x="1734" y="143036"/>
                  </a:lnTo>
                  <a:lnTo>
                    <a:pt x="1052" y="148298"/>
                  </a:lnTo>
                  <a:lnTo>
                    <a:pt x="536" y="153580"/>
                  </a:lnTo>
                  <a:lnTo>
                    <a:pt x="189" y="158876"/>
                  </a:lnTo>
                  <a:lnTo>
                    <a:pt x="10" y="164179"/>
                  </a:lnTo>
                  <a:lnTo>
                    <a:pt x="0" y="169486"/>
                  </a:lnTo>
                  <a:lnTo>
                    <a:pt x="157" y="174791"/>
                  </a:lnTo>
                  <a:lnTo>
                    <a:pt x="483" y="180087"/>
                  </a:lnTo>
                  <a:lnTo>
                    <a:pt x="978" y="185371"/>
                  </a:lnTo>
                  <a:lnTo>
                    <a:pt x="1639" y="190637"/>
                  </a:lnTo>
                  <a:lnTo>
                    <a:pt x="2467" y="195878"/>
                  </a:lnTo>
                  <a:lnTo>
                    <a:pt x="3462" y="201091"/>
                  </a:lnTo>
                  <a:lnTo>
                    <a:pt x="4621" y="206270"/>
                  </a:lnTo>
                  <a:lnTo>
                    <a:pt x="5944" y="211409"/>
                  </a:lnTo>
                  <a:lnTo>
                    <a:pt x="7430" y="216504"/>
                  </a:lnTo>
                  <a:lnTo>
                    <a:pt x="9076" y="221548"/>
                  </a:lnTo>
                  <a:lnTo>
                    <a:pt x="10882" y="226539"/>
                  </a:lnTo>
                  <a:lnTo>
                    <a:pt x="12845" y="231469"/>
                  </a:lnTo>
                  <a:lnTo>
                    <a:pt x="14964" y="236334"/>
                  </a:lnTo>
                  <a:lnTo>
                    <a:pt x="17236" y="241130"/>
                  </a:lnTo>
                  <a:lnTo>
                    <a:pt x="19659" y="245851"/>
                  </a:lnTo>
                  <a:lnTo>
                    <a:pt x="22231" y="250493"/>
                  </a:lnTo>
                  <a:lnTo>
                    <a:pt x="24949" y="255051"/>
                  </a:lnTo>
                  <a:lnTo>
                    <a:pt x="27810" y="259521"/>
                  </a:lnTo>
                  <a:lnTo>
                    <a:pt x="30812" y="263897"/>
                  </a:lnTo>
                  <a:lnTo>
                    <a:pt x="33951" y="268176"/>
                  </a:lnTo>
                  <a:lnTo>
                    <a:pt x="37224" y="272353"/>
                  </a:lnTo>
                  <a:lnTo>
                    <a:pt x="40629" y="276424"/>
                  </a:lnTo>
                  <a:lnTo>
                    <a:pt x="44160" y="280385"/>
                  </a:lnTo>
                  <a:lnTo>
                    <a:pt x="47816" y="284232"/>
                  </a:lnTo>
                  <a:lnTo>
                    <a:pt x="51592" y="287961"/>
                  </a:lnTo>
                  <a:lnTo>
                    <a:pt x="55484" y="291568"/>
                  </a:lnTo>
                  <a:lnTo>
                    <a:pt x="59489" y="295049"/>
                  </a:lnTo>
                  <a:lnTo>
                    <a:pt x="63603" y="298402"/>
                  </a:lnTo>
                  <a:lnTo>
                    <a:pt x="67820" y="301623"/>
                  </a:lnTo>
                  <a:lnTo>
                    <a:pt x="72138" y="304708"/>
                  </a:lnTo>
                  <a:lnTo>
                    <a:pt x="76552" y="307655"/>
                  </a:lnTo>
                  <a:lnTo>
                    <a:pt x="81057" y="310460"/>
                  </a:lnTo>
                  <a:lnTo>
                    <a:pt x="85649" y="313120"/>
                  </a:lnTo>
                  <a:lnTo>
                    <a:pt x="90322" y="315634"/>
                  </a:lnTo>
                  <a:lnTo>
                    <a:pt x="95074" y="317997"/>
                  </a:lnTo>
                  <a:lnTo>
                    <a:pt x="99897" y="320209"/>
                  </a:lnTo>
                  <a:lnTo>
                    <a:pt x="104789" y="322267"/>
                  </a:lnTo>
                  <a:lnTo>
                    <a:pt x="109744" y="324168"/>
                  </a:lnTo>
                  <a:lnTo>
                    <a:pt x="114756" y="325911"/>
                  </a:lnTo>
                  <a:lnTo>
                    <a:pt x="119821" y="327494"/>
                  </a:lnTo>
                  <a:lnTo>
                    <a:pt x="124934" y="328916"/>
                  </a:lnTo>
                  <a:lnTo>
                    <a:pt x="130089" y="330174"/>
                  </a:lnTo>
                  <a:lnTo>
                    <a:pt x="135282" y="331269"/>
                  </a:lnTo>
                  <a:lnTo>
                    <a:pt x="140507" y="332197"/>
                  </a:lnTo>
                  <a:lnTo>
                    <a:pt x="145759" y="332960"/>
                  </a:lnTo>
                  <a:lnTo>
                    <a:pt x="151032" y="333555"/>
                  </a:lnTo>
                  <a:lnTo>
                    <a:pt x="156322" y="333983"/>
                  </a:lnTo>
                  <a:lnTo>
                    <a:pt x="161622" y="334243"/>
                  </a:lnTo>
                  <a:lnTo>
                    <a:pt x="166928" y="334334"/>
                  </a:lnTo>
                  <a:lnTo>
                    <a:pt x="172234" y="334257"/>
                  </a:lnTo>
                  <a:lnTo>
                    <a:pt x="177535" y="334012"/>
                  </a:lnTo>
                  <a:lnTo>
                    <a:pt x="182826" y="333598"/>
                  </a:lnTo>
                  <a:lnTo>
                    <a:pt x="188101" y="333016"/>
                  </a:lnTo>
                  <a:lnTo>
                    <a:pt x="193355" y="332268"/>
                  </a:lnTo>
                  <a:lnTo>
                    <a:pt x="198582" y="331353"/>
                  </a:lnTo>
                  <a:lnTo>
                    <a:pt x="203778" y="330273"/>
                  </a:lnTo>
                  <a:lnTo>
                    <a:pt x="208936" y="329028"/>
                  </a:lnTo>
                  <a:lnTo>
                    <a:pt x="214053" y="327620"/>
                  </a:lnTo>
                  <a:lnTo>
                    <a:pt x="219122" y="326050"/>
                  </a:lnTo>
                  <a:lnTo>
                    <a:pt x="224139" y="324321"/>
                  </a:lnTo>
                  <a:lnTo>
                    <a:pt x="229099" y="322432"/>
                  </a:lnTo>
                  <a:lnTo>
                    <a:pt x="233996" y="320388"/>
                  </a:lnTo>
                  <a:lnTo>
                    <a:pt x="238826" y="318189"/>
                  </a:lnTo>
                  <a:lnTo>
                    <a:pt x="243583" y="315838"/>
                  </a:lnTo>
                  <a:lnTo>
                    <a:pt x="248264" y="313337"/>
                  </a:lnTo>
                  <a:lnTo>
                    <a:pt x="252863" y="310689"/>
                  </a:lnTo>
                  <a:lnTo>
                    <a:pt x="257375" y="307896"/>
                  </a:lnTo>
                  <a:lnTo>
                    <a:pt x="261796" y="304961"/>
                  </a:lnTo>
                  <a:lnTo>
                    <a:pt x="266123" y="301887"/>
                  </a:lnTo>
                  <a:lnTo>
                    <a:pt x="270349" y="298678"/>
                  </a:lnTo>
                  <a:lnTo>
                    <a:pt x="274471" y="295336"/>
                  </a:lnTo>
                  <a:lnTo>
                    <a:pt x="278485" y="291865"/>
                  </a:lnTo>
                  <a:lnTo>
                    <a:pt x="282387" y="288268"/>
                  </a:lnTo>
                  <a:lnTo>
                    <a:pt x="286173" y="284549"/>
                  </a:lnTo>
                  <a:lnTo>
                    <a:pt x="289839" y="280712"/>
                  </a:lnTo>
                  <a:lnTo>
                    <a:pt x="293381" y="276761"/>
                  </a:lnTo>
                  <a:lnTo>
                    <a:pt x="296796" y="272699"/>
                  </a:lnTo>
                  <a:lnTo>
                    <a:pt x="300081" y="268530"/>
                  </a:lnTo>
                  <a:lnTo>
                    <a:pt x="303231" y="264260"/>
                  </a:lnTo>
                  <a:lnTo>
                    <a:pt x="306245" y="259892"/>
                  </a:lnTo>
                  <a:lnTo>
                    <a:pt x="309118" y="255430"/>
                  </a:lnTo>
                  <a:lnTo>
                    <a:pt x="311848" y="250879"/>
                  </a:lnTo>
                  <a:lnTo>
                    <a:pt x="314432" y="246244"/>
                  </a:lnTo>
                  <a:lnTo>
                    <a:pt x="316868" y="241529"/>
                  </a:lnTo>
                  <a:lnTo>
                    <a:pt x="319153" y="236740"/>
                  </a:lnTo>
                  <a:lnTo>
                    <a:pt x="321285" y="231880"/>
                  </a:lnTo>
                  <a:lnTo>
                    <a:pt x="323261" y="226955"/>
                  </a:lnTo>
                  <a:lnTo>
                    <a:pt x="325080" y="221970"/>
                  </a:lnTo>
                  <a:lnTo>
                    <a:pt x="326740" y="216929"/>
                  </a:lnTo>
                  <a:lnTo>
                    <a:pt x="328239" y="211838"/>
                  </a:lnTo>
                  <a:lnTo>
                    <a:pt x="329576" y="206703"/>
                  </a:lnTo>
                  <a:lnTo>
                    <a:pt x="330749" y="201527"/>
                  </a:lnTo>
                  <a:lnTo>
                    <a:pt x="331757" y="196317"/>
                  </a:lnTo>
                  <a:lnTo>
                    <a:pt x="332599" y="191078"/>
                  </a:lnTo>
                  <a:lnTo>
                    <a:pt x="333275" y="185814"/>
                  </a:lnTo>
                  <a:lnTo>
                    <a:pt x="333783" y="180532"/>
                  </a:lnTo>
                  <a:lnTo>
                    <a:pt x="334123" y="175236"/>
                  </a:lnTo>
                  <a:lnTo>
                    <a:pt x="334295" y="169932"/>
                  </a:lnTo>
                  <a:lnTo>
                    <a:pt x="334299" y="164625"/>
                  </a:lnTo>
                  <a:lnTo>
                    <a:pt x="334134" y="159321"/>
                  </a:lnTo>
                  <a:lnTo>
                    <a:pt x="333801" y="154024"/>
                  </a:lnTo>
                  <a:lnTo>
                    <a:pt x="333300" y="148741"/>
                  </a:lnTo>
                  <a:lnTo>
                    <a:pt x="332631" y="143477"/>
                  </a:lnTo>
                  <a:lnTo>
                    <a:pt x="331796" y="138236"/>
                  </a:lnTo>
                  <a:lnTo>
                    <a:pt x="330795" y="133025"/>
                  </a:lnTo>
                  <a:lnTo>
                    <a:pt x="329628" y="127848"/>
                  </a:lnTo>
                  <a:lnTo>
                    <a:pt x="328298" y="122710"/>
                  </a:lnTo>
                  <a:lnTo>
                    <a:pt x="326806" y="117617"/>
                  </a:lnTo>
                  <a:lnTo>
                    <a:pt x="325153" y="112575"/>
                  </a:lnTo>
                  <a:lnTo>
                    <a:pt x="323340" y="107587"/>
                  </a:lnTo>
                  <a:lnTo>
                    <a:pt x="321371" y="102659"/>
                  </a:lnTo>
                  <a:lnTo>
                    <a:pt x="319245" y="97797"/>
                  </a:lnTo>
                  <a:lnTo>
                    <a:pt x="316967" y="93004"/>
                  </a:lnTo>
                  <a:lnTo>
                    <a:pt x="314537" y="88286"/>
                  </a:lnTo>
                  <a:lnTo>
                    <a:pt x="311959" y="83648"/>
                  </a:lnTo>
                  <a:lnTo>
                    <a:pt x="309235" y="79093"/>
                  </a:lnTo>
                  <a:lnTo>
                    <a:pt x="306368" y="74628"/>
                  </a:lnTo>
                  <a:lnTo>
                    <a:pt x="303361" y="70255"/>
                  </a:lnTo>
                  <a:lnTo>
                    <a:pt x="300216" y="65981"/>
                  </a:lnTo>
                  <a:lnTo>
                    <a:pt x="296937" y="61808"/>
                  </a:lnTo>
                  <a:lnTo>
                    <a:pt x="293527" y="57741"/>
                  </a:lnTo>
                  <a:lnTo>
                    <a:pt x="289990" y="53785"/>
                  </a:lnTo>
                  <a:lnTo>
                    <a:pt x="286330" y="49943"/>
                  </a:lnTo>
                  <a:lnTo>
                    <a:pt x="282549" y="46219"/>
                  </a:lnTo>
                  <a:lnTo>
                    <a:pt x="278651" y="42618"/>
                  </a:lnTo>
                  <a:lnTo>
                    <a:pt x="274642" y="39141"/>
                  </a:lnTo>
                  <a:lnTo>
                    <a:pt x="270524" y="35794"/>
                  </a:lnTo>
                  <a:lnTo>
                    <a:pt x="266302" y="32579"/>
                  </a:lnTo>
                  <a:lnTo>
                    <a:pt x="261980" y="29499"/>
                  </a:lnTo>
                  <a:lnTo>
                    <a:pt x="257562" y="26559"/>
                  </a:lnTo>
                  <a:lnTo>
                    <a:pt x="253054" y="23760"/>
                  </a:lnTo>
                  <a:lnTo>
                    <a:pt x="248459" y="21105"/>
                  </a:lnTo>
                  <a:lnTo>
                    <a:pt x="243781" y="18598"/>
                  </a:lnTo>
                  <a:lnTo>
                    <a:pt x="239027" y="16241"/>
                  </a:lnTo>
                  <a:lnTo>
                    <a:pt x="234200" y="14035"/>
                  </a:lnTo>
                  <a:lnTo>
                    <a:pt x="229306" y="11984"/>
                  </a:lnTo>
                  <a:lnTo>
                    <a:pt x="224349" y="10089"/>
                  </a:lnTo>
                  <a:lnTo>
                    <a:pt x="219334" y="8353"/>
                  </a:lnTo>
                  <a:lnTo>
                    <a:pt x="214267" y="6777"/>
                  </a:lnTo>
                  <a:lnTo>
                    <a:pt x="209152" y="5362"/>
                  </a:lnTo>
                  <a:lnTo>
                    <a:pt x="203995" y="4110"/>
                  </a:lnTo>
                  <a:lnTo>
                    <a:pt x="198801" y="3023"/>
                  </a:lnTo>
                  <a:lnTo>
                    <a:pt x="193575" y="2101"/>
                  </a:lnTo>
                  <a:lnTo>
                    <a:pt x="188322" y="1346"/>
                  </a:lnTo>
                  <a:lnTo>
                    <a:pt x="183048" y="757"/>
                  </a:lnTo>
                  <a:lnTo>
                    <a:pt x="177758" y="336"/>
                  </a:lnTo>
                  <a:lnTo>
                    <a:pt x="172457" y="84"/>
                  </a:lnTo>
                  <a:lnTo>
                    <a:pt x="167151" y="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60250" y="2126963"/>
              <a:ext cx="21037" cy="167167"/>
            </a:xfrm>
            <a:custGeom>
              <a:avLst/>
              <a:pathLst>
                <a:path w="21037" h="167167">
                  <a:moveTo>
                    <a:pt x="21037" y="0"/>
                  </a:moveTo>
                  <a:lnTo>
                    <a:pt x="14008" y="147"/>
                  </a:lnTo>
                  <a:lnTo>
                    <a:pt x="6991" y="591"/>
                  </a:lnTo>
                  <a:lnTo>
                    <a:pt x="0" y="1328"/>
                  </a:lnTo>
                  <a:lnTo>
                    <a:pt x="2103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60250" y="2128292"/>
              <a:ext cx="21037" cy="165838"/>
            </a:xfrm>
            <a:custGeom>
              <a:avLst/>
              <a:pathLst>
                <a:path w="21037" h="165838">
                  <a:moveTo>
                    <a:pt x="0" y="0"/>
                  </a:moveTo>
                  <a:lnTo>
                    <a:pt x="21037" y="1658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60250" y="2128292"/>
              <a:ext cx="21037" cy="165838"/>
            </a:xfrm>
            <a:custGeom>
              <a:avLst/>
              <a:pathLst>
                <a:path w="21037" h="165838">
                  <a:moveTo>
                    <a:pt x="0" y="0"/>
                  </a:moveTo>
                  <a:lnTo>
                    <a:pt x="21037" y="1658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60250" y="2128292"/>
              <a:ext cx="21037" cy="165838"/>
            </a:xfrm>
            <a:custGeom>
              <a:avLst/>
              <a:pathLst>
                <a:path w="21037" h="165838">
                  <a:moveTo>
                    <a:pt x="0" y="0"/>
                  </a:moveTo>
                  <a:lnTo>
                    <a:pt x="21037" y="1658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60250" y="2128292"/>
              <a:ext cx="21037" cy="165838"/>
            </a:xfrm>
            <a:custGeom>
              <a:avLst/>
              <a:pathLst>
                <a:path w="21037" h="165838">
                  <a:moveTo>
                    <a:pt x="0" y="0"/>
                  </a:moveTo>
                  <a:lnTo>
                    <a:pt x="21037" y="1658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60250" y="2128292"/>
              <a:ext cx="21037" cy="165838"/>
            </a:xfrm>
            <a:custGeom>
              <a:avLst/>
              <a:pathLst>
                <a:path w="21037" h="165838">
                  <a:moveTo>
                    <a:pt x="0" y="0"/>
                  </a:moveTo>
                  <a:lnTo>
                    <a:pt x="21037" y="1658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60250" y="2128292"/>
              <a:ext cx="21037" cy="165838"/>
            </a:xfrm>
            <a:custGeom>
              <a:avLst/>
              <a:pathLst>
                <a:path w="21037" h="165838">
                  <a:moveTo>
                    <a:pt x="0" y="0"/>
                  </a:moveTo>
                  <a:lnTo>
                    <a:pt x="21037" y="1658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60250" y="2128292"/>
              <a:ext cx="21037" cy="165838"/>
            </a:xfrm>
            <a:custGeom>
              <a:avLst/>
              <a:pathLst>
                <a:path w="21037" h="165838">
                  <a:moveTo>
                    <a:pt x="0" y="0"/>
                  </a:moveTo>
                  <a:lnTo>
                    <a:pt x="21037" y="1658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60250" y="2128292"/>
              <a:ext cx="21037" cy="165838"/>
            </a:xfrm>
            <a:custGeom>
              <a:avLst/>
              <a:pathLst>
                <a:path w="21037" h="165838">
                  <a:moveTo>
                    <a:pt x="0" y="0"/>
                  </a:moveTo>
                  <a:lnTo>
                    <a:pt x="21037" y="1658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60250" y="2128292"/>
              <a:ext cx="21037" cy="165838"/>
            </a:xfrm>
            <a:custGeom>
              <a:avLst/>
              <a:pathLst>
                <a:path w="21037" h="165838">
                  <a:moveTo>
                    <a:pt x="0" y="0"/>
                  </a:moveTo>
                  <a:lnTo>
                    <a:pt x="21037" y="1658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60250" y="2128292"/>
              <a:ext cx="21037" cy="165838"/>
            </a:xfrm>
            <a:custGeom>
              <a:avLst/>
              <a:pathLst>
                <a:path w="21037" h="165838">
                  <a:moveTo>
                    <a:pt x="0" y="0"/>
                  </a:moveTo>
                  <a:lnTo>
                    <a:pt x="21037" y="1658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60250" y="2128292"/>
              <a:ext cx="21037" cy="165838"/>
            </a:xfrm>
            <a:custGeom>
              <a:avLst/>
              <a:pathLst>
                <a:path w="21037" h="165838">
                  <a:moveTo>
                    <a:pt x="0" y="0"/>
                  </a:moveTo>
                  <a:lnTo>
                    <a:pt x="21037" y="1658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60250" y="2128292"/>
              <a:ext cx="21037" cy="165838"/>
            </a:xfrm>
            <a:custGeom>
              <a:avLst/>
              <a:pathLst>
                <a:path w="21037" h="165838">
                  <a:moveTo>
                    <a:pt x="0" y="0"/>
                  </a:moveTo>
                  <a:lnTo>
                    <a:pt x="21037" y="1658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60250" y="2128292"/>
              <a:ext cx="21037" cy="165838"/>
            </a:xfrm>
            <a:custGeom>
              <a:avLst/>
              <a:pathLst>
                <a:path w="21037" h="165838">
                  <a:moveTo>
                    <a:pt x="0" y="0"/>
                  </a:moveTo>
                  <a:lnTo>
                    <a:pt x="21037" y="1658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60250" y="2128292"/>
              <a:ext cx="21037" cy="165838"/>
            </a:xfrm>
            <a:custGeom>
              <a:avLst/>
              <a:pathLst>
                <a:path w="21037" h="165838">
                  <a:moveTo>
                    <a:pt x="0" y="0"/>
                  </a:moveTo>
                  <a:lnTo>
                    <a:pt x="21037" y="1658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614126" y="2127655"/>
              <a:ext cx="334326" cy="333626"/>
            </a:xfrm>
            <a:custGeom>
              <a:avLst/>
              <a:pathLst>
                <a:path w="334326" h="333626">
                  <a:moveTo>
                    <a:pt x="146124" y="637"/>
                  </a:moveTo>
                  <a:lnTo>
                    <a:pt x="140895" y="1384"/>
                  </a:lnTo>
                  <a:lnTo>
                    <a:pt x="135694" y="2296"/>
                  </a:lnTo>
                  <a:lnTo>
                    <a:pt x="130523" y="3372"/>
                  </a:lnTo>
                  <a:lnTo>
                    <a:pt x="125389" y="4611"/>
                  </a:lnTo>
                  <a:lnTo>
                    <a:pt x="120297" y="6011"/>
                  </a:lnTo>
                  <a:lnTo>
                    <a:pt x="115252" y="7572"/>
                  </a:lnTo>
                  <a:lnTo>
                    <a:pt x="110258" y="9291"/>
                  </a:lnTo>
                  <a:lnTo>
                    <a:pt x="105321" y="11166"/>
                  </a:lnTo>
                  <a:lnTo>
                    <a:pt x="100446" y="13197"/>
                  </a:lnTo>
                  <a:lnTo>
                    <a:pt x="95637" y="15381"/>
                  </a:lnTo>
                  <a:lnTo>
                    <a:pt x="90900" y="17716"/>
                  </a:lnTo>
                  <a:lnTo>
                    <a:pt x="86239" y="20199"/>
                  </a:lnTo>
                  <a:lnTo>
                    <a:pt x="81659" y="22828"/>
                  </a:lnTo>
                  <a:lnTo>
                    <a:pt x="77164" y="25601"/>
                  </a:lnTo>
                  <a:lnTo>
                    <a:pt x="72759" y="28514"/>
                  </a:lnTo>
                  <a:lnTo>
                    <a:pt x="68448" y="31565"/>
                  </a:lnTo>
                  <a:lnTo>
                    <a:pt x="64236" y="34750"/>
                  </a:lnTo>
                  <a:lnTo>
                    <a:pt x="60126" y="38067"/>
                  </a:lnTo>
                  <a:lnTo>
                    <a:pt x="56123" y="41513"/>
                  </a:lnTo>
                  <a:lnTo>
                    <a:pt x="52231" y="45082"/>
                  </a:lnTo>
                  <a:lnTo>
                    <a:pt x="48454" y="48774"/>
                  </a:lnTo>
                  <a:lnTo>
                    <a:pt x="44795" y="52582"/>
                  </a:lnTo>
                  <a:lnTo>
                    <a:pt x="41259" y="56504"/>
                  </a:lnTo>
                  <a:lnTo>
                    <a:pt x="37848" y="60536"/>
                  </a:lnTo>
                  <a:lnTo>
                    <a:pt x="34566" y="64674"/>
                  </a:lnTo>
                  <a:lnTo>
                    <a:pt x="31416" y="68913"/>
                  </a:lnTo>
                  <a:lnTo>
                    <a:pt x="28402" y="73250"/>
                  </a:lnTo>
                  <a:lnTo>
                    <a:pt x="25526" y="77679"/>
                  </a:lnTo>
                  <a:lnTo>
                    <a:pt x="22792" y="82198"/>
                  </a:lnTo>
                  <a:lnTo>
                    <a:pt x="20202" y="86800"/>
                  </a:lnTo>
                  <a:lnTo>
                    <a:pt x="17759" y="91482"/>
                  </a:lnTo>
                  <a:lnTo>
                    <a:pt x="15464" y="96239"/>
                  </a:lnTo>
                  <a:lnTo>
                    <a:pt x="13321" y="101066"/>
                  </a:lnTo>
                  <a:lnTo>
                    <a:pt x="11332" y="105958"/>
                  </a:lnTo>
                  <a:lnTo>
                    <a:pt x="9498" y="110911"/>
                  </a:lnTo>
                  <a:lnTo>
                    <a:pt x="7821" y="115919"/>
                  </a:lnTo>
                  <a:lnTo>
                    <a:pt x="6304" y="120977"/>
                  </a:lnTo>
                  <a:lnTo>
                    <a:pt x="4947" y="126081"/>
                  </a:lnTo>
                  <a:lnTo>
                    <a:pt x="3752" y="131226"/>
                  </a:lnTo>
                  <a:lnTo>
                    <a:pt x="2720" y="136405"/>
                  </a:lnTo>
                  <a:lnTo>
                    <a:pt x="1852" y="141614"/>
                  </a:lnTo>
                  <a:lnTo>
                    <a:pt x="1149" y="146849"/>
                  </a:lnTo>
                  <a:lnTo>
                    <a:pt x="612" y="152103"/>
                  </a:lnTo>
                  <a:lnTo>
                    <a:pt x="241" y="157371"/>
                  </a:lnTo>
                  <a:lnTo>
                    <a:pt x="37" y="162648"/>
                  </a:lnTo>
                  <a:lnTo>
                    <a:pt x="0" y="167929"/>
                  </a:lnTo>
                  <a:lnTo>
                    <a:pt x="129" y="173209"/>
                  </a:lnTo>
                  <a:lnTo>
                    <a:pt x="425" y="178482"/>
                  </a:lnTo>
                  <a:lnTo>
                    <a:pt x="887" y="183743"/>
                  </a:lnTo>
                  <a:lnTo>
                    <a:pt x="1516" y="188986"/>
                  </a:lnTo>
                  <a:lnTo>
                    <a:pt x="2310" y="194208"/>
                  </a:lnTo>
                  <a:lnTo>
                    <a:pt x="3268" y="199401"/>
                  </a:lnTo>
                  <a:lnTo>
                    <a:pt x="4390" y="204562"/>
                  </a:lnTo>
                  <a:lnTo>
                    <a:pt x="5674" y="209685"/>
                  </a:lnTo>
                  <a:lnTo>
                    <a:pt x="7120" y="214764"/>
                  </a:lnTo>
                  <a:lnTo>
                    <a:pt x="8725" y="219795"/>
                  </a:lnTo>
                  <a:lnTo>
                    <a:pt x="10488" y="224774"/>
                  </a:lnTo>
                  <a:lnTo>
                    <a:pt x="12408" y="229694"/>
                  </a:lnTo>
                  <a:lnTo>
                    <a:pt x="14482" y="234550"/>
                  </a:lnTo>
                  <a:lnTo>
                    <a:pt x="16709" y="239339"/>
                  </a:lnTo>
                  <a:lnTo>
                    <a:pt x="19085" y="244056"/>
                  </a:lnTo>
                  <a:lnTo>
                    <a:pt x="21610" y="248694"/>
                  </a:lnTo>
                  <a:lnTo>
                    <a:pt x="24280" y="253251"/>
                  </a:lnTo>
                  <a:lnTo>
                    <a:pt x="27092" y="257721"/>
                  </a:lnTo>
                  <a:lnTo>
                    <a:pt x="30044" y="262100"/>
                  </a:lnTo>
                  <a:lnTo>
                    <a:pt x="33134" y="266384"/>
                  </a:lnTo>
                  <a:lnTo>
                    <a:pt x="36356" y="270568"/>
                  </a:lnTo>
                  <a:lnTo>
                    <a:pt x="39710" y="274648"/>
                  </a:lnTo>
                  <a:lnTo>
                    <a:pt x="43190" y="278620"/>
                  </a:lnTo>
                  <a:lnTo>
                    <a:pt x="46795" y="282480"/>
                  </a:lnTo>
                  <a:lnTo>
                    <a:pt x="50519" y="286224"/>
                  </a:lnTo>
                  <a:lnTo>
                    <a:pt x="54360" y="289849"/>
                  </a:lnTo>
                  <a:lnTo>
                    <a:pt x="58314" y="293350"/>
                  </a:lnTo>
                  <a:lnTo>
                    <a:pt x="62376" y="296725"/>
                  </a:lnTo>
                  <a:lnTo>
                    <a:pt x="66542" y="299970"/>
                  </a:lnTo>
                  <a:lnTo>
                    <a:pt x="70810" y="303082"/>
                  </a:lnTo>
                  <a:lnTo>
                    <a:pt x="75173" y="306058"/>
                  </a:lnTo>
                  <a:lnTo>
                    <a:pt x="79628" y="308894"/>
                  </a:lnTo>
                  <a:lnTo>
                    <a:pt x="84170" y="311588"/>
                  </a:lnTo>
                  <a:lnTo>
                    <a:pt x="88796" y="314137"/>
                  </a:lnTo>
                  <a:lnTo>
                    <a:pt x="93499" y="316538"/>
                  </a:lnTo>
                  <a:lnTo>
                    <a:pt x="98276" y="318790"/>
                  </a:lnTo>
                  <a:lnTo>
                    <a:pt x="103122" y="320890"/>
                  </a:lnTo>
                  <a:lnTo>
                    <a:pt x="108032" y="322836"/>
                  </a:lnTo>
                  <a:lnTo>
                    <a:pt x="113000" y="324626"/>
                  </a:lnTo>
                  <a:lnTo>
                    <a:pt x="118023" y="326258"/>
                  </a:lnTo>
                  <a:lnTo>
                    <a:pt x="123095" y="327730"/>
                  </a:lnTo>
                  <a:lnTo>
                    <a:pt x="128211" y="329042"/>
                  </a:lnTo>
                  <a:lnTo>
                    <a:pt x="133366" y="330191"/>
                  </a:lnTo>
                  <a:lnTo>
                    <a:pt x="138554" y="331177"/>
                  </a:lnTo>
                  <a:lnTo>
                    <a:pt x="143771" y="331998"/>
                  </a:lnTo>
                  <a:lnTo>
                    <a:pt x="149011" y="332655"/>
                  </a:lnTo>
                  <a:lnTo>
                    <a:pt x="154270" y="333145"/>
                  </a:lnTo>
                  <a:lnTo>
                    <a:pt x="159541" y="333469"/>
                  </a:lnTo>
                  <a:lnTo>
                    <a:pt x="164820" y="333626"/>
                  </a:lnTo>
                  <a:lnTo>
                    <a:pt x="170101" y="333617"/>
                  </a:lnTo>
                  <a:lnTo>
                    <a:pt x="175379" y="333441"/>
                  </a:lnTo>
                  <a:lnTo>
                    <a:pt x="180649" y="333098"/>
                  </a:lnTo>
                  <a:lnTo>
                    <a:pt x="185906" y="332588"/>
                  </a:lnTo>
                  <a:lnTo>
                    <a:pt x="191144" y="331913"/>
                  </a:lnTo>
                  <a:lnTo>
                    <a:pt x="196358" y="331073"/>
                  </a:lnTo>
                  <a:lnTo>
                    <a:pt x="201543" y="330069"/>
                  </a:lnTo>
                  <a:lnTo>
                    <a:pt x="206693" y="328901"/>
                  </a:lnTo>
                  <a:lnTo>
                    <a:pt x="211804" y="327571"/>
                  </a:lnTo>
                  <a:lnTo>
                    <a:pt x="216871" y="326081"/>
                  </a:lnTo>
                  <a:lnTo>
                    <a:pt x="221888" y="324431"/>
                  </a:lnTo>
                  <a:lnTo>
                    <a:pt x="226850" y="322623"/>
                  </a:lnTo>
                  <a:lnTo>
                    <a:pt x="231753" y="320660"/>
                  </a:lnTo>
                  <a:lnTo>
                    <a:pt x="236591" y="318542"/>
                  </a:lnTo>
                  <a:lnTo>
                    <a:pt x="241360" y="316273"/>
                  </a:lnTo>
                  <a:lnTo>
                    <a:pt x="246055" y="313855"/>
                  </a:lnTo>
                  <a:lnTo>
                    <a:pt x="250671" y="311289"/>
                  </a:lnTo>
                  <a:lnTo>
                    <a:pt x="255204" y="308579"/>
                  </a:lnTo>
                  <a:lnTo>
                    <a:pt x="259649" y="305727"/>
                  </a:lnTo>
                  <a:lnTo>
                    <a:pt x="264001" y="302736"/>
                  </a:lnTo>
                  <a:lnTo>
                    <a:pt x="268257" y="299609"/>
                  </a:lnTo>
                  <a:lnTo>
                    <a:pt x="272412" y="296349"/>
                  </a:lnTo>
                  <a:lnTo>
                    <a:pt x="276462" y="292959"/>
                  </a:lnTo>
                  <a:lnTo>
                    <a:pt x="280403" y="289443"/>
                  </a:lnTo>
                  <a:lnTo>
                    <a:pt x="284231" y="285805"/>
                  </a:lnTo>
                  <a:lnTo>
                    <a:pt x="287942" y="282047"/>
                  </a:lnTo>
                  <a:lnTo>
                    <a:pt x="291532" y="278174"/>
                  </a:lnTo>
                  <a:lnTo>
                    <a:pt x="294999" y="274190"/>
                  </a:lnTo>
                  <a:lnTo>
                    <a:pt x="298337" y="270098"/>
                  </a:lnTo>
                  <a:lnTo>
                    <a:pt x="301545" y="265902"/>
                  </a:lnTo>
                  <a:lnTo>
                    <a:pt x="304619" y="261608"/>
                  </a:lnTo>
                  <a:lnTo>
                    <a:pt x="307555" y="257218"/>
                  </a:lnTo>
                  <a:lnTo>
                    <a:pt x="310352" y="252738"/>
                  </a:lnTo>
                  <a:lnTo>
                    <a:pt x="313005" y="248172"/>
                  </a:lnTo>
                  <a:lnTo>
                    <a:pt x="315513" y="243524"/>
                  </a:lnTo>
                  <a:lnTo>
                    <a:pt x="317873" y="238799"/>
                  </a:lnTo>
                  <a:lnTo>
                    <a:pt x="320082" y="234002"/>
                  </a:lnTo>
                  <a:lnTo>
                    <a:pt x="322139" y="229138"/>
                  </a:lnTo>
                  <a:lnTo>
                    <a:pt x="324041" y="224211"/>
                  </a:lnTo>
                  <a:lnTo>
                    <a:pt x="325787" y="219227"/>
                  </a:lnTo>
                  <a:lnTo>
                    <a:pt x="327374" y="214190"/>
                  </a:lnTo>
                  <a:lnTo>
                    <a:pt x="328801" y="209105"/>
                  </a:lnTo>
                  <a:lnTo>
                    <a:pt x="330067" y="203978"/>
                  </a:lnTo>
                  <a:lnTo>
                    <a:pt x="331170" y="198813"/>
                  </a:lnTo>
                  <a:lnTo>
                    <a:pt x="332110" y="193616"/>
                  </a:lnTo>
                  <a:lnTo>
                    <a:pt x="332885" y="188392"/>
                  </a:lnTo>
                  <a:lnTo>
                    <a:pt x="333495" y="183146"/>
                  </a:lnTo>
                  <a:lnTo>
                    <a:pt x="333938" y="177884"/>
                  </a:lnTo>
                  <a:lnTo>
                    <a:pt x="334215" y="172610"/>
                  </a:lnTo>
                  <a:lnTo>
                    <a:pt x="334326" y="167330"/>
                  </a:lnTo>
                  <a:lnTo>
                    <a:pt x="334269" y="162049"/>
                  </a:lnTo>
                  <a:lnTo>
                    <a:pt x="334046" y="156772"/>
                  </a:lnTo>
                  <a:lnTo>
                    <a:pt x="333656" y="151505"/>
                  </a:lnTo>
                  <a:lnTo>
                    <a:pt x="333100" y="146253"/>
                  </a:lnTo>
                  <a:lnTo>
                    <a:pt x="332379" y="141022"/>
                  </a:lnTo>
                  <a:lnTo>
                    <a:pt x="331492" y="135815"/>
                  </a:lnTo>
                  <a:lnTo>
                    <a:pt x="330442" y="130640"/>
                  </a:lnTo>
                  <a:lnTo>
                    <a:pt x="329228" y="125500"/>
                  </a:lnTo>
                  <a:lnTo>
                    <a:pt x="327853" y="120401"/>
                  </a:lnTo>
                  <a:lnTo>
                    <a:pt x="326318" y="115348"/>
                  </a:lnTo>
                  <a:lnTo>
                    <a:pt x="324623" y="110346"/>
                  </a:lnTo>
                  <a:lnTo>
                    <a:pt x="322771" y="105400"/>
                  </a:lnTo>
                  <a:lnTo>
                    <a:pt x="320764" y="100515"/>
                  </a:lnTo>
                  <a:lnTo>
                    <a:pt x="318604" y="95695"/>
                  </a:lnTo>
                  <a:lnTo>
                    <a:pt x="316293" y="90947"/>
                  </a:lnTo>
                  <a:lnTo>
                    <a:pt x="313833" y="86274"/>
                  </a:lnTo>
                  <a:lnTo>
                    <a:pt x="311226" y="81681"/>
                  </a:lnTo>
                  <a:lnTo>
                    <a:pt x="308475" y="77172"/>
                  </a:lnTo>
                  <a:lnTo>
                    <a:pt x="305584" y="72753"/>
                  </a:lnTo>
                  <a:lnTo>
                    <a:pt x="302554" y="68427"/>
                  </a:lnTo>
                  <a:lnTo>
                    <a:pt x="299390" y="64199"/>
                  </a:lnTo>
                  <a:lnTo>
                    <a:pt x="296093" y="60073"/>
                  </a:lnTo>
                  <a:lnTo>
                    <a:pt x="292667" y="56053"/>
                  </a:lnTo>
                  <a:lnTo>
                    <a:pt x="289117" y="52144"/>
                  </a:lnTo>
                  <a:lnTo>
                    <a:pt x="285444" y="48348"/>
                  </a:lnTo>
                  <a:lnTo>
                    <a:pt x="281654" y="44671"/>
                  </a:lnTo>
                  <a:lnTo>
                    <a:pt x="277749" y="41115"/>
                  </a:lnTo>
                  <a:lnTo>
                    <a:pt x="273734" y="37684"/>
                  </a:lnTo>
                  <a:lnTo>
                    <a:pt x="269612" y="34382"/>
                  </a:lnTo>
                  <a:lnTo>
                    <a:pt x="265389" y="31212"/>
                  </a:lnTo>
                  <a:lnTo>
                    <a:pt x="261067" y="28176"/>
                  </a:lnTo>
                  <a:lnTo>
                    <a:pt x="256651" y="25279"/>
                  </a:lnTo>
                  <a:lnTo>
                    <a:pt x="252146" y="22523"/>
                  </a:lnTo>
                  <a:lnTo>
                    <a:pt x="247557" y="19910"/>
                  </a:lnTo>
                  <a:lnTo>
                    <a:pt x="242887" y="17443"/>
                  </a:lnTo>
                  <a:lnTo>
                    <a:pt x="238141" y="15126"/>
                  </a:lnTo>
                  <a:lnTo>
                    <a:pt x="233325" y="12959"/>
                  </a:lnTo>
                  <a:lnTo>
                    <a:pt x="228443" y="10946"/>
                  </a:lnTo>
                  <a:lnTo>
                    <a:pt x="223499" y="9087"/>
                  </a:lnTo>
                  <a:lnTo>
                    <a:pt x="218499" y="7386"/>
                  </a:lnTo>
                  <a:lnTo>
                    <a:pt x="213448" y="5844"/>
                  </a:lnTo>
                  <a:lnTo>
                    <a:pt x="208351" y="4462"/>
                  </a:lnTo>
                  <a:lnTo>
                    <a:pt x="203213" y="3242"/>
                  </a:lnTo>
                  <a:lnTo>
                    <a:pt x="198039" y="2184"/>
                  </a:lnTo>
                  <a:lnTo>
                    <a:pt x="192833" y="1291"/>
                  </a:lnTo>
                  <a:lnTo>
                    <a:pt x="187603" y="562"/>
                  </a:lnTo>
                  <a:lnTo>
                    <a:pt x="182352" y="0"/>
                  </a:lnTo>
                  <a:lnTo>
                    <a:pt x="167161" y="1664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81287" y="2126963"/>
              <a:ext cx="15190" cy="167167"/>
            </a:xfrm>
            <a:custGeom>
              <a:avLst/>
              <a:pathLst>
                <a:path w="15190" h="167167">
                  <a:moveTo>
                    <a:pt x="15190" y="69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6444" y="2633064"/>
              <a:ext cx="4303" cy="167167"/>
            </a:xfrm>
            <a:custGeom>
              <a:avLst/>
              <a:pathLst>
                <a:path w="4303" h="167167">
                  <a:moveTo>
                    <a:pt x="4303" y="0"/>
                  </a:moveTo>
                  <a:lnTo>
                    <a:pt x="0" y="55"/>
                  </a:lnTo>
                  <a:lnTo>
                    <a:pt x="430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6444" y="2633119"/>
              <a:ext cx="4303" cy="167112"/>
            </a:xfrm>
            <a:custGeom>
              <a:avLst/>
              <a:pathLst>
                <a:path w="4303" h="167112">
                  <a:moveTo>
                    <a:pt x="0" y="0"/>
                  </a:moveTo>
                  <a:lnTo>
                    <a:pt x="4303" y="1671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6444" y="2633119"/>
              <a:ext cx="4303" cy="167112"/>
            </a:xfrm>
            <a:custGeom>
              <a:avLst/>
              <a:pathLst>
                <a:path w="4303" h="167112">
                  <a:moveTo>
                    <a:pt x="0" y="0"/>
                  </a:moveTo>
                  <a:lnTo>
                    <a:pt x="4303" y="1671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6444" y="2633119"/>
              <a:ext cx="4303" cy="167112"/>
            </a:xfrm>
            <a:custGeom>
              <a:avLst/>
              <a:pathLst>
                <a:path w="4303" h="167112">
                  <a:moveTo>
                    <a:pt x="0" y="0"/>
                  </a:moveTo>
                  <a:lnTo>
                    <a:pt x="4303" y="1671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6444" y="2633119"/>
              <a:ext cx="4303" cy="167112"/>
            </a:xfrm>
            <a:custGeom>
              <a:avLst/>
              <a:pathLst>
                <a:path w="4303" h="167112">
                  <a:moveTo>
                    <a:pt x="0" y="0"/>
                  </a:moveTo>
                  <a:lnTo>
                    <a:pt x="4303" y="1671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6444" y="2633119"/>
              <a:ext cx="4303" cy="167112"/>
            </a:xfrm>
            <a:custGeom>
              <a:avLst/>
              <a:pathLst>
                <a:path w="4303" h="167112">
                  <a:moveTo>
                    <a:pt x="0" y="0"/>
                  </a:moveTo>
                  <a:lnTo>
                    <a:pt x="4303" y="1671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6444" y="2633119"/>
              <a:ext cx="4303" cy="167112"/>
            </a:xfrm>
            <a:custGeom>
              <a:avLst/>
              <a:pathLst>
                <a:path w="4303" h="167112">
                  <a:moveTo>
                    <a:pt x="0" y="0"/>
                  </a:moveTo>
                  <a:lnTo>
                    <a:pt x="4303" y="1671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444" y="2633119"/>
              <a:ext cx="4303" cy="167112"/>
            </a:xfrm>
            <a:custGeom>
              <a:avLst/>
              <a:pathLst>
                <a:path w="4303" h="167112">
                  <a:moveTo>
                    <a:pt x="0" y="0"/>
                  </a:moveTo>
                  <a:lnTo>
                    <a:pt x="4303" y="1671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444" y="2633119"/>
              <a:ext cx="4303" cy="167112"/>
            </a:xfrm>
            <a:custGeom>
              <a:avLst/>
              <a:pathLst>
                <a:path w="4303" h="167112">
                  <a:moveTo>
                    <a:pt x="0" y="0"/>
                  </a:moveTo>
                  <a:lnTo>
                    <a:pt x="4303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6444" y="2633119"/>
              <a:ext cx="4303" cy="167112"/>
            </a:xfrm>
            <a:custGeom>
              <a:avLst/>
              <a:pathLst>
                <a:path w="4303" h="167112">
                  <a:moveTo>
                    <a:pt x="0" y="0"/>
                  </a:moveTo>
                  <a:lnTo>
                    <a:pt x="4303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6444" y="2633119"/>
              <a:ext cx="4303" cy="167112"/>
            </a:xfrm>
            <a:custGeom>
              <a:avLst/>
              <a:pathLst>
                <a:path w="4303" h="167112">
                  <a:moveTo>
                    <a:pt x="0" y="0"/>
                  </a:moveTo>
                  <a:lnTo>
                    <a:pt x="4303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6444" y="2633119"/>
              <a:ext cx="4303" cy="167112"/>
            </a:xfrm>
            <a:custGeom>
              <a:avLst/>
              <a:pathLst>
                <a:path w="4303" h="167112">
                  <a:moveTo>
                    <a:pt x="0" y="0"/>
                  </a:moveTo>
                  <a:lnTo>
                    <a:pt x="4303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6444" y="2633119"/>
              <a:ext cx="4303" cy="167112"/>
            </a:xfrm>
            <a:custGeom>
              <a:avLst/>
              <a:pathLst>
                <a:path w="4303" h="167112">
                  <a:moveTo>
                    <a:pt x="0" y="0"/>
                  </a:moveTo>
                  <a:lnTo>
                    <a:pt x="4303" y="1671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6444" y="2633119"/>
              <a:ext cx="4303" cy="167112"/>
            </a:xfrm>
            <a:custGeom>
              <a:avLst/>
              <a:pathLst>
                <a:path w="4303" h="167112">
                  <a:moveTo>
                    <a:pt x="0" y="0"/>
                  </a:moveTo>
                  <a:lnTo>
                    <a:pt x="4303" y="1671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423590" y="2633119"/>
              <a:ext cx="334311" cy="334278"/>
            </a:xfrm>
            <a:custGeom>
              <a:avLst/>
              <a:pathLst>
                <a:path w="334311" h="334278">
                  <a:moveTo>
                    <a:pt x="162854" y="0"/>
                  </a:moveTo>
                  <a:lnTo>
                    <a:pt x="157550" y="220"/>
                  </a:lnTo>
                  <a:lnTo>
                    <a:pt x="152257" y="609"/>
                  </a:lnTo>
                  <a:lnTo>
                    <a:pt x="146978" y="1166"/>
                  </a:lnTo>
                  <a:lnTo>
                    <a:pt x="141720" y="1891"/>
                  </a:lnTo>
                  <a:lnTo>
                    <a:pt x="136488" y="2782"/>
                  </a:lnTo>
                  <a:lnTo>
                    <a:pt x="131286" y="3838"/>
                  </a:lnTo>
                  <a:lnTo>
                    <a:pt x="126121" y="5059"/>
                  </a:lnTo>
                  <a:lnTo>
                    <a:pt x="120997" y="6444"/>
                  </a:lnTo>
                  <a:lnTo>
                    <a:pt x="115919" y="7990"/>
                  </a:lnTo>
                  <a:lnTo>
                    <a:pt x="110893" y="9697"/>
                  </a:lnTo>
                  <a:lnTo>
                    <a:pt x="105924" y="11563"/>
                  </a:lnTo>
                  <a:lnTo>
                    <a:pt x="101017" y="13585"/>
                  </a:lnTo>
                  <a:lnTo>
                    <a:pt x="96176" y="15762"/>
                  </a:lnTo>
                  <a:lnTo>
                    <a:pt x="91407" y="18092"/>
                  </a:lnTo>
                  <a:lnTo>
                    <a:pt x="86714" y="20572"/>
                  </a:lnTo>
                  <a:lnTo>
                    <a:pt x="82102" y="23200"/>
                  </a:lnTo>
                  <a:lnTo>
                    <a:pt x="77576" y="25973"/>
                  </a:lnTo>
                  <a:lnTo>
                    <a:pt x="73140" y="28888"/>
                  </a:lnTo>
                  <a:lnTo>
                    <a:pt x="68800" y="31942"/>
                  </a:lnTo>
                  <a:lnTo>
                    <a:pt x="64558" y="35133"/>
                  </a:lnTo>
                  <a:lnTo>
                    <a:pt x="60420" y="38457"/>
                  </a:lnTo>
                  <a:lnTo>
                    <a:pt x="56389" y="41910"/>
                  </a:lnTo>
                  <a:lnTo>
                    <a:pt x="52470" y="45490"/>
                  </a:lnTo>
                  <a:lnTo>
                    <a:pt x="48667" y="49192"/>
                  </a:lnTo>
                  <a:lnTo>
                    <a:pt x="44983" y="53013"/>
                  </a:lnTo>
                  <a:lnTo>
                    <a:pt x="41422" y="56950"/>
                  </a:lnTo>
                  <a:lnTo>
                    <a:pt x="37988" y="60997"/>
                  </a:lnTo>
                  <a:lnTo>
                    <a:pt x="34684" y="65151"/>
                  </a:lnTo>
                  <a:lnTo>
                    <a:pt x="31514" y="69408"/>
                  </a:lnTo>
                  <a:lnTo>
                    <a:pt x="28481" y="73764"/>
                  </a:lnTo>
                  <a:lnTo>
                    <a:pt x="25587" y="78214"/>
                  </a:lnTo>
                  <a:lnTo>
                    <a:pt x="22836" y="82753"/>
                  </a:lnTo>
                  <a:lnTo>
                    <a:pt x="20231" y="87377"/>
                  </a:lnTo>
                  <a:lnTo>
                    <a:pt x="17773" y="92082"/>
                  </a:lnTo>
                  <a:lnTo>
                    <a:pt x="15467" y="96862"/>
                  </a:lnTo>
                  <a:lnTo>
                    <a:pt x="13313" y="101714"/>
                  </a:lnTo>
                  <a:lnTo>
                    <a:pt x="11314" y="106631"/>
                  </a:lnTo>
                  <a:lnTo>
                    <a:pt x="9473" y="111609"/>
                  </a:lnTo>
                  <a:lnTo>
                    <a:pt x="7790" y="116643"/>
                  </a:lnTo>
                  <a:lnTo>
                    <a:pt x="6268" y="121728"/>
                  </a:lnTo>
                  <a:lnTo>
                    <a:pt x="4908" y="126859"/>
                  </a:lnTo>
                  <a:lnTo>
                    <a:pt x="3712" y="132030"/>
                  </a:lnTo>
                  <a:lnTo>
                    <a:pt x="2681" y="137237"/>
                  </a:lnTo>
                  <a:lnTo>
                    <a:pt x="1815" y="142473"/>
                  </a:lnTo>
                  <a:lnTo>
                    <a:pt x="1116" y="147735"/>
                  </a:lnTo>
                  <a:lnTo>
                    <a:pt x="585" y="153016"/>
                  </a:lnTo>
                  <a:lnTo>
                    <a:pt x="221" y="158311"/>
                  </a:lnTo>
                  <a:lnTo>
                    <a:pt x="26" y="163616"/>
                  </a:lnTo>
                  <a:lnTo>
                    <a:pt x="0" y="168923"/>
                  </a:lnTo>
                  <a:lnTo>
                    <a:pt x="141" y="174229"/>
                  </a:lnTo>
                  <a:lnTo>
                    <a:pt x="451" y="179528"/>
                  </a:lnTo>
                  <a:lnTo>
                    <a:pt x="930" y="184814"/>
                  </a:lnTo>
                  <a:lnTo>
                    <a:pt x="1575" y="190083"/>
                  </a:lnTo>
                  <a:lnTo>
                    <a:pt x="2388" y="195328"/>
                  </a:lnTo>
                  <a:lnTo>
                    <a:pt x="3367" y="200545"/>
                  </a:lnTo>
                  <a:lnTo>
                    <a:pt x="4511" y="205728"/>
                  </a:lnTo>
                  <a:lnTo>
                    <a:pt x="5819" y="210872"/>
                  </a:lnTo>
                  <a:lnTo>
                    <a:pt x="7290" y="215972"/>
                  </a:lnTo>
                  <a:lnTo>
                    <a:pt x="8921" y="221023"/>
                  </a:lnTo>
                  <a:lnTo>
                    <a:pt x="10713" y="226019"/>
                  </a:lnTo>
                  <a:lnTo>
                    <a:pt x="12662" y="230956"/>
                  </a:lnTo>
                  <a:lnTo>
                    <a:pt x="14767" y="235829"/>
                  </a:lnTo>
                  <a:lnTo>
                    <a:pt x="17025" y="240632"/>
                  </a:lnTo>
                  <a:lnTo>
                    <a:pt x="19435" y="245361"/>
                  </a:lnTo>
                  <a:lnTo>
                    <a:pt x="21993" y="250012"/>
                  </a:lnTo>
                  <a:lnTo>
                    <a:pt x="24698" y="254579"/>
                  </a:lnTo>
                  <a:lnTo>
                    <a:pt x="27547" y="259057"/>
                  </a:lnTo>
                  <a:lnTo>
                    <a:pt x="30537" y="263443"/>
                  </a:lnTo>
                  <a:lnTo>
                    <a:pt x="33664" y="267732"/>
                  </a:lnTo>
                  <a:lnTo>
                    <a:pt x="36925" y="271919"/>
                  </a:lnTo>
                  <a:lnTo>
                    <a:pt x="40318" y="276001"/>
                  </a:lnTo>
                  <a:lnTo>
                    <a:pt x="43839" y="279973"/>
                  </a:lnTo>
                  <a:lnTo>
                    <a:pt x="47485" y="283831"/>
                  </a:lnTo>
                  <a:lnTo>
                    <a:pt x="51250" y="287571"/>
                  </a:lnTo>
                  <a:lnTo>
                    <a:pt x="55133" y="291190"/>
                  </a:lnTo>
                  <a:lnTo>
                    <a:pt x="59129" y="294684"/>
                  </a:lnTo>
                  <a:lnTo>
                    <a:pt x="63233" y="298050"/>
                  </a:lnTo>
                  <a:lnTo>
                    <a:pt x="67443" y="301283"/>
                  </a:lnTo>
                  <a:lnTo>
                    <a:pt x="71753" y="304381"/>
                  </a:lnTo>
                  <a:lnTo>
                    <a:pt x="76159" y="307341"/>
                  </a:lnTo>
                  <a:lnTo>
                    <a:pt x="80656" y="310159"/>
                  </a:lnTo>
                  <a:lnTo>
                    <a:pt x="85241" y="312833"/>
                  </a:lnTo>
                  <a:lnTo>
                    <a:pt x="89909" y="315360"/>
                  </a:lnTo>
                  <a:lnTo>
                    <a:pt x="94655" y="317738"/>
                  </a:lnTo>
                  <a:lnTo>
                    <a:pt x="99473" y="319964"/>
                  </a:lnTo>
                  <a:lnTo>
                    <a:pt x="104360" y="322036"/>
                  </a:lnTo>
                  <a:lnTo>
                    <a:pt x="109310" y="323951"/>
                  </a:lnTo>
                  <a:lnTo>
                    <a:pt x="114318" y="325709"/>
                  </a:lnTo>
                  <a:lnTo>
                    <a:pt x="119380" y="327306"/>
                  </a:lnTo>
                  <a:lnTo>
                    <a:pt x="124490" y="328742"/>
                  </a:lnTo>
                  <a:lnTo>
                    <a:pt x="129643" y="330015"/>
                  </a:lnTo>
                  <a:lnTo>
                    <a:pt x="134834" y="331124"/>
                  </a:lnTo>
                  <a:lnTo>
                    <a:pt x="140057" y="332068"/>
                  </a:lnTo>
                  <a:lnTo>
                    <a:pt x="145307" y="332845"/>
                  </a:lnTo>
                  <a:lnTo>
                    <a:pt x="150580" y="333455"/>
                  </a:lnTo>
                  <a:lnTo>
                    <a:pt x="155869" y="333897"/>
                  </a:lnTo>
                  <a:lnTo>
                    <a:pt x="161170" y="334172"/>
                  </a:lnTo>
                  <a:lnTo>
                    <a:pt x="166477" y="334278"/>
                  </a:lnTo>
                  <a:lnTo>
                    <a:pt x="171784" y="334215"/>
                  </a:lnTo>
                  <a:lnTo>
                    <a:pt x="177087" y="333984"/>
                  </a:lnTo>
                  <a:lnTo>
                    <a:pt x="182380" y="333584"/>
                  </a:lnTo>
                  <a:lnTo>
                    <a:pt x="187657" y="333017"/>
                  </a:lnTo>
                  <a:lnTo>
                    <a:pt x="192914" y="332283"/>
                  </a:lnTo>
                  <a:lnTo>
                    <a:pt x="198145" y="331382"/>
                  </a:lnTo>
                  <a:lnTo>
                    <a:pt x="203344" y="330315"/>
                  </a:lnTo>
                  <a:lnTo>
                    <a:pt x="208507" y="329084"/>
                  </a:lnTo>
                  <a:lnTo>
                    <a:pt x="213629" y="327690"/>
                  </a:lnTo>
                  <a:lnTo>
                    <a:pt x="218703" y="326133"/>
                  </a:lnTo>
                  <a:lnTo>
                    <a:pt x="223726" y="324417"/>
                  </a:lnTo>
                  <a:lnTo>
                    <a:pt x="228691" y="322542"/>
                  </a:lnTo>
                  <a:lnTo>
                    <a:pt x="233595" y="320510"/>
                  </a:lnTo>
                  <a:lnTo>
                    <a:pt x="238431" y="318323"/>
                  </a:lnTo>
                  <a:lnTo>
                    <a:pt x="243196" y="315984"/>
                  </a:lnTo>
                  <a:lnTo>
                    <a:pt x="247884" y="313495"/>
                  </a:lnTo>
                  <a:lnTo>
                    <a:pt x="252491" y="310858"/>
                  </a:lnTo>
                  <a:lnTo>
                    <a:pt x="257011" y="308077"/>
                  </a:lnTo>
                  <a:lnTo>
                    <a:pt x="261441" y="305153"/>
                  </a:lnTo>
                  <a:lnTo>
                    <a:pt x="265776" y="302090"/>
                  </a:lnTo>
                  <a:lnTo>
                    <a:pt x="270012" y="298891"/>
                  </a:lnTo>
                  <a:lnTo>
                    <a:pt x="274144" y="295559"/>
                  </a:lnTo>
                  <a:lnTo>
                    <a:pt x="278168" y="292098"/>
                  </a:lnTo>
                  <a:lnTo>
                    <a:pt x="282080" y="288511"/>
                  </a:lnTo>
                  <a:lnTo>
                    <a:pt x="285876" y="284801"/>
                  </a:lnTo>
                  <a:lnTo>
                    <a:pt x="289552" y="280973"/>
                  </a:lnTo>
                  <a:lnTo>
                    <a:pt x="293105" y="277030"/>
                  </a:lnTo>
                  <a:lnTo>
                    <a:pt x="296532" y="272976"/>
                  </a:lnTo>
                  <a:lnTo>
                    <a:pt x="299827" y="268815"/>
                  </a:lnTo>
                  <a:lnTo>
                    <a:pt x="302989" y="264552"/>
                  </a:lnTo>
                  <a:lnTo>
                    <a:pt x="306014" y="260190"/>
                  </a:lnTo>
                  <a:lnTo>
                    <a:pt x="308899" y="255735"/>
                  </a:lnTo>
                  <a:lnTo>
                    <a:pt x="311641" y="251190"/>
                  </a:lnTo>
                  <a:lnTo>
                    <a:pt x="314238" y="246561"/>
                  </a:lnTo>
                  <a:lnTo>
                    <a:pt x="316686" y="241852"/>
                  </a:lnTo>
                  <a:lnTo>
                    <a:pt x="318983" y="237067"/>
                  </a:lnTo>
                  <a:lnTo>
                    <a:pt x="321128" y="232211"/>
                  </a:lnTo>
                  <a:lnTo>
                    <a:pt x="323117" y="227290"/>
                  </a:lnTo>
                  <a:lnTo>
                    <a:pt x="324949" y="222309"/>
                  </a:lnTo>
                  <a:lnTo>
                    <a:pt x="326622" y="217271"/>
                  </a:lnTo>
                  <a:lnTo>
                    <a:pt x="328134" y="212183"/>
                  </a:lnTo>
                  <a:lnTo>
                    <a:pt x="329484" y="207050"/>
                  </a:lnTo>
                  <a:lnTo>
                    <a:pt x="330670" y="201877"/>
                  </a:lnTo>
                  <a:lnTo>
                    <a:pt x="331691" y="196668"/>
                  </a:lnTo>
                  <a:lnTo>
                    <a:pt x="332546" y="191429"/>
                  </a:lnTo>
                  <a:lnTo>
                    <a:pt x="333235" y="186167"/>
                  </a:lnTo>
                  <a:lnTo>
                    <a:pt x="333756" y="180884"/>
                  </a:lnTo>
                  <a:lnTo>
                    <a:pt x="334110" y="175588"/>
                  </a:lnTo>
                  <a:lnTo>
                    <a:pt x="334294" y="170284"/>
                  </a:lnTo>
                  <a:lnTo>
                    <a:pt x="334311" y="164976"/>
                  </a:lnTo>
                  <a:lnTo>
                    <a:pt x="334159" y="159670"/>
                  </a:lnTo>
                  <a:lnTo>
                    <a:pt x="333838" y="154372"/>
                  </a:lnTo>
                  <a:lnTo>
                    <a:pt x="333350" y="149087"/>
                  </a:lnTo>
                  <a:lnTo>
                    <a:pt x="332694" y="143820"/>
                  </a:lnTo>
                  <a:lnTo>
                    <a:pt x="331871" y="138576"/>
                  </a:lnTo>
                  <a:lnTo>
                    <a:pt x="330882" y="133361"/>
                  </a:lnTo>
                  <a:lnTo>
                    <a:pt x="329728" y="128180"/>
                  </a:lnTo>
                  <a:lnTo>
                    <a:pt x="328410" y="123039"/>
                  </a:lnTo>
                  <a:lnTo>
                    <a:pt x="326930" y="117942"/>
                  </a:lnTo>
                  <a:lnTo>
                    <a:pt x="325288" y="112894"/>
                  </a:lnTo>
                  <a:lnTo>
                    <a:pt x="323487" y="107901"/>
                  </a:lnTo>
                  <a:lnTo>
                    <a:pt x="321529" y="102968"/>
                  </a:lnTo>
                  <a:lnTo>
                    <a:pt x="319414" y="98099"/>
                  </a:lnTo>
                  <a:lnTo>
                    <a:pt x="317147" y="93300"/>
                  </a:lnTo>
                  <a:lnTo>
                    <a:pt x="314728" y="88576"/>
                  </a:lnTo>
                  <a:lnTo>
                    <a:pt x="312160" y="83930"/>
                  </a:lnTo>
                  <a:lnTo>
                    <a:pt x="309446" y="79369"/>
                  </a:lnTo>
                  <a:lnTo>
                    <a:pt x="306589" y="74896"/>
                  </a:lnTo>
                  <a:lnTo>
                    <a:pt x="303591" y="70516"/>
                  </a:lnTo>
                  <a:lnTo>
                    <a:pt x="300455" y="66233"/>
                  </a:lnTo>
                  <a:lnTo>
                    <a:pt x="297186" y="62052"/>
                  </a:lnTo>
                  <a:lnTo>
                    <a:pt x="293785" y="57977"/>
                  </a:lnTo>
                  <a:lnTo>
                    <a:pt x="290256" y="54012"/>
                  </a:lnTo>
                  <a:lnTo>
                    <a:pt x="286603" y="50160"/>
                  </a:lnTo>
                  <a:lnTo>
                    <a:pt x="282830" y="46427"/>
                  </a:lnTo>
                  <a:lnTo>
                    <a:pt x="278941" y="42816"/>
                  </a:lnTo>
                  <a:lnTo>
                    <a:pt x="274938" y="39330"/>
                  </a:lnTo>
                  <a:lnTo>
                    <a:pt x="270827" y="35972"/>
                  </a:lnTo>
                  <a:lnTo>
                    <a:pt x="266611" y="32747"/>
                  </a:lnTo>
                  <a:lnTo>
                    <a:pt x="262296" y="29657"/>
                  </a:lnTo>
                  <a:lnTo>
                    <a:pt x="257884" y="26706"/>
                  </a:lnTo>
                  <a:lnTo>
                    <a:pt x="253381" y="23897"/>
                  </a:lnTo>
                  <a:lnTo>
                    <a:pt x="248790" y="21232"/>
                  </a:lnTo>
                  <a:lnTo>
                    <a:pt x="244118" y="18713"/>
                  </a:lnTo>
                  <a:lnTo>
                    <a:pt x="239368" y="16345"/>
                  </a:lnTo>
                  <a:lnTo>
                    <a:pt x="234545" y="14128"/>
                  </a:lnTo>
                  <a:lnTo>
                    <a:pt x="229654" y="12066"/>
                  </a:lnTo>
                  <a:lnTo>
                    <a:pt x="224700" y="10160"/>
                  </a:lnTo>
                  <a:lnTo>
                    <a:pt x="167157" y="1671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90748" y="2633064"/>
              <a:ext cx="57543" cy="167167"/>
            </a:xfrm>
            <a:custGeom>
              <a:avLst/>
              <a:pathLst>
                <a:path w="57543" h="167167">
                  <a:moveTo>
                    <a:pt x="57543" y="10216"/>
                  </a:moveTo>
                  <a:lnTo>
                    <a:pt x="51993" y="8291"/>
                  </a:lnTo>
                  <a:lnTo>
                    <a:pt x="46379" y="6562"/>
                  </a:lnTo>
                  <a:lnTo>
                    <a:pt x="40707" y="5032"/>
                  </a:lnTo>
                  <a:lnTo>
                    <a:pt x="34986" y="3702"/>
                  </a:lnTo>
                  <a:lnTo>
                    <a:pt x="29221" y="2573"/>
                  </a:lnTo>
                  <a:lnTo>
                    <a:pt x="23420" y="1648"/>
                  </a:lnTo>
                  <a:lnTo>
                    <a:pt x="17590" y="928"/>
                  </a:lnTo>
                  <a:lnTo>
                    <a:pt x="11739" y="412"/>
                  </a:lnTo>
                  <a:lnTo>
                    <a:pt x="5873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5139" y="3170392"/>
              <a:ext cx="20841" cy="167167"/>
            </a:xfrm>
            <a:custGeom>
              <a:avLst/>
              <a:pathLst>
                <a:path w="20841" h="167167">
                  <a:moveTo>
                    <a:pt x="20841" y="0"/>
                  </a:moveTo>
                  <a:lnTo>
                    <a:pt x="10400" y="326"/>
                  </a:lnTo>
                  <a:lnTo>
                    <a:pt x="0" y="1304"/>
                  </a:lnTo>
                  <a:lnTo>
                    <a:pt x="2084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5139" y="3171696"/>
              <a:ext cx="20841" cy="165863"/>
            </a:xfrm>
            <a:custGeom>
              <a:avLst/>
              <a:pathLst>
                <a:path w="20841" h="165863">
                  <a:moveTo>
                    <a:pt x="0" y="0"/>
                  </a:moveTo>
                  <a:lnTo>
                    <a:pt x="20841" y="1658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5139" y="3171696"/>
              <a:ext cx="20841" cy="165863"/>
            </a:xfrm>
            <a:custGeom>
              <a:avLst/>
              <a:pathLst>
                <a:path w="20841" h="165863">
                  <a:moveTo>
                    <a:pt x="0" y="0"/>
                  </a:moveTo>
                  <a:lnTo>
                    <a:pt x="20841" y="1658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5139" y="3171696"/>
              <a:ext cx="20841" cy="165863"/>
            </a:xfrm>
            <a:custGeom>
              <a:avLst/>
              <a:pathLst>
                <a:path w="20841" h="165863">
                  <a:moveTo>
                    <a:pt x="0" y="0"/>
                  </a:moveTo>
                  <a:lnTo>
                    <a:pt x="20841" y="1658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5139" y="3171696"/>
              <a:ext cx="20841" cy="165863"/>
            </a:xfrm>
            <a:custGeom>
              <a:avLst/>
              <a:pathLst>
                <a:path w="20841" h="165863">
                  <a:moveTo>
                    <a:pt x="0" y="0"/>
                  </a:moveTo>
                  <a:lnTo>
                    <a:pt x="20841" y="1658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5139" y="3171696"/>
              <a:ext cx="20841" cy="165863"/>
            </a:xfrm>
            <a:custGeom>
              <a:avLst/>
              <a:pathLst>
                <a:path w="20841" h="165863">
                  <a:moveTo>
                    <a:pt x="0" y="0"/>
                  </a:moveTo>
                  <a:lnTo>
                    <a:pt x="20841" y="1658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5139" y="3171696"/>
              <a:ext cx="20841" cy="165863"/>
            </a:xfrm>
            <a:custGeom>
              <a:avLst/>
              <a:pathLst>
                <a:path w="20841" h="165863">
                  <a:moveTo>
                    <a:pt x="0" y="0"/>
                  </a:moveTo>
                  <a:lnTo>
                    <a:pt x="20841" y="1658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5139" y="3171696"/>
              <a:ext cx="20841" cy="165863"/>
            </a:xfrm>
            <a:custGeom>
              <a:avLst/>
              <a:pathLst>
                <a:path w="20841" h="165863">
                  <a:moveTo>
                    <a:pt x="0" y="0"/>
                  </a:moveTo>
                  <a:lnTo>
                    <a:pt x="20841" y="1658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5139" y="3171696"/>
              <a:ext cx="20841" cy="165863"/>
            </a:xfrm>
            <a:custGeom>
              <a:avLst/>
              <a:pathLst>
                <a:path w="20841" h="165863">
                  <a:moveTo>
                    <a:pt x="0" y="0"/>
                  </a:moveTo>
                  <a:lnTo>
                    <a:pt x="20841" y="1658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5139" y="3171696"/>
              <a:ext cx="20841" cy="165863"/>
            </a:xfrm>
            <a:custGeom>
              <a:avLst/>
              <a:pathLst>
                <a:path w="20841" h="165863">
                  <a:moveTo>
                    <a:pt x="0" y="0"/>
                  </a:moveTo>
                  <a:lnTo>
                    <a:pt x="20841" y="1658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5139" y="3171696"/>
              <a:ext cx="20841" cy="165863"/>
            </a:xfrm>
            <a:custGeom>
              <a:avLst/>
              <a:pathLst>
                <a:path w="20841" h="165863">
                  <a:moveTo>
                    <a:pt x="0" y="0"/>
                  </a:moveTo>
                  <a:lnTo>
                    <a:pt x="20841" y="1658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5139" y="3171696"/>
              <a:ext cx="20841" cy="165863"/>
            </a:xfrm>
            <a:custGeom>
              <a:avLst/>
              <a:pathLst>
                <a:path w="20841" h="165863">
                  <a:moveTo>
                    <a:pt x="0" y="0"/>
                  </a:moveTo>
                  <a:lnTo>
                    <a:pt x="20841" y="1658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5139" y="3171696"/>
              <a:ext cx="20841" cy="165863"/>
            </a:xfrm>
            <a:custGeom>
              <a:avLst/>
              <a:pathLst>
                <a:path w="20841" h="165863">
                  <a:moveTo>
                    <a:pt x="0" y="0"/>
                  </a:moveTo>
                  <a:lnTo>
                    <a:pt x="20841" y="1658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358819" y="3171696"/>
              <a:ext cx="334327" cy="333015"/>
            </a:xfrm>
            <a:custGeom>
              <a:avLst/>
              <a:pathLst>
                <a:path w="334327" h="333015">
                  <a:moveTo>
                    <a:pt x="146320" y="0"/>
                  </a:moveTo>
                  <a:lnTo>
                    <a:pt x="141087" y="741"/>
                  </a:lnTo>
                  <a:lnTo>
                    <a:pt x="135881" y="1648"/>
                  </a:lnTo>
                  <a:lnTo>
                    <a:pt x="130706" y="2719"/>
                  </a:lnTo>
                  <a:lnTo>
                    <a:pt x="125568" y="3952"/>
                  </a:lnTo>
                  <a:lnTo>
                    <a:pt x="120471" y="5348"/>
                  </a:lnTo>
                  <a:lnTo>
                    <a:pt x="115421" y="6904"/>
                  </a:lnTo>
                  <a:lnTo>
                    <a:pt x="110422" y="8619"/>
                  </a:lnTo>
                  <a:lnTo>
                    <a:pt x="105481" y="10491"/>
                  </a:lnTo>
                  <a:lnTo>
                    <a:pt x="100600" y="12518"/>
                  </a:lnTo>
                  <a:lnTo>
                    <a:pt x="95787" y="14698"/>
                  </a:lnTo>
                  <a:lnTo>
                    <a:pt x="91044" y="17030"/>
                  </a:lnTo>
                  <a:lnTo>
                    <a:pt x="86378" y="19510"/>
                  </a:lnTo>
                  <a:lnTo>
                    <a:pt x="81793" y="22137"/>
                  </a:lnTo>
                  <a:lnTo>
                    <a:pt x="77292" y="24907"/>
                  </a:lnTo>
                  <a:lnTo>
                    <a:pt x="72882" y="27818"/>
                  </a:lnTo>
                  <a:lnTo>
                    <a:pt x="68566" y="30867"/>
                  </a:lnTo>
                  <a:lnTo>
                    <a:pt x="64348" y="34050"/>
                  </a:lnTo>
                  <a:lnTo>
                    <a:pt x="60233" y="37366"/>
                  </a:lnTo>
                  <a:lnTo>
                    <a:pt x="56225" y="40810"/>
                  </a:lnTo>
                  <a:lnTo>
                    <a:pt x="52328" y="44379"/>
                  </a:lnTo>
                  <a:lnTo>
                    <a:pt x="48545" y="48069"/>
                  </a:lnTo>
                  <a:lnTo>
                    <a:pt x="44881" y="51877"/>
                  </a:lnTo>
                  <a:lnTo>
                    <a:pt x="41340" y="55799"/>
                  </a:lnTo>
                  <a:lnTo>
                    <a:pt x="37924" y="59831"/>
                  </a:lnTo>
                  <a:lnTo>
                    <a:pt x="34637" y="63969"/>
                  </a:lnTo>
                  <a:lnTo>
                    <a:pt x="31482" y="68209"/>
                  </a:lnTo>
                  <a:lnTo>
                    <a:pt x="28464" y="72546"/>
                  </a:lnTo>
                  <a:lnTo>
                    <a:pt x="25583" y="76977"/>
                  </a:lnTo>
                  <a:lnTo>
                    <a:pt x="22845" y="81496"/>
                  </a:lnTo>
                  <a:lnTo>
                    <a:pt x="20250" y="86100"/>
                  </a:lnTo>
                  <a:lnTo>
                    <a:pt x="17802" y="90783"/>
                  </a:lnTo>
                  <a:lnTo>
                    <a:pt x="15504" y="95542"/>
                  </a:lnTo>
                  <a:lnTo>
                    <a:pt x="13357" y="100370"/>
                  </a:lnTo>
                  <a:lnTo>
                    <a:pt x="11364" y="105265"/>
                  </a:lnTo>
                  <a:lnTo>
                    <a:pt x="9526" y="110219"/>
                  </a:lnTo>
                  <a:lnTo>
                    <a:pt x="7846" y="115230"/>
                  </a:lnTo>
                  <a:lnTo>
                    <a:pt x="6325" y="120290"/>
                  </a:lnTo>
                  <a:lnTo>
                    <a:pt x="4965" y="125397"/>
                  </a:lnTo>
                  <a:lnTo>
                    <a:pt x="3767" y="130544"/>
                  </a:lnTo>
                  <a:lnTo>
                    <a:pt x="2733" y="135726"/>
                  </a:lnTo>
                  <a:lnTo>
                    <a:pt x="1862" y="140938"/>
                  </a:lnTo>
                  <a:lnTo>
                    <a:pt x="1157" y="146175"/>
                  </a:lnTo>
                  <a:lnTo>
                    <a:pt x="618" y="151432"/>
                  </a:lnTo>
                  <a:lnTo>
                    <a:pt x="245" y="156704"/>
                  </a:lnTo>
                  <a:lnTo>
                    <a:pt x="39" y="161984"/>
                  </a:lnTo>
                  <a:lnTo>
                    <a:pt x="0" y="167268"/>
                  </a:lnTo>
                  <a:lnTo>
                    <a:pt x="127" y="172551"/>
                  </a:lnTo>
                  <a:lnTo>
                    <a:pt x="422" y="177828"/>
                  </a:lnTo>
                  <a:lnTo>
                    <a:pt x="884" y="183092"/>
                  </a:lnTo>
                  <a:lnTo>
                    <a:pt x="1511" y="188339"/>
                  </a:lnTo>
                  <a:lnTo>
                    <a:pt x="2305" y="193564"/>
                  </a:lnTo>
                  <a:lnTo>
                    <a:pt x="3263" y="198760"/>
                  </a:lnTo>
                  <a:lnTo>
                    <a:pt x="4384" y="203925"/>
                  </a:lnTo>
                  <a:lnTo>
                    <a:pt x="5669" y="209051"/>
                  </a:lnTo>
                  <a:lnTo>
                    <a:pt x="7115" y="214133"/>
                  </a:lnTo>
                  <a:lnTo>
                    <a:pt x="8720" y="219168"/>
                  </a:lnTo>
                  <a:lnTo>
                    <a:pt x="10484" y="224149"/>
                  </a:lnTo>
                  <a:lnTo>
                    <a:pt x="12405" y="229072"/>
                  </a:lnTo>
                  <a:lnTo>
                    <a:pt x="14480" y="233932"/>
                  </a:lnTo>
                  <a:lnTo>
                    <a:pt x="16708" y="238724"/>
                  </a:lnTo>
                  <a:lnTo>
                    <a:pt x="19086" y="243443"/>
                  </a:lnTo>
                  <a:lnTo>
                    <a:pt x="21612" y="248085"/>
                  </a:lnTo>
                  <a:lnTo>
                    <a:pt x="24284" y="252644"/>
                  </a:lnTo>
                  <a:lnTo>
                    <a:pt x="27098" y="257117"/>
                  </a:lnTo>
                  <a:lnTo>
                    <a:pt x="30053" y="261499"/>
                  </a:lnTo>
                  <a:lnTo>
                    <a:pt x="33144" y="265785"/>
                  </a:lnTo>
                  <a:lnTo>
                    <a:pt x="36369" y="269971"/>
                  </a:lnTo>
                  <a:lnTo>
                    <a:pt x="39725" y="274053"/>
                  </a:lnTo>
                  <a:lnTo>
                    <a:pt x="43209" y="278027"/>
                  </a:lnTo>
                  <a:lnTo>
                    <a:pt x="46816" y="281888"/>
                  </a:lnTo>
                  <a:lnTo>
                    <a:pt x="50543" y="285634"/>
                  </a:lnTo>
                  <a:lnTo>
                    <a:pt x="54387" y="289260"/>
                  </a:lnTo>
                  <a:lnTo>
                    <a:pt x="58344" y="292763"/>
                  </a:lnTo>
                  <a:lnTo>
                    <a:pt x="62409" y="296139"/>
                  </a:lnTo>
                  <a:lnTo>
                    <a:pt x="66579" y="299385"/>
                  </a:lnTo>
                  <a:lnTo>
                    <a:pt x="70850" y="302498"/>
                  </a:lnTo>
                  <a:lnTo>
                    <a:pt x="75217" y="305474"/>
                  </a:lnTo>
                  <a:lnTo>
                    <a:pt x="79676" y="308310"/>
                  </a:lnTo>
                  <a:lnTo>
                    <a:pt x="84222" y="311004"/>
                  </a:lnTo>
                  <a:lnTo>
                    <a:pt x="88851" y="313553"/>
                  </a:lnTo>
                  <a:lnTo>
                    <a:pt x="93558" y="315955"/>
                  </a:lnTo>
                  <a:lnTo>
                    <a:pt x="98339" y="318206"/>
                  </a:lnTo>
                  <a:lnTo>
                    <a:pt x="103189" y="320305"/>
                  </a:lnTo>
                  <a:lnTo>
                    <a:pt x="108102" y="322250"/>
                  </a:lnTo>
                  <a:lnTo>
                    <a:pt x="113075" y="324039"/>
                  </a:lnTo>
                  <a:lnTo>
                    <a:pt x="118102" y="325669"/>
                  </a:lnTo>
                  <a:lnTo>
                    <a:pt x="123177" y="327140"/>
                  </a:lnTo>
                  <a:lnTo>
                    <a:pt x="128297" y="328450"/>
                  </a:lnTo>
                  <a:lnTo>
                    <a:pt x="133455" y="329597"/>
                  </a:lnTo>
                  <a:lnTo>
                    <a:pt x="138648" y="330580"/>
                  </a:lnTo>
                  <a:lnTo>
                    <a:pt x="143868" y="331399"/>
                  </a:lnTo>
                  <a:lnTo>
                    <a:pt x="149112" y="332053"/>
                  </a:lnTo>
                  <a:lnTo>
                    <a:pt x="154374" y="332540"/>
                  </a:lnTo>
                  <a:lnTo>
                    <a:pt x="159649" y="332861"/>
                  </a:lnTo>
                  <a:lnTo>
                    <a:pt x="164931" y="333015"/>
                  </a:lnTo>
                  <a:lnTo>
                    <a:pt x="170215" y="333002"/>
                  </a:lnTo>
                  <a:lnTo>
                    <a:pt x="175497" y="332822"/>
                  </a:lnTo>
                  <a:lnTo>
                    <a:pt x="180770" y="332475"/>
                  </a:lnTo>
                  <a:lnTo>
                    <a:pt x="186029" y="331962"/>
                  </a:lnTo>
                  <a:lnTo>
                    <a:pt x="191270" y="331282"/>
                  </a:lnTo>
                  <a:lnTo>
                    <a:pt x="196487" y="330438"/>
                  </a:lnTo>
                  <a:lnTo>
                    <a:pt x="201674" y="329429"/>
                  </a:lnTo>
                  <a:lnTo>
                    <a:pt x="206826" y="328256"/>
                  </a:lnTo>
                  <a:lnTo>
                    <a:pt x="211940" y="326921"/>
                  </a:lnTo>
                  <a:lnTo>
                    <a:pt x="217008" y="325425"/>
                  </a:lnTo>
                  <a:lnTo>
                    <a:pt x="222026" y="323770"/>
                  </a:lnTo>
                  <a:lnTo>
                    <a:pt x="226990" y="321957"/>
                  </a:lnTo>
                  <a:lnTo>
                    <a:pt x="231894" y="319988"/>
                  </a:lnTo>
                  <a:lnTo>
                    <a:pt x="236733" y="317865"/>
                  </a:lnTo>
                  <a:lnTo>
                    <a:pt x="241503" y="315590"/>
                  </a:lnTo>
                  <a:lnTo>
                    <a:pt x="246198" y="313165"/>
                  </a:lnTo>
                  <a:lnTo>
                    <a:pt x="250815" y="310593"/>
                  </a:lnTo>
                  <a:lnTo>
                    <a:pt x="255348" y="307877"/>
                  </a:lnTo>
                  <a:lnTo>
                    <a:pt x="259792" y="305019"/>
                  </a:lnTo>
                  <a:lnTo>
                    <a:pt x="264145" y="302021"/>
                  </a:lnTo>
                  <a:lnTo>
                    <a:pt x="268400" y="298888"/>
                  </a:lnTo>
                  <a:lnTo>
                    <a:pt x="272554" y="295621"/>
                  </a:lnTo>
                  <a:lnTo>
                    <a:pt x="276603" y="292225"/>
                  </a:lnTo>
                  <a:lnTo>
                    <a:pt x="280542" y="288703"/>
                  </a:lnTo>
                  <a:lnTo>
                    <a:pt x="284368" y="285058"/>
                  </a:lnTo>
                  <a:lnTo>
                    <a:pt x="288077" y="281294"/>
                  </a:lnTo>
                  <a:lnTo>
                    <a:pt x="291665" y="277414"/>
                  </a:lnTo>
                  <a:lnTo>
                    <a:pt x="295129" y="273423"/>
                  </a:lnTo>
                  <a:lnTo>
                    <a:pt x="298465" y="269324"/>
                  </a:lnTo>
                  <a:lnTo>
                    <a:pt x="301669" y="265122"/>
                  </a:lnTo>
                  <a:lnTo>
                    <a:pt x="304739" y="260821"/>
                  </a:lnTo>
                  <a:lnTo>
                    <a:pt x="307672" y="256425"/>
                  </a:lnTo>
                  <a:lnTo>
                    <a:pt x="310464" y="251939"/>
                  </a:lnTo>
                  <a:lnTo>
                    <a:pt x="313113" y="247366"/>
                  </a:lnTo>
                  <a:lnTo>
                    <a:pt x="315617" y="242712"/>
                  </a:lnTo>
                  <a:lnTo>
                    <a:pt x="317972" y="237981"/>
                  </a:lnTo>
                  <a:lnTo>
                    <a:pt x="320176" y="233179"/>
                  </a:lnTo>
                  <a:lnTo>
                    <a:pt x="322227" y="228309"/>
                  </a:lnTo>
                  <a:lnTo>
                    <a:pt x="324123" y="223376"/>
                  </a:lnTo>
                  <a:lnTo>
                    <a:pt x="325863" y="218386"/>
                  </a:lnTo>
                  <a:lnTo>
                    <a:pt x="327444" y="213344"/>
                  </a:lnTo>
                  <a:lnTo>
                    <a:pt x="328864" y="208254"/>
                  </a:lnTo>
                  <a:lnTo>
                    <a:pt x="330123" y="203121"/>
                  </a:lnTo>
                  <a:lnTo>
                    <a:pt x="331220" y="197952"/>
                  </a:lnTo>
                  <a:lnTo>
                    <a:pt x="332152" y="192750"/>
                  </a:lnTo>
                  <a:lnTo>
                    <a:pt x="332919" y="187522"/>
                  </a:lnTo>
                  <a:lnTo>
                    <a:pt x="333521" y="182272"/>
                  </a:lnTo>
                  <a:lnTo>
                    <a:pt x="333957" y="177005"/>
                  </a:lnTo>
                  <a:lnTo>
                    <a:pt x="334226" y="171728"/>
                  </a:lnTo>
                  <a:lnTo>
                    <a:pt x="334327" y="166444"/>
                  </a:lnTo>
                  <a:lnTo>
                    <a:pt x="334262" y="161160"/>
                  </a:lnTo>
                  <a:lnTo>
                    <a:pt x="334030" y="155881"/>
                  </a:lnTo>
                  <a:lnTo>
                    <a:pt x="333631" y="150611"/>
                  </a:lnTo>
                  <a:lnTo>
                    <a:pt x="333066" y="145357"/>
                  </a:lnTo>
                  <a:lnTo>
                    <a:pt x="332335" y="140123"/>
                  </a:lnTo>
                  <a:lnTo>
                    <a:pt x="331439" y="134915"/>
                  </a:lnTo>
                  <a:lnTo>
                    <a:pt x="330379" y="129738"/>
                  </a:lnTo>
                  <a:lnTo>
                    <a:pt x="329155" y="124598"/>
                  </a:lnTo>
                  <a:lnTo>
                    <a:pt x="327770" y="119498"/>
                  </a:lnTo>
                  <a:lnTo>
                    <a:pt x="326224" y="114444"/>
                  </a:lnTo>
                  <a:lnTo>
                    <a:pt x="324520" y="109443"/>
                  </a:lnTo>
                  <a:lnTo>
                    <a:pt x="322658" y="104497"/>
                  </a:lnTo>
                  <a:lnTo>
                    <a:pt x="320640" y="99613"/>
                  </a:lnTo>
                  <a:lnTo>
                    <a:pt x="318470" y="94795"/>
                  </a:lnTo>
                  <a:lnTo>
                    <a:pt x="316148" y="90048"/>
                  </a:lnTo>
                  <a:lnTo>
                    <a:pt x="313677" y="85376"/>
                  </a:lnTo>
                  <a:lnTo>
                    <a:pt x="311060" y="80785"/>
                  </a:lnTo>
                  <a:lnTo>
                    <a:pt x="308299" y="76280"/>
                  </a:lnTo>
                  <a:lnTo>
                    <a:pt x="305397" y="71863"/>
                  </a:lnTo>
                  <a:lnTo>
                    <a:pt x="302356" y="67541"/>
                  </a:lnTo>
                  <a:lnTo>
                    <a:pt x="299181" y="63317"/>
                  </a:lnTo>
                  <a:lnTo>
                    <a:pt x="295874" y="59195"/>
                  </a:lnTo>
                  <a:lnTo>
                    <a:pt x="292438" y="55180"/>
                  </a:lnTo>
                  <a:lnTo>
                    <a:pt x="288877" y="51276"/>
                  </a:lnTo>
                  <a:lnTo>
                    <a:pt x="285194" y="47486"/>
                  </a:lnTo>
                  <a:lnTo>
                    <a:pt x="281394" y="43814"/>
                  </a:lnTo>
                  <a:lnTo>
                    <a:pt x="277479" y="40264"/>
                  </a:lnTo>
                  <a:lnTo>
                    <a:pt x="273454" y="36840"/>
                  </a:lnTo>
                  <a:lnTo>
                    <a:pt x="269323" y="33545"/>
                  </a:lnTo>
                  <a:lnTo>
                    <a:pt x="265089" y="30382"/>
                  </a:lnTo>
                  <a:lnTo>
                    <a:pt x="260758" y="27354"/>
                  </a:lnTo>
                  <a:lnTo>
                    <a:pt x="256333" y="24465"/>
                  </a:lnTo>
                  <a:lnTo>
                    <a:pt x="251820" y="21717"/>
                  </a:lnTo>
                  <a:lnTo>
                    <a:pt x="247221" y="19113"/>
                  </a:lnTo>
                  <a:lnTo>
                    <a:pt x="242543" y="16656"/>
                  </a:lnTo>
                  <a:lnTo>
                    <a:pt x="237789" y="14348"/>
                  </a:lnTo>
                  <a:lnTo>
                    <a:pt x="232965" y="12191"/>
                  </a:lnTo>
                  <a:lnTo>
                    <a:pt x="228074" y="10188"/>
                  </a:lnTo>
                  <a:lnTo>
                    <a:pt x="223124" y="8341"/>
                  </a:lnTo>
                  <a:lnTo>
                    <a:pt x="218117" y="6651"/>
                  </a:lnTo>
                  <a:lnTo>
                    <a:pt x="167161" y="1658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3170392"/>
              <a:ext cx="50955" cy="167167"/>
            </a:xfrm>
            <a:custGeom>
              <a:avLst/>
              <a:pathLst>
                <a:path w="50955" h="167167">
                  <a:moveTo>
                    <a:pt x="50955" y="7955"/>
                  </a:moveTo>
                  <a:lnTo>
                    <a:pt x="44754" y="6102"/>
                  </a:lnTo>
                  <a:lnTo>
                    <a:pt x="38486" y="4490"/>
                  </a:lnTo>
                  <a:lnTo>
                    <a:pt x="32160" y="3122"/>
                  </a:lnTo>
                  <a:lnTo>
                    <a:pt x="25786" y="2000"/>
                  </a:lnTo>
                  <a:lnTo>
                    <a:pt x="19373" y="1126"/>
                  </a:lnTo>
                  <a:lnTo>
                    <a:pt x="12931" y="500"/>
                  </a:lnTo>
                  <a:lnTo>
                    <a:pt x="6470" y="1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346" y="3707720"/>
              <a:ext cx="4402" cy="167167"/>
            </a:xfrm>
            <a:custGeom>
              <a:avLst/>
              <a:pathLst>
                <a:path w="4402" h="167167">
                  <a:moveTo>
                    <a:pt x="4402" y="0"/>
                  </a:moveTo>
                  <a:lnTo>
                    <a:pt x="0" y="57"/>
                  </a:lnTo>
                  <a:lnTo>
                    <a:pt x="440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346" y="3707778"/>
              <a:ext cx="4402" cy="167109"/>
            </a:xfrm>
            <a:custGeom>
              <a:avLst/>
              <a:pathLst>
                <a:path w="4402" h="167109">
                  <a:moveTo>
                    <a:pt x="0" y="0"/>
                  </a:moveTo>
                  <a:lnTo>
                    <a:pt x="4402" y="1671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346" y="3707778"/>
              <a:ext cx="4402" cy="167109"/>
            </a:xfrm>
            <a:custGeom>
              <a:avLst/>
              <a:pathLst>
                <a:path w="4402" h="167109">
                  <a:moveTo>
                    <a:pt x="0" y="0"/>
                  </a:moveTo>
                  <a:lnTo>
                    <a:pt x="4402" y="1671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346" y="3707778"/>
              <a:ext cx="4402" cy="167109"/>
            </a:xfrm>
            <a:custGeom>
              <a:avLst/>
              <a:pathLst>
                <a:path w="4402" h="167109">
                  <a:moveTo>
                    <a:pt x="0" y="0"/>
                  </a:moveTo>
                  <a:lnTo>
                    <a:pt x="4402" y="1671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346" y="3707778"/>
              <a:ext cx="4402" cy="167109"/>
            </a:xfrm>
            <a:custGeom>
              <a:avLst/>
              <a:pathLst>
                <a:path w="4402" h="167109">
                  <a:moveTo>
                    <a:pt x="0" y="0"/>
                  </a:moveTo>
                  <a:lnTo>
                    <a:pt x="4402" y="1671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346" y="3707778"/>
              <a:ext cx="4402" cy="167109"/>
            </a:xfrm>
            <a:custGeom>
              <a:avLst/>
              <a:pathLst>
                <a:path w="4402" h="167109">
                  <a:moveTo>
                    <a:pt x="0" y="0"/>
                  </a:moveTo>
                  <a:lnTo>
                    <a:pt x="4402" y="1671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346" y="3707778"/>
              <a:ext cx="4402" cy="167109"/>
            </a:xfrm>
            <a:custGeom>
              <a:avLst/>
              <a:pathLst>
                <a:path w="4402" h="167109">
                  <a:moveTo>
                    <a:pt x="0" y="0"/>
                  </a:moveTo>
                  <a:lnTo>
                    <a:pt x="4402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346" y="3707778"/>
              <a:ext cx="4402" cy="167109"/>
            </a:xfrm>
            <a:custGeom>
              <a:avLst/>
              <a:pathLst>
                <a:path w="4402" h="167109">
                  <a:moveTo>
                    <a:pt x="0" y="0"/>
                  </a:moveTo>
                  <a:lnTo>
                    <a:pt x="4402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346" y="3707778"/>
              <a:ext cx="4402" cy="167109"/>
            </a:xfrm>
            <a:custGeom>
              <a:avLst/>
              <a:pathLst>
                <a:path w="4402" h="167109">
                  <a:moveTo>
                    <a:pt x="0" y="0"/>
                  </a:moveTo>
                  <a:lnTo>
                    <a:pt x="4402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6346" y="3707778"/>
              <a:ext cx="4402" cy="167109"/>
            </a:xfrm>
            <a:custGeom>
              <a:avLst/>
              <a:pathLst>
                <a:path w="4402" h="167109">
                  <a:moveTo>
                    <a:pt x="0" y="0"/>
                  </a:moveTo>
                  <a:lnTo>
                    <a:pt x="4402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6346" y="3707778"/>
              <a:ext cx="4402" cy="167109"/>
            </a:xfrm>
            <a:custGeom>
              <a:avLst/>
              <a:pathLst>
                <a:path w="4402" h="167109">
                  <a:moveTo>
                    <a:pt x="0" y="0"/>
                  </a:moveTo>
                  <a:lnTo>
                    <a:pt x="4402" y="1671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6346" y="3707778"/>
              <a:ext cx="4402" cy="167109"/>
            </a:xfrm>
            <a:custGeom>
              <a:avLst/>
              <a:pathLst>
                <a:path w="4402" h="167109">
                  <a:moveTo>
                    <a:pt x="0" y="0"/>
                  </a:moveTo>
                  <a:lnTo>
                    <a:pt x="4402" y="1671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423582" y="3707720"/>
              <a:ext cx="334325" cy="334321"/>
            </a:xfrm>
            <a:custGeom>
              <a:avLst/>
              <a:pathLst>
                <a:path w="334325" h="334321">
                  <a:moveTo>
                    <a:pt x="162764" y="57"/>
                  </a:moveTo>
                  <a:lnTo>
                    <a:pt x="157487" y="280"/>
                  </a:lnTo>
                  <a:lnTo>
                    <a:pt x="152219" y="669"/>
                  </a:lnTo>
                  <a:lnTo>
                    <a:pt x="146967" y="1224"/>
                  </a:lnTo>
                  <a:lnTo>
                    <a:pt x="141734" y="1945"/>
                  </a:lnTo>
                  <a:lnTo>
                    <a:pt x="136527" y="2831"/>
                  </a:lnTo>
                  <a:lnTo>
                    <a:pt x="131351" y="3881"/>
                  </a:lnTo>
                  <a:lnTo>
                    <a:pt x="126210" y="5094"/>
                  </a:lnTo>
                  <a:lnTo>
                    <a:pt x="121110" y="6469"/>
                  </a:lnTo>
                  <a:lnTo>
                    <a:pt x="116057" y="8004"/>
                  </a:lnTo>
                  <a:lnTo>
                    <a:pt x="111054" y="9698"/>
                  </a:lnTo>
                  <a:lnTo>
                    <a:pt x="106107" y="11549"/>
                  </a:lnTo>
                  <a:lnTo>
                    <a:pt x="101221" y="13556"/>
                  </a:lnTo>
                  <a:lnTo>
                    <a:pt x="96401" y="15716"/>
                  </a:lnTo>
                  <a:lnTo>
                    <a:pt x="91652" y="18027"/>
                  </a:lnTo>
                  <a:lnTo>
                    <a:pt x="86978" y="20487"/>
                  </a:lnTo>
                  <a:lnTo>
                    <a:pt x="82384" y="23094"/>
                  </a:lnTo>
                  <a:lnTo>
                    <a:pt x="77875" y="25844"/>
                  </a:lnTo>
                  <a:lnTo>
                    <a:pt x="73455" y="28736"/>
                  </a:lnTo>
                  <a:lnTo>
                    <a:pt x="69128" y="31765"/>
                  </a:lnTo>
                  <a:lnTo>
                    <a:pt x="64900" y="34930"/>
                  </a:lnTo>
                  <a:lnTo>
                    <a:pt x="60773" y="38227"/>
                  </a:lnTo>
                  <a:lnTo>
                    <a:pt x="56753" y="41652"/>
                  </a:lnTo>
                  <a:lnTo>
                    <a:pt x="52843" y="45203"/>
                  </a:lnTo>
                  <a:lnTo>
                    <a:pt x="49047" y="48876"/>
                  </a:lnTo>
                  <a:lnTo>
                    <a:pt x="45368" y="52666"/>
                  </a:lnTo>
                  <a:lnTo>
                    <a:pt x="41812" y="56571"/>
                  </a:lnTo>
                  <a:lnTo>
                    <a:pt x="38381" y="60587"/>
                  </a:lnTo>
                  <a:lnTo>
                    <a:pt x="35078" y="64709"/>
                  </a:lnTo>
                  <a:lnTo>
                    <a:pt x="31907" y="68933"/>
                  </a:lnTo>
                  <a:lnTo>
                    <a:pt x="28871" y="73255"/>
                  </a:lnTo>
                  <a:lnTo>
                    <a:pt x="25973" y="77671"/>
                  </a:lnTo>
                  <a:lnTo>
                    <a:pt x="23216" y="82176"/>
                  </a:lnTo>
                  <a:lnTo>
                    <a:pt x="20603" y="86766"/>
                  </a:lnTo>
                  <a:lnTo>
                    <a:pt x="18136" y="91436"/>
                  </a:lnTo>
                  <a:lnTo>
                    <a:pt x="15818" y="96182"/>
                  </a:lnTo>
                  <a:lnTo>
                    <a:pt x="13651" y="100999"/>
                  </a:lnTo>
                  <a:lnTo>
                    <a:pt x="11637" y="105882"/>
                  </a:lnTo>
                  <a:lnTo>
                    <a:pt x="9779" y="110826"/>
                  </a:lnTo>
                  <a:lnTo>
                    <a:pt x="8077" y="115826"/>
                  </a:lnTo>
                  <a:lnTo>
                    <a:pt x="6535" y="120878"/>
                  </a:lnTo>
                  <a:lnTo>
                    <a:pt x="5153" y="125976"/>
                  </a:lnTo>
                  <a:lnTo>
                    <a:pt x="3932" y="131114"/>
                  </a:lnTo>
                  <a:lnTo>
                    <a:pt x="2875" y="136289"/>
                  </a:lnTo>
                  <a:lnTo>
                    <a:pt x="1981" y="141495"/>
                  </a:lnTo>
                  <a:lnTo>
                    <a:pt x="1253" y="146726"/>
                  </a:lnTo>
                  <a:lnTo>
                    <a:pt x="690" y="151978"/>
                  </a:lnTo>
                  <a:lnTo>
                    <a:pt x="293" y="157245"/>
                  </a:lnTo>
                  <a:lnTo>
                    <a:pt x="63" y="162522"/>
                  </a:lnTo>
                  <a:lnTo>
                    <a:pt x="0" y="167803"/>
                  </a:lnTo>
                  <a:lnTo>
                    <a:pt x="103" y="173084"/>
                  </a:lnTo>
                  <a:lnTo>
                    <a:pt x="373" y="178359"/>
                  </a:lnTo>
                  <a:lnTo>
                    <a:pt x="810" y="183623"/>
                  </a:lnTo>
                  <a:lnTo>
                    <a:pt x="1413" y="188870"/>
                  </a:lnTo>
                  <a:lnTo>
                    <a:pt x="2181" y="194096"/>
                  </a:lnTo>
                  <a:lnTo>
                    <a:pt x="3115" y="199294"/>
                  </a:lnTo>
                  <a:lnTo>
                    <a:pt x="4211" y="204461"/>
                  </a:lnTo>
                  <a:lnTo>
                    <a:pt x="5471" y="209590"/>
                  </a:lnTo>
                  <a:lnTo>
                    <a:pt x="6892" y="214677"/>
                  </a:lnTo>
                  <a:lnTo>
                    <a:pt x="8473" y="219717"/>
                  </a:lnTo>
                  <a:lnTo>
                    <a:pt x="10212" y="224704"/>
                  </a:lnTo>
                  <a:lnTo>
                    <a:pt x="12108" y="229634"/>
                  </a:lnTo>
                  <a:lnTo>
                    <a:pt x="14159" y="234501"/>
                  </a:lnTo>
                  <a:lnTo>
                    <a:pt x="16363" y="239302"/>
                  </a:lnTo>
                  <a:lnTo>
                    <a:pt x="18717" y="244030"/>
                  </a:lnTo>
                  <a:lnTo>
                    <a:pt x="21219" y="248681"/>
                  </a:lnTo>
                  <a:lnTo>
                    <a:pt x="23867" y="253251"/>
                  </a:lnTo>
                  <a:lnTo>
                    <a:pt x="26658" y="257735"/>
                  </a:lnTo>
                  <a:lnTo>
                    <a:pt x="29590" y="262129"/>
                  </a:lnTo>
                  <a:lnTo>
                    <a:pt x="32659" y="266428"/>
                  </a:lnTo>
                  <a:lnTo>
                    <a:pt x="35862" y="270628"/>
                  </a:lnTo>
                  <a:lnTo>
                    <a:pt x="39196" y="274724"/>
                  </a:lnTo>
                  <a:lnTo>
                    <a:pt x="42657" y="278713"/>
                  </a:lnTo>
                  <a:lnTo>
                    <a:pt x="46244" y="282591"/>
                  </a:lnTo>
                  <a:lnTo>
                    <a:pt x="49950" y="286354"/>
                  </a:lnTo>
                  <a:lnTo>
                    <a:pt x="53774" y="289997"/>
                  </a:lnTo>
                  <a:lnTo>
                    <a:pt x="57711" y="293518"/>
                  </a:lnTo>
                  <a:lnTo>
                    <a:pt x="61758" y="296913"/>
                  </a:lnTo>
                  <a:lnTo>
                    <a:pt x="65909" y="300178"/>
                  </a:lnTo>
                  <a:lnTo>
                    <a:pt x="70162" y="303311"/>
                  </a:lnTo>
                  <a:lnTo>
                    <a:pt x="74511" y="306308"/>
                  </a:lnTo>
                  <a:lnTo>
                    <a:pt x="78953" y="309165"/>
                  </a:lnTo>
                  <a:lnTo>
                    <a:pt x="83483" y="311881"/>
                  </a:lnTo>
                  <a:lnTo>
                    <a:pt x="88097" y="314453"/>
                  </a:lnTo>
                  <a:lnTo>
                    <a:pt x="92789" y="316877"/>
                  </a:lnTo>
                  <a:lnTo>
                    <a:pt x="97556" y="319152"/>
                  </a:lnTo>
                  <a:lnTo>
                    <a:pt x="102393" y="321275"/>
                  </a:lnTo>
                  <a:lnTo>
                    <a:pt x="107293" y="323245"/>
                  </a:lnTo>
                  <a:lnTo>
                    <a:pt x="112254" y="325058"/>
                  </a:lnTo>
                  <a:lnTo>
                    <a:pt x="117270" y="326714"/>
                  </a:lnTo>
                  <a:lnTo>
                    <a:pt x="122335" y="328211"/>
                  </a:lnTo>
                  <a:lnTo>
                    <a:pt x="127445" y="329547"/>
                  </a:lnTo>
                  <a:lnTo>
                    <a:pt x="132595" y="330721"/>
                  </a:lnTo>
                  <a:lnTo>
                    <a:pt x="137779" y="331731"/>
                  </a:lnTo>
                  <a:lnTo>
                    <a:pt x="142993" y="332577"/>
                  </a:lnTo>
                  <a:lnTo>
                    <a:pt x="148230" y="333258"/>
                  </a:lnTo>
                  <a:lnTo>
                    <a:pt x="153487" y="333774"/>
                  </a:lnTo>
                  <a:lnTo>
                    <a:pt x="158757" y="334123"/>
                  </a:lnTo>
                  <a:lnTo>
                    <a:pt x="164036" y="334305"/>
                  </a:lnTo>
                  <a:lnTo>
                    <a:pt x="169318" y="334321"/>
                  </a:lnTo>
                  <a:lnTo>
                    <a:pt x="174597" y="334169"/>
                  </a:lnTo>
                  <a:lnTo>
                    <a:pt x="179870" y="333851"/>
                  </a:lnTo>
                  <a:lnTo>
                    <a:pt x="185129" y="333366"/>
                  </a:lnTo>
                  <a:lnTo>
                    <a:pt x="190371" y="332716"/>
                  </a:lnTo>
                  <a:lnTo>
                    <a:pt x="195589" y="331900"/>
                  </a:lnTo>
                  <a:lnTo>
                    <a:pt x="200779" y="330920"/>
                  </a:lnTo>
                  <a:lnTo>
                    <a:pt x="205936" y="329776"/>
                  </a:lnTo>
                  <a:lnTo>
                    <a:pt x="211054" y="328470"/>
                  </a:lnTo>
                  <a:lnTo>
                    <a:pt x="216128" y="327003"/>
                  </a:lnTo>
                  <a:lnTo>
                    <a:pt x="221153" y="325377"/>
                  </a:lnTo>
                  <a:lnTo>
                    <a:pt x="226124" y="323592"/>
                  </a:lnTo>
                  <a:lnTo>
                    <a:pt x="231036" y="321652"/>
                  </a:lnTo>
                  <a:lnTo>
                    <a:pt x="235885" y="319557"/>
                  </a:lnTo>
                  <a:lnTo>
                    <a:pt x="240665" y="317310"/>
                  </a:lnTo>
                  <a:lnTo>
                    <a:pt x="245371" y="314913"/>
                  </a:lnTo>
                  <a:lnTo>
                    <a:pt x="250000" y="312368"/>
                  </a:lnTo>
                  <a:lnTo>
                    <a:pt x="254546" y="309679"/>
                  </a:lnTo>
                  <a:lnTo>
                    <a:pt x="259004" y="306847"/>
                  </a:lnTo>
                  <a:lnTo>
                    <a:pt x="263371" y="303876"/>
                  </a:lnTo>
                  <a:lnTo>
                    <a:pt x="267642" y="300769"/>
                  </a:lnTo>
                  <a:lnTo>
                    <a:pt x="271813" y="297528"/>
                  </a:lnTo>
                  <a:lnTo>
                    <a:pt x="275879" y="294157"/>
                  </a:lnTo>
                  <a:lnTo>
                    <a:pt x="279837" y="290659"/>
                  </a:lnTo>
                  <a:lnTo>
                    <a:pt x="283682" y="287038"/>
                  </a:lnTo>
                  <a:lnTo>
                    <a:pt x="287411" y="283297"/>
                  </a:lnTo>
                  <a:lnTo>
                    <a:pt x="291019" y="279440"/>
                  </a:lnTo>
                  <a:lnTo>
                    <a:pt x="294504" y="275471"/>
                  </a:lnTo>
                  <a:lnTo>
                    <a:pt x="297862" y="271394"/>
                  </a:lnTo>
                  <a:lnTo>
                    <a:pt x="301090" y="267213"/>
                  </a:lnTo>
                  <a:lnTo>
                    <a:pt x="304184" y="262932"/>
                  </a:lnTo>
                  <a:lnTo>
                    <a:pt x="307141" y="258556"/>
                  </a:lnTo>
                  <a:lnTo>
                    <a:pt x="309958" y="254088"/>
                  </a:lnTo>
                  <a:lnTo>
                    <a:pt x="312633" y="249534"/>
                  </a:lnTo>
                  <a:lnTo>
                    <a:pt x="315162" y="244897"/>
                  </a:lnTo>
                  <a:lnTo>
                    <a:pt x="317544" y="240183"/>
                  </a:lnTo>
                  <a:lnTo>
                    <a:pt x="319776" y="235395"/>
                  </a:lnTo>
                  <a:lnTo>
                    <a:pt x="321855" y="230540"/>
                  </a:lnTo>
                  <a:lnTo>
                    <a:pt x="323780" y="225622"/>
                  </a:lnTo>
                  <a:lnTo>
                    <a:pt x="325548" y="220645"/>
                  </a:lnTo>
                  <a:lnTo>
                    <a:pt x="327159" y="215614"/>
                  </a:lnTo>
                  <a:lnTo>
                    <a:pt x="328610" y="210536"/>
                  </a:lnTo>
                  <a:lnTo>
                    <a:pt x="329899" y="205414"/>
                  </a:lnTo>
                  <a:lnTo>
                    <a:pt x="331026" y="200253"/>
                  </a:lnTo>
                  <a:lnTo>
                    <a:pt x="331990" y="195060"/>
                  </a:lnTo>
                  <a:lnTo>
                    <a:pt x="332789" y="189839"/>
                  </a:lnTo>
                  <a:lnTo>
                    <a:pt x="333422" y="184596"/>
                  </a:lnTo>
                  <a:lnTo>
                    <a:pt x="333890" y="179335"/>
                  </a:lnTo>
                  <a:lnTo>
                    <a:pt x="334191" y="174061"/>
                  </a:lnTo>
                  <a:lnTo>
                    <a:pt x="334325" y="168781"/>
                  </a:lnTo>
                  <a:lnTo>
                    <a:pt x="334293" y="163499"/>
                  </a:lnTo>
                  <a:lnTo>
                    <a:pt x="334094" y="158221"/>
                  </a:lnTo>
                  <a:lnTo>
                    <a:pt x="333728" y="152952"/>
                  </a:lnTo>
                  <a:lnTo>
                    <a:pt x="333196" y="147697"/>
                  </a:lnTo>
                  <a:lnTo>
                    <a:pt x="332498" y="142462"/>
                  </a:lnTo>
                  <a:lnTo>
                    <a:pt x="331635" y="137251"/>
                  </a:lnTo>
                  <a:lnTo>
                    <a:pt x="330607" y="132070"/>
                  </a:lnTo>
                  <a:lnTo>
                    <a:pt x="329417" y="126924"/>
                  </a:lnTo>
                  <a:lnTo>
                    <a:pt x="328065" y="121818"/>
                  </a:lnTo>
                  <a:lnTo>
                    <a:pt x="326552" y="116758"/>
                  </a:lnTo>
                  <a:lnTo>
                    <a:pt x="324880" y="111748"/>
                  </a:lnTo>
                  <a:lnTo>
                    <a:pt x="323050" y="106793"/>
                  </a:lnTo>
                  <a:lnTo>
                    <a:pt x="321065" y="101898"/>
                  </a:lnTo>
                  <a:lnTo>
                    <a:pt x="318926" y="97069"/>
                  </a:lnTo>
                  <a:lnTo>
                    <a:pt x="316636" y="92309"/>
                  </a:lnTo>
                  <a:lnTo>
                    <a:pt x="314196" y="87625"/>
                  </a:lnTo>
                  <a:lnTo>
                    <a:pt x="311610" y="83020"/>
                  </a:lnTo>
                  <a:lnTo>
                    <a:pt x="308880" y="78498"/>
                  </a:lnTo>
                  <a:lnTo>
                    <a:pt x="306008" y="74065"/>
                  </a:lnTo>
                  <a:lnTo>
                    <a:pt x="302997" y="69726"/>
                  </a:lnTo>
                  <a:lnTo>
                    <a:pt x="299851" y="65483"/>
                  </a:lnTo>
                  <a:lnTo>
                    <a:pt x="296572" y="61342"/>
                  </a:lnTo>
                  <a:lnTo>
                    <a:pt x="293164" y="57307"/>
                  </a:lnTo>
                  <a:lnTo>
                    <a:pt x="289631" y="53381"/>
                  </a:lnTo>
                  <a:lnTo>
                    <a:pt x="285975" y="49569"/>
                  </a:lnTo>
                  <a:lnTo>
                    <a:pt x="282201" y="45874"/>
                  </a:lnTo>
                  <a:lnTo>
                    <a:pt x="278311" y="42300"/>
                  </a:lnTo>
                  <a:lnTo>
                    <a:pt x="274311" y="38851"/>
                  </a:lnTo>
                  <a:lnTo>
                    <a:pt x="270204" y="35531"/>
                  </a:lnTo>
                  <a:lnTo>
                    <a:pt x="265994" y="32341"/>
                  </a:lnTo>
                  <a:lnTo>
                    <a:pt x="261685" y="29286"/>
                  </a:lnTo>
                  <a:lnTo>
                    <a:pt x="257282" y="26369"/>
                  </a:lnTo>
                  <a:lnTo>
                    <a:pt x="252789" y="23592"/>
                  </a:lnTo>
                  <a:lnTo>
                    <a:pt x="248210" y="20959"/>
                  </a:lnTo>
                  <a:lnTo>
                    <a:pt x="243551" y="18472"/>
                  </a:lnTo>
                  <a:lnTo>
                    <a:pt x="238815" y="16133"/>
                  </a:lnTo>
                  <a:lnTo>
                    <a:pt x="234008" y="13945"/>
                  </a:lnTo>
                  <a:lnTo>
                    <a:pt x="229134" y="11909"/>
                  </a:lnTo>
                  <a:lnTo>
                    <a:pt x="224198" y="10029"/>
                  </a:lnTo>
                  <a:lnTo>
                    <a:pt x="219205" y="8306"/>
                  </a:lnTo>
                  <a:lnTo>
                    <a:pt x="214160" y="6741"/>
                  </a:lnTo>
                  <a:lnTo>
                    <a:pt x="209069" y="5337"/>
                  </a:lnTo>
                  <a:lnTo>
                    <a:pt x="203935" y="4093"/>
                  </a:lnTo>
                  <a:lnTo>
                    <a:pt x="198765" y="3013"/>
                  </a:lnTo>
                  <a:lnTo>
                    <a:pt x="193564" y="2097"/>
                  </a:lnTo>
                  <a:lnTo>
                    <a:pt x="188335" y="1345"/>
                  </a:lnTo>
                  <a:lnTo>
                    <a:pt x="183086" y="759"/>
                  </a:lnTo>
                  <a:lnTo>
                    <a:pt x="177821" y="339"/>
                  </a:lnTo>
                  <a:lnTo>
                    <a:pt x="172545" y="86"/>
                  </a:lnTo>
                  <a:lnTo>
                    <a:pt x="167264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6885" y="4213821"/>
              <a:ext cx="4402" cy="167167"/>
            </a:xfrm>
            <a:custGeom>
              <a:avLst/>
              <a:pathLst>
                <a:path w="4402" h="167167">
                  <a:moveTo>
                    <a:pt x="4402" y="0"/>
                  </a:moveTo>
                  <a:lnTo>
                    <a:pt x="0" y="57"/>
                  </a:lnTo>
                  <a:lnTo>
                    <a:pt x="440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6885" y="4213879"/>
              <a:ext cx="4402" cy="167109"/>
            </a:xfrm>
            <a:custGeom>
              <a:avLst/>
              <a:pathLst>
                <a:path w="4402" h="167109">
                  <a:moveTo>
                    <a:pt x="0" y="0"/>
                  </a:moveTo>
                  <a:lnTo>
                    <a:pt x="4402" y="1671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6885" y="4213879"/>
              <a:ext cx="4402" cy="167109"/>
            </a:xfrm>
            <a:custGeom>
              <a:avLst/>
              <a:pathLst>
                <a:path w="4402" h="167109">
                  <a:moveTo>
                    <a:pt x="0" y="0"/>
                  </a:moveTo>
                  <a:lnTo>
                    <a:pt x="4402" y="1671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6885" y="4213879"/>
              <a:ext cx="4402" cy="167109"/>
            </a:xfrm>
            <a:custGeom>
              <a:avLst/>
              <a:pathLst>
                <a:path w="4402" h="167109">
                  <a:moveTo>
                    <a:pt x="0" y="0"/>
                  </a:moveTo>
                  <a:lnTo>
                    <a:pt x="4402" y="1671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6885" y="4213879"/>
              <a:ext cx="4402" cy="167109"/>
            </a:xfrm>
            <a:custGeom>
              <a:avLst/>
              <a:pathLst>
                <a:path w="4402" h="167109">
                  <a:moveTo>
                    <a:pt x="0" y="0"/>
                  </a:moveTo>
                  <a:lnTo>
                    <a:pt x="4402" y="1671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6885" y="4213879"/>
              <a:ext cx="4402" cy="167109"/>
            </a:xfrm>
            <a:custGeom>
              <a:avLst/>
              <a:pathLst>
                <a:path w="4402" h="167109">
                  <a:moveTo>
                    <a:pt x="0" y="0"/>
                  </a:moveTo>
                  <a:lnTo>
                    <a:pt x="4402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6885" y="4213879"/>
              <a:ext cx="4402" cy="167109"/>
            </a:xfrm>
            <a:custGeom>
              <a:avLst/>
              <a:pathLst>
                <a:path w="4402" h="167109">
                  <a:moveTo>
                    <a:pt x="0" y="0"/>
                  </a:moveTo>
                  <a:lnTo>
                    <a:pt x="4402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6885" y="4213879"/>
              <a:ext cx="4402" cy="167109"/>
            </a:xfrm>
            <a:custGeom>
              <a:avLst/>
              <a:pathLst>
                <a:path w="4402" h="167109">
                  <a:moveTo>
                    <a:pt x="0" y="0"/>
                  </a:moveTo>
                  <a:lnTo>
                    <a:pt x="4402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6885" y="4213879"/>
              <a:ext cx="4402" cy="167109"/>
            </a:xfrm>
            <a:custGeom>
              <a:avLst/>
              <a:pathLst>
                <a:path w="4402" h="167109">
                  <a:moveTo>
                    <a:pt x="0" y="0"/>
                  </a:moveTo>
                  <a:lnTo>
                    <a:pt x="4402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6885" y="4213879"/>
              <a:ext cx="4402" cy="167109"/>
            </a:xfrm>
            <a:custGeom>
              <a:avLst/>
              <a:pathLst>
                <a:path w="4402" h="167109">
                  <a:moveTo>
                    <a:pt x="0" y="0"/>
                  </a:moveTo>
                  <a:lnTo>
                    <a:pt x="4402" y="1671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6885" y="4213879"/>
              <a:ext cx="4402" cy="167109"/>
            </a:xfrm>
            <a:custGeom>
              <a:avLst/>
              <a:pathLst>
                <a:path w="4402" h="167109">
                  <a:moveTo>
                    <a:pt x="0" y="0"/>
                  </a:moveTo>
                  <a:lnTo>
                    <a:pt x="4402" y="1671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14121" y="4213822"/>
              <a:ext cx="334323" cy="334322"/>
            </a:xfrm>
            <a:custGeom>
              <a:avLst/>
              <a:pathLst>
                <a:path w="334323" h="334322">
                  <a:moveTo>
                    <a:pt x="162764" y="57"/>
                  </a:moveTo>
                  <a:lnTo>
                    <a:pt x="157489" y="279"/>
                  </a:lnTo>
                  <a:lnTo>
                    <a:pt x="152223" y="668"/>
                  </a:lnTo>
                  <a:lnTo>
                    <a:pt x="146972" y="1223"/>
                  </a:lnTo>
                  <a:lnTo>
                    <a:pt x="141742" y="1944"/>
                  </a:lnTo>
                  <a:lnTo>
                    <a:pt x="136536" y="2829"/>
                  </a:lnTo>
                  <a:lnTo>
                    <a:pt x="131362" y="3878"/>
                  </a:lnTo>
                  <a:lnTo>
                    <a:pt x="126223" y="5090"/>
                  </a:lnTo>
                  <a:lnTo>
                    <a:pt x="121125" y="6464"/>
                  </a:lnTo>
                  <a:lnTo>
                    <a:pt x="116073" y="7998"/>
                  </a:lnTo>
                  <a:lnTo>
                    <a:pt x="111071" y="9691"/>
                  </a:lnTo>
                  <a:lnTo>
                    <a:pt x="106126" y="11542"/>
                  </a:lnTo>
                  <a:lnTo>
                    <a:pt x="101242" y="13547"/>
                  </a:lnTo>
                  <a:lnTo>
                    <a:pt x="96423" y="15705"/>
                  </a:lnTo>
                  <a:lnTo>
                    <a:pt x="91675" y="18015"/>
                  </a:lnTo>
                  <a:lnTo>
                    <a:pt x="87002" y="20474"/>
                  </a:lnTo>
                  <a:lnTo>
                    <a:pt x="82410" y="23078"/>
                  </a:lnTo>
                  <a:lnTo>
                    <a:pt x="77901" y="25827"/>
                  </a:lnTo>
                  <a:lnTo>
                    <a:pt x="73482" y="28717"/>
                  </a:lnTo>
                  <a:lnTo>
                    <a:pt x="69157" y="31744"/>
                  </a:lnTo>
                  <a:lnTo>
                    <a:pt x="64929" y="34907"/>
                  </a:lnTo>
                  <a:lnTo>
                    <a:pt x="60803" y="38202"/>
                  </a:lnTo>
                  <a:lnTo>
                    <a:pt x="56783" y="41625"/>
                  </a:lnTo>
                  <a:lnTo>
                    <a:pt x="52873" y="45174"/>
                  </a:lnTo>
                  <a:lnTo>
                    <a:pt x="49078" y="48844"/>
                  </a:lnTo>
                  <a:lnTo>
                    <a:pt x="45400" y="52633"/>
                  </a:lnTo>
                  <a:lnTo>
                    <a:pt x="41844" y="56535"/>
                  </a:lnTo>
                  <a:lnTo>
                    <a:pt x="38412" y="60548"/>
                  </a:lnTo>
                  <a:lnTo>
                    <a:pt x="35109" y="64668"/>
                  </a:lnTo>
                  <a:lnTo>
                    <a:pt x="31938" y="68889"/>
                  </a:lnTo>
                  <a:lnTo>
                    <a:pt x="28902" y="73209"/>
                  </a:lnTo>
                  <a:lnTo>
                    <a:pt x="26004" y="77622"/>
                  </a:lnTo>
                  <a:lnTo>
                    <a:pt x="23246" y="82125"/>
                  </a:lnTo>
                  <a:lnTo>
                    <a:pt x="20632" y="86713"/>
                  </a:lnTo>
                  <a:lnTo>
                    <a:pt x="18165" y="91380"/>
                  </a:lnTo>
                  <a:lnTo>
                    <a:pt x="15845" y="96124"/>
                  </a:lnTo>
                  <a:lnTo>
                    <a:pt x="13677" y="100938"/>
                  </a:lnTo>
                  <a:lnTo>
                    <a:pt x="11662" y="105818"/>
                  </a:lnTo>
                  <a:lnTo>
                    <a:pt x="9802" y="110760"/>
                  </a:lnTo>
                  <a:lnTo>
                    <a:pt x="8100" y="115758"/>
                  </a:lnTo>
                  <a:lnTo>
                    <a:pt x="6555" y="120807"/>
                  </a:lnTo>
                  <a:lnTo>
                    <a:pt x="5171" y="125902"/>
                  </a:lnTo>
                  <a:lnTo>
                    <a:pt x="3949" y="131039"/>
                  </a:lnTo>
                  <a:lnTo>
                    <a:pt x="2890" y="136212"/>
                  </a:lnTo>
                  <a:lnTo>
                    <a:pt x="1994" y="141415"/>
                  </a:lnTo>
                  <a:lnTo>
                    <a:pt x="1263" y="146644"/>
                  </a:lnTo>
                  <a:lnTo>
                    <a:pt x="698" y="151894"/>
                  </a:lnTo>
                  <a:lnTo>
                    <a:pt x="298" y="157159"/>
                  </a:lnTo>
                  <a:lnTo>
                    <a:pt x="66" y="162434"/>
                  </a:lnTo>
                  <a:lnTo>
                    <a:pt x="0" y="167713"/>
                  </a:lnTo>
                  <a:lnTo>
                    <a:pt x="100" y="172992"/>
                  </a:lnTo>
                  <a:lnTo>
                    <a:pt x="367" y="178265"/>
                  </a:lnTo>
                  <a:lnTo>
                    <a:pt x="801" y="183528"/>
                  </a:lnTo>
                  <a:lnTo>
                    <a:pt x="1401" y="188773"/>
                  </a:lnTo>
                  <a:lnTo>
                    <a:pt x="2166" y="193998"/>
                  </a:lnTo>
                  <a:lnTo>
                    <a:pt x="3096" y="199195"/>
                  </a:lnTo>
                  <a:lnTo>
                    <a:pt x="4189" y="204361"/>
                  </a:lnTo>
                  <a:lnTo>
                    <a:pt x="5445" y="209489"/>
                  </a:lnTo>
                  <a:lnTo>
                    <a:pt x="6862" y="214575"/>
                  </a:lnTo>
                  <a:lnTo>
                    <a:pt x="8439" y="219614"/>
                  </a:lnTo>
                  <a:lnTo>
                    <a:pt x="10175" y="224601"/>
                  </a:lnTo>
                  <a:lnTo>
                    <a:pt x="12067" y="229530"/>
                  </a:lnTo>
                  <a:lnTo>
                    <a:pt x="14114" y="234397"/>
                  </a:lnTo>
                  <a:lnTo>
                    <a:pt x="16313" y="239197"/>
                  </a:lnTo>
                  <a:lnTo>
                    <a:pt x="18664" y="243925"/>
                  </a:lnTo>
                  <a:lnTo>
                    <a:pt x="21162" y="248577"/>
                  </a:lnTo>
                  <a:lnTo>
                    <a:pt x="23806" y="253147"/>
                  </a:lnTo>
                  <a:lnTo>
                    <a:pt x="26593" y="257632"/>
                  </a:lnTo>
                  <a:lnTo>
                    <a:pt x="29520" y="262026"/>
                  </a:lnTo>
                  <a:lnTo>
                    <a:pt x="32584" y="266326"/>
                  </a:lnTo>
                  <a:lnTo>
                    <a:pt x="35783" y="270527"/>
                  </a:lnTo>
                  <a:lnTo>
                    <a:pt x="39113" y="274624"/>
                  </a:lnTo>
                  <a:lnTo>
                    <a:pt x="42570" y="278615"/>
                  </a:lnTo>
                  <a:lnTo>
                    <a:pt x="46152" y="282494"/>
                  </a:lnTo>
                  <a:lnTo>
                    <a:pt x="49854" y="286258"/>
                  </a:lnTo>
                  <a:lnTo>
                    <a:pt x="53674" y="289904"/>
                  </a:lnTo>
                  <a:lnTo>
                    <a:pt x="57607" y="293427"/>
                  </a:lnTo>
                  <a:lnTo>
                    <a:pt x="61649" y="296824"/>
                  </a:lnTo>
                  <a:lnTo>
                    <a:pt x="65796" y="300092"/>
                  </a:lnTo>
                  <a:lnTo>
                    <a:pt x="70045" y="303227"/>
                  </a:lnTo>
                  <a:lnTo>
                    <a:pt x="74390" y="306226"/>
                  </a:lnTo>
                  <a:lnTo>
                    <a:pt x="78828" y="309087"/>
                  </a:lnTo>
                  <a:lnTo>
                    <a:pt x="83354" y="311806"/>
                  </a:lnTo>
                  <a:lnTo>
                    <a:pt x="87964" y="314380"/>
                  </a:lnTo>
                  <a:lnTo>
                    <a:pt x="92653" y="316808"/>
                  </a:lnTo>
                  <a:lnTo>
                    <a:pt x="97416" y="319087"/>
                  </a:lnTo>
                  <a:lnTo>
                    <a:pt x="102248" y="321214"/>
                  </a:lnTo>
                  <a:lnTo>
                    <a:pt x="107146" y="323187"/>
                  </a:lnTo>
                  <a:lnTo>
                    <a:pt x="112103" y="325005"/>
                  </a:lnTo>
                  <a:lnTo>
                    <a:pt x="117115" y="326665"/>
                  </a:lnTo>
                  <a:lnTo>
                    <a:pt x="122177" y="328166"/>
                  </a:lnTo>
                  <a:lnTo>
                    <a:pt x="127284" y="329507"/>
                  </a:lnTo>
                  <a:lnTo>
                    <a:pt x="132431" y="330685"/>
                  </a:lnTo>
                  <a:lnTo>
                    <a:pt x="137612" y="331701"/>
                  </a:lnTo>
                  <a:lnTo>
                    <a:pt x="142823" y="332552"/>
                  </a:lnTo>
                  <a:lnTo>
                    <a:pt x="148058" y="333238"/>
                  </a:lnTo>
                  <a:lnTo>
                    <a:pt x="153313" y="333759"/>
                  </a:lnTo>
                  <a:lnTo>
                    <a:pt x="158581" y="334113"/>
                  </a:lnTo>
                  <a:lnTo>
                    <a:pt x="163857" y="334301"/>
                  </a:lnTo>
                  <a:lnTo>
                    <a:pt x="169137" y="334322"/>
                  </a:lnTo>
                  <a:lnTo>
                    <a:pt x="174415" y="334176"/>
                  </a:lnTo>
                  <a:lnTo>
                    <a:pt x="179686" y="333864"/>
                  </a:lnTo>
                  <a:lnTo>
                    <a:pt x="184944" y="333386"/>
                  </a:lnTo>
                  <a:lnTo>
                    <a:pt x="190185" y="332741"/>
                  </a:lnTo>
                  <a:lnTo>
                    <a:pt x="195402" y="331932"/>
                  </a:lnTo>
                  <a:lnTo>
                    <a:pt x="200592" y="330958"/>
                  </a:lnTo>
                  <a:lnTo>
                    <a:pt x="205748" y="329821"/>
                  </a:lnTo>
                  <a:lnTo>
                    <a:pt x="210865" y="328521"/>
                  </a:lnTo>
                  <a:lnTo>
                    <a:pt x="215939" y="327060"/>
                  </a:lnTo>
                  <a:lnTo>
                    <a:pt x="220965" y="325440"/>
                  </a:lnTo>
                  <a:lnTo>
                    <a:pt x="225936" y="323662"/>
                  </a:lnTo>
                  <a:lnTo>
                    <a:pt x="230849" y="321728"/>
                  </a:lnTo>
                  <a:lnTo>
                    <a:pt x="235699" y="319640"/>
                  </a:lnTo>
                  <a:lnTo>
                    <a:pt x="240480" y="317400"/>
                  </a:lnTo>
                  <a:lnTo>
                    <a:pt x="245188" y="315009"/>
                  </a:lnTo>
                  <a:lnTo>
                    <a:pt x="249818" y="312472"/>
                  </a:lnTo>
                  <a:lnTo>
                    <a:pt x="254366" y="309789"/>
                  </a:lnTo>
                  <a:lnTo>
                    <a:pt x="258826" y="306964"/>
                  </a:lnTo>
                  <a:lnTo>
                    <a:pt x="263196" y="303999"/>
                  </a:lnTo>
                  <a:lnTo>
                    <a:pt x="267469" y="300898"/>
                  </a:lnTo>
                  <a:lnTo>
                    <a:pt x="271642" y="297664"/>
                  </a:lnTo>
                  <a:lnTo>
                    <a:pt x="275711" y="294299"/>
                  </a:lnTo>
                  <a:lnTo>
                    <a:pt x="279672" y="290808"/>
                  </a:lnTo>
                  <a:lnTo>
                    <a:pt x="283521" y="287193"/>
                  </a:lnTo>
                  <a:lnTo>
                    <a:pt x="287254" y="283459"/>
                  </a:lnTo>
                  <a:lnTo>
                    <a:pt x="290866" y="279608"/>
                  </a:lnTo>
                  <a:lnTo>
                    <a:pt x="294356" y="275646"/>
                  </a:lnTo>
                  <a:lnTo>
                    <a:pt x="297718" y="271575"/>
                  </a:lnTo>
                  <a:lnTo>
                    <a:pt x="300950" y="267400"/>
                  </a:lnTo>
                  <a:lnTo>
                    <a:pt x="304049" y="263125"/>
                  </a:lnTo>
                  <a:lnTo>
                    <a:pt x="307011" y="258754"/>
                  </a:lnTo>
                  <a:lnTo>
                    <a:pt x="309834" y="254292"/>
                  </a:lnTo>
                  <a:lnTo>
                    <a:pt x="312514" y="249743"/>
                  </a:lnTo>
                  <a:lnTo>
                    <a:pt x="315050" y="245111"/>
                  </a:lnTo>
                  <a:lnTo>
                    <a:pt x="317437" y="240402"/>
                  </a:lnTo>
                  <a:lnTo>
                    <a:pt x="319675" y="235620"/>
                  </a:lnTo>
                  <a:lnTo>
                    <a:pt x="321761" y="230769"/>
                  </a:lnTo>
                  <a:lnTo>
                    <a:pt x="323693" y="225855"/>
                  </a:lnTo>
                  <a:lnTo>
                    <a:pt x="325468" y="220883"/>
                  </a:lnTo>
                  <a:lnTo>
                    <a:pt x="327085" y="215856"/>
                  </a:lnTo>
                  <a:lnTo>
                    <a:pt x="328543" y="210782"/>
                  </a:lnTo>
                  <a:lnTo>
                    <a:pt x="329840" y="205664"/>
                  </a:lnTo>
                  <a:lnTo>
                    <a:pt x="330975" y="200507"/>
                  </a:lnTo>
                  <a:lnTo>
                    <a:pt x="331946" y="195317"/>
                  </a:lnTo>
                  <a:lnTo>
                    <a:pt x="332753" y="190099"/>
                  </a:lnTo>
                  <a:lnTo>
                    <a:pt x="333395" y="184858"/>
                  </a:lnTo>
                  <a:lnTo>
                    <a:pt x="333870" y="179600"/>
                  </a:lnTo>
                  <a:lnTo>
                    <a:pt x="334180" y="174329"/>
                  </a:lnTo>
                  <a:lnTo>
                    <a:pt x="334323" y="169051"/>
                  </a:lnTo>
                  <a:lnTo>
                    <a:pt x="334299" y="163771"/>
                  </a:lnTo>
                  <a:lnTo>
                    <a:pt x="334108" y="158494"/>
                  </a:lnTo>
                  <a:lnTo>
                    <a:pt x="333751" y="153226"/>
                  </a:lnTo>
                  <a:lnTo>
                    <a:pt x="333228" y="147972"/>
                  </a:lnTo>
                  <a:lnTo>
                    <a:pt x="332539" y="142737"/>
                  </a:lnTo>
                  <a:lnTo>
                    <a:pt x="331685" y="137527"/>
                  </a:lnTo>
                  <a:lnTo>
                    <a:pt x="330667" y="132346"/>
                  </a:lnTo>
                  <a:lnTo>
                    <a:pt x="329486" y="127200"/>
                  </a:lnTo>
                  <a:lnTo>
                    <a:pt x="328142" y="122094"/>
                  </a:lnTo>
                  <a:lnTo>
                    <a:pt x="326639" y="117032"/>
                  </a:lnTo>
                  <a:lnTo>
                    <a:pt x="324976" y="112021"/>
                  </a:lnTo>
                  <a:lnTo>
                    <a:pt x="323156" y="107065"/>
                  </a:lnTo>
                  <a:lnTo>
                    <a:pt x="321180" y="102168"/>
                  </a:lnTo>
                  <a:lnTo>
                    <a:pt x="319050" y="97337"/>
                  </a:lnTo>
                  <a:lnTo>
                    <a:pt x="316769" y="92575"/>
                  </a:lnTo>
                  <a:lnTo>
                    <a:pt x="314339" y="87888"/>
                  </a:lnTo>
                  <a:lnTo>
                    <a:pt x="311762" y="83279"/>
                  </a:lnTo>
                  <a:lnTo>
                    <a:pt x="309040" y="78755"/>
                  </a:lnTo>
                  <a:lnTo>
                    <a:pt x="306177" y="74318"/>
                  </a:lnTo>
                  <a:lnTo>
                    <a:pt x="303176" y="69974"/>
                  </a:lnTo>
                  <a:lnTo>
                    <a:pt x="300039" y="65727"/>
                  </a:lnTo>
                  <a:lnTo>
                    <a:pt x="296769" y="61582"/>
                  </a:lnTo>
                  <a:lnTo>
                    <a:pt x="293370" y="57542"/>
                  </a:lnTo>
                  <a:lnTo>
                    <a:pt x="289845" y="53611"/>
                  </a:lnTo>
                  <a:lnTo>
                    <a:pt x="286197" y="49793"/>
                  </a:lnTo>
                  <a:lnTo>
                    <a:pt x="282431" y="46092"/>
                  </a:lnTo>
                  <a:lnTo>
                    <a:pt x="278550" y="42512"/>
                  </a:lnTo>
                  <a:lnTo>
                    <a:pt x="274558" y="39057"/>
                  </a:lnTo>
                  <a:lnTo>
                    <a:pt x="270458" y="35729"/>
                  </a:lnTo>
                  <a:lnTo>
                    <a:pt x="266256" y="32533"/>
                  </a:lnTo>
                  <a:lnTo>
                    <a:pt x="261955" y="29471"/>
                  </a:lnTo>
                  <a:lnTo>
                    <a:pt x="257559" y="26546"/>
                  </a:lnTo>
                  <a:lnTo>
                    <a:pt x="253073" y="23761"/>
                  </a:lnTo>
                  <a:lnTo>
                    <a:pt x="248501" y="21120"/>
                  </a:lnTo>
                  <a:lnTo>
                    <a:pt x="243848" y="18624"/>
                  </a:lnTo>
                  <a:lnTo>
                    <a:pt x="239119" y="16276"/>
                  </a:lnTo>
                  <a:lnTo>
                    <a:pt x="234317" y="14079"/>
                  </a:lnTo>
                  <a:lnTo>
                    <a:pt x="229449" y="12035"/>
                  </a:lnTo>
                  <a:lnTo>
                    <a:pt x="224519" y="10145"/>
                  </a:lnTo>
                  <a:lnTo>
                    <a:pt x="219532" y="8412"/>
                  </a:lnTo>
                  <a:lnTo>
                    <a:pt x="214492" y="6838"/>
                  </a:lnTo>
                  <a:lnTo>
                    <a:pt x="209405" y="5423"/>
                  </a:lnTo>
                  <a:lnTo>
                    <a:pt x="204276" y="4170"/>
                  </a:lnTo>
                  <a:lnTo>
                    <a:pt x="199110" y="3079"/>
                  </a:lnTo>
                  <a:lnTo>
                    <a:pt x="193912" y="2152"/>
                  </a:lnTo>
                  <a:lnTo>
                    <a:pt x="188687" y="1390"/>
                  </a:lnTo>
                  <a:lnTo>
                    <a:pt x="183441" y="793"/>
                  </a:lnTo>
                  <a:lnTo>
                    <a:pt x="178178" y="362"/>
                  </a:lnTo>
                  <a:lnTo>
                    <a:pt x="172905" y="97"/>
                  </a:lnTo>
                  <a:lnTo>
                    <a:pt x="167626" y="0"/>
                  </a:lnTo>
                  <a:lnTo>
                    <a:pt x="167166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81287" y="4213821"/>
              <a:ext cx="459" cy="167167"/>
            </a:xfrm>
            <a:custGeom>
              <a:avLst/>
              <a:pathLst>
                <a:path w="459" h="167167">
                  <a:moveTo>
                    <a:pt x="459" y="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506" y="4659281"/>
              <a:ext cx="1018" cy="167167"/>
            </a:xfrm>
            <a:custGeom>
              <a:avLst/>
              <a:pathLst>
                <a:path w="1018" h="167167">
                  <a:moveTo>
                    <a:pt x="1018" y="0"/>
                  </a:moveTo>
                  <a:lnTo>
                    <a:pt x="0" y="3"/>
                  </a:lnTo>
                  <a:lnTo>
                    <a:pt x="101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506" y="4659284"/>
              <a:ext cx="1018" cy="167164"/>
            </a:xfrm>
            <a:custGeom>
              <a:avLst/>
              <a:pathLst>
                <a:path w="1018" h="167164">
                  <a:moveTo>
                    <a:pt x="0" y="0"/>
                  </a:moveTo>
                  <a:lnTo>
                    <a:pt x="1018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506" y="4659284"/>
              <a:ext cx="1018" cy="167164"/>
            </a:xfrm>
            <a:custGeom>
              <a:avLst/>
              <a:pathLst>
                <a:path w="1018" h="167164">
                  <a:moveTo>
                    <a:pt x="0" y="0"/>
                  </a:moveTo>
                  <a:lnTo>
                    <a:pt x="1018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506" y="4659284"/>
              <a:ext cx="1018" cy="167164"/>
            </a:xfrm>
            <a:custGeom>
              <a:avLst/>
              <a:pathLst>
                <a:path w="1018" h="167164">
                  <a:moveTo>
                    <a:pt x="0" y="0"/>
                  </a:moveTo>
                  <a:lnTo>
                    <a:pt x="1018" y="1671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506" y="4659284"/>
              <a:ext cx="1018" cy="167164"/>
            </a:xfrm>
            <a:custGeom>
              <a:avLst/>
              <a:pathLst>
                <a:path w="1018" h="167164">
                  <a:moveTo>
                    <a:pt x="0" y="0"/>
                  </a:moveTo>
                  <a:lnTo>
                    <a:pt x="1018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506" y="4659284"/>
              <a:ext cx="1018" cy="167164"/>
            </a:xfrm>
            <a:custGeom>
              <a:avLst/>
              <a:pathLst>
                <a:path w="1018" h="167164">
                  <a:moveTo>
                    <a:pt x="0" y="0"/>
                  </a:moveTo>
                  <a:lnTo>
                    <a:pt x="1018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506" y="4659284"/>
              <a:ext cx="1018" cy="167164"/>
            </a:xfrm>
            <a:custGeom>
              <a:avLst/>
              <a:pathLst>
                <a:path w="1018" h="167164">
                  <a:moveTo>
                    <a:pt x="0" y="0"/>
                  </a:moveTo>
                  <a:lnTo>
                    <a:pt x="1018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506" y="4659284"/>
              <a:ext cx="1018" cy="167164"/>
            </a:xfrm>
            <a:custGeom>
              <a:avLst/>
              <a:pathLst>
                <a:path w="1018" h="167164">
                  <a:moveTo>
                    <a:pt x="0" y="0"/>
                  </a:moveTo>
                  <a:lnTo>
                    <a:pt x="1018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506" y="4659284"/>
              <a:ext cx="1018" cy="167164"/>
            </a:xfrm>
            <a:custGeom>
              <a:avLst/>
              <a:pathLst>
                <a:path w="1018" h="167164">
                  <a:moveTo>
                    <a:pt x="0" y="0"/>
                  </a:moveTo>
                  <a:lnTo>
                    <a:pt x="1018" y="167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5506" y="4659284"/>
              <a:ext cx="1018" cy="167164"/>
            </a:xfrm>
            <a:custGeom>
              <a:avLst/>
              <a:pathLst>
                <a:path w="1018" h="167164">
                  <a:moveTo>
                    <a:pt x="0" y="0"/>
                  </a:moveTo>
                  <a:lnTo>
                    <a:pt x="1018" y="167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941347" y="4659284"/>
              <a:ext cx="145177" cy="167164"/>
            </a:xfrm>
            <a:custGeom>
              <a:avLst/>
              <a:pathLst>
                <a:path w="145177" h="167164">
                  <a:moveTo>
                    <a:pt x="144158" y="0"/>
                  </a:moveTo>
                  <a:lnTo>
                    <a:pt x="138696" y="122"/>
                  </a:lnTo>
                  <a:lnTo>
                    <a:pt x="133240" y="423"/>
                  </a:lnTo>
                  <a:lnTo>
                    <a:pt x="127797" y="902"/>
                  </a:lnTo>
                  <a:lnTo>
                    <a:pt x="122373" y="1559"/>
                  </a:lnTo>
                  <a:lnTo>
                    <a:pt x="116973" y="2393"/>
                  </a:lnTo>
                  <a:lnTo>
                    <a:pt x="111603" y="3403"/>
                  </a:lnTo>
                  <a:lnTo>
                    <a:pt x="106269" y="4587"/>
                  </a:lnTo>
                  <a:lnTo>
                    <a:pt x="100977" y="5946"/>
                  </a:lnTo>
                  <a:lnTo>
                    <a:pt x="95732" y="7476"/>
                  </a:lnTo>
                  <a:lnTo>
                    <a:pt x="90539" y="9178"/>
                  </a:lnTo>
                  <a:lnTo>
                    <a:pt x="85405" y="11048"/>
                  </a:lnTo>
                  <a:lnTo>
                    <a:pt x="80335" y="13084"/>
                  </a:lnTo>
                  <a:lnTo>
                    <a:pt x="75334" y="15286"/>
                  </a:lnTo>
                  <a:lnTo>
                    <a:pt x="70408" y="17650"/>
                  </a:lnTo>
                  <a:lnTo>
                    <a:pt x="65562" y="20173"/>
                  </a:lnTo>
                  <a:lnTo>
                    <a:pt x="60800" y="22853"/>
                  </a:lnTo>
                  <a:lnTo>
                    <a:pt x="56129" y="25688"/>
                  </a:lnTo>
                  <a:lnTo>
                    <a:pt x="51553" y="28674"/>
                  </a:lnTo>
                  <a:lnTo>
                    <a:pt x="47077" y="31807"/>
                  </a:lnTo>
                  <a:lnTo>
                    <a:pt x="42706" y="35086"/>
                  </a:lnTo>
                  <a:lnTo>
                    <a:pt x="38444" y="38505"/>
                  </a:lnTo>
                  <a:lnTo>
                    <a:pt x="34296" y="42062"/>
                  </a:lnTo>
                  <a:lnTo>
                    <a:pt x="30267" y="45753"/>
                  </a:lnTo>
                  <a:lnTo>
                    <a:pt x="26361" y="49573"/>
                  </a:lnTo>
                  <a:lnTo>
                    <a:pt x="22581" y="53519"/>
                  </a:lnTo>
                  <a:lnTo>
                    <a:pt x="18932" y="57586"/>
                  </a:lnTo>
                  <a:lnTo>
                    <a:pt x="15419" y="61770"/>
                  </a:lnTo>
                  <a:lnTo>
                    <a:pt x="12044" y="66067"/>
                  </a:lnTo>
                  <a:lnTo>
                    <a:pt x="8811" y="70472"/>
                  </a:lnTo>
                  <a:lnTo>
                    <a:pt x="5724" y="74981"/>
                  </a:lnTo>
                  <a:lnTo>
                    <a:pt x="2786" y="79587"/>
                  </a:lnTo>
                  <a:lnTo>
                    <a:pt x="0" y="84288"/>
                  </a:lnTo>
                  <a:lnTo>
                    <a:pt x="145177" y="1671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919368" y="4659281"/>
              <a:ext cx="334306" cy="334334"/>
            </a:xfrm>
            <a:custGeom>
              <a:avLst/>
              <a:pathLst>
                <a:path w="334306" h="334334">
                  <a:moveTo>
                    <a:pt x="21978" y="84291"/>
                  </a:moveTo>
                  <a:lnTo>
                    <a:pt x="19424" y="88934"/>
                  </a:lnTo>
                  <a:lnTo>
                    <a:pt x="17019" y="93657"/>
                  </a:lnTo>
                  <a:lnTo>
                    <a:pt x="14764" y="98453"/>
                  </a:lnTo>
                  <a:lnTo>
                    <a:pt x="12663" y="103318"/>
                  </a:lnTo>
                  <a:lnTo>
                    <a:pt x="10716" y="108247"/>
                  </a:lnTo>
                  <a:lnTo>
                    <a:pt x="8927" y="113235"/>
                  </a:lnTo>
                  <a:lnTo>
                    <a:pt x="7297" y="118278"/>
                  </a:lnTo>
                  <a:lnTo>
                    <a:pt x="5828" y="123370"/>
                  </a:lnTo>
                  <a:lnTo>
                    <a:pt x="4521" y="128506"/>
                  </a:lnTo>
                  <a:lnTo>
                    <a:pt x="3377" y="133680"/>
                  </a:lnTo>
                  <a:lnTo>
                    <a:pt x="2398" y="138889"/>
                  </a:lnTo>
                  <a:lnTo>
                    <a:pt x="1584" y="144126"/>
                  </a:lnTo>
                  <a:lnTo>
                    <a:pt x="937" y="149386"/>
                  </a:lnTo>
                  <a:lnTo>
                    <a:pt x="457" y="154663"/>
                  </a:lnTo>
                  <a:lnTo>
                    <a:pt x="144" y="159954"/>
                  </a:lnTo>
                  <a:lnTo>
                    <a:pt x="0" y="165251"/>
                  </a:lnTo>
                  <a:lnTo>
                    <a:pt x="23" y="170551"/>
                  </a:lnTo>
                  <a:lnTo>
                    <a:pt x="214" y="175847"/>
                  </a:lnTo>
                  <a:lnTo>
                    <a:pt x="573" y="181135"/>
                  </a:lnTo>
                  <a:lnTo>
                    <a:pt x="1100" y="186408"/>
                  </a:lnTo>
                  <a:lnTo>
                    <a:pt x="1793" y="191662"/>
                  </a:lnTo>
                  <a:lnTo>
                    <a:pt x="2652" y="196891"/>
                  </a:lnTo>
                  <a:lnTo>
                    <a:pt x="3677" y="202091"/>
                  </a:lnTo>
                  <a:lnTo>
                    <a:pt x="4867" y="207255"/>
                  </a:lnTo>
                  <a:lnTo>
                    <a:pt x="6219" y="212380"/>
                  </a:lnTo>
                  <a:lnTo>
                    <a:pt x="7733" y="217458"/>
                  </a:lnTo>
                  <a:lnTo>
                    <a:pt x="9407" y="222486"/>
                  </a:lnTo>
                  <a:lnTo>
                    <a:pt x="11240" y="227459"/>
                  </a:lnTo>
                  <a:lnTo>
                    <a:pt x="13229" y="232371"/>
                  </a:lnTo>
                  <a:lnTo>
                    <a:pt x="15374" y="237217"/>
                  </a:lnTo>
                  <a:lnTo>
                    <a:pt x="17670" y="241994"/>
                  </a:lnTo>
                  <a:lnTo>
                    <a:pt x="20117" y="246694"/>
                  </a:lnTo>
                  <a:lnTo>
                    <a:pt x="22712" y="251315"/>
                  </a:lnTo>
                  <a:lnTo>
                    <a:pt x="25452" y="255852"/>
                  </a:lnTo>
                  <a:lnTo>
                    <a:pt x="28334" y="260299"/>
                  </a:lnTo>
                  <a:lnTo>
                    <a:pt x="31356" y="264652"/>
                  </a:lnTo>
                  <a:lnTo>
                    <a:pt x="34515" y="268908"/>
                  </a:lnTo>
                  <a:lnTo>
                    <a:pt x="37806" y="273061"/>
                  </a:lnTo>
                  <a:lnTo>
                    <a:pt x="41228" y="277108"/>
                  </a:lnTo>
                  <a:lnTo>
                    <a:pt x="44776" y="281045"/>
                  </a:lnTo>
                  <a:lnTo>
                    <a:pt x="48448" y="284867"/>
                  </a:lnTo>
                  <a:lnTo>
                    <a:pt x="52238" y="288571"/>
                  </a:lnTo>
                  <a:lnTo>
                    <a:pt x="56144" y="292152"/>
                  </a:lnTo>
                  <a:lnTo>
                    <a:pt x="60162" y="295608"/>
                  </a:lnTo>
                  <a:lnTo>
                    <a:pt x="64287" y="298935"/>
                  </a:lnTo>
                  <a:lnTo>
                    <a:pt x="68516" y="302130"/>
                  </a:lnTo>
                  <a:lnTo>
                    <a:pt x="72843" y="305189"/>
                  </a:lnTo>
                  <a:lnTo>
                    <a:pt x="77266" y="308109"/>
                  </a:lnTo>
                  <a:lnTo>
                    <a:pt x="81778" y="310888"/>
                  </a:lnTo>
                  <a:lnTo>
                    <a:pt x="86377" y="313522"/>
                  </a:lnTo>
                  <a:lnTo>
                    <a:pt x="91057" y="316009"/>
                  </a:lnTo>
                  <a:lnTo>
                    <a:pt x="95813" y="318346"/>
                  </a:lnTo>
                  <a:lnTo>
                    <a:pt x="100641" y="320532"/>
                  </a:lnTo>
                  <a:lnTo>
                    <a:pt x="105536" y="322563"/>
                  </a:lnTo>
                  <a:lnTo>
                    <a:pt x="110493" y="324438"/>
                  </a:lnTo>
                  <a:lnTo>
                    <a:pt x="115506" y="326155"/>
                  </a:lnTo>
                  <a:lnTo>
                    <a:pt x="120572" y="327713"/>
                  </a:lnTo>
                  <a:lnTo>
                    <a:pt x="125685" y="329109"/>
                  </a:lnTo>
                  <a:lnTo>
                    <a:pt x="130839" y="330342"/>
                  </a:lnTo>
                  <a:lnTo>
                    <a:pt x="136029" y="331411"/>
                  </a:lnTo>
                  <a:lnTo>
                    <a:pt x="141251" y="332315"/>
                  </a:lnTo>
                  <a:lnTo>
                    <a:pt x="146499" y="333053"/>
                  </a:lnTo>
                  <a:lnTo>
                    <a:pt x="151768" y="333625"/>
                  </a:lnTo>
                  <a:lnTo>
                    <a:pt x="157052" y="334029"/>
                  </a:lnTo>
                  <a:lnTo>
                    <a:pt x="162346" y="334265"/>
                  </a:lnTo>
                  <a:lnTo>
                    <a:pt x="167646" y="334334"/>
                  </a:lnTo>
                  <a:lnTo>
                    <a:pt x="172944" y="334234"/>
                  </a:lnTo>
                  <a:lnTo>
                    <a:pt x="178237" y="333967"/>
                  </a:lnTo>
                  <a:lnTo>
                    <a:pt x="183519" y="333532"/>
                  </a:lnTo>
                  <a:lnTo>
                    <a:pt x="188784" y="332929"/>
                  </a:lnTo>
                  <a:lnTo>
                    <a:pt x="194028" y="332160"/>
                  </a:lnTo>
                  <a:lnTo>
                    <a:pt x="199244" y="331226"/>
                  </a:lnTo>
                  <a:lnTo>
                    <a:pt x="204428" y="330126"/>
                  </a:lnTo>
                  <a:lnTo>
                    <a:pt x="209575" y="328863"/>
                  </a:lnTo>
                  <a:lnTo>
                    <a:pt x="214679" y="327437"/>
                  </a:lnTo>
                  <a:lnTo>
                    <a:pt x="219736" y="325850"/>
                  </a:lnTo>
                  <a:lnTo>
                    <a:pt x="224739" y="324104"/>
                  </a:lnTo>
                  <a:lnTo>
                    <a:pt x="229685" y="322199"/>
                  </a:lnTo>
                  <a:lnTo>
                    <a:pt x="234568" y="320139"/>
                  </a:lnTo>
                  <a:lnTo>
                    <a:pt x="239383" y="317926"/>
                  </a:lnTo>
                  <a:lnTo>
                    <a:pt x="244125" y="315560"/>
                  </a:lnTo>
                  <a:lnTo>
                    <a:pt x="248791" y="313046"/>
                  </a:lnTo>
                  <a:lnTo>
                    <a:pt x="253374" y="310385"/>
                  </a:lnTo>
                  <a:lnTo>
                    <a:pt x="257870" y="307580"/>
                  </a:lnTo>
                  <a:lnTo>
                    <a:pt x="262275" y="304634"/>
                  </a:lnTo>
                  <a:lnTo>
                    <a:pt x="266585" y="301550"/>
                  </a:lnTo>
                  <a:lnTo>
                    <a:pt x="270795" y="298331"/>
                  </a:lnTo>
                  <a:lnTo>
                    <a:pt x="274901" y="294980"/>
                  </a:lnTo>
                  <a:lnTo>
                    <a:pt x="278898" y="291500"/>
                  </a:lnTo>
                  <a:lnTo>
                    <a:pt x="282783" y="287895"/>
                  </a:lnTo>
                  <a:lnTo>
                    <a:pt x="286552" y="284170"/>
                  </a:lnTo>
                  <a:lnTo>
                    <a:pt x="290200" y="280326"/>
                  </a:lnTo>
                  <a:lnTo>
                    <a:pt x="293726" y="276369"/>
                  </a:lnTo>
                  <a:lnTo>
                    <a:pt x="297123" y="272302"/>
                  </a:lnTo>
                  <a:lnTo>
                    <a:pt x="300391" y="268130"/>
                  </a:lnTo>
                  <a:lnTo>
                    <a:pt x="303524" y="263855"/>
                  </a:lnTo>
                  <a:lnTo>
                    <a:pt x="306521" y="259484"/>
                  </a:lnTo>
                  <a:lnTo>
                    <a:pt x="309377" y="255020"/>
                  </a:lnTo>
                  <a:lnTo>
                    <a:pt x="312090" y="250468"/>
                  </a:lnTo>
                  <a:lnTo>
                    <a:pt x="314658" y="245832"/>
                  </a:lnTo>
                  <a:lnTo>
                    <a:pt x="317077" y="241117"/>
                  </a:lnTo>
                  <a:lnTo>
                    <a:pt x="319346" y="236327"/>
                  </a:lnTo>
                  <a:lnTo>
                    <a:pt x="321462" y="231468"/>
                  </a:lnTo>
                  <a:lnTo>
                    <a:pt x="323422" y="226545"/>
                  </a:lnTo>
                  <a:lnTo>
                    <a:pt x="325226" y="221562"/>
                  </a:lnTo>
                  <a:lnTo>
                    <a:pt x="326871" y="216524"/>
                  </a:lnTo>
                  <a:lnTo>
                    <a:pt x="328355" y="211436"/>
                  </a:lnTo>
                  <a:lnTo>
                    <a:pt x="329677" y="206304"/>
                  </a:lnTo>
                  <a:lnTo>
                    <a:pt x="330836" y="201133"/>
                  </a:lnTo>
                  <a:lnTo>
                    <a:pt x="331831" y="195927"/>
                  </a:lnTo>
                  <a:lnTo>
                    <a:pt x="332660" y="190693"/>
                  </a:lnTo>
                  <a:lnTo>
                    <a:pt x="333322" y="185435"/>
                  </a:lnTo>
                  <a:lnTo>
                    <a:pt x="333818" y="180159"/>
                  </a:lnTo>
                  <a:lnTo>
                    <a:pt x="334146" y="174869"/>
                  </a:lnTo>
                  <a:lnTo>
                    <a:pt x="334306" y="169572"/>
                  </a:lnTo>
                  <a:lnTo>
                    <a:pt x="334298" y="164272"/>
                  </a:lnTo>
                  <a:lnTo>
                    <a:pt x="334123" y="158976"/>
                  </a:lnTo>
                  <a:lnTo>
                    <a:pt x="333779" y="153687"/>
                  </a:lnTo>
                  <a:lnTo>
                    <a:pt x="333268" y="148412"/>
                  </a:lnTo>
                  <a:lnTo>
                    <a:pt x="332590" y="143156"/>
                  </a:lnTo>
                  <a:lnTo>
                    <a:pt x="331746" y="137924"/>
                  </a:lnTo>
                  <a:lnTo>
                    <a:pt x="330736" y="132722"/>
                  </a:lnTo>
                  <a:lnTo>
                    <a:pt x="329562" y="127554"/>
                  </a:lnTo>
                  <a:lnTo>
                    <a:pt x="328225" y="122426"/>
                  </a:lnTo>
                  <a:lnTo>
                    <a:pt x="326726" y="117343"/>
                  </a:lnTo>
                  <a:lnTo>
                    <a:pt x="325066" y="112310"/>
                  </a:lnTo>
                  <a:lnTo>
                    <a:pt x="323248" y="107332"/>
                  </a:lnTo>
                  <a:lnTo>
                    <a:pt x="321273" y="102414"/>
                  </a:lnTo>
                  <a:lnTo>
                    <a:pt x="319143" y="97561"/>
                  </a:lnTo>
                  <a:lnTo>
                    <a:pt x="316860" y="92778"/>
                  </a:lnTo>
                  <a:lnTo>
                    <a:pt x="314427" y="88070"/>
                  </a:lnTo>
                  <a:lnTo>
                    <a:pt x="311846" y="83442"/>
                  </a:lnTo>
                  <a:lnTo>
                    <a:pt x="309119" y="78898"/>
                  </a:lnTo>
                  <a:lnTo>
                    <a:pt x="306250" y="74442"/>
                  </a:lnTo>
                  <a:lnTo>
                    <a:pt x="303240" y="70080"/>
                  </a:lnTo>
                  <a:lnTo>
                    <a:pt x="300095" y="65815"/>
                  </a:lnTo>
                  <a:lnTo>
                    <a:pt x="296815" y="61652"/>
                  </a:lnTo>
                  <a:lnTo>
                    <a:pt x="293405" y="57595"/>
                  </a:lnTo>
                  <a:lnTo>
                    <a:pt x="289869" y="53648"/>
                  </a:lnTo>
                  <a:lnTo>
                    <a:pt x="286208" y="49815"/>
                  </a:lnTo>
                  <a:lnTo>
                    <a:pt x="282429" y="46100"/>
                  </a:lnTo>
                  <a:lnTo>
                    <a:pt x="278533" y="42507"/>
                  </a:lnTo>
                  <a:lnTo>
                    <a:pt x="274526" y="39039"/>
                  </a:lnTo>
                  <a:lnTo>
                    <a:pt x="270410" y="35700"/>
                  </a:lnTo>
                  <a:lnTo>
                    <a:pt x="266191" y="32493"/>
                  </a:lnTo>
                  <a:lnTo>
                    <a:pt x="261873" y="29422"/>
                  </a:lnTo>
                  <a:lnTo>
                    <a:pt x="257459" y="26489"/>
                  </a:lnTo>
                  <a:lnTo>
                    <a:pt x="252954" y="23697"/>
                  </a:lnTo>
                  <a:lnTo>
                    <a:pt x="248363" y="21049"/>
                  </a:lnTo>
                  <a:lnTo>
                    <a:pt x="243691" y="18549"/>
                  </a:lnTo>
                  <a:lnTo>
                    <a:pt x="238941" y="16197"/>
                  </a:lnTo>
                  <a:lnTo>
                    <a:pt x="234120" y="13998"/>
                  </a:lnTo>
                  <a:lnTo>
                    <a:pt x="229231" y="11952"/>
                  </a:lnTo>
                  <a:lnTo>
                    <a:pt x="224279" y="10062"/>
                  </a:lnTo>
                  <a:lnTo>
                    <a:pt x="219271" y="8331"/>
                  </a:lnTo>
                  <a:lnTo>
                    <a:pt x="214210" y="6758"/>
                  </a:lnTo>
                  <a:lnTo>
                    <a:pt x="209101" y="5348"/>
                  </a:lnTo>
                  <a:lnTo>
                    <a:pt x="203951" y="4099"/>
                  </a:lnTo>
                  <a:lnTo>
                    <a:pt x="198763" y="3015"/>
                  </a:lnTo>
                  <a:lnTo>
                    <a:pt x="193544" y="2095"/>
                  </a:lnTo>
                  <a:lnTo>
                    <a:pt x="188298" y="1342"/>
                  </a:lnTo>
                  <a:lnTo>
                    <a:pt x="183031" y="755"/>
                  </a:lnTo>
                  <a:lnTo>
                    <a:pt x="177749" y="335"/>
                  </a:lnTo>
                  <a:lnTo>
                    <a:pt x="172455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197" y="0"/>
                  </a:moveTo>
                  <a:lnTo>
                    <a:pt x="0" y="0"/>
                  </a:lnTo>
                  <a:lnTo>
                    <a:pt x="19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321570" y="5018213"/>
              <a:ext cx="334311" cy="334333"/>
            </a:xfrm>
            <a:custGeom>
              <a:avLst/>
              <a:pathLst>
                <a:path w="334311" h="334333">
                  <a:moveTo>
                    <a:pt x="166953" y="0"/>
                  </a:moveTo>
                  <a:lnTo>
                    <a:pt x="161658" y="90"/>
                  </a:lnTo>
                  <a:lnTo>
                    <a:pt x="156369" y="347"/>
                  </a:lnTo>
                  <a:lnTo>
                    <a:pt x="151091" y="773"/>
                  </a:lnTo>
                  <a:lnTo>
                    <a:pt x="145828" y="1365"/>
                  </a:lnTo>
                  <a:lnTo>
                    <a:pt x="140588" y="2123"/>
                  </a:lnTo>
                  <a:lnTo>
                    <a:pt x="135373" y="3047"/>
                  </a:lnTo>
                  <a:lnTo>
                    <a:pt x="130191" y="4136"/>
                  </a:lnTo>
                  <a:lnTo>
                    <a:pt x="125046" y="5389"/>
                  </a:lnTo>
                  <a:lnTo>
                    <a:pt x="119943" y="6803"/>
                  </a:lnTo>
                  <a:lnTo>
                    <a:pt x="114887" y="8379"/>
                  </a:lnTo>
                  <a:lnTo>
                    <a:pt x="109884" y="10114"/>
                  </a:lnTo>
                  <a:lnTo>
                    <a:pt x="104939" y="12007"/>
                  </a:lnTo>
                  <a:lnTo>
                    <a:pt x="100055" y="14055"/>
                  </a:lnTo>
                  <a:lnTo>
                    <a:pt x="95239" y="16257"/>
                  </a:lnTo>
                  <a:lnTo>
                    <a:pt x="90496" y="18610"/>
                  </a:lnTo>
                  <a:lnTo>
                    <a:pt x="85829" y="21113"/>
                  </a:lnTo>
                  <a:lnTo>
                    <a:pt x="81244" y="23762"/>
                  </a:lnTo>
                  <a:lnTo>
                    <a:pt x="76745" y="26554"/>
                  </a:lnTo>
                  <a:lnTo>
                    <a:pt x="72336" y="29488"/>
                  </a:lnTo>
                  <a:lnTo>
                    <a:pt x="68023" y="32561"/>
                  </a:lnTo>
                  <a:lnTo>
                    <a:pt x="63809" y="35768"/>
                  </a:lnTo>
                  <a:lnTo>
                    <a:pt x="59699" y="39107"/>
                  </a:lnTo>
                  <a:lnTo>
                    <a:pt x="55697" y="42574"/>
                  </a:lnTo>
                  <a:lnTo>
                    <a:pt x="51807" y="46167"/>
                  </a:lnTo>
                  <a:lnTo>
                    <a:pt x="48032" y="49881"/>
                  </a:lnTo>
                  <a:lnTo>
                    <a:pt x="44377" y="53713"/>
                  </a:lnTo>
                  <a:lnTo>
                    <a:pt x="40845" y="57658"/>
                  </a:lnTo>
                  <a:lnTo>
                    <a:pt x="37440" y="61714"/>
                  </a:lnTo>
                  <a:lnTo>
                    <a:pt x="34165" y="65875"/>
                  </a:lnTo>
                  <a:lnTo>
                    <a:pt x="31024" y="70138"/>
                  </a:lnTo>
                  <a:lnTo>
                    <a:pt x="28019" y="74498"/>
                  </a:lnTo>
                  <a:lnTo>
                    <a:pt x="25153" y="78951"/>
                  </a:lnTo>
                  <a:lnTo>
                    <a:pt x="22431" y="83493"/>
                  </a:lnTo>
                  <a:lnTo>
                    <a:pt x="19853" y="88119"/>
                  </a:lnTo>
                  <a:lnTo>
                    <a:pt x="17423" y="92824"/>
                  </a:lnTo>
                  <a:lnTo>
                    <a:pt x="15144" y="97603"/>
                  </a:lnTo>
                  <a:lnTo>
                    <a:pt x="13017" y="102453"/>
                  </a:lnTo>
                  <a:lnTo>
                    <a:pt x="11044" y="107367"/>
                  </a:lnTo>
                  <a:lnTo>
                    <a:pt x="9228" y="112342"/>
                  </a:lnTo>
                  <a:lnTo>
                    <a:pt x="7571" y="117371"/>
                  </a:lnTo>
                  <a:lnTo>
                    <a:pt x="6074" y="122450"/>
                  </a:lnTo>
                  <a:lnTo>
                    <a:pt x="4739" y="127575"/>
                  </a:lnTo>
                  <a:lnTo>
                    <a:pt x="3566" y="132739"/>
                  </a:lnTo>
                  <a:lnTo>
                    <a:pt x="2558" y="137937"/>
                  </a:lnTo>
                  <a:lnTo>
                    <a:pt x="1714" y="143165"/>
                  </a:lnTo>
                  <a:lnTo>
                    <a:pt x="1037" y="148417"/>
                  </a:lnTo>
                  <a:lnTo>
                    <a:pt x="527" y="153688"/>
                  </a:lnTo>
                  <a:lnTo>
                    <a:pt x="183" y="158972"/>
                  </a:lnTo>
                  <a:lnTo>
                    <a:pt x="8" y="164265"/>
                  </a:lnTo>
                  <a:lnTo>
                    <a:pt x="0" y="169560"/>
                  </a:lnTo>
                  <a:lnTo>
                    <a:pt x="159" y="174853"/>
                  </a:lnTo>
                  <a:lnTo>
                    <a:pt x="486" y="180138"/>
                  </a:lnTo>
                  <a:lnTo>
                    <a:pt x="981" y="185411"/>
                  </a:lnTo>
                  <a:lnTo>
                    <a:pt x="1642" y="190665"/>
                  </a:lnTo>
                  <a:lnTo>
                    <a:pt x="2469" y="195895"/>
                  </a:lnTo>
                  <a:lnTo>
                    <a:pt x="3462" y="201096"/>
                  </a:lnTo>
                  <a:lnTo>
                    <a:pt x="4619" y="206264"/>
                  </a:lnTo>
                  <a:lnTo>
                    <a:pt x="5939" y="211392"/>
                  </a:lnTo>
                  <a:lnTo>
                    <a:pt x="7420" y="216476"/>
                  </a:lnTo>
                  <a:lnTo>
                    <a:pt x="9062" y="221511"/>
                  </a:lnTo>
                  <a:lnTo>
                    <a:pt x="10863" y="226491"/>
                  </a:lnTo>
                  <a:lnTo>
                    <a:pt x="12820" y="231411"/>
                  </a:lnTo>
                  <a:lnTo>
                    <a:pt x="14932" y="236267"/>
                  </a:lnTo>
                  <a:lnTo>
                    <a:pt x="17197" y="241053"/>
                  </a:lnTo>
                  <a:lnTo>
                    <a:pt x="19613" y="245766"/>
                  </a:lnTo>
                  <a:lnTo>
                    <a:pt x="22176" y="250399"/>
                  </a:lnTo>
                  <a:lnTo>
                    <a:pt x="24885" y="254949"/>
                  </a:lnTo>
                  <a:lnTo>
                    <a:pt x="27737" y="259411"/>
                  </a:lnTo>
                  <a:lnTo>
                    <a:pt x="30729" y="263781"/>
                  </a:lnTo>
                  <a:lnTo>
                    <a:pt x="33857" y="268053"/>
                  </a:lnTo>
                  <a:lnTo>
                    <a:pt x="37120" y="272224"/>
                  </a:lnTo>
                  <a:lnTo>
                    <a:pt x="40512" y="276290"/>
                  </a:lnTo>
                  <a:lnTo>
                    <a:pt x="44032" y="280246"/>
                  </a:lnTo>
                  <a:lnTo>
                    <a:pt x="47676" y="284089"/>
                  </a:lnTo>
                  <a:lnTo>
                    <a:pt x="51439" y="287815"/>
                  </a:lnTo>
                  <a:lnTo>
                    <a:pt x="55318" y="291419"/>
                  </a:lnTo>
                  <a:lnTo>
                    <a:pt x="59310" y="294899"/>
                  </a:lnTo>
                  <a:lnTo>
                    <a:pt x="63410" y="298251"/>
                  </a:lnTo>
                  <a:lnTo>
                    <a:pt x="67614" y="301471"/>
                  </a:lnTo>
                  <a:lnTo>
                    <a:pt x="71917" y="304556"/>
                  </a:lnTo>
                  <a:lnTo>
                    <a:pt x="76317" y="307503"/>
                  </a:lnTo>
                  <a:lnTo>
                    <a:pt x="80807" y="310310"/>
                  </a:lnTo>
                  <a:lnTo>
                    <a:pt x="85384" y="312973"/>
                  </a:lnTo>
                  <a:lnTo>
                    <a:pt x="90044" y="315489"/>
                  </a:lnTo>
                  <a:lnTo>
                    <a:pt x="94780" y="317857"/>
                  </a:lnTo>
                  <a:lnTo>
                    <a:pt x="99589" y="320074"/>
                  </a:lnTo>
                  <a:lnTo>
                    <a:pt x="104466" y="322137"/>
                  </a:lnTo>
                  <a:lnTo>
                    <a:pt x="109406" y="324045"/>
                  </a:lnTo>
                  <a:lnTo>
                    <a:pt x="114404" y="325795"/>
                  </a:lnTo>
                  <a:lnTo>
                    <a:pt x="119455" y="327386"/>
                  </a:lnTo>
                  <a:lnTo>
                    <a:pt x="124553" y="328816"/>
                  </a:lnTo>
                  <a:lnTo>
                    <a:pt x="129695" y="330084"/>
                  </a:lnTo>
                  <a:lnTo>
                    <a:pt x="134874" y="331189"/>
                  </a:lnTo>
                  <a:lnTo>
                    <a:pt x="140085" y="332129"/>
                  </a:lnTo>
                  <a:lnTo>
                    <a:pt x="145323" y="332903"/>
                  </a:lnTo>
                  <a:lnTo>
                    <a:pt x="150584" y="333511"/>
                  </a:lnTo>
                  <a:lnTo>
                    <a:pt x="155861" y="333953"/>
                  </a:lnTo>
                  <a:lnTo>
                    <a:pt x="161149" y="334227"/>
                  </a:lnTo>
                  <a:lnTo>
                    <a:pt x="166443" y="334333"/>
                  </a:lnTo>
                  <a:lnTo>
                    <a:pt x="171738" y="334271"/>
                  </a:lnTo>
                  <a:lnTo>
                    <a:pt x="177029" y="334042"/>
                  </a:lnTo>
                  <a:lnTo>
                    <a:pt x="182309" y="333645"/>
                  </a:lnTo>
                  <a:lnTo>
                    <a:pt x="187575" y="333082"/>
                  </a:lnTo>
                  <a:lnTo>
                    <a:pt x="192820" y="332352"/>
                  </a:lnTo>
                  <a:lnTo>
                    <a:pt x="198039" y="331456"/>
                  </a:lnTo>
                  <a:lnTo>
                    <a:pt x="203227" y="330395"/>
                  </a:lnTo>
                  <a:lnTo>
                    <a:pt x="208379" y="329170"/>
                  </a:lnTo>
                  <a:lnTo>
                    <a:pt x="213489" y="327783"/>
                  </a:lnTo>
                  <a:lnTo>
                    <a:pt x="218553" y="326235"/>
                  </a:lnTo>
                  <a:lnTo>
                    <a:pt x="223566" y="324527"/>
                  </a:lnTo>
                  <a:lnTo>
                    <a:pt x="228521" y="322661"/>
                  </a:lnTo>
                  <a:lnTo>
                    <a:pt x="233416" y="320639"/>
                  </a:lnTo>
                  <a:lnTo>
                    <a:pt x="238243" y="318463"/>
                  </a:lnTo>
                  <a:lnTo>
                    <a:pt x="243000" y="316136"/>
                  </a:lnTo>
                  <a:lnTo>
                    <a:pt x="247680" y="313659"/>
                  </a:lnTo>
                  <a:lnTo>
                    <a:pt x="252280" y="311034"/>
                  </a:lnTo>
                  <a:lnTo>
                    <a:pt x="256794" y="308266"/>
                  </a:lnTo>
                  <a:lnTo>
                    <a:pt x="261218" y="305356"/>
                  </a:lnTo>
                  <a:lnTo>
                    <a:pt x="265548" y="302307"/>
                  </a:lnTo>
                  <a:lnTo>
                    <a:pt x="269778" y="299123"/>
                  </a:lnTo>
                  <a:lnTo>
                    <a:pt x="273906" y="295806"/>
                  </a:lnTo>
                  <a:lnTo>
                    <a:pt x="277927" y="292360"/>
                  </a:lnTo>
                  <a:lnTo>
                    <a:pt x="281837" y="288788"/>
                  </a:lnTo>
                  <a:lnTo>
                    <a:pt x="285632" y="285095"/>
                  </a:lnTo>
                  <a:lnTo>
                    <a:pt x="289307" y="281283"/>
                  </a:lnTo>
                  <a:lnTo>
                    <a:pt x="292861" y="277357"/>
                  </a:lnTo>
                  <a:lnTo>
                    <a:pt x="296288" y="273320"/>
                  </a:lnTo>
                  <a:lnTo>
                    <a:pt x="299585" y="269176"/>
                  </a:lnTo>
                  <a:lnTo>
                    <a:pt x="302749" y="264930"/>
                  </a:lnTo>
                  <a:lnTo>
                    <a:pt x="305778" y="260586"/>
                  </a:lnTo>
                  <a:lnTo>
                    <a:pt x="308667" y="256149"/>
                  </a:lnTo>
                  <a:lnTo>
                    <a:pt x="311415" y="251622"/>
                  </a:lnTo>
                  <a:lnTo>
                    <a:pt x="314017" y="247010"/>
                  </a:lnTo>
                  <a:lnTo>
                    <a:pt x="316472" y="242318"/>
                  </a:lnTo>
                  <a:lnTo>
                    <a:pt x="318778" y="237551"/>
                  </a:lnTo>
                  <a:lnTo>
                    <a:pt x="320931" y="232713"/>
                  </a:lnTo>
                  <a:lnTo>
                    <a:pt x="322930" y="227809"/>
                  </a:lnTo>
                  <a:lnTo>
                    <a:pt x="324773" y="222845"/>
                  </a:lnTo>
                  <a:lnTo>
                    <a:pt x="326457" y="217824"/>
                  </a:lnTo>
                  <a:lnTo>
                    <a:pt x="327982" y="212753"/>
                  </a:lnTo>
                  <a:lnTo>
                    <a:pt x="329345" y="207636"/>
                  </a:lnTo>
                  <a:lnTo>
                    <a:pt x="330545" y="202479"/>
                  </a:lnTo>
                  <a:lnTo>
                    <a:pt x="331582" y="197286"/>
                  </a:lnTo>
                  <a:lnTo>
                    <a:pt x="332453" y="192062"/>
                  </a:lnTo>
                  <a:lnTo>
                    <a:pt x="333159" y="186814"/>
                  </a:lnTo>
                  <a:lnTo>
                    <a:pt x="333698" y="181546"/>
                  </a:lnTo>
                  <a:lnTo>
                    <a:pt x="334070" y="176264"/>
                  </a:lnTo>
                  <a:lnTo>
                    <a:pt x="334274" y="170972"/>
                  </a:lnTo>
                  <a:lnTo>
                    <a:pt x="334311" y="165677"/>
                  </a:lnTo>
                  <a:lnTo>
                    <a:pt x="334180" y="160383"/>
                  </a:lnTo>
                  <a:lnTo>
                    <a:pt x="333881" y="155096"/>
                  </a:lnTo>
                  <a:lnTo>
                    <a:pt x="333415" y="149821"/>
                  </a:lnTo>
                  <a:lnTo>
                    <a:pt x="332782" y="144564"/>
                  </a:lnTo>
                  <a:lnTo>
                    <a:pt x="331983" y="139329"/>
                  </a:lnTo>
                  <a:lnTo>
                    <a:pt x="331019" y="134122"/>
                  </a:lnTo>
                  <a:lnTo>
                    <a:pt x="329890" y="128949"/>
                  </a:lnTo>
                  <a:lnTo>
                    <a:pt x="328598" y="123813"/>
                  </a:lnTo>
                  <a:lnTo>
                    <a:pt x="327144" y="118721"/>
                  </a:lnTo>
                  <a:lnTo>
                    <a:pt x="325529" y="113678"/>
                  </a:lnTo>
                  <a:lnTo>
                    <a:pt x="323755" y="108689"/>
                  </a:lnTo>
                  <a:lnTo>
                    <a:pt x="321824" y="103758"/>
                  </a:lnTo>
                  <a:lnTo>
                    <a:pt x="319738" y="98891"/>
                  </a:lnTo>
                  <a:lnTo>
                    <a:pt x="317499" y="94092"/>
                  </a:lnTo>
                  <a:lnTo>
                    <a:pt x="315109" y="89366"/>
                  </a:lnTo>
                  <a:lnTo>
                    <a:pt x="312571" y="84719"/>
                  </a:lnTo>
                  <a:lnTo>
                    <a:pt x="309887" y="80154"/>
                  </a:lnTo>
                  <a:lnTo>
                    <a:pt x="307059" y="75677"/>
                  </a:lnTo>
                  <a:lnTo>
                    <a:pt x="304091" y="71292"/>
                  </a:lnTo>
                  <a:lnTo>
                    <a:pt x="300986" y="67002"/>
                  </a:lnTo>
                  <a:lnTo>
                    <a:pt x="297746" y="62814"/>
                  </a:lnTo>
                  <a:lnTo>
                    <a:pt x="294375" y="58730"/>
                  </a:lnTo>
                  <a:lnTo>
                    <a:pt x="290877" y="54754"/>
                  </a:lnTo>
                  <a:lnTo>
                    <a:pt x="287254" y="50892"/>
                  </a:lnTo>
                  <a:lnTo>
                    <a:pt x="283511" y="47146"/>
                  </a:lnTo>
                  <a:lnTo>
                    <a:pt x="279651" y="43521"/>
                  </a:lnTo>
                  <a:lnTo>
                    <a:pt x="275679" y="40019"/>
                  </a:lnTo>
                  <a:lnTo>
                    <a:pt x="271597" y="36646"/>
                  </a:lnTo>
                  <a:lnTo>
                    <a:pt x="267411" y="33403"/>
                  </a:lnTo>
                  <a:lnTo>
                    <a:pt x="263123" y="30295"/>
                  </a:lnTo>
                  <a:lnTo>
                    <a:pt x="258740" y="27323"/>
                  </a:lnTo>
                  <a:lnTo>
                    <a:pt x="254265" y="24493"/>
                  </a:lnTo>
                  <a:lnTo>
                    <a:pt x="249702" y="21805"/>
                  </a:lnTo>
                  <a:lnTo>
                    <a:pt x="245057" y="19263"/>
                  </a:lnTo>
                  <a:lnTo>
                    <a:pt x="240333" y="16870"/>
                  </a:lnTo>
                  <a:lnTo>
                    <a:pt x="235536" y="14627"/>
                  </a:lnTo>
                  <a:lnTo>
                    <a:pt x="230670" y="12538"/>
                  </a:lnTo>
                  <a:lnTo>
                    <a:pt x="225741" y="10603"/>
                  </a:lnTo>
                  <a:lnTo>
                    <a:pt x="220752" y="8826"/>
                  </a:lnTo>
                  <a:lnTo>
                    <a:pt x="215710" y="7208"/>
                  </a:lnTo>
                  <a:lnTo>
                    <a:pt x="210619" y="5750"/>
                  </a:lnTo>
                  <a:lnTo>
                    <a:pt x="205485" y="4454"/>
                  </a:lnTo>
                  <a:lnTo>
                    <a:pt x="200312" y="3322"/>
                  </a:lnTo>
                  <a:lnTo>
                    <a:pt x="195106" y="2354"/>
                  </a:lnTo>
                  <a:lnTo>
                    <a:pt x="189872" y="1551"/>
                  </a:lnTo>
                  <a:lnTo>
                    <a:pt x="184615" y="914"/>
                  </a:lnTo>
                  <a:lnTo>
                    <a:pt x="179340" y="444"/>
                  </a:lnTo>
                  <a:lnTo>
                    <a:pt x="174053" y="142"/>
                  </a:lnTo>
                  <a:lnTo>
                    <a:pt x="168760" y="7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720" y="5018213"/>
              <a:ext cx="1609" cy="167167"/>
            </a:xfrm>
            <a:custGeom>
              <a:avLst/>
              <a:pathLst>
                <a:path w="1609" h="167167">
                  <a:moveTo>
                    <a:pt x="1609" y="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815206" y="5269756"/>
              <a:ext cx="149295" cy="167167"/>
            </a:xfrm>
            <a:custGeom>
              <a:avLst/>
              <a:pathLst>
                <a:path w="149295" h="167167">
                  <a:moveTo>
                    <a:pt x="149295" y="0"/>
                  </a:moveTo>
                  <a:lnTo>
                    <a:pt x="143867" y="88"/>
                  </a:lnTo>
                  <a:lnTo>
                    <a:pt x="138445" y="352"/>
                  </a:lnTo>
                  <a:lnTo>
                    <a:pt x="133034" y="792"/>
                  </a:lnTo>
                  <a:lnTo>
                    <a:pt x="127640" y="1408"/>
                  </a:lnTo>
                  <a:lnTo>
                    <a:pt x="122270" y="2198"/>
                  </a:lnTo>
                  <a:lnTo>
                    <a:pt x="116927" y="3163"/>
                  </a:lnTo>
                  <a:lnTo>
                    <a:pt x="111619" y="4300"/>
                  </a:lnTo>
                  <a:lnTo>
                    <a:pt x="106351" y="5610"/>
                  </a:lnTo>
                  <a:lnTo>
                    <a:pt x="101128" y="7089"/>
                  </a:lnTo>
                  <a:lnTo>
                    <a:pt x="95956" y="8737"/>
                  </a:lnTo>
                  <a:lnTo>
                    <a:pt x="90840" y="10553"/>
                  </a:lnTo>
                  <a:lnTo>
                    <a:pt x="85785" y="12533"/>
                  </a:lnTo>
                  <a:lnTo>
                    <a:pt x="80798" y="14677"/>
                  </a:lnTo>
                  <a:lnTo>
                    <a:pt x="75883" y="16982"/>
                  </a:lnTo>
                  <a:lnTo>
                    <a:pt x="71045" y="19444"/>
                  </a:lnTo>
                  <a:lnTo>
                    <a:pt x="66290" y="22063"/>
                  </a:lnTo>
                  <a:lnTo>
                    <a:pt x="61622" y="24835"/>
                  </a:lnTo>
                  <a:lnTo>
                    <a:pt x="57047" y="27756"/>
                  </a:lnTo>
                  <a:lnTo>
                    <a:pt x="52569" y="30825"/>
                  </a:lnTo>
                  <a:lnTo>
                    <a:pt x="48193" y="34038"/>
                  </a:lnTo>
                  <a:lnTo>
                    <a:pt x="43923" y="37391"/>
                  </a:lnTo>
                  <a:lnTo>
                    <a:pt x="39765" y="40880"/>
                  </a:lnTo>
                  <a:lnTo>
                    <a:pt x="35723" y="44503"/>
                  </a:lnTo>
                  <a:lnTo>
                    <a:pt x="31800" y="48256"/>
                  </a:lnTo>
                  <a:lnTo>
                    <a:pt x="28001" y="52133"/>
                  </a:lnTo>
                  <a:lnTo>
                    <a:pt x="24329" y="56133"/>
                  </a:lnTo>
                  <a:lnTo>
                    <a:pt x="20790" y="60249"/>
                  </a:lnTo>
                  <a:lnTo>
                    <a:pt x="17386" y="64478"/>
                  </a:lnTo>
                  <a:lnTo>
                    <a:pt x="14121" y="68815"/>
                  </a:lnTo>
                  <a:lnTo>
                    <a:pt x="10999" y="73256"/>
                  </a:lnTo>
                  <a:lnTo>
                    <a:pt x="8023" y="77795"/>
                  </a:lnTo>
                  <a:lnTo>
                    <a:pt x="5196" y="82430"/>
                  </a:lnTo>
                  <a:lnTo>
                    <a:pt x="2520" y="87153"/>
                  </a:lnTo>
                  <a:lnTo>
                    <a:pt x="0" y="91961"/>
                  </a:lnTo>
                  <a:lnTo>
                    <a:pt x="14929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797342" y="5269756"/>
              <a:ext cx="334310" cy="334333"/>
            </a:xfrm>
            <a:custGeom>
              <a:avLst/>
              <a:pathLst>
                <a:path w="334310" h="334333">
                  <a:moveTo>
                    <a:pt x="17864" y="91961"/>
                  </a:moveTo>
                  <a:lnTo>
                    <a:pt x="15550" y="96742"/>
                  </a:lnTo>
                  <a:lnTo>
                    <a:pt x="13389" y="101594"/>
                  </a:lnTo>
                  <a:lnTo>
                    <a:pt x="11384" y="106512"/>
                  </a:lnTo>
                  <a:lnTo>
                    <a:pt x="9535" y="111491"/>
                  </a:lnTo>
                  <a:lnTo>
                    <a:pt x="7846" y="116526"/>
                  </a:lnTo>
                  <a:lnTo>
                    <a:pt x="6318" y="121613"/>
                  </a:lnTo>
                  <a:lnTo>
                    <a:pt x="4952" y="126745"/>
                  </a:lnTo>
                  <a:lnTo>
                    <a:pt x="3750" y="131919"/>
                  </a:lnTo>
                  <a:lnTo>
                    <a:pt x="2712" y="137128"/>
                  </a:lnTo>
                  <a:lnTo>
                    <a:pt x="1841" y="142367"/>
                  </a:lnTo>
                  <a:lnTo>
                    <a:pt x="1137" y="147631"/>
                  </a:lnTo>
                  <a:lnTo>
                    <a:pt x="600" y="152915"/>
                  </a:lnTo>
                  <a:lnTo>
                    <a:pt x="231" y="158214"/>
                  </a:lnTo>
                  <a:lnTo>
                    <a:pt x="31" y="163521"/>
                  </a:lnTo>
                  <a:lnTo>
                    <a:pt x="0" y="168832"/>
                  </a:lnTo>
                  <a:lnTo>
                    <a:pt x="137" y="174142"/>
                  </a:lnTo>
                  <a:lnTo>
                    <a:pt x="443" y="179444"/>
                  </a:lnTo>
                  <a:lnTo>
                    <a:pt x="917" y="184734"/>
                  </a:lnTo>
                  <a:lnTo>
                    <a:pt x="1559" y="190006"/>
                  </a:lnTo>
                  <a:lnTo>
                    <a:pt x="2368" y="195256"/>
                  </a:lnTo>
                  <a:lnTo>
                    <a:pt x="3343" y="200476"/>
                  </a:lnTo>
                  <a:lnTo>
                    <a:pt x="4484" y="205664"/>
                  </a:lnTo>
                  <a:lnTo>
                    <a:pt x="5789" y="210812"/>
                  </a:lnTo>
                  <a:lnTo>
                    <a:pt x="7257" y="215916"/>
                  </a:lnTo>
                  <a:lnTo>
                    <a:pt x="8887" y="220972"/>
                  </a:lnTo>
                  <a:lnTo>
                    <a:pt x="10676" y="225972"/>
                  </a:lnTo>
                  <a:lnTo>
                    <a:pt x="12623" y="230914"/>
                  </a:lnTo>
                  <a:lnTo>
                    <a:pt x="14726" y="235791"/>
                  </a:lnTo>
                  <a:lnTo>
                    <a:pt x="16983" y="240599"/>
                  </a:lnTo>
                  <a:lnTo>
                    <a:pt x="19392" y="245332"/>
                  </a:lnTo>
                  <a:lnTo>
                    <a:pt x="21949" y="249987"/>
                  </a:lnTo>
                  <a:lnTo>
                    <a:pt x="24654" y="254558"/>
                  </a:lnTo>
                  <a:lnTo>
                    <a:pt x="27502" y="259041"/>
                  </a:lnTo>
                  <a:lnTo>
                    <a:pt x="30491" y="263432"/>
                  </a:lnTo>
                  <a:lnTo>
                    <a:pt x="33618" y="267725"/>
                  </a:lnTo>
                  <a:lnTo>
                    <a:pt x="36880" y="271916"/>
                  </a:lnTo>
                  <a:lnTo>
                    <a:pt x="40273" y="276002"/>
                  </a:lnTo>
                  <a:lnTo>
                    <a:pt x="43795" y="279978"/>
                  </a:lnTo>
                  <a:lnTo>
                    <a:pt x="47441" y="283840"/>
                  </a:lnTo>
                  <a:lnTo>
                    <a:pt x="51208" y="287584"/>
                  </a:lnTo>
                  <a:lnTo>
                    <a:pt x="55092" y="291207"/>
                  </a:lnTo>
                  <a:lnTo>
                    <a:pt x="59089" y="294704"/>
                  </a:lnTo>
                  <a:lnTo>
                    <a:pt x="63195" y="298073"/>
                  </a:lnTo>
                  <a:lnTo>
                    <a:pt x="67406" y="301310"/>
                  </a:lnTo>
                  <a:lnTo>
                    <a:pt x="71718" y="304411"/>
                  </a:lnTo>
                  <a:lnTo>
                    <a:pt x="76126" y="307374"/>
                  </a:lnTo>
                  <a:lnTo>
                    <a:pt x="80626" y="310195"/>
                  </a:lnTo>
                  <a:lnTo>
                    <a:pt x="85213" y="312872"/>
                  </a:lnTo>
                  <a:lnTo>
                    <a:pt x="89883" y="315401"/>
                  </a:lnTo>
                  <a:lnTo>
                    <a:pt x="94631" y="317781"/>
                  </a:lnTo>
                  <a:lnTo>
                    <a:pt x="99453" y="320009"/>
                  </a:lnTo>
                  <a:lnTo>
                    <a:pt x="104342" y="322083"/>
                  </a:lnTo>
                  <a:lnTo>
                    <a:pt x="109295" y="324001"/>
                  </a:lnTo>
                  <a:lnTo>
                    <a:pt x="114307" y="325760"/>
                  </a:lnTo>
                  <a:lnTo>
                    <a:pt x="119372" y="327359"/>
                  </a:lnTo>
                  <a:lnTo>
                    <a:pt x="124485" y="328796"/>
                  </a:lnTo>
                  <a:lnTo>
                    <a:pt x="129641" y="330070"/>
                  </a:lnTo>
                  <a:lnTo>
                    <a:pt x="134835" y="331179"/>
                  </a:lnTo>
                  <a:lnTo>
                    <a:pt x="140061" y="332124"/>
                  </a:lnTo>
                  <a:lnTo>
                    <a:pt x="145315" y="332901"/>
                  </a:lnTo>
                  <a:lnTo>
                    <a:pt x="150591" y="333511"/>
                  </a:lnTo>
                  <a:lnTo>
                    <a:pt x="155884" y="333954"/>
                  </a:lnTo>
                  <a:lnTo>
                    <a:pt x="161188" y="334228"/>
                  </a:lnTo>
                  <a:lnTo>
                    <a:pt x="166498" y="334333"/>
                  </a:lnTo>
                  <a:lnTo>
                    <a:pt x="171809" y="334270"/>
                  </a:lnTo>
                  <a:lnTo>
                    <a:pt x="177115" y="334038"/>
                  </a:lnTo>
                  <a:lnTo>
                    <a:pt x="182411" y="333637"/>
                  </a:lnTo>
                  <a:lnTo>
                    <a:pt x="187692" y="333069"/>
                  </a:lnTo>
                  <a:lnTo>
                    <a:pt x="192952" y="332332"/>
                  </a:lnTo>
                  <a:lnTo>
                    <a:pt x="198186" y="331430"/>
                  </a:lnTo>
                  <a:lnTo>
                    <a:pt x="203389" y="330361"/>
                  </a:lnTo>
                  <a:lnTo>
                    <a:pt x="208555" y="329128"/>
                  </a:lnTo>
                  <a:lnTo>
                    <a:pt x="213679" y="327731"/>
                  </a:lnTo>
                  <a:lnTo>
                    <a:pt x="218756" y="326172"/>
                  </a:lnTo>
                  <a:lnTo>
                    <a:pt x="223781" y="324453"/>
                  </a:lnTo>
                  <a:lnTo>
                    <a:pt x="228749" y="322575"/>
                  </a:lnTo>
                  <a:lnTo>
                    <a:pt x="233655" y="320539"/>
                  </a:lnTo>
                  <a:lnTo>
                    <a:pt x="238494" y="318350"/>
                  </a:lnTo>
                  <a:lnTo>
                    <a:pt x="243261" y="316007"/>
                  </a:lnTo>
                  <a:lnTo>
                    <a:pt x="247951" y="313514"/>
                  </a:lnTo>
                  <a:lnTo>
                    <a:pt x="252559" y="310874"/>
                  </a:lnTo>
                  <a:lnTo>
                    <a:pt x="257081" y="308088"/>
                  </a:lnTo>
                  <a:lnTo>
                    <a:pt x="261513" y="305161"/>
                  </a:lnTo>
                  <a:lnTo>
                    <a:pt x="265849" y="302094"/>
                  </a:lnTo>
                  <a:lnTo>
                    <a:pt x="270085" y="298890"/>
                  </a:lnTo>
                  <a:lnTo>
                    <a:pt x="274218" y="295554"/>
                  </a:lnTo>
                  <a:lnTo>
                    <a:pt x="278242" y="292088"/>
                  </a:lnTo>
                  <a:lnTo>
                    <a:pt x="282155" y="288496"/>
                  </a:lnTo>
                  <a:lnTo>
                    <a:pt x="285951" y="284782"/>
                  </a:lnTo>
                  <a:lnTo>
                    <a:pt x="289628" y="280949"/>
                  </a:lnTo>
                  <a:lnTo>
                    <a:pt x="293180" y="277001"/>
                  </a:lnTo>
                  <a:lnTo>
                    <a:pt x="296606" y="272942"/>
                  </a:lnTo>
                  <a:lnTo>
                    <a:pt x="299901" y="268776"/>
                  </a:lnTo>
                  <a:lnTo>
                    <a:pt x="303062" y="264508"/>
                  </a:lnTo>
                  <a:lnTo>
                    <a:pt x="306086" y="260142"/>
                  </a:lnTo>
                  <a:lnTo>
                    <a:pt x="308969" y="255681"/>
                  </a:lnTo>
                  <a:lnTo>
                    <a:pt x="311709" y="251132"/>
                  </a:lnTo>
                  <a:lnTo>
                    <a:pt x="314304" y="246497"/>
                  </a:lnTo>
                  <a:lnTo>
                    <a:pt x="316750" y="241783"/>
                  </a:lnTo>
                  <a:lnTo>
                    <a:pt x="319044" y="236993"/>
                  </a:lnTo>
                  <a:lnTo>
                    <a:pt x="321186" y="232132"/>
                  </a:lnTo>
                  <a:lnTo>
                    <a:pt x="323172" y="227207"/>
                  </a:lnTo>
                  <a:lnTo>
                    <a:pt x="325001" y="222220"/>
                  </a:lnTo>
                  <a:lnTo>
                    <a:pt x="326670" y="217178"/>
                  </a:lnTo>
                  <a:lnTo>
                    <a:pt x="328178" y="212085"/>
                  </a:lnTo>
                  <a:lnTo>
                    <a:pt x="329524" y="206947"/>
                  </a:lnTo>
                  <a:lnTo>
                    <a:pt x="330706" y="201769"/>
                  </a:lnTo>
                  <a:lnTo>
                    <a:pt x="331722" y="196556"/>
                  </a:lnTo>
                  <a:lnTo>
                    <a:pt x="332573" y="191314"/>
                  </a:lnTo>
                  <a:lnTo>
                    <a:pt x="333257" y="186047"/>
                  </a:lnTo>
                  <a:lnTo>
                    <a:pt x="333772" y="180761"/>
                  </a:lnTo>
                  <a:lnTo>
                    <a:pt x="334120" y="175461"/>
                  </a:lnTo>
                  <a:lnTo>
                    <a:pt x="334299" y="170153"/>
                  </a:lnTo>
                  <a:lnTo>
                    <a:pt x="334310" y="164841"/>
                  </a:lnTo>
                  <a:lnTo>
                    <a:pt x="334152" y="159533"/>
                  </a:lnTo>
                  <a:lnTo>
                    <a:pt x="333825" y="154231"/>
                  </a:lnTo>
                  <a:lnTo>
                    <a:pt x="333330" y="148943"/>
                  </a:lnTo>
                  <a:lnTo>
                    <a:pt x="332667" y="143674"/>
                  </a:lnTo>
                  <a:lnTo>
                    <a:pt x="331837" y="138428"/>
                  </a:lnTo>
                  <a:lnTo>
                    <a:pt x="330841" y="133211"/>
                  </a:lnTo>
                  <a:lnTo>
                    <a:pt x="329680" y="128028"/>
                  </a:lnTo>
                  <a:lnTo>
                    <a:pt x="328354" y="122885"/>
                  </a:lnTo>
                  <a:lnTo>
                    <a:pt x="326866" y="117786"/>
                  </a:lnTo>
                  <a:lnTo>
                    <a:pt x="325217" y="112738"/>
                  </a:lnTo>
                  <a:lnTo>
                    <a:pt x="323408" y="107744"/>
                  </a:lnTo>
                  <a:lnTo>
                    <a:pt x="321441" y="102810"/>
                  </a:lnTo>
                  <a:lnTo>
                    <a:pt x="319319" y="97942"/>
                  </a:lnTo>
                  <a:lnTo>
                    <a:pt x="317043" y="93143"/>
                  </a:lnTo>
                  <a:lnTo>
                    <a:pt x="314616" y="88419"/>
                  </a:lnTo>
                  <a:lnTo>
                    <a:pt x="312040" y="83774"/>
                  </a:lnTo>
                  <a:lnTo>
                    <a:pt x="309317" y="79213"/>
                  </a:lnTo>
                  <a:lnTo>
                    <a:pt x="306452" y="74742"/>
                  </a:lnTo>
                  <a:lnTo>
                    <a:pt x="303445" y="70363"/>
                  </a:lnTo>
                  <a:lnTo>
                    <a:pt x="300301" y="66083"/>
                  </a:lnTo>
                  <a:lnTo>
                    <a:pt x="297023" y="61904"/>
                  </a:lnTo>
                  <a:lnTo>
                    <a:pt x="293613" y="57832"/>
                  </a:lnTo>
                  <a:lnTo>
                    <a:pt x="290076" y="53870"/>
                  </a:lnTo>
                  <a:lnTo>
                    <a:pt x="286415" y="50022"/>
                  </a:lnTo>
                  <a:lnTo>
                    <a:pt x="282633" y="46293"/>
                  </a:lnTo>
                  <a:lnTo>
                    <a:pt x="278735" y="42685"/>
                  </a:lnTo>
                  <a:lnTo>
                    <a:pt x="274724" y="39204"/>
                  </a:lnTo>
                  <a:lnTo>
                    <a:pt x="270605" y="35851"/>
                  </a:lnTo>
                  <a:lnTo>
                    <a:pt x="266381" y="32631"/>
                  </a:lnTo>
                  <a:lnTo>
                    <a:pt x="262057" y="29547"/>
                  </a:lnTo>
                  <a:lnTo>
                    <a:pt x="257637" y="26602"/>
                  </a:lnTo>
                  <a:lnTo>
                    <a:pt x="253126" y="23798"/>
                  </a:lnTo>
                  <a:lnTo>
                    <a:pt x="248528" y="21140"/>
                  </a:lnTo>
                  <a:lnTo>
                    <a:pt x="243848" y="18628"/>
                  </a:lnTo>
                  <a:lnTo>
                    <a:pt x="239091" y="16267"/>
                  </a:lnTo>
                  <a:lnTo>
                    <a:pt x="234261" y="14058"/>
                  </a:lnTo>
                  <a:lnTo>
                    <a:pt x="229363" y="12004"/>
                  </a:lnTo>
                  <a:lnTo>
                    <a:pt x="224402" y="10106"/>
                  </a:lnTo>
                  <a:lnTo>
                    <a:pt x="219384" y="8367"/>
                  </a:lnTo>
                  <a:lnTo>
                    <a:pt x="214313" y="6788"/>
                  </a:lnTo>
                  <a:lnTo>
                    <a:pt x="209194" y="5371"/>
                  </a:lnTo>
                  <a:lnTo>
                    <a:pt x="204033" y="4117"/>
                  </a:lnTo>
                  <a:lnTo>
                    <a:pt x="198835" y="3028"/>
                  </a:lnTo>
                  <a:lnTo>
                    <a:pt x="193604" y="2105"/>
                  </a:lnTo>
                  <a:lnTo>
                    <a:pt x="188347" y="1348"/>
                  </a:lnTo>
                  <a:lnTo>
                    <a:pt x="183069" y="758"/>
                  </a:lnTo>
                  <a:lnTo>
                    <a:pt x="177774" y="337"/>
                  </a:lnTo>
                  <a:lnTo>
                    <a:pt x="172469" y="84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339" y="5399291"/>
              <a:ext cx="3876" cy="167167"/>
            </a:xfrm>
            <a:custGeom>
              <a:avLst/>
              <a:pathLst>
                <a:path w="3876" h="167167">
                  <a:moveTo>
                    <a:pt x="3876" y="0"/>
                  </a:moveTo>
                  <a:lnTo>
                    <a:pt x="0" y="44"/>
                  </a:lnTo>
                  <a:lnTo>
                    <a:pt x="3876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339" y="5399336"/>
              <a:ext cx="3876" cy="167122"/>
            </a:xfrm>
            <a:custGeom>
              <a:avLst/>
              <a:pathLst>
                <a:path w="3876" h="167122">
                  <a:moveTo>
                    <a:pt x="0" y="0"/>
                  </a:moveTo>
                  <a:lnTo>
                    <a:pt x="3876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339" y="5399336"/>
              <a:ext cx="3876" cy="167122"/>
            </a:xfrm>
            <a:custGeom>
              <a:avLst/>
              <a:pathLst>
                <a:path w="3876" h="167122">
                  <a:moveTo>
                    <a:pt x="0" y="0"/>
                  </a:moveTo>
                  <a:lnTo>
                    <a:pt x="3876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2339" y="5399336"/>
              <a:ext cx="3876" cy="167122"/>
            </a:xfrm>
            <a:custGeom>
              <a:avLst/>
              <a:pathLst>
                <a:path w="3876" h="167122">
                  <a:moveTo>
                    <a:pt x="0" y="0"/>
                  </a:moveTo>
                  <a:lnTo>
                    <a:pt x="3876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2339" y="5399336"/>
              <a:ext cx="3876" cy="167122"/>
            </a:xfrm>
            <a:custGeom>
              <a:avLst/>
              <a:pathLst>
                <a:path w="3876" h="167122">
                  <a:moveTo>
                    <a:pt x="0" y="0"/>
                  </a:moveTo>
                  <a:lnTo>
                    <a:pt x="3876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2339" y="5399336"/>
              <a:ext cx="3876" cy="167122"/>
            </a:xfrm>
            <a:custGeom>
              <a:avLst/>
              <a:pathLst>
                <a:path w="3876" h="167122">
                  <a:moveTo>
                    <a:pt x="0" y="0"/>
                  </a:moveTo>
                  <a:lnTo>
                    <a:pt x="3876" y="1671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2339" y="5399336"/>
              <a:ext cx="3876" cy="167122"/>
            </a:xfrm>
            <a:custGeom>
              <a:avLst/>
              <a:pathLst>
                <a:path w="3876" h="167122">
                  <a:moveTo>
                    <a:pt x="0" y="0"/>
                  </a:moveTo>
                  <a:lnTo>
                    <a:pt x="3876" y="1671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319049" y="5399336"/>
              <a:ext cx="334332" cy="334269"/>
            </a:xfrm>
            <a:custGeom>
              <a:avLst/>
              <a:pathLst>
                <a:path w="334332" h="334269">
                  <a:moveTo>
                    <a:pt x="163289" y="0"/>
                  </a:moveTo>
                  <a:lnTo>
                    <a:pt x="158001" y="206"/>
                  </a:lnTo>
                  <a:lnTo>
                    <a:pt x="152721" y="580"/>
                  </a:lnTo>
                  <a:lnTo>
                    <a:pt x="147456" y="1120"/>
                  </a:lnTo>
                  <a:lnTo>
                    <a:pt x="142211" y="1828"/>
                  </a:lnTo>
                  <a:lnTo>
                    <a:pt x="136991" y="2700"/>
                  </a:lnTo>
                  <a:lnTo>
                    <a:pt x="131801" y="3738"/>
                  </a:lnTo>
                  <a:lnTo>
                    <a:pt x="126647" y="4939"/>
                  </a:lnTo>
                  <a:lnTo>
                    <a:pt x="121533" y="6303"/>
                  </a:lnTo>
                  <a:lnTo>
                    <a:pt x="116465" y="7829"/>
                  </a:lnTo>
                  <a:lnTo>
                    <a:pt x="111448" y="9513"/>
                  </a:lnTo>
                  <a:lnTo>
                    <a:pt x="106487" y="11356"/>
                  </a:lnTo>
                  <a:lnTo>
                    <a:pt x="101586" y="13355"/>
                  </a:lnTo>
                  <a:lnTo>
                    <a:pt x="96751" y="15508"/>
                  </a:lnTo>
                  <a:lnTo>
                    <a:pt x="91987" y="17813"/>
                  </a:lnTo>
                  <a:lnTo>
                    <a:pt x="87298" y="20268"/>
                  </a:lnTo>
                  <a:lnTo>
                    <a:pt x="82689" y="22870"/>
                  </a:lnTo>
                  <a:lnTo>
                    <a:pt x="78165" y="25616"/>
                  </a:lnTo>
                  <a:lnTo>
                    <a:pt x="73730" y="28505"/>
                  </a:lnTo>
                  <a:lnTo>
                    <a:pt x="69389" y="31532"/>
                  </a:lnTo>
                  <a:lnTo>
                    <a:pt x="65146" y="34695"/>
                  </a:lnTo>
                  <a:lnTo>
                    <a:pt x="61005" y="37991"/>
                  </a:lnTo>
                  <a:lnTo>
                    <a:pt x="56970" y="41417"/>
                  </a:lnTo>
                  <a:lnTo>
                    <a:pt x="53046" y="44968"/>
                  </a:lnTo>
                  <a:lnTo>
                    <a:pt x="49236" y="48642"/>
                  </a:lnTo>
                  <a:lnTo>
                    <a:pt x="45545" y="52434"/>
                  </a:lnTo>
                  <a:lnTo>
                    <a:pt x="41975" y="56342"/>
                  </a:lnTo>
                  <a:lnTo>
                    <a:pt x="38531" y="60360"/>
                  </a:lnTo>
                  <a:lnTo>
                    <a:pt x="35216" y="64486"/>
                  </a:lnTo>
                  <a:lnTo>
                    <a:pt x="32033" y="68715"/>
                  </a:lnTo>
                  <a:lnTo>
                    <a:pt x="28985" y="73042"/>
                  </a:lnTo>
                  <a:lnTo>
                    <a:pt x="26076" y="77463"/>
                  </a:lnTo>
                  <a:lnTo>
                    <a:pt x="23309" y="81974"/>
                  </a:lnTo>
                  <a:lnTo>
                    <a:pt x="20685" y="86571"/>
                  </a:lnTo>
                  <a:lnTo>
                    <a:pt x="18209" y="91248"/>
                  </a:lnTo>
                  <a:lnTo>
                    <a:pt x="15882" y="96002"/>
                  </a:lnTo>
                  <a:lnTo>
                    <a:pt x="13706" y="100827"/>
                  </a:lnTo>
                  <a:lnTo>
                    <a:pt x="11684" y="105718"/>
                  </a:lnTo>
                  <a:lnTo>
                    <a:pt x="9818" y="110671"/>
                  </a:lnTo>
                  <a:lnTo>
                    <a:pt x="8110" y="115680"/>
                  </a:lnTo>
                  <a:lnTo>
                    <a:pt x="6561" y="120741"/>
                  </a:lnTo>
                  <a:lnTo>
                    <a:pt x="5174" y="125848"/>
                  </a:lnTo>
                  <a:lnTo>
                    <a:pt x="3948" y="130997"/>
                  </a:lnTo>
                  <a:lnTo>
                    <a:pt x="2887" y="136182"/>
                  </a:lnTo>
                  <a:lnTo>
                    <a:pt x="1989" y="141398"/>
                  </a:lnTo>
                  <a:lnTo>
                    <a:pt x="1258" y="146640"/>
                  </a:lnTo>
                  <a:lnTo>
                    <a:pt x="693" y="151902"/>
                  </a:lnTo>
                  <a:lnTo>
                    <a:pt x="294" y="157179"/>
                  </a:lnTo>
                  <a:lnTo>
                    <a:pt x="63" y="162467"/>
                  </a:lnTo>
                  <a:lnTo>
                    <a:pt x="0" y="167759"/>
                  </a:lnTo>
                  <a:lnTo>
                    <a:pt x="103" y="173051"/>
                  </a:lnTo>
                  <a:lnTo>
                    <a:pt x="375" y="178336"/>
                  </a:lnTo>
                  <a:lnTo>
                    <a:pt x="813" y="183611"/>
                  </a:lnTo>
                  <a:lnTo>
                    <a:pt x="1419" y="188868"/>
                  </a:lnTo>
                  <a:lnTo>
                    <a:pt x="2190" y="194104"/>
                  </a:lnTo>
                  <a:lnTo>
                    <a:pt x="3127" y="199313"/>
                  </a:lnTo>
                  <a:lnTo>
                    <a:pt x="4228" y="204490"/>
                  </a:lnTo>
                  <a:lnTo>
                    <a:pt x="5493" y="209629"/>
                  </a:lnTo>
                  <a:lnTo>
                    <a:pt x="6920" y="214726"/>
                  </a:lnTo>
                  <a:lnTo>
                    <a:pt x="8507" y="219775"/>
                  </a:lnTo>
                  <a:lnTo>
                    <a:pt x="10253" y="224771"/>
                  </a:lnTo>
                  <a:lnTo>
                    <a:pt x="12157" y="229710"/>
                  </a:lnTo>
                  <a:lnTo>
                    <a:pt x="14216" y="234585"/>
                  </a:lnTo>
                  <a:lnTo>
                    <a:pt x="16428" y="239393"/>
                  </a:lnTo>
                  <a:lnTo>
                    <a:pt x="18791" y="244129"/>
                  </a:lnTo>
                  <a:lnTo>
                    <a:pt x="21304" y="248787"/>
                  </a:lnTo>
                  <a:lnTo>
                    <a:pt x="23962" y="253364"/>
                  </a:lnTo>
                  <a:lnTo>
                    <a:pt x="26764" y="257854"/>
                  </a:lnTo>
                  <a:lnTo>
                    <a:pt x="29706" y="262253"/>
                  </a:lnTo>
                  <a:lnTo>
                    <a:pt x="32787" y="266557"/>
                  </a:lnTo>
                  <a:lnTo>
                    <a:pt x="36002" y="270761"/>
                  </a:lnTo>
                  <a:lnTo>
                    <a:pt x="39348" y="274861"/>
                  </a:lnTo>
                  <a:lnTo>
                    <a:pt x="42823" y="278853"/>
                  </a:lnTo>
                  <a:lnTo>
                    <a:pt x="46422" y="282733"/>
                  </a:lnTo>
                  <a:lnTo>
                    <a:pt x="50143" y="286498"/>
                  </a:lnTo>
                  <a:lnTo>
                    <a:pt x="53980" y="290142"/>
                  </a:lnTo>
                  <a:lnTo>
                    <a:pt x="57931" y="293664"/>
                  </a:lnTo>
                  <a:lnTo>
                    <a:pt x="61992" y="297058"/>
                  </a:lnTo>
                  <a:lnTo>
                    <a:pt x="66158" y="300323"/>
                  </a:lnTo>
                  <a:lnTo>
                    <a:pt x="70425" y="303453"/>
                  </a:lnTo>
                  <a:lnTo>
                    <a:pt x="74790" y="306447"/>
                  </a:lnTo>
                  <a:lnTo>
                    <a:pt x="79246" y="309302"/>
                  </a:lnTo>
                  <a:lnTo>
                    <a:pt x="83791" y="312014"/>
                  </a:lnTo>
                  <a:lnTo>
                    <a:pt x="88420" y="314581"/>
                  </a:lnTo>
                  <a:lnTo>
                    <a:pt x="93127" y="316999"/>
                  </a:lnTo>
                  <a:lnTo>
                    <a:pt x="97909" y="319268"/>
                  </a:lnTo>
                  <a:lnTo>
                    <a:pt x="102760" y="321384"/>
                  </a:lnTo>
                  <a:lnTo>
                    <a:pt x="107676" y="323346"/>
                  </a:lnTo>
                  <a:lnTo>
                    <a:pt x="112651" y="325151"/>
                  </a:lnTo>
                  <a:lnTo>
                    <a:pt x="117681" y="326797"/>
                  </a:lnTo>
                  <a:lnTo>
                    <a:pt x="122760" y="328284"/>
                  </a:lnTo>
                  <a:lnTo>
                    <a:pt x="127884" y="329609"/>
                  </a:lnTo>
                  <a:lnTo>
                    <a:pt x="133048" y="330771"/>
                  </a:lnTo>
                  <a:lnTo>
                    <a:pt x="138245" y="331769"/>
                  </a:lnTo>
                  <a:lnTo>
                    <a:pt x="143472" y="332602"/>
                  </a:lnTo>
                  <a:lnTo>
                    <a:pt x="148722" y="333269"/>
                  </a:lnTo>
                  <a:lnTo>
                    <a:pt x="153991" y="333769"/>
                  </a:lnTo>
                  <a:lnTo>
                    <a:pt x="159273" y="334103"/>
                  </a:lnTo>
                  <a:lnTo>
                    <a:pt x="164563" y="334269"/>
                  </a:lnTo>
                  <a:lnTo>
                    <a:pt x="169856" y="334268"/>
                  </a:lnTo>
                  <a:lnTo>
                    <a:pt x="175146" y="334099"/>
                  </a:lnTo>
                  <a:lnTo>
                    <a:pt x="180427" y="333763"/>
                  </a:lnTo>
                  <a:lnTo>
                    <a:pt x="185696" y="333259"/>
                  </a:lnTo>
                  <a:lnTo>
                    <a:pt x="190946" y="332589"/>
                  </a:lnTo>
                  <a:lnTo>
                    <a:pt x="196172" y="331754"/>
                  </a:lnTo>
                  <a:lnTo>
                    <a:pt x="201369" y="330753"/>
                  </a:lnTo>
                  <a:lnTo>
                    <a:pt x="206532" y="329588"/>
                  </a:lnTo>
                  <a:lnTo>
                    <a:pt x="211655" y="328261"/>
                  </a:lnTo>
                  <a:lnTo>
                    <a:pt x="216734" y="326771"/>
                  </a:lnTo>
                  <a:lnTo>
                    <a:pt x="221763" y="325122"/>
                  </a:lnTo>
                  <a:lnTo>
                    <a:pt x="226738" y="323315"/>
                  </a:lnTo>
                  <a:lnTo>
                    <a:pt x="231652" y="321351"/>
                  </a:lnTo>
                  <a:lnTo>
                    <a:pt x="236502" y="319232"/>
                  </a:lnTo>
                  <a:lnTo>
                    <a:pt x="241283" y="316961"/>
                  </a:lnTo>
                  <a:lnTo>
                    <a:pt x="245989" y="314539"/>
                  </a:lnTo>
                  <a:lnTo>
                    <a:pt x="250616" y="311970"/>
                  </a:lnTo>
                  <a:lnTo>
                    <a:pt x="255160" y="309256"/>
                  </a:lnTo>
                  <a:lnTo>
                    <a:pt x="259615" y="306399"/>
                  </a:lnTo>
                  <a:lnTo>
                    <a:pt x="263978" y="303403"/>
                  </a:lnTo>
                  <a:lnTo>
                    <a:pt x="268243" y="300270"/>
                  </a:lnTo>
                  <a:lnTo>
                    <a:pt x="272407" y="297003"/>
                  </a:lnTo>
                  <a:lnTo>
                    <a:pt x="276466" y="293607"/>
                  </a:lnTo>
                  <a:lnTo>
                    <a:pt x="280415" y="290083"/>
                  </a:lnTo>
                  <a:lnTo>
                    <a:pt x="284251" y="286436"/>
                  </a:lnTo>
                  <a:lnTo>
                    <a:pt x="287970" y="282670"/>
                  </a:lnTo>
                  <a:lnTo>
                    <a:pt x="291567" y="278788"/>
                  </a:lnTo>
                  <a:lnTo>
                    <a:pt x="295039" y="274794"/>
                  </a:lnTo>
                  <a:lnTo>
                    <a:pt x="298384" y="270692"/>
                  </a:lnTo>
                  <a:lnTo>
                    <a:pt x="301597" y="266486"/>
                  </a:lnTo>
                  <a:lnTo>
                    <a:pt x="304675" y="262181"/>
                  </a:lnTo>
                  <a:lnTo>
                    <a:pt x="307615" y="257780"/>
                  </a:lnTo>
                  <a:lnTo>
                    <a:pt x="310415" y="253289"/>
                  </a:lnTo>
                  <a:lnTo>
                    <a:pt x="313071" y="248711"/>
                  </a:lnTo>
                  <a:lnTo>
                    <a:pt x="315580" y="244051"/>
                  </a:lnTo>
                  <a:lnTo>
                    <a:pt x="317941" y="239314"/>
                  </a:lnTo>
                  <a:lnTo>
                    <a:pt x="320151" y="234505"/>
                  </a:lnTo>
                  <a:lnTo>
                    <a:pt x="322207" y="229628"/>
                  </a:lnTo>
                  <a:lnTo>
                    <a:pt x="324108" y="224689"/>
                  </a:lnTo>
                  <a:lnTo>
                    <a:pt x="325852" y="219692"/>
                  </a:lnTo>
                  <a:lnTo>
                    <a:pt x="327437" y="214642"/>
                  </a:lnTo>
                  <a:lnTo>
                    <a:pt x="328861" y="209545"/>
                  </a:lnTo>
                  <a:lnTo>
                    <a:pt x="330123" y="204405"/>
                  </a:lnTo>
                  <a:lnTo>
                    <a:pt x="331221" y="199228"/>
                  </a:lnTo>
                  <a:lnTo>
                    <a:pt x="332155" y="194018"/>
                  </a:lnTo>
                  <a:lnTo>
                    <a:pt x="332924" y="188782"/>
                  </a:lnTo>
                  <a:lnTo>
                    <a:pt x="333527" y="183524"/>
                  </a:lnTo>
                  <a:lnTo>
                    <a:pt x="333962" y="178249"/>
                  </a:lnTo>
                  <a:lnTo>
                    <a:pt x="334231" y="172963"/>
                  </a:lnTo>
                  <a:lnTo>
                    <a:pt x="334332" y="167672"/>
                  </a:lnTo>
                  <a:lnTo>
                    <a:pt x="334266" y="162379"/>
                  </a:lnTo>
                  <a:lnTo>
                    <a:pt x="334032" y="157092"/>
                  </a:lnTo>
                  <a:lnTo>
                    <a:pt x="333631" y="151815"/>
                  </a:lnTo>
                  <a:lnTo>
                    <a:pt x="333063" y="146553"/>
                  </a:lnTo>
                  <a:lnTo>
                    <a:pt x="332329" y="141311"/>
                  </a:lnTo>
                  <a:lnTo>
                    <a:pt x="331429" y="136096"/>
                  </a:lnTo>
                  <a:lnTo>
                    <a:pt x="330364" y="130911"/>
                  </a:lnTo>
                  <a:lnTo>
                    <a:pt x="329136" y="125763"/>
                  </a:lnTo>
                  <a:lnTo>
                    <a:pt x="327746" y="120657"/>
                  </a:lnTo>
                  <a:lnTo>
                    <a:pt x="326194" y="115597"/>
                  </a:lnTo>
                  <a:lnTo>
                    <a:pt x="324484" y="110588"/>
                  </a:lnTo>
                  <a:lnTo>
                    <a:pt x="322615" y="105636"/>
                  </a:lnTo>
                  <a:lnTo>
                    <a:pt x="320591" y="100746"/>
                  </a:lnTo>
                  <a:lnTo>
                    <a:pt x="318413" y="95923"/>
                  </a:lnTo>
                  <a:lnTo>
                    <a:pt x="316083" y="91171"/>
                  </a:lnTo>
                  <a:lnTo>
                    <a:pt x="313604" y="86494"/>
                  </a:lnTo>
                  <a:lnTo>
                    <a:pt x="310978" y="81899"/>
                  </a:lnTo>
                  <a:lnTo>
                    <a:pt x="308208" y="77389"/>
                  </a:lnTo>
                  <a:lnTo>
                    <a:pt x="305297" y="72969"/>
                  </a:lnTo>
                  <a:lnTo>
                    <a:pt x="302247" y="68644"/>
                  </a:lnTo>
                  <a:lnTo>
                    <a:pt x="299062" y="64417"/>
                  </a:lnTo>
                  <a:lnTo>
                    <a:pt x="295745" y="60293"/>
                  </a:lnTo>
                  <a:lnTo>
                    <a:pt x="292298" y="56276"/>
                  </a:lnTo>
                  <a:lnTo>
                    <a:pt x="288727" y="52371"/>
                  </a:lnTo>
                  <a:lnTo>
                    <a:pt x="285033" y="48580"/>
                  </a:lnTo>
                  <a:lnTo>
                    <a:pt x="281222" y="44908"/>
                  </a:lnTo>
                  <a:lnTo>
                    <a:pt x="277296" y="41359"/>
                  </a:lnTo>
                  <a:lnTo>
                    <a:pt x="273259" y="37936"/>
                  </a:lnTo>
                  <a:lnTo>
                    <a:pt x="269116" y="34642"/>
                  </a:lnTo>
                  <a:lnTo>
                    <a:pt x="264872" y="31481"/>
                  </a:lnTo>
                  <a:lnTo>
                    <a:pt x="260529" y="28456"/>
                  </a:lnTo>
                  <a:lnTo>
                    <a:pt x="256092" y="25570"/>
                  </a:lnTo>
                  <a:lnTo>
                    <a:pt x="251567" y="22826"/>
                  </a:lnTo>
                  <a:lnTo>
                    <a:pt x="246957" y="20226"/>
                  </a:lnTo>
                  <a:lnTo>
                    <a:pt x="242266" y="17774"/>
                  </a:lnTo>
                  <a:lnTo>
                    <a:pt x="237501" y="15471"/>
                  </a:lnTo>
                  <a:lnTo>
                    <a:pt x="232665" y="13321"/>
                  </a:lnTo>
                  <a:lnTo>
                    <a:pt x="227763" y="11324"/>
                  </a:lnTo>
                  <a:lnTo>
                    <a:pt x="222801" y="9484"/>
                  </a:lnTo>
                  <a:lnTo>
                    <a:pt x="217783" y="7802"/>
                  </a:lnTo>
                  <a:lnTo>
                    <a:pt x="212714" y="6280"/>
                  </a:lnTo>
                  <a:lnTo>
                    <a:pt x="207600" y="4918"/>
                  </a:lnTo>
                  <a:lnTo>
                    <a:pt x="167166" y="1671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86215" y="5399291"/>
              <a:ext cx="40433" cy="167167"/>
            </a:xfrm>
            <a:custGeom>
              <a:avLst/>
              <a:pathLst>
                <a:path w="40433" h="167167">
                  <a:moveTo>
                    <a:pt x="40433" y="4963"/>
                  </a:moveTo>
                  <a:lnTo>
                    <a:pt x="33797" y="3452"/>
                  </a:lnTo>
                  <a:lnTo>
                    <a:pt x="27105" y="2212"/>
                  </a:lnTo>
                  <a:lnTo>
                    <a:pt x="20368" y="1245"/>
                  </a:lnTo>
                  <a:lnTo>
                    <a:pt x="13597" y="553"/>
                  </a:lnTo>
                  <a:lnTo>
                    <a:pt x="6804" y="13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3026" y="5399291"/>
              <a:ext cx="50517" cy="167167"/>
            </a:xfrm>
            <a:custGeom>
              <a:avLst/>
              <a:pathLst>
                <a:path w="50517" h="167167">
                  <a:moveTo>
                    <a:pt x="50517" y="0"/>
                  </a:moveTo>
                  <a:lnTo>
                    <a:pt x="44103" y="123"/>
                  </a:lnTo>
                  <a:lnTo>
                    <a:pt x="37699" y="492"/>
                  </a:lnTo>
                  <a:lnTo>
                    <a:pt x="31314" y="1106"/>
                  </a:lnTo>
                  <a:lnTo>
                    <a:pt x="24958" y="1965"/>
                  </a:lnTo>
                  <a:lnTo>
                    <a:pt x="18638" y="3067"/>
                  </a:lnTo>
                  <a:lnTo>
                    <a:pt x="12366" y="4411"/>
                  </a:lnTo>
                  <a:lnTo>
                    <a:pt x="6150" y="5994"/>
                  </a:lnTo>
                  <a:lnTo>
                    <a:pt x="0" y="7815"/>
                  </a:lnTo>
                  <a:lnTo>
                    <a:pt x="5051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3026" y="5407107"/>
              <a:ext cx="50517" cy="159351"/>
            </a:xfrm>
            <a:custGeom>
              <a:avLst/>
              <a:pathLst>
                <a:path w="50517" h="159351">
                  <a:moveTo>
                    <a:pt x="0" y="0"/>
                  </a:moveTo>
                  <a:lnTo>
                    <a:pt x="50517" y="1593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3026" y="5407107"/>
              <a:ext cx="50517" cy="159351"/>
            </a:xfrm>
            <a:custGeom>
              <a:avLst/>
              <a:pathLst>
                <a:path w="50517" h="159351">
                  <a:moveTo>
                    <a:pt x="0" y="0"/>
                  </a:moveTo>
                  <a:lnTo>
                    <a:pt x="50517" y="1593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73026" y="5407107"/>
              <a:ext cx="50517" cy="159351"/>
            </a:xfrm>
            <a:custGeom>
              <a:avLst/>
              <a:pathLst>
                <a:path w="50517" h="159351">
                  <a:moveTo>
                    <a:pt x="0" y="0"/>
                  </a:moveTo>
                  <a:lnTo>
                    <a:pt x="50517" y="1593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73026" y="5407107"/>
              <a:ext cx="50517" cy="159351"/>
            </a:xfrm>
            <a:custGeom>
              <a:avLst/>
              <a:pathLst>
                <a:path w="50517" h="159351">
                  <a:moveTo>
                    <a:pt x="0" y="0"/>
                  </a:moveTo>
                  <a:lnTo>
                    <a:pt x="50517" y="1593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973026" y="5407107"/>
              <a:ext cx="50517" cy="159351"/>
            </a:xfrm>
            <a:custGeom>
              <a:avLst/>
              <a:pathLst>
                <a:path w="50517" h="159351">
                  <a:moveTo>
                    <a:pt x="0" y="0"/>
                  </a:moveTo>
                  <a:lnTo>
                    <a:pt x="50517" y="1593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856393" y="5407107"/>
              <a:ext cx="167150" cy="321471"/>
            </a:xfrm>
            <a:custGeom>
              <a:avLst/>
              <a:pathLst>
                <a:path w="167150" h="321471">
                  <a:moveTo>
                    <a:pt x="116632" y="0"/>
                  </a:moveTo>
                  <a:lnTo>
                    <a:pt x="111567" y="1695"/>
                  </a:lnTo>
                  <a:lnTo>
                    <a:pt x="106559" y="3551"/>
                  </a:lnTo>
                  <a:lnTo>
                    <a:pt x="101612" y="5566"/>
                  </a:lnTo>
                  <a:lnTo>
                    <a:pt x="96733" y="7739"/>
                  </a:lnTo>
                  <a:lnTo>
                    <a:pt x="91925" y="10066"/>
                  </a:lnTo>
                  <a:lnTo>
                    <a:pt x="87194" y="12545"/>
                  </a:lnTo>
                  <a:lnTo>
                    <a:pt x="82544" y="15175"/>
                  </a:lnTo>
                  <a:lnTo>
                    <a:pt x="77981" y="17951"/>
                  </a:lnTo>
                  <a:lnTo>
                    <a:pt x="73510" y="20872"/>
                  </a:lnTo>
                  <a:lnTo>
                    <a:pt x="69133" y="23934"/>
                  </a:lnTo>
                  <a:lnTo>
                    <a:pt x="64857" y="27135"/>
                  </a:lnTo>
                  <a:lnTo>
                    <a:pt x="60685" y="30471"/>
                  </a:lnTo>
                  <a:lnTo>
                    <a:pt x="56622" y="33938"/>
                  </a:lnTo>
                  <a:lnTo>
                    <a:pt x="52672" y="37533"/>
                  </a:lnTo>
                  <a:lnTo>
                    <a:pt x="48838" y="41252"/>
                  </a:lnTo>
                  <a:lnTo>
                    <a:pt x="45126" y="45092"/>
                  </a:lnTo>
                  <a:lnTo>
                    <a:pt x="41538" y="49049"/>
                  </a:lnTo>
                  <a:lnTo>
                    <a:pt x="38078" y="53119"/>
                  </a:lnTo>
                  <a:lnTo>
                    <a:pt x="34750" y="57296"/>
                  </a:lnTo>
                  <a:lnTo>
                    <a:pt x="31557" y="61578"/>
                  </a:lnTo>
                  <a:lnTo>
                    <a:pt x="28502" y="65960"/>
                  </a:lnTo>
                  <a:lnTo>
                    <a:pt x="25589" y="70438"/>
                  </a:lnTo>
                  <a:lnTo>
                    <a:pt x="22821" y="75005"/>
                  </a:lnTo>
                  <a:lnTo>
                    <a:pt x="20200" y="79660"/>
                  </a:lnTo>
                  <a:lnTo>
                    <a:pt x="17729" y="84395"/>
                  </a:lnTo>
                  <a:lnTo>
                    <a:pt x="15411" y="89207"/>
                  </a:lnTo>
                  <a:lnTo>
                    <a:pt x="13247" y="94091"/>
                  </a:lnTo>
                  <a:lnTo>
                    <a:pt x="11241" y="99041"/>
                  </a:lnTo>
                  <a:lnTo>
                    <a:pt x="9394" y="104053"/>
                  </a:lnTo>
                  <a:lnTo>
                    <a:pt x="7707" y="109121"/>
                  </a:lnTo>
                  <a:lnTo>
                    <a:pt x="6184" y="114240"/>
                  </a:lnTo>
                  <a:lnTo>
                    <a:pt x="4825" y="119406"/>
                  </a:lnTo>
                  <a:lnTo>
                    <a:pt x="3632" y="124612"/>
                  </a:lnTo>
                  <a:lnTo>
                    <a:pt x="2605" y="129854"/>
                  </a:lnTo>
                  <a:lnTo>
                    <a:pt x="1747" y="135126"/>
                  </a:lnTo>
                  <a:lnTo>
                    <a:pt x="1057" y="140423"/>
                  </a:lnTo>
                  <a:lnTo>
                    <a:pt x="537" y="145739"/>
                  </a:lnTo>
                  <a:lnTo>
                    <a:pt x="188" y="151068"/>
                  </a:lnTo>
                  <a:lnTo>
                    <a:pt x="8" y="156407"/>
                  </a:lnTo>
                  <a:lnTo>
                    <a:pt x="0" y="161748"/>
                  </a:lnTo>
                  <a:lnTo>
                    <a:pt x="161" y="167087"/>
                  </a:lnTo>
                  <a:lnTo>
                    <a:pt x="494" y="172418"/>
                  </a:lnTo>
                  <a:lnTo>
                    <a:pt x="996" y="177736"/>
                  </a:lnTo>
                  <a:lnTo>
                    <a:pt x="1669" y="183035"/>
                  </a:lnTo>
                  <a:lnTo>
                    <a:pt x="2510" y="188309"/>
                  </a:lnTo>
                  <a:lnTo>
                    <a:pt x="3519" y="193555"/>
                  </a:lnTo>
                  <a:lnTo>
                    <a:pt x="4695" y="198765"/>
                  </a:lnTo>
                  <a:lnTo>
                    <a:pt x="6037" y="203935"/>
                  </a:lnTo>
                  <a:lnTo>
                    <a:pt x="7544" y="209059"/>
                  </a:lnTo>
                  <a:lnTo>
                    <a:pt x="9213" y="214133"/>
                  </a:lnTo>
                  <a:lnTo>
                    <a:pt x="11044" y="219151"/>
                  </a:lnTo>
                  <a:lnTo>
                    <a:pt x="13034" y="224108"/>
                  </a:lnTo>
                  <a:lnTo>
                    <a:pt x="15182" y="228998"/>
                  </a:lnTo>
                  <a:lnTo>
                    <a:pt x="17484" y="233818"/>
                  </a:lnTo>
                  <a:lnTo>
                    <a:pt x="19940" y="238561"/>
                  </a:lnTo>
                  <a:lnTo>
                    <a:pt x="22546" y="243224"/>
                  </a:lnTo>
                  <a:lnTo>
                    <a:pt x="25299" y="247801"/>
                  </a:lnTo>
                  <a:lnTo>
                    <a:pt x="28197" y="252288"/>
                  </a:lnTo>
                  <a:lnTo>
                    <a:pt x="31237" y="256679"/>
                  </a:lnTo>
                  <a:lnTo>
                    <a:pt x="34416" y="260972"/>
                  </a:lnTo>
                  <a:lnTo>
                    <a:pt x="37731" y="265161"/>
                  </a:lnTo>
                  <a:lnTo>
                    <a:pt x="41177" y="269241"/>
                  </a:lnTo>
                  <a:lnTo>
                    <a:pt x="44752" y="273210"/>
                  </a:lnTo>
                  <a:lnTo>
                    <a:pt x="48452" y="277062"/>
                  </a:lnTo>
                  <a:lnTo>
                    <a:pt x="52273" y="280794"/>
                  </a:lnTo>
                  <a:lnTo>
                    <a:pt x="56212" y="284402"/>
                  </a:lnTo>
                  <a:lnTo>
                    <a:pt x="60264" y="287883"/>
                  </a:lnTo>
                  <a:lnTo>
                    <a:pt x="64425" y="291232"/>
                  </a:lnTo>
                  <a:lnTo>
                    <a:pt x="68690" y="294446"/>
                  </a:lnTo>
                  <a:lnTo>
                    <a:pt x="73057" y="297523"/>
                  </a:lnTo>
                  <a:lnTo>
                    <a:pt x="77519" y="300458"/>
                  </a:lnTo>
                  <a:lnTo>
                    <a:pt x="82073" y="303250"/>
                  </a:lnTo>
                  <a:lnTo>
                    <a:pt x="86714" y="305895"/>
                  </a:lnTo>
                  <a:lnTo>
                    <a:pt x="91436" y="308390"/>
                  </a:lnTo>
                  <a:lnTo>
                    <a:pt x="96236" y="310732"/>
                  </a:lnTo>
                  <a:lnTo>
                    <a:pt x="101109" y="312921"/>
                  </a:lnTo>
                  <a:lnTo>
                    <a:pt x="106049" y="314952"/>
                  </a:lnTo>
                  <a:lnTo>
                    <a:pt x="111051" y="316825"/>
                  </a:lnTo>
                  <a:lnTo>
                    <a:pt x="116111" y="318537"/>
                  </a:lnTo>
                  <a:lnTo>
                    <a:pt x="121223" y="320086"/>
                  </a:lnTo>
                  <a:lnTo>
                    <a:pt x="126381" y="321471"/>
                  </a:lnTo>
                  <a:lnTo>
                    <a:pt x="167150" y="1593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82775" y="5399291"/>
              <a:ext cx="207934" cy="334327"/>
            </a:xfrm>
            <a:custGeom>
              <a:avLst/>
              <a:pathLst>
                <a:path w="207934" h="334327">
                  <a:moveTo>
                    <a:pt x="0" y="329287"/>
                  </a:moveTo>
                  <a:lnTo>
                    <a:pt x="5201" y="330507"/>
                  </a:lnTo>
                  <a:lnTo>
                    <a:pt x="10439" y="331560"/>
                  </a:lnTo>
                  <a:lnTo>
                    <a:pt x="15708" y="332445"/>
                  </a:lnTo>
                  <a:lnTo>
                    <a:pt x="21002" y="333162"/>
                  </a:lnTo>
                  <a:lnTo>
                    <a:pt x="26317" y="333709"/>
                  </a:lnTo>
                  <a:lnTo>
                    <a:pt x="31647" y="334085"/>
                  </a:lnTo>
                  <a:lnTo>
                    <a:pt x="36985" y="334292"/>
                  </a:lnTo>
                  <a:lnTo>
                    <a:pt x="42328" y="334327"/>
                  </a:lnTo>
                  <a:lnTo>
                    <a:pt x="47669" y="334192"/>
                  </a:lnTo>
                  <a:lnTo>
                    <a:pt x="53003" y="333886"/>
                  </a:lnTo>
                  <a:lnTo>
                    <a:pt x="58324" y="333410"/>
                  </a:lnTo>
                  <a:lnTo>
                    <a:pt x="63628" y="332764"/>
                  </a:lnTo>
                  <a:lnTo>
                    <a:pt x="68908" y="331949"/>
                  </a:lnTo>
                  <a:lnTo>
                    <a:pt x="74160" y="330965"/>
                  </a:lnTo>
                  <a:lnTo>
                    <a:pt x="79377" y="329815"/>
                  </a:lnTo>
                  <a:lnTo>
                    <a:pt x="84555" y="328498"/>
                  </a:lnTo>
                  <a:lnTo>
                    <a:pt x="89688" y="327016"/>
                  </a:lnTo>
                  <a:lnTo>
                    <a:pt x="94771" y="325371"/>
                  </a:lnTo>
                  <a:lnTo>
                    <a:pt x="99799" y="323565"/>
                  </a:lnTo>
                  <a:lnTo>
                    <a:pt x="104767" y="321598"/>
                  </a:lnTo>
                  <a:lnTo>
                    <a:pt x="109670" y="319474"/>
                  </a:lnTo>
                  <a:lnTo>
                    <a:pt x="114502" y="317195"/>
                  </a:lnTo>
                  <a:lnTo>
                    <a:pt x="119258" y="314762"/>
                  </a:lnTo>
                  <a:lnTo>
                    <a:pt x="123935" y="312178"/>
                  </a:lnTo>
                  <a:lnTo>
                    <a:pt x="128526" y="309446"/>
                  </a:lnTo>
                  <a:lnTo>
                    <a:pt x="133028" y="306569"/>
                  </a:lnTo>
                  <a:lnTo>
                    <a:pt x="137436" y="303550"/>
                  </a:lnTo>
                  <a:lnTo>
                    <a:pt x="141745" y="300391"/>
                  </a:lnTo>
                  <a:lnTo>
                    <a:pt x="145951" y="297096"/>
                  </a:lnTo>
                  <a:lnTo>
                    <a:pt x="150049" y="293668"/>
                  </a:lnTo>
                  <a:lnTo>
                    <a:pt x="154036" y="290112"/>
                  </a:lnTo>
                  <a:lnTo>
                    <a:pt x="157907" y="286429"/>
                  </a:lnTo>
                  <a:lnTo>
                    <a:pt x="161658" y="282625"/>
                  </a:lnTo>
                  <a:lnTo>
                    <a:pt x="165286" y="278703"/>
                  </a:lnTo>
                  <a:lnTo>
                    <a:pt x="168787" y="274667"/>
                  </a:lnTo>
                  <a:lnTo>
                    <a:pt x="172157" y="270521"/>
                  </a:lnTo>
                  <a:lnTo>
                    <a:pt x="175392" y="266269"/>
                  </a:lnTo>
                  <a:lnTo>
                    <a:pt x="178491" y="261916"/>
                  </a:lnTo>
                  <a:lnTo>
                    <a:pt x="181448" y="257467"/>
                  </a:lnTo>
                  <a:lnTo>
                    <a:pt x="184262" y="252925"/>
                  </a:lnTo>
                  <a:lnTo>
                    <a:pt x="186929" y="248296"/>
                  </a:lnTo>
                  <a:lnTo>
                    <a:pt x="189447" y="243584"/>
                  </a:lnTo>
                  <a:lnTo>
                    <a:pt x="191813" y="238793"/>
                  </a:lnTo>
                  <a:lnTo>
                    <a:pt x="194025" y="233930"/>
                  </a:lnTo>
                  <a:lnTo>
                    <a:pt x="196080" y="228998"/>
                  </a:lnTo>
                  <a:lnTo>
                    <a:pt x="197977" y="224003"/>
                  </a:lnTo>
                  <a:lnTo>
                    <a:pt x="199713" y="218951"/>
                  </a:lnTo>
                  <a:lnTo>
                    <a:pt x="201286" y="213845"/>
                  </a:lnTo>
                  <a:lnTo>
                    <a:pt x="202696" y="208691"/>
                  </a:lnTo>
                  <a:lnTo>
                    <a:pt x="203940" y="203496"/>
                  </a:lnTo>
                  <a:lnTo>
                    <a:pt x="205018" y="198263"/>
                  </a:lnTo>
                  <a:lnTo>
                    <a:pt x="205928" y="192998"/>
                  </a:lnTo>
                  <a:lnTo>
                    <a:pt x="206669" y="187707"/>
                  </a:lnTo>
                  <a:lnTo>
                    <a:pt x="207240" y="182395"/>
                  </a:lnTo>
                  <a:lnTo>
                    <a:pt x="207642" y="177067"/>
                  </a:lnTo>
                  <a:lnTo>
                    <a:pt x="207873" y="171729"/>
                  </a:lnTo>
                  <a:lnTo>
                    <a:pt x="207934" y="166387"/>
                  </a:lnTo>
                  <a:lnTo>
                    <a:pt x="207823" y="161045"/>
                  </a:lnTo>
                  <a:lnTo>
                    <a:pt x="207542" y="155710"/>
                  </a:lnTo>
                  <a:lnTo>
                    <a:pt x="207091" y="150386"/>
                  </a:lnTo>
                  <a:lnTo>
                    <a:pt x="206470" y="145080"/>
                  </a:lnTo>
                  <a:lnTo>
                    <a:pt x="205679" y="139796"/>
                  </a:lnTo>
                  <a:lnTo>
                    <a:pt x="204721" y="134540"/>
                  </a:lnTo>
                  <a:lnTo>
                    <a:pt x="203594" y="129317"/>
                  </a:lnTo>
                  <a:lnTo>
                    <a:pt x="202301" y="124133"/>
                  </a:lnTo>
                  <a:lnTo>
                    <a:pt x="200844" y="118993"/>
                  </a:lnTo>
                  <a:lnTo>
                    <a:pt x="199223" y="113902"/>
                  </a:lnTo>
                  <a:lnTo>
                    <a:pt x="197439" y="108866"/>
                  </a:lnTo>
                  <a:lnTo>
                    <a:pt x="195496" y="103889"/>
                  </a:lnTo>
                  <a:lnTo>
                    <a:pt x="193395" y="98977"/>
                  </a:lnTo>
                  <a:lnTo>
                    <a:pt x="191138" y="94134"/>
                  </a:lnTo>
                  <a:lnTo>
                    <a:pt x="188727" y="89366"/>
                  </a:lnTo>
                  <a:lnTo>
                    <a:pt x="186166" y="84678"/>
                  </a:lnTo>
                  <a:lnTo>
                    <a:pt x="183455" y="80073"/>
                  </a:lnTo>
                  <a:lnTo>
                    <a:pt x="180599" y="75558"/>
                  </a:lnTo>
                  <a:lnTo>
                    <a:pt x="177600" y="71136"/>
                  </a:lnTo>
                  <a:lnTo>
                    <a:pt x="174462" y="66813"/>
                  </a:lnTo>
                  <a:lnTo>
                    <a:pt x="171186" y="62592"/>
                  </a:lnTo>
                  <a:lnTo>
                    <a:pt x="167778" y="58477"/>
                  </a:lnTo>
                  <a:lnTo>
                    <a:pt x="164240" y="54474"/>
                  </a:lnTo>
                  <a:lnTo>
                    <a:pt x="160575" y="50586"/>
                  </a:lnTo>
                  <a:lnTo>
                    <a:pt x="156789" y="46817"/>
                  </a:lnTo>
                  <a:lnTo>
                    <a:pt x="152884" y="43171"/>
                  </a:lnTo>
                  <a:lnTo>
                    <a:pt x="148864" y="39651"/>
                  </a:lnTo>
                  <a:lnTo>
                    <a:pt x="144734" y="36262"/>
                  </a:lnTo>
                  <a:lnTo>
                    <a:pt x="140497" y="33007"/>
                  </a:lnTo>
                  <a:lnTo>
                    <a:pt x="136159" y="29888"/>
                  </a:lnTo>
                  <a:lnTo>
                    <a:pt x="131723" y="26910"/>
                  </a:lnTo>
                  <a:lnTo>
                    <a:pt x="127195" y="24075"/>
                  </a:lnTo>
                  <a:lnTo>
                    <a:pt x="122578" y="21386"/>
                  </a:lnTo>
                  <a:lnTo>
                    <a:pt x="117878" y="18846"/>
                  </a:lnTo>
                  <a:lnTo>
                    <a:pt x="113098" y="16458"/>
                  </a:lnTo>
                  <a:lnTo>
                    <a:pt x="108245" y="14223"/>
                  </a:lnTo>
                  <a:lnTo>
                    <a:pt x="103323" y="12145"/>
                  </a:lnTo>
                  <a:lnTo>
                    <a:pt x="98337" y="10225"/>
                  </a:lnTo>
                  <a:lnTo>
                    <a:pt x="93293" y="8466"/>
                  </a:lnTo>
                  <a:lnTo>
                    <a:pt x="88194" y="6868"/>
                  </a:lnTo>
                  <a:lnTo>
                    <a:pt x="83048" y="5434"/>
                  </a:lnTo>
                  <a:lnTo>
                    <a:pt x="77858" y="4166"/>
                  </a:lnTo>
                  <a:lnTo>
                    <a:pt x="72630" y="3064"/>
                  </a:lnTo>
                  <a:lnTo>
                    <a:pt x="67369" y="2130"/>
                  </a:lnTo>
                  <a:lnTo>
                    <a:pt x="62082" y="1364"/>
                  </a:lnTo>
                  <a:lnTo>
                    <a:pt x="56772" y="767"/>
                  </a:lnTo>
                  <a:lnTo>
                    <a:pt x="51447" y="341"/>
                  </a:lnTo>
                  <a:lnTo>
                    <a:pt x="46110" y="85"/>
                  </a:lnTo>
                  <a:lnTo>
                    <a:pt x="40768" y="0"/>
                  </a:lnTo>
                  <a:lnTo>
                    <a:pt x="4076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26341" y="5269756"/>
              <a:ext cx="18916" cy="167167"/>
            </a:xfrm>
            <a:custGeom>
              <a:avLst/>
              <a:pathLst>
                <a:path w="18916" h="167167">
                  <a:moveTo>
                    <a:pt x="18916" y="0"/>
                  </a:moveTo>
                  <a:lnTo>
                    <a:pt x="9443" y="268"/>
                  </a:lnTo>
                  <a:lnTo>
                    <a:pt x="0" y="1073"/>
                  </a:lnTo>
                  <a:lnTo>
                    <a:pt x="1891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26341" y="5270830"/>
              <a:ext cx="18916" cy="166093"/>
            </a:xfrm>
            <a:custGeom>
              <a:avLst/>
              <a:pathLst>
                <a:path w="18916" h="166093">
                  <a:moveTo>
                    <a:pt x="0" y="0"/>
                  </a:moveTo>
                  <a:lnTo>
                    <a:pt x="18916" y="1660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26341" y="5270830"/>
              <a:ext cx="18916" cy="166093"/>
            </a:xfrm>
            <a:custGeom>
              <a:avLst/>
              <a:pathLst>
                <a:path w="18916" h="166093">
                  <a:moveTo>
                    <a:pt x="0" y="0"/>
                  </a:moveTo>
                  <a:lnTo>
                    <a:pt x="18916" y="1660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26341" y="5270830"/>
              <a:ext cx="18916" cy="166093"/>
            </a:xfrm>
            <a:custGeom>
              <a:avLst/>
              <a:pathLst>
                <a:path w="18916" h="166093">
                  <a:moveTo>
                    <a:pt x="0" y="0"/>
                  </a:moveTo>
                  <a:lnTo>
                    <a:pt x="18916" y="1660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26341" y="5270830"/>
              <a:ext cx="18916" cy="166093"/>
            </a:xfrm>
            <a:custGeom>
              <a:avLst/>
              <a:pathLst>
                <a:path w="18916" h="166093">
                  <a:moveTo>
                    <a:pt x="0" y="0"/>
                  </a:moveTo>
                  <a:lnTo>
                    <a:pt x="18916" y="1660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388744" y="5270830"/>
              <a:ext cx="156514" cy="166093"/>
            </a:xfrm>
            <a:custGeom>
              <a:avLst/>
              <a:pathLst>
                <a:path w="156514" h="166093">
                  <a:moveTo>
                    <a:pt x="137597" y="0"/>
                  </a:moveTo>
                  <a:lnTo>
                    <a:pt x="132080" y="721"/>
                  </a:lnTo>
                  <a:lnTo>
                    <a:pt x="126590" y="1626"/>
                  </a:lnTo>
                  <a:lnTo>
                    <a:pt x="121133" y="2713"/>
                  </a:lnTo>
                  <a:lnTo>
                    <a:pt x="115715" y="3981"/>
                  </a:lnTo>
                  <a:lnTo>
                    <a:pt x="110342" y="5428"/>
                  </a:lnTo>
                  <a:lnTo>
                    <a:pt x="105021" y="7054"/>
                  </a:lnTo>
                  <a:lnTo>
                    <a:pt x="99757" y="8856"/>
                  </a:lnTo>
                  <a:lnTo>
                    <a:pt x="94555" y="10832"/>
                  </a:lnTo>
                  <a:lnTo>
                    <a:pt x="89422" y="12980"/>
                  </a:lnTo>
                  <a:lnTo>
                    <a:pt x="84364" y="15298"/>
                  </a:lnTo>
                  <a:lnTo>
                    <a:pt x="79385" y="17782"/>
                  </a:lnTo>
                  <a:lnTo>
                    <a:pt x="74492" y="20431"/>
                  </a:lnTo>
                  <a:lnTo>
                    <a:pt x="69690" y="23242"/>
                  </a:lnTo>
                  <a:lnTo>
                    <a:pt x="64984" y="26211"/>
                  </a:lnTo>
                  <a:lnTo>
                    <a:pt x="60379" y="29334"/>
                  </a:lnTo>
                  <a:lnTo>
                    <a:pt x="55881" y="32609"/>
                  </a:lnTo>
                  <a:lnTo>
                    <a:pt x="51494" y="36032"/>
                  </a:lnTo>
                  <a:lnTo>
                    <a:pt x="47224" y="39600"/>
                  </a:lnTo>
                  <a:lnTo>
                    <a:pt x="43074" y="43307"/>
                  </a:lnTo>
                  <a:lnTo>
                    <a:pt x="39051" y="47150"/>
                  </a:lnTo>
                  <a:lnTo>
                    <a:pt x="35157" y="51125"/>
                  </a:lnTo>
                  <a:lnTo>
                    <a:pt x="31399" y="55228"/>
                  </a:lnTo>
                  <a:lnTo>
                    <a:pt x="27778" y="59453"/>
                  </a:lnTo>
                  <a:lnTo>
                    <a:pt x="24300" y="63797"/>
                  </a:lnTo>
                  <a:lnTo>
                    <a:pt x="20969" y="68253"/>
                  </a:lnTo>
                  <a:lnTo>
                    <a:pt x="17788" y="72819"/>
                  </a:lnTo>
                  <a:lnTo>
                    <a:pt x="14761" y="77487"/>
                  </a:lnTo>
                  <a:lnTo>
                    <a:pt x="11890" y="82254"/>
                  </a:lnTo>
                  <a:lnTo>
                    <a:pt x="9180" y="87114"/>
                  </a:lnTo>
                  <a:lnTo>
                    <a:pt x="6633" y="92061"/>
                  </a:lnTo>
                  <a:lnTo>
                    <a:pt x="4253" y="97090"/>
                  </a:lnTo>
                  <a:lnTo>
                    <a:pt x="2040" y="102195"/>
                  </a:lnTo>
                  <a:lnTo>
                    <a:pt x="0" y="107372"/>
                  </a:lnTo>
                  <a:lnTo>
                    <a:pt x="156514" y="1660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378099" y="5269756"/>
              <a:ext cx="334309" cy="334333"/>
            </a:xfrm>
            <a:custGeom>
              <a:avLst/>
              <a:pathLst>
                <a:path w="334309" h="334333">
                  <a:moveTo>
                    <a:pt x="10644" y="108445"/>
                  </a:moveTo>
                  <a:lnTo>
                    <a:pt x="8861" y="113435"/>
                  </a:lnTo>
                  <a:lnTo>
                    <a:pt x="7238" y="118478"/>
                  </a:lnTo>
                  <a:lnTo>
                    <a:pt x="5776" y="123571"/>
                  </a:lnTo>
                  <a:lnTo>
                    <a:pt x="4475" y="128707"/>
                  </a:lnTo>
                  <a:lnTo>
                    <a:pt x="3338" y="133882"/>
                  </a:lnTo>
                  <a:lnTo>
                    <a:pt x="2365" y="139090"/>
                  </a:lnTo>
                  <a:lnTo>
                    <a:pt x="1558" y="144327"/>
                  </a:lnTo>
                  <a:lnTo>
                    <a:pt x="918" y="149586"/>
                  </a:lnTo>
                  <a:lnTo>
                    <a:pt x="444" y="154863"/>
                  </a:lnTo>
                  <a:lnTo>
                    <a:pt x="138" y="160152"/>
                  </a:lnTo>
                  <a:lnTo>
                    <a:pt x="0" y="165449"/>
                  </a:lnTo>
                  <a:lnTo>
                    <a:pt x="29" y="170747"/>
                  </a:lnTo>
                  <a:lnTo>
                    <a:pt x="226" y="176042"/>
                  </a:lnTo>
                  <a:lnTo>
                    <a:pt x="591" y="181327"/>
                  </a:lnTo>
                  <a:lnTo>
                    <a:pt x="1124" y="186599"/>
                  </a:lnTo>
                  <a:lnTo>
                    <a:pt x="1823" y="191851"/>
                  </a:lnTo>
                  <a:lnTo>
                    <a:pt x="2688" y="197078"/>
                  </a:lnTo>
                  <a:lnTo>
                    <a:pt x="3719" y="202275"/>
                  </a:lnTo>
                  <a:lnTo>
                    <a:pt x="4914" y="207437"/>
                  </a:lnTo>
                  <a:lnTo>
                    <a:pt x="6271" y="212558"/>
                  </a:lnTo>
                  <a:lnTo>
                    <a:pt x="7791" y="217634"/>
                  </a:lnTo>
                  <a:lnTo>
                    <a:pt x="9470" y="222659"/>
                  </a:lnTo>
                  <a:lnTo>
                    <a:pt x="11308" y="227628"/>
                  </a:lnTo>
                  <a:lnTo>
                    <a:pt x="13302" y="232537"/>
                  </a:lnTo>
                  <a:lnTo>
                    <a:pt x="15451" y="237380"/>
                  </a:lnTo>
                  <a:lnTo>
                    <a:pt x="17752" y="242152"/>
                  </a:lnTo>
                  <a:lnTo>
                    <a:pt x="20203" y="246849"/>
                  </a:lnTo>
                  <a:lnTo>
                    <a:pt x="22802" y="251466"/>
                  </a:lnTo>
                  <a:lnTo>
                    <a:pt x="25546" y="255999"/>
                  </a:lnTo>
                  <a:lnTo>
                    <a:pt x="28433" y="260442"/>
                  </a:lnTo>
                  <a:lnTo>
                    <a:pt x="31458" y="264791"/>
                  </a:lnTo>
                  <a:lnTo>
                    <a:pt x="34620" y="269043"/>
                  </a:lnTo>
                  <a:lnTo>
                    <a:pt x="37915" y="273192"/>
                  </a:lnTo>
                  <a:lnTo>
                    <a:pt x="41340" y="277234"/>
                  </a:lnTo>
                  <a:lnTo>
                    <a:pt x="44891" y="281166"/>
                  </a:lnTo>
                  <a:lnTo>
                    <a:pt x="48566" y="284984"/>
                  </a:lnTo>
                  <a:lnTo>
                    <a:pt x="52359" y="288683"/>
                  </a:lnTo>
                  <a:lnTo>
                    <a:pt x="56267" y="292260"/>
                  </a:lnTo>
                  <a:lnTo>
                    <a:pt x="60287" y="295711"/>
                  </a:lnTo>
                  <a:lnTo>
                    <a:pt x="64415" y="299033"/>
                  </a:lnTo>
                  <a:lnTo>
                    <a:pt x="68645" y="302223"/>
                  </a:lnTo>
                  <a:lnTo>
                    <a:pt x="72975" y="305277"/>
                  </a:lnTo>
                  <a:lnTo>
                    <a:pt x="77399" y="308192"/>
                  </a:lnTo>
                  <a:lnTo>
                    <a:pt x="81913" y="310966"/>
                  </a:lnTo>
                  <a:lnTo>
                    <a:pt x="86513" y="313595"/>
                  </a:lnTo>
                  <a:lnTo>
                    <a:pt x="91194" y="316077"/>
                  </a:lnTo>
                  <a:lnTo>
                    <a:pt x="95951" y="318410"/>
                  </a:lnTo>
                  <a:lnTo>
                    <a:pt x="100780" y="320591"/>
                  </a:lnTo>
                  <a:lnTo>
                    <a:pt x="105675" y="322617"/>
                  </a:lnTo>
                  <a:lnTo>
                    <a:pt x="110632" y="324488"/>
                  </a:lnTo>
                  <a:lnTo>
                    <a:pt x="115646" y="326200"/>
                  </a:lnTo>
                  <a:lnTo>
                    <a:pt x="120712" y="327752"/>
                  </a:lnTo>
                  <a:lnTo>
                    <a:pt x="125824" y="329144"/>
                  </a:lnTo>
                  <a:lnTo>
                    <a:pt x="130978" y="330372"/>
                  </a:lnTo>
                  <a:lnTo>
                    <a:pt x="136168" y="331437"/>
                  </a:lnTo>
                  <a:lnTo>
                    <a:pt x="141390" y="332336"/>
                  </a:lnTo>
                  <a:lnTo>
                    <a:pt x="146637" y="333070"/>
                  </a:lnTo>
                  <a:lnTo>
                    <a:pt x="151905" y="333637"/>
                  </a:lnTo>
                  <a:lnTo>
                    <a:pt x="157188" y="334037"/>
                  </a:lnTo>
                  <a:lnTo>
                    <a:pt x="162481" y="334269"/>
                  </a:lnTo>
                  <a:lnTo>
                    <a:pt x="167779" y="334333"/>
                  </a:lnTo>
                  <a:lnTo>
                    <a:pt x="173076" y="334230"/>
                  </a:lnTo>
                  <a:lnTo>
                    <a:pt x="178367" y="333958"/>
                  </a:lnTo>
                  <a:lnTo>
                    <a:pt x="183648" y="333519"/>
                  </a:lnTo>
                  <a:lnTo>
                    <a:pt x="188911" y="332913"/>
                  </a:lnTo>
                  <a:lnTo>
                    <a:pt x="194153" y="332140"/>
                  </a:lnTo>
                  <a:lnTo>
                    <a:pt x="199367" y="331202"/>
                  </a:lnTo>
                  <a:lnTo>
                    <a:pt x="204549" y="330099"/>
                  </a:lnTo>
                  <a:lnTo>
                    <a:pt x="209694" y="328832"/>
                  </a:lnTo>
                  <a:lnTo>
                    <a:pt x="214796" y="327403"/>
                  </a:lnTo>
                  <a:lnTo>
                    <a:pt x="219850" y="325813"/>
                  </a:lnTo>
                  <a:lnTo>
                    <a:pt x="224851" y="324063"/>
                  </a:lnTo>
                  <a:lnTo>
                    <a:pt x="229794" y="322156"/>
                  </a:lnTo>
                  <a:lnTo>
                    <a:pt x="234674" y="320093"/>
                  </a:lnTo>
                  <a:lnTo>
                    <a:pt x="239487" y="317877"/>
                  </a:lnTo>
                  <a:lnTo>
                    <a:pt x="244226" y="315509"/>
                  </a:lnTo>
                  <a:lnTo>
                    <a:pt x="248889" y="312992"/>
                  </a:lnTo>
                  <a:lnTo>
                    <a:pt x="253469" y="310329"/>
                  </a:lnTo>
                  <a:lnTo>
                    <a:pt x="257963" y="307522"/>
                  </a:lnTo>
                  <a:lnTo>
                    <a:pt x="262365" y="304574"/>
                  </a:lnTo>
                  <a:lnTo>
                    <a:pt x="266671" y="301488"/>
                  </a:lnTo>
                  <a:lnTo>
                    <a:pt x="270878" y="298267"/>
                  </a:lnTo>
                  <a:lnTo>
                    <a:pt x="274981" y="294914"/>
                  </a:lnTo>
                  <a:lnTo>
                    <a:pt x="278975" y="291433"/>
                  </a:lnTo>
                  <a:lnTo>
                    <a:pt x="282857" y="287827"/>
                  </a:lnTo>
                  <a:lnTo>
                    <a:pt x="286622" y="284100"/>
                  </a:lnTo>
                  <a:lnTo>
                    <a:pt x="290268" y="280255"/>
                  </a:lnTo>
                  <a:lnTo>
                    <a:pt x="293790" y="276297"/>
                  </a:lnTo>
                  <a:lnTo>
                    <a:pt x="297185" y="272229"/>
                  </a:lnTo>
                  <a:lnTo>
                    <a:pt x="300449" y="268056"/>
                  </a:lnTo>
                  <a:lnTo>
                    <a:pt x="303579" y="263781"/>
                  </a:lnTo>
                  <a:lnTo>
                    <a:pt x="306572" y="259409"/>
                  </a:lnTo>
                  <a:lnTo>
                    <a:pt x="309426" y="254945"/>
                  </a:lnTo>
                  <a:lnTo>
                    <a:pt x="312136" y="250392"/>
                  </a:lnTo>
                  <a:lnTo>
                    <a:pt x="314700" y="245756"/>
                  </a:lnTo>
                  <a:lnTo>
                    <a:pt x="317117" y="241041"/>
                  </a:lnTo>
                  <a:lnTo>
                    <a:pt x="319383" y="236251"/>
                  </a:lnTo>
                  <a:lnTo>
                    <a:pt x="321495" y="231393"/>
                  </a:lnTo>
                  <a:lnTo>
                    <a:pt x="323453" y="226469"/>
                  </a:lnTo>
                  <a:lnTo>
                    <a:pt x="325254" y="221486"/>
                  </a:lnTo>
                  <a:lnTo>
                    <a:pt x="326896" y="216449"/>
                  </a:lnTo>
                  <a:lnTo>
                    <a:pt x="328378" y="211362"/>
                  </a:lnTo>
                  <a:lnTo>
                    <a:pt x="329697" y="206231"/>
                  </a:lnTo>
                  <a:lnTo>
                    <a:pt x="330854" y="201060"/>
                  </a:lnTo>
                  <a:lnTo>
                    <a:pt x="331845" y="195856"/>
                  </a:lnTo>
                  <a:lnTo>
                    <a:pt x="332672" y="190622"/>
                  </a:lnTo>
                  <a:lnTo>
                    <a:pt x="333332" y="185365"/>
                  </a:lnTo>
                  <a:lnTo>
                    <a:pt x="333825" y="180090"/>
                  </a:lnTo>
                  <a:lnTo>
                    <a:pt x="334151" y="174802"/>
                  </a:lnTo>
                  <a:lnTo>
                    <a:pt x="334309" y="169506"/>
                  </a:lnTo>
                  <a:lnTo>
                    <a:pt x="334299" y="164207"/>
                  </a:lnTo>
                  <a:lnTo>
                    <a:pt x="334122" y="158912"/>
                  </a:lnTo>
                  <a:lnTo>
                    <a:pt x="333776" y="153625"/>
                  </a:lnTo>
                  <a:lnTo>
                    <a:pt x="333263" y="148352"/>
                  </a:lnTo>
                  <a:lnTo>
                    <a:pt x="332584" y="143097"/>
                  </a:lnTo>
                  <a:lnTo>
                    <a:pt x="331738" y="137867"/>
                  </a:lnTo>
                  <a:lnTo>
                    <a:pt x="330727" y="132666"/>
                  </a:lnTo>
                  <a:lnTo>
                    <a:pt x="329551" y="127500"/>
                  </a:lnTo>
                  <a:lnTo>
                    <a:pt x="328212" y="122373"/>
                  </a:lnTo>
                  <a:lnTo>
                    <a:pt x="326712" y="117292"/>
                  </a:lnTo>
                  <a:lnTo>
                    <a:pt x="325051" y="112261"/>
                  </a:lnTo>
                  <a:lnTo>
                    <a:pt x="323232" y="107285"/>
                  </a:lnTo>
                  <a:lnTo>
                    <a:pt x="321256" y="102369"/>
                  </a:lnTo>
                  <a:lnTo>
                    <a:pt x="319125" y="97518"/>
                  </a:lnTo>
                  <a:lnTo>
                    <a:pt x="316842" y="92737"/>
                  </a:lnTo>
                  <a:lnTo>
                    <a:pt x="314408" y="88031"/>
                  </a:lnTo>
                  <a:lnTo>
                    <a:pt x="311826" y="83404"/>
                  </a:lnTo>
                  <a:lnTo>
                    <a:pt x="309099" y="78862"/>
                  </a:lnTo>
                  <a:lnTo>
                    <a:pt x="306229" y="74408"/>
                  </a:lnTo>
                  <a:lnTo>
                    <a:pt x="303219" y="70047"/>
                  </a:lnTo>
                  <a:lnTo>
                    <a:pt x="300073" y="65784"/>
                  </a:lnTo>
                  <a:lnTo>
                    <a:pt x="296794" y="61623"/>
                  </a:lnTo>
                  <a:lnTo>
                    <a:pt x="293384" y="57568"/>
                  </a:lnTo>
                  <a:lnTo>
                    <a:pt x="289847" y="53623"/>
                  </a:lnTo>
                  <a:lnTo>
                    <a:pt x="286187" y="49792"/>
                  </a:lnTo>
                  <a:lnTo>
                    <a:pt x="282408" y="46078"/>
                  </a:lnTo>
                  <a:lnTo>
                    <a:pt x="278513" y="42487"/>
                  </a:lnTo>
                  <a:lnTo>
                    <a:pt x="274506" y="39021"/>
                  </a:lnTo>
                  <a:lnTo>
                    <a:pt x="270391" y="35683"/>
                  </a:lnTo>
                  <a:lnTo>
                    <a:pt x="266172" y="32478"/>
                  </a:lnTo>
                  <a:lnTo>
                    <a:pt x="261854" y="29408"/>
                  </a:lnTo>
                  <a:lnTo>
                    <a:pt x="257441" y="26476"/>
                  </a:lnTo>
                  <a:lnTo>
                    <a:pt x="252937" y="23685"/>
                  </a:lnTo>
                  <a:lnTo>
                    <a:pt x="248347" y="21039"/>
                  </a:lnTo>
                  <a:lnTo>
                    <a:pt x="243675" y="18540"/>
                  </a:lnTo>
                  <a:lnTo>
                    <a:pt x="238927" y="16189"/>
                  </a:lnTo>
                  <a:lnTo>
                    <a:pt x="234106" y="13991"/>
                  </a:lnTo>
                  <a:lnTo>
                    <a:pt x="229218" y="11946"/>
                  </a:lnTo>
                  <a:lnTo>
                    <a:pt x="224268" y="10057"/>
                  </a:lnTo>
                  <a:lnTo>
                    <a:pt x="219260" y="8326"/>
                  </a:lnTo>
                  <a:lnTo>
                    <a:pt x="214200" y="6755"/>
                  </a:lnTo>
                  <a:lnTo>
                    <a:pt x="209093" y="5345"/>
                  </a:lnTo>
                  <a:lnTo>
                    <a:pt x="203944" y="4097"/>
                  </a:lnTo>
                  <a:lnTo>
                    <a:pt x="198758" y="3013"/>
                  </a:lnTo>
                  <a:lnTo>
                    <a:pt x="193540" y="2094"/>
                  </a:lnTo>
                  <a:lnTo>
                    <a:pt x="188295" y="1341"/>
                  </a:lnTo>
                  <a:lnTo>
                    <a:pt x="183030" y="755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87847" y="5018213"/>
              <a:ext cx="33191" cy="167167"/>
            </a:xfrm>
            <a:custGeom>
              <a:avLst/>
              <a:pathLst>
                <a:path w="33191" h="167167">
                  <a:moveTo>
                    <a:pt x="33191" y="0"/>
                  </a:moveTo>
                  <a:lnTo>
                    <a:pt x="26510" y="133"/>
                  </a:lnTo>
                  <a:lnTo>
                    <a:pt x="19840" y="534"/>
                  </a:lnTo>
                  <a:lnTo>
                    <a:pt x="13191" y="1200"/>
                  </a:lnTo>
                  <a:lnTo>
                    <a:pt x="6574" y="2132"/>
                  </a:lnTo>
                  <a:lnTo>
                    <a:pt x="0" y="3328"/>
                  </a:lnTo>
                  <a:lnTo>
                    <a:pt x="3319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987847" y="5021541"/>
              <a:ext cx="33191" cy="163839"/>
            </a:xfrm>
            <a:custGeom>
              <a:avLst/>
              <a:pathLst>
                <a:path w="33191" h="163839">
                  <a:moveTo>
                    <a:pt x="0" y="0"/>
                  </a:moveTo>
                  <a:lnTo>
                    <a:pt x="33191" y="1638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987847" y="5021541"/>
              <a:ext cx="33191" cy="163839"/>
            </a:xfrm>
            <a:custGeom>
              <a:avLst/>
              <a:pathLst>
                <a:path w="33191" h="163839">
                  <a:moveTo>
                    <a:pt x="0" y="0"/>
                  </a:moveTo>
                  <a:lnTo>
                    <a:pt x="33191" y="1638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987847" y="5021541"/>
              <a:ext cx="33191" cy="163839"/>
            </a:xfrm>
            <a:custGeom>
              <a:avLst/>
              <a:pathLst>
                <a:path w="33191" h="163839">
                  <a:moveTo>
                    <a:pt x="0" y="0"/>
                  </a:moveTo>
                  <a:lnTo>
                    <a:pt x="33191" y="1638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853879" y="5021541"/>
              <a:ext cx="167160" cy="197376"/>
            </a:xfrm>
            <a:custGeom>
              <a:avLst/>
              <a:pathLst>
                <a:path w="167160" h="197376">
                  <a:moveTo>
                    <a:pt x="133968" y="0"/>
                  </a:moveTo>
                  <a:lnTo>
                    <a:pt x="128727" y="1149"/>
                  </a:lnTo>
                  <a:lnTo>
                    <a:pt x="123525" y="2466"/>
                  </a:lnTo>
                  <a:lnTo>
                    <a:pt x="118368" y="3950"/>
                  </a:lnTo>
                  <a:lnTo>
                    <a:pt x="113262" y="5598"/>
                  </a:lnTo>
                  <a:lnTo>
                    <a:pt x="108211" y="7410"/>
                  </a:lnTo>
                  <a:lnTo>
                    <a:pt x="103221" y="9382"/>
                  </a:lnTo>
                  <a:lnTo>
                    <a:pt x="98297" y="11514"/>
                  </a:lnTo>
                  <a:lnTo>
                    <a:pt x="93443" y="13802"/>
                  </a:lnTo>
                  <a:lnTo>
                    <a:pt x="88666" y="16246"/>
                  </a:lnTo>
                  <a:lnTo>
                    <a:pt x="83969" y="18841"/>
                  </a:lnTo>
                  <a:lnTo>
                    <a:pt x="79359" y="21586"/>
                  </a:lnTo>
                  <a:lnTo>
                    <a:pt x="74838" y="24477"/>
                  </a:lnTo>
                  <a:lnTo>
                    <a:pt x="70413" y="27512"/>
                  </a:lnTo>
                  <a:lnTo>
                    <a:pt x="66087" y="30687"/>
                  </a:lnTo>
                  <a:lnTo>
                    <a:pt x="61866" y="33999"/>
                  </a:lnTo>
                  <a:lnTo>
                    <a:pt x="57753" y="37446"/>
                  </a:lnTo>
                  <a:lnTo>
                    <a:pt x="53753" y="41022"/>
                  </a:lnTo>
                  <a:lnTo>
                    <a:pt x="49870" y="44725"/>
                  </a:lnTo>
                  <a:lnTo>
                    <a:pt x="46107" y="48551"/>
                  </a:lnTo>
                  <a:lnTo>
                    <a:pt x="42469" y="52495"/>
                  </a:lnTo>
                  <a:lnTo>
                    <a:pt x="38960" y="56555"/>
                  </a:lnTo>
                  <a:lnTo>
                    <a:pt x="35583" y="60724"/>
                  </a:lnTo>
                  <a:lnTo>
                    <a:pt x="32341" y="65001"/>
                  </a:lnTo>
                  <a:lnTo>
                    <a:pt x="29239" y="69378"/>
                  </a:lnTo>
                  <a:lnTo>
                    <a:pt x="26278" y="73854"/>
                  </a:lnTo>
                  <a:lnTo>
                    <a:pt x="23462" y="78421"/>
                  </a:lnTo>
                  <a:lnTo>
                    <a:pt x="20795" y="83077"/>
                  </a:lnTo>
                  <a:lnTo>
                    <a:pt x="18278" y="87817"/>
                  </a:lnTo>
                  <a:lnTo>
                    <a:pt x="15915" y="92634"/>
                  </a:lnTo>
                  <a:lnTo>
                    <a:pt x="13708" y="97525"/>
                  </a:lnTo>
                  <a:lnTo>
                    <a:pt x="11659" y="102484"/>
                  </a:lnTo>
                  <a:lnTo>
                    <a:pt x="9770" y="107506"/>
                  </a:lnTo>
                  <a:lnTo>
                    <a:pt x="8043" y="112587"/>
                  </a:lnTo>
                  <a:lnTo>
                    <a:pt x="6480" y="117720"/>
                  </a:lnTo>
                  <a:lnTo>
                    <a:pt x="5082" y="122901"/>
                  </a:lnTo>
                  <a:lnTo>
                    <a:pt x="3852" y="128124"/>
                  </a:lnTo>
                  <a:lnTo>
                    <a:pt x="2790" y="133383"/>
                  </a:lnTo>
                  <a:lnTo>
                    <a:pt x="1897" y="138674"/>
                  </a:lnTo>
                  <a:lnTo>
                    <a:pt x="1175" y="143991"/>
                  </a:lnTo>
                  <a:lnTo>
                    <a:pt x="623" y="149329"/>
                  </a:lnTo>
                  <a:lnTo>
                    <a:pt x="243" y="154681"/>
                  </a:lnTo>
                  <a:lnTo>
                    <a:pt x="35" y="160043"/>
                  </a:lnTo>
                  <a:lnTo>
                    <a:pt x="0" y="165409"/>
                  </a:lnTo>
                  <a:lnTo>
                    <a:pt x="136" y="170773"/>
                  </a:lnTo>
                  <a:lnTo>
                    <a:pt x="445" y="176130"/>
                  </a:lnTo>
                  <a:lnTo>
                    <a:pt x="925" y="181474"/>
                  </a:lnTo>
                  <a:lnTo>
                    <a:pt x="1577" y="186800"/>
                  </a:lnTo>
                  <a:lnTo>
                    <a:pt x="2399" y="192103"/>
                  </a:lnTo>
                  <a:lnTo>
                    <a:pt x="3391" y="197376"/>
                  </a:lnTo>
                  <a:lnTo>
                    <a:pt x="167160" y="1638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857270" y="5018213"/>
              <a:ext cx="330918" cy="334334"/>
            </a:xfrm>
            <a:custGeom>
              <a:avLst/>
              <a:pathLst>
                <a:path w="330918" h="334334">
                  <a:moveTo>
                    <a:pt x="0" y="200705"/>
                  </a:moveTo>
                  <a:lnTo>
                    <a:pt x="1147" y="205889"/>
                  </a:lnTo>
                  <a:lnTo>
                    <a:pt x="2459" y="211034"/>
                  </a:lnTo>
                  <a:lnTo>
                    <a:pt x="3933" y="216134"/>
                  </a:lnTo>
                  <a:lnTo>
                    <a:pt x="5569" y="221186"/>
                  </a:lnTo>
                  <a:lnTo>
                    <a:pt x="7364" y="226183"/>
                  </a:lnTo>
                  <a:lnTo>
                    <a:pt x="9318" y="231120"/>
                  </a:lnTo>
                  <a:lnTo>
                    <a:pt x="11427" y="235993"/>
                  </a:lnTo>
                  <a:lnTo>
                    <a:pt x="13689" y="240796"/>
                  </a:lnTo>
                  <a:lnTo>
                    <a:pt x="16103" y="245525"/>
                  </a:lnTo>
                  <a:lnTo>
                    <a:pt x="18666" y="250175"/>
                  </a:lnTo>
                  <a:lnTo>
                    <a:pt x="21375" y="254741"/>
                  </a:lnTo>
                  <a:lnTo>
                    <a:pt x="24229" y="259219"/>
                  </a:lnTo>
                  <a:lnTo>
                    <a:pt x="27222" y="263604"/>
                  </a:lnTo>
                  <a:lnTo>
                    <a:pt x="30354" y="267892"/>
                  </a:lnTo>
                  <a:lnTo>
                    <a:pt x="33620" y="272078"/>
                  </a:lnTo>
                  <a:lnTo>
                    <a:pt x="37017" y="276159"/>
                  </a:lnTo>
                  <a:lnTo>
                    <a:pt x="40543" y="280129"/>
                  </a:lnTo>
                  <a:lnTo>
                    <a:pt x="44192" y="283985"/>
                  </a:lnTo>
                  <a:lnTo>
                    <a:pt x="47963" y="287724"/>
                  </a:lnTo>
                  <a:lnTo>
                    <a:pt x="51850" y="291341"/>
                  </a:lnTo>
                  <a:lnTo>
                    <a:pt x="55850" y="294833"/>
                  </a:lnTo>
                  <a:lnTo>
                    <a:pt x="59958" y="298195"/>
                  </a:lnTo>
                  <a:lnTo>
                    <a:pt x="64172" y="301426"/>
                  </a:lnTo>
                  <a:lnTo>
                    <a:pt x="68486" y="304521"/>
                  </a:lnTo>
                  <a:lnTo>
                    <a:pt x="72896" y="307478"/>
                  </a:lnTo>
                  <a:lnTo>
                    <a:pt x="77398" y="310293"/>
                  </a:lnTo>
                  <a:lnTo>
                    <a:pt x="81987" y="312964"/>
                  </a:lnTo>
                  <a:lnTo>
                    <a:pt x="86658" y="315488"/>
                  </a:lnTo>
                  <a:lnTo>
                    <a:pt x="91408" y="317862"/>
                  </a:lnTo>
                  <a:lnTo>
                    <a:pt x="96230" y="320084"/>
                  </a:lnTo>
                  <a:lnTo>
                    <a:pt x="101120" y="322151"/>
                  </a:lnTo>
                  <a:lnTo>
                    <a:pt x="106074" y="324063"/>
                  </a:lnTo>
                  <a:lnTo>
                    <a:pt x="111086" y="325816"/>
                  </a:lnTo>
                  <a:lnTo>
                    <a:pt x="116151" y="327409"/>
                  </a:lnTo>
                  <a:lnTo>
                    <a:pt x="121264" y="328840"/>
                  </a:lnTo>
                  <a:lnTo>
                    <a:pt x="126420" y="330109"/>
                  </a:lnTo>
                  <a:lnTo>
                    <a:pt x="131613" y="331213"/>
                  </a:lnTo>
                  <a:lnTo>
                    <a:pt x="136839" y="332151"/>
                  </a:lnTo>
                  <a:lnTo>
                    <a:pt x="142092" y="332923"/>
                  </a:lnTo>
                  <a:lnTo>
                    <a:pt x="147367" y="333528"/>
                  </a:lnTo>
                  <a:lnTo>
                    <a:pt x="152659" y="333965"/>
                  </a:lnTo>
                  <a:lnTo>
                    <a:pt x="157962" y="334234"/>
                  </a:lnTo>
                  <a:lnTo>
                    <a:pt x="163270" y="334334"/>
                  </a:lnTo>
                  <a:lnTo>
                    <a:pt x="168579" y="334265"/>
                  </a:lnTo>
                  <a:lnTo>
                    <a:pt x="173884" y="334028"/>
                  </a:lnTo>
                  <a:lnTo>
                    <a:pt x="179178" y="333623"/>
                  </a:lnTo>
                  <a:lnTo>
                    <a:pt x="184456" y="333049"/>
                  </a:lnTo>
                  <a:lnTo>
                    <a:pt x="189714" y="332309"/>
                  </a:lnTo>
                  <a:lnTo>
                    <a:pt x="194945" y="331401"/>
                  </a:lnTo>
                  <a:lnTo>
                    <a:pt x="200145" y="330328"/>
                  </a:lnTo>
                  <a:lnTo>
                    <a:pt x="205309" y="329091"/>
                  </a:lnTo>
                  <a:lnTo>
                    <a:pt x="210430" y="327690"/>
                  </a:lnTo>
                  <a:lnTo>
                    <a:pt x="215505" y="326127"/>
                  </a:lnTo>
                  <a:lnTo>
                    <a:pt x="220527" y="324404"/>
                  </a:lnTo>
                  <a:lnTo>
                    <a:pt x="225492" y="322522"/>
                  </a:lnTo>
                  <a:lnTo>
                    <a:pt x="230394" y="320483"/>
                  </a:lnTo>
                  <a:lnTo>
                    <a:pt x="235230" y="318290"/>
                  </a:lnTo>
                  <a:lnTo>
                    <a:pt x="239993" y="315944"/>
                  </a:lnTo>
                  <a:lnTo>
                    <a:pt x="244679" y="313449"/>
                  </a:lnTo>
                  <a:lnTo>
                    <a:pt x="249284" y="310805"/>
                  </a:lnTo>
                  <a:lnTo>
                    <a:pt x="253803" y="308017"/>
                  </a:lnTo>
                  <a:lnTo>
                    <a:pt x="258230" y="305087"/>
                  </a:lnTo>
                  <a:lnTo>
                    <a:pt x="262563" y="302017"/>
                  </a:lnTo>
                  <a:lnTo>
                    <a:pt x="266796" y="298812"/>
                  </a:lnTo>
                  <a:lnTo>
                    <a:pt x="270924" y="295473"/>
                  </a:lnTo>
                  <a:lnTo>
                    <a:pt x="274945" y="292005"/>
                  </a:lnTo>
                  <a:lnTo>
                    <a:pt x="278854" y="288412"/>
                  </a:lnTo>
                  <a:lnTo>
                    <a:pt x="282646" y="284696"/>
                  </a:lnTo>
                  <a:lnTo>
                    <a:pt x="286319" y="280861"/>
                  </a:lnTo>
                  <a:lnTo>
                    <a:pt x="289867" y="276912"/>
                  </a:lnTo>
                  <a:lnTo>
                    <a:pt x="293289" y="272852"/>
                  </a:lnTo>
                  <a:lnTo>
                    <a:pt x="296580" y="268685"/>
                  </a:lnTo>
                  <a:lnTo>
                    <a:pt x="299737" y="264416"/>
                  </a:lnTo>
                  <a:lnTo>
                    <a:pt x="302757" y="260049"/>
                  </a:lnTo>
                  <a:lnTo>
                    <a:pt x="305637" y="255588"/>
                  </a:lnTo>
                  <a:lnTo>
                    <a:pt x="308373" y="251038"/>
                  </a:lnTo>
                  <a:lnTo>
                    <a:pt x="310964" y="246403"/>
                  </a:lnTo>
                  <a:lnTo>
                    <a:pt x="313406" y="241689"/>
                  </a:lnTo>
                  <a:lnTo>
                    <a:pt x="315697" y="236899"/>
                  </a:lnTo>
                  <a:lnTo>
                    <a:pt x="317835" y="232039"/>
                  </a:lnTo>
                  <a:lnTo>
                    <a:pt x="319818" y="227113"/>
                  </a:lnTo>
                  <a:lnTo>
                    <a:pt x="321643" y="222127"/>
                  </a:lnTo>
                  <a:lnTo>
                    <a:pt x="323308" y="217086"/>
                  </a:lnTo>
                  <a:lnTo>
                    <a:pt x="324813" y="211994"/>
                  </a:lnTo>
                  <a:lnTo>
                    <a:pt x="326156" y="206857"/>
                  </a:lnTo>
                  <a:lnTo>
                    <a:pt x="327334" y="201680"/>
                  </a:lnTo>
                  <a:lnTo>
                    <a:pt x="328348" y="196468"/>
                  </a:lnTo>
                  <a:lnTo>
                    <a:pt x="329195" y="191226"/>
                  </a:lnTo>
                  <a:lnTo>
                    <a:pt x="329876" y="185960"/>
                  </a:lnTo>
                  <a:lnTo>
                    <a:pt x="330389" y="180676"/>
                  </a:lnTo>
                  <a:lnTo>
                    <a:pt x="330734" y="175377"/>
                  </a:lnTo>
                  <a:lnTo>
                    <a:pt x="330910" y="170071"/>
                  </a:lnTo>
                  <a:lnTo>
                    <a:pt x="330918" y="164761"/>
                  </a:lnTo>
                  <a:lnTo>
                    <a:pt x="330758" y="159454"/>
                  </a:lnTo>
                  <a:lnTo>
                    <a:pt x="330428" y="154155"/>
                  </a:lnTo>
                  <a:lnTo>
                    <a:pt x="329931" y="148868"/>
                  </a:lnTo>
                  <a:lnTo>
                    <a:pt x="329266" y="143601"/>
                  </a:lnTo>
                  <a:lnTo>
                    <a:pt x="328434" y="138357"/>
                  </a:lnTo>
                  <a:lnTo>
                    <a:pt x="327436" y="133142"/>
                  </a:lnTo>
                  <a:lnTo>
                    <a:pt x="326273" y="127961"/>
                  </a:lnTo>
                  <a:lnTo>
                    <a:pt x="324946" y="122820"/>
                  </a:lnTo>
                  <a:lnTo>
                    <a:pt x="323456" y="117724"/>
                  </a:lnTo>
                  <a:lnTo>
                    <a:pt x="321806" y="112677"/>
                  </a:lnTo>
                  <a:lnTo>
                    <a:pt x="319995" y="107686"/>
                  </a:lnTo>
                  <a:lnTo>
                    <a:pt x="318028" y="102754"/>
                  </a:lnTo>
                  <a:lnTo>
                    <a:pt x="315904" y="97888"/>
                  </a:lnTo>
                  <a:lnTo>
                    <a:pt x="313627" y="93091"/>
                  </a:lnTo>
                  <a:lnTo>
                    <a:pt x="311199" y="88369"/>
                  </a:lnTo>
                  <a:lnTo>
                    <a:pt x="308622" y="83727"/>
                  </a:lnTo>
                  <a:lnTo>
                    <a:pt x="305899" y="79169"/>
                  </a:lnTo>
                  <a:lnTo>
                    <a:pt x="303033" y="74699"/>
                  </a:lnTo>
                  <a:lnTo>
                    <a:pt x="300026" y="70323"/>
                  </a:lnTo>
                  <a:lnTo>
                    <a:pt x="296882" y="66045"/>
                  </a:lnTo>
                  <a:lnTo>
                    <a:pt x="293603" y="61868"/>
                  </a:lnTo>
                  <a:lnTo>
                    <a:pt x="290194" y="57798"/>
                  </a:lnTo>
                  <a:lnTo>
                    <a:pt x="286657" y="53838"/>
                  </a:lnTo>
                  <a:lnTo>
                    <a:pt x="282996" y="49993"/>
                  </a:lnTo>
                  <a:lnTo>
                    <a:pt x="279214" y="46266"/>
                  </a:lnTo>
                  <a:lnTo>
                    <a:pt x="275316" y="42660"/>
                  </a:lnTo>
                  <a:lnTo>
                    <a:pt x="271306" y="39180"/>
                  </a:lnTo>
                  <a:lnTo>
                    <a:pt x="267187" y="35830"/>
                  </a:lnTo>
                  <a:lnTo>
                    <a:pt x="262964" y="32612"/>
                  </a:lnTo>
                  <a:lnTo>
                    <a:pt x="258641" y="29529"/>
                  </a:lnTo>
                  <a:lnTo>
                    <a:pt x="254222" y="26586"/>
                  </a:lnTo>
                  <a:lnTo>
                    <a:pt x="249712" y="23784"/>
                  </a:lnTo>
                  <a:lnTo>
                    <a:pt x="245115" y="21127"/>
                  </a:lnTo>
                  <a:lnTo>
                    <a:pt x="240436" y="18617"/>
                  </a:lnTo>
                  <a:lnTo>
                    <a:pt x="235679" y="16257"/>
                  </a:lnTo>
                  <a:lnTo>
                    <a:pt x="230851" y="14050"/>
                  </a:lnTo>
                  <a:lnTo>
                    <a:pt x="225954" y="11996"/>
                  </a:lnTo>
                  <a:lnTo>
                    <a:pt x="220995" y="10100"/>
                  </a:lnTo>
                  <a:lnTo>
                    <a:pt x="215978" y="8362"/>
                  </a:lnTo>
                  <a:lnTo>
                    <a:pt x="210908" y="6784"/>
                  </a:lnTo>
                  <a:lnTo>
                    <a:pt x="205791" y="5368"/>
                  </a:lnTo>
                  <a:lnTo>
                    <a:pt x="200631" y="4115"/>
                  </a:lnTo>
                  <a:lnTo>
                    <a:pt x="195434" y="3026"/>
                  </a:lnTo>
                  <a:lnTo>
                    <a:pt x="190206" y="2103"/>
                  </a:lnTo>
                  <a:lnTo>
                    <a:pt x="184950" y="1347"/>
                  </a:lnTo>
                  <a:lnTo>
                    <a:pt x="179673" y="758"/>
                  </a:lnTo>
                  <a:lnTo>
                    <a:pt x="174381" y="337"/>
                  </a:lnTo>
                  <a:lnTo>
                    <a:pt x="169077" y="84"/>
                  </a:lnTo>
                  <a:lnTo>
                    <a:pt x="163768" y="0"/>
                  </a:lnTo>
                  <a:lnTo>
                    <a:pt x="16376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09480" y="4659281"/>
              <a:ext cx="113754" cy="167167"/>
            </a:xfrm>
            <a:custGeom>
              <a:avLst/>
              <a:pathLst>
                <a:path w="113754" h="167167">
                  <a:moveTo>
                    <a:pt x="113754" y="0"/>
                  </a:moveTo>
                  <a:lnTo>
                    <a:pt x="108069" y="96"/>
                  </a:lnTo>
                  <a:lnTo>
                    <a:pt x="102389" y="386"/>
                  </a:lnTo>
                  <a:lnTo>
                    <a:pt x="96723" y="869"/>
                  </a:lnTo>
                  <a:lnTo>
                    <a:pt x="91077" y="1545"/>
                  </a:lnTo>
                  <a:lnTo>
                    <a:pt x="85457" y="2412"/>
                  </a:lnTo>
                  <a:lnTo>
                    <a:pt x="79869" y="3470"/>
                  </a:lnTo>
                  <a:lnTo>
                    <a:pt x="74321" y="4717"/>
                  </a:lnTo>
                  <a:lnTo>
                    <a:pt x="68819" y="6152"/>
                  </a:lnTo>
                  <a:lnTo>
                    <a:pt x="63368" y="7774"/>
                  </a:lnTo>
                  <a:lnTo>
                    <a:pt x="57976" y="9580"/>
                  </a:lnTo>
                  <a:lnTo>
                    <a:pt x="52648" y="11568"/>
                  </a:lnTo>
                  <a:lnTo>
                    <a:pt x="47391" y="13737"/>
                  </a:lnTo>
                  <a:lnTo>
                    <a:pt x="42211" y="16083"/>
                  </a:lnTo>
                  <a:lnTo>
                    <a:pt x="37114" y="18603"/>
                  </a:lnTo>
                  <a:lnTo>
                    <a:pt x="32105" y="21296"/>
                  </a:lnTo>
                  <a:lnTo>
                    <a:pt x="27191" y="24158"/>
                  </a:lnTo>
                  <a:lnTo>
                    <a:pt x="22377" y="27185"/>
                  </a:lnTo>
                  <a:lnTo>
                    <a:pt x="17668" y="30374"/>
                  </a:lnTo>
                  <a:lnTo>
                    <a:pt x="13071" y="33721"/>
                  </a:lnTo>
                  <a:lnTo>
                    <a:pt x="8591" y="37223"/>
                  </a:lnTo>
                  <a:lnTo>
                    <a:pt x="4232" y="40875"/>
                  </a:lnTo>
                  <a:lnTo>
                    <a:pt x="0" y="44673"/>
                  </a:lnTo>
                  <a:lnTo>
                    <a:pt x="11375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309480" y="4703955"/>
              <a:ext cx="113754" cy="122493"/>
            </a:xfrm>
            <a:custGeom>
              <a:avLst/>
              <a:pathLst>
                <a:path w="113754" h="122493">
                  <a:moveTo>
                    <a:pt x="0" y="0"/>
                  </a:moveTo>
                  <a:lnTo>
                    <a:pt x="113754" y="1224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309480" y="4703955"/>
              <a:ext cx="113754" cy="122493"/>
            </a:xfrm>
            <a:custGeom>
              <a:avLst/>
              <a:pathLst>
                <a:path w="113754" h="122493">
                  <a:moveTo>
                    <a:pt x="0" y="0"/>
                  </a:moveTo>
                  <a:lnTo>
                    <a:pt x="113754" y="1224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256068" y="4703955"/>
              <a:ext cx="334334" cy="289645"/>
            </a:xfrm>
            <a:custGeom>
              <a:avLst/>
              <a:pathLst>
                <a:path w="334334" h="289645">
                  <a:moveTo>
                    <a:pt x="53412" y="0"/>
                  </a:moveTo>
                  <a:lnTo>
                    <a:pt x="49583" y="3669"/>
                  </a:lnTo>
                  <a:lnTo>
                    <a:pt x="45873" y="7459"/>
                  </a:lnTo>
                  <a:lnTo>
                    <a:pt x="42286" y="11364"/>
                  </a:lnTo>
                  <a:lnTo>
                    <a:pt x="38823" y="15381"/>
                  </a:lnTo>
                  <a:lnTo>
                    <a:pt x="35490" y="19506"/>
                  </a:lnTo>
                  <a:lnTo>
                    <a:pt x="32290" y="23735"/>
                  </a:lnTo>
                  <a:lnTo>
                    <a:pt x="29225" y="28063"/>
                  </a:lnTo>
                  <a:lnTo>
                    <a:pt x="26299" y="32486"/>
                  </a:lnTo>
                  <a:lnTo>
                    <a:pt x="23515" y="36999"/>
                  </a:lnTo>
                  <a:lnTo>
                    <a:pt x="20876" y="41599"/>
                  </a:lnTo>
                  <a:lnTo>
                    <a:pt x="18383" y="46280"/>
                  </a:lnTo>
                  <a:lnTo>
                    <a:pt x="16041" y="51037"/>
                  </a:lnTo>
                  <a:lnTo>
                    <a:pt x="13850" y="55867"/>
                  </a:lnTo>
                  <a:lnTo>
                    <a:pt x="11814" y="60764"/>
                  </a:lnTo>
                  <a:lnTo>
                    <a:pt x="9934" y="65722"/>
                  </a:lnTo>
                  <a:lnTo>
                    <a:pt x="8212" y="70738"/>
                  </a:lnTo>
                  <a:lnTo>
                    <a:pt x="6651" y="75806"/>
                  </a:lnTo>
                  <a:lnTo>
                    <a:pt x="5251" y="80921"/>
                  </a:lnTo>
                  <a:lnTo>
                    <a:pt x="4014" y="86078"/>
                  </a:lnTo>
                  <a:lnTo>
                    <a:pt x="2941" y="91272"/>
                  </a:lnTo>
                  <a:lnTo>
                    <a:pt x="2033" y="96496"/>
                  </a:lnTo>
                  <a:lnTo>
                    <a:pt x="1291" y="101748"/>
                  </a:lnTo>
                  <a:lnTo>
                    <a:pt x="717" y="107019"/>
                  </a:lnTo>
                  <a:lnTo>
                    <a:pt x="310" y="112307"/>
                  </a:lnTo>
                  <a:lnTo>
                    <a:pt x="70" y="117605"/>
                  </a:lnTo>
                  <a:lnTo>
                    <a:pt x="0" y="122907"/>
                  </a:lnTo>
                  <a:lnTo>
                    <a:pt x="97" y="128210"/>
                  </a:lnTo>
                  <a:lnTo>
                    <a:pt x="362" y="133506"/>
                  </a:lnTo>
                  <a:lnTo>
                    <a:pt x="795" y="138792"/>
                  </a:lnTo>
                  <a:lnTo>
                    <a:pt x="1396" y="144061"/>
                  </a:lnTo>
                  <a:lnTo>
                    <a:pt x="2164" y="149308"/>
                  </a:lnTo>
                  <a:lnTo>
                    <a:pt x="3097" y="154528"/>
                  </a:lnTo>
                  <a:lnTo>
                    <a:pt x="4196" y="159716"/>
                  </a:lnTo>
                  <a:lnTo>
                    <a:pt x="5459" y="164867"/>
                  </a:lnTo>
                  <a:lnTo>
                    <a:pt x="6884" y="169975"/>
                  </a:lnTo>
                  <a:lnTo>
                    <a:pt x="8471" y="175035"/>
                  </a:lnTo>
                  <a:lnTo>
                    <a:pt x="10217" y="180043"/>
                  </a:lnTo>
                  <a:lnTo>
                    <a:pt x="12122" y="184992"/>
                  </a:lnTo>
                  <a:lnTo>
                    <a:pt x="14182" y="189878"/>
                  </a:lnTo>
                  <a:lnTo>
                    <a:pt x="16396" y="194697"/>
                  </a:lnTo>
                  <a:lnTo>
                    <a:pt x="18763" y="199443"/>
                  </a:lnTo>
                  <a:lnTo>
                    <a:pt x="21278" y="204112"/>
                  </a:lnTo>
                  <a:lnTo>
                    <a:pt x="23940" y="208698"/>
                  </a:lnTo>
                  <a:lnTo>
                    <a:pt x="26747" y="213198"/>
                  </a:lnTo>
                  <a:lnTo>
                    <a:pt x="29695" y="217606"/>
                  </a:lnTo>
                  <a:lnTo>
                    <a:pt x="32781" y="221919"/>
                  </a:lnTo>
                  <a:lnTo>
                    <a:pt x="36002" y="226132"/>
                  </a:lnTo>
                  <a:lnTo>
                    <a:pt x="39355" y="230240"/>
                  </a:lnTo>
                  <a:lnTo>
                    <a:pt x="42837" y="234240"/>
                  </a:lnTo>
                  <a:lnTo>
                    <a:pt x="46445" y="238127"/>
                  </a:lnTo>
                  <a:lnTo>
                    <a:pt x="50173" y="241898"/>
                  </a:lnTo>
                  <a:lnTo>
                    <a:pt x="54020" y="245549"/>
                  </a:lnTo>
                  <a:lnTo>
                    <a:pt x="57980" y="249076"/>
                  </a:lnTo>
                  <a:lnTo>
                    <a:pt x="62050" y="252476"/>
                  </a:lnTo>
                  <a:lnTo>
                    <a:pt x="66226" y="255745"/>
                  </a:lnTo>
                  <a:lnTo>
                    <a:pt x="70503" y="258880"/>
                  </a:lnTo>
                  <a:lnTo>
                    <a:pt x="74878" y="261877"/>
                  </a:lnTo>
                  <a:lnTo>
                    <a:pt x="79346" y="264734"/>
                  </a:lnTo>
                  <a:lnTo>
                    <a:pt x="83902" y="267448"/>
                  </a:lnTo>
                  <a:lnTo>
                    <a:pt x="88541" y="270017"/>
                  </a:lnTo>
                  <a:lnTo>
                    <a:pt x="93260" y="272436"/>
                  </a:lnTo>
                  <a:lnTo>
                    <a:pt x="98054" y="274705"/>
                  </a:lnTo>
                  <a:lnTo>
                    <a:pt x="102917" y="276821"/>
                  </a:lnTo>
                  <a:lnTo>
                    <a:pt x="107844" y="278781"/>
                  </a:lnTo>
                  <a:lnTo>
                    <a:pt x="112831" y="280584"/>
                  </a:lnTo>
                  <a:lnTo>
                    <a:pt x="117873" y="282228"/>
                  </a:lnTo>
                  <a:lnTo>
                    <a:pt x="122965" y="283711"/>
                  </a:lnTo>
                  <a:lnTo>
                    <a:pt x="128101" y="285032"/>
                  </a:lnTo>
                  <a:lnTo>
                    <a:pt x="133276" y="286190"/>
                  </a:lnTo>
                  <a:lnTo>
                    <a:pt x="138486" y="287182"/>
                  </a:lnTo>
                  <a:lnTo>
                    <a:pt x="143724" y="288009"/>
                  </a:lnTo>
                  <a:lnTo>
                    <a:pt x="148986" y="288669"/>
                  </a:lnTo>
                  <a:lnTo>
                    <a:pt x="154266" y="289162"/>
                  </a:lnTo>
                  <a:lnTo>
                    <a:pt x="159559" y="289488"/>
                  </a:lnTo>
                  <a:lnTo>
                    <a:pt x="164860" y="289645"/>
                  </a:lnTo>
                  <a:lnTo>
                    <a:pt x="170163" y="289634"/>
                  </a:lnTo>
                  <a:lnTo>
                    <a:pt x="175463" y="289455"/>
                  </a:lnTo>
                  <a:lnTo>
                    <a:pt x="180755" y="289108"/>
                  </a:lnTo>
                  <a:lnTo>
                    <a:pt x="186033" y="288593"/>
                  </a:lnTo>
                  <a:lnTo>
                    <a:pt x="191292" y="287911"/>
                  </a:lnTo>
                  <a:lnTo>
                    <a:pt x="196527" y="287062"/>
                  </a:lnTo>
                  <a:lnTo>
                    <a:pt x="201732" y="286048"/>
                  </a:lnTo>
                  <a:lnTo>
                    <a:pt x="206903" y="284870"/>
                  </a:lnTo>
                  <a:lnTo>
                    <a:pt x="212033" y="283527"/>
                  </a:lnTo>
                  <a:lnTo>
                    <a:pt x="217119" y="282023"/>
                  </a:lnTo>
                  <a:lnTo>
                    <a:pt x="222154" y="280358"/>
                  </a:lnTo>
                  <a:lnTo>
                    <a:pt x="227134" y="278535"/>
                  </a:lnTo>
                  <a:lnTo>
                    <a:pt x="232053" y="276554"/>
                  </a:lnTo>
                  <a:lnTo>
                    <a:pt x="236907" y="274418"/>
                  </a:lnTo>
                  <a:lnTo>
                    <a:pt x="241691" y="272130"/>
                  </a:lnTo>
                  <a:lnTo>
                    <a:pt x="246400" y="269691"/>
                  </a:lnTo>
                  <a:lnTo>
                    <a:pt x="251029" y="267103"/>
                  </a:lnTo>
                  <a:lnTo>
                    <a:pt x="255574" y="264371"/>
                  </a:lnTo>
                  <a:lnTo>
                    <a:pt x="260030" y="261495"/>
                  </a:lnTo>
                  <a:lnTo>
                    <a:pt x="264392" y="258479"/>
                  </a:lnTo>
                  <a:lnTo>
                    <a:pt x="268656" y="255327"/>
                  </a:lnTo>
                  <a:lnTo>
                    <a:pt x="272819" y="252041"/>
                  </a:lnTo>
                  <a:lnTo>
                    <a:pt x="276875" y="248624"/>
                  </a:lnTo>
                  <a:lnTo>
                    <a:pt x="280820" y="245081"/>
                  </a:lnTo>
                  <a:lnTo>
                    <a:pt x="284652" y="241414"/>
                  </a:lnTo>
                  <a:lnTo>
                    <a:pt x="288365" y="237628"/>
                  </a:lnTo>
                  <a:lnTo>
                    <a:pt x="291956" y="233726"/>
                  </a:lnTo>
                  <a:lnTo>
                    <a:pt x="295421" y="229711"/>
                  </a:lnTo>
                  <a:lnTo>
                    <a:pt x="298758" y="225589"/>
                  </a:lnTo>
                  <a:lnTo>
                    <a:pt x="301961" y="221363"/>
                  </a:lnTo>
                  <a:lnTo>
                    <a:pt x="305030" y="217038"/>
                  </a:lnTo>
                  <a:lnTo>
                    <a:pt x="307959" y="212617"/>
                  </a:lnTo>
                  <a:lnTo>
                    <a:pt x="310747" y="208106"/>
                  </a:lnTo>
                  <a:lnTo>
                    <a:pt x="313390" y="203509"/>
                  </a:lnTo>
                  <a:lnTo>
                    <a:pt x="315887" y="198830"/>
                  </a:lnTo>
                  <a:lnTo>
                    <a:pt x="318233" y="194074"/>
                  </a:lnTo>
                  <a:lnTo>
                    <a:pt x="320428" y="189246"/>
                  </a:lnTo>
                  <a:lnTo>
                    <a:pt x="322468" y="184351"/>
                  </a:lnTo>
                  <a:lnTo>
                    <a:pt x="324352" y="179394"/>
                  </a:lnTo>
                  <a:lnTo>
                    <a:pt x="326078" y="174380"/>
                  </a:lnTo>
                  <a:lnTo>
                    <a:pt x="327644" y="169313"/>
                  </a:lnTo>
                  <a:lnTo>
                    <a:pt x="329048" y="164199"/>
                  </a:lnTo>
                  <a:lnTo>
                    <a:pt x="330289" y="159043"/>
                  </a:lnTo>
                  <a:lnTo>
                    <a:pt x="331367" y="153851"/>
                  </a:lnTo>
                  <a:lnTo>
                    <a:pt x="332279" y="148626"/>
                  </a:lnTo>
                  <a:lnTo>
                    <a:pt x="333024" y="143376"/>
                  </a:lnTo>
                  <a:lnTo>
                    <a:pt x="333603" y="138105"/>
                  </a:lnTo>
                  <a:lnTo>
                    <a:pt x="334015" y="132817"/>
                  </a:lnTo>
                  <a:lnTo>
                    <a:pt x="334258" y="127520"/>
                  </a:lnTo>
                  <a:lnTo>
                    <a:pt x="334334" y="122217"/>
                  </a:lnTo>
                  <a:lnTo>
                    <a:pt x="334241" y="116915"/>
                  </a:lnTo>
                  <a:lnTo>
                    <a:pt x="333980" y="111618"/>
                  </a:lnTo>
                  <a:lnTo>
                    <a:pt x="333551" y="106332"/>
                  </a:lnTo>
                  <a:lnTo>
                    <a:pt x="332954" y="101063"/>
                  </a:lnTo>
                  <a:lnTo>
                    <a:pt x="332191" y="95815"/>
                  </a:lnTo>
                  <a:lnTo>
                    <a:pt x="331262" y="90594"/>
                  </a:lnTo>
                  <a:lnTo>
                    <a:pt x="330168" y="85405"/>
                  </a:lnTo>
                  <a:lnTo>
                    <a:pt x="328909" y="80253"/>
                  </a:lnTo>
                  <a:lnTo>
                    <a:pt x="327488" y="75144"/>
                  </a:lnTo>
                  <a:lnTo>
                    <a:pt x="325905" y="70082"/>
                  </a:lnTo>
                  <a:lnTo>
                    <a:pt x="324163" y="65074"/>
                  </a:lnTo>
                  <a:lnTo>
                    <a:pt x="322263" y="60123"/>
                  </a:lnTo>
                  <a:lnTo>
                    <a:pt x="320206" y="55235"/>
                  </a:lnTo>
                  <a:lnTo>
                    <a:pt x="317996" y="50414"/>
                  </a:lnTo>
                  <a:lnTo>
                    <a:pt x="167166" y="1224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150829" cy="167167"/>
            </a:xfrm>
            <a:custGeom>
              <a:avLst/>
              <a:pathLst>
                <a:path w="150829" h="167167">
                  <a:moveTo>
                    <a:pt x="150829" y="95087"/>
                  </a:moveTo>
                  <a:lnTo>
                    <a:pt x="148362" y="90137"/>
                  </a:lnTo>
                  <a:lnTo>
                    <a:pt x="145732" y="85271"/>
                  </a:lnTo>
                  <a:lnTo>
                    <a:pt x="142943" y="80495"/>
                  </a:lnTo>
                  <a:lnTo>
                    <a:pt x="139998" y="75813"/>
                  </a:lnTo>
                  <a:lnTo>
                    <a:pt x="136899" y="71232"/>
                  </a:lnTo>
                  <a:lnTo>
                    <a:pt x="133650" y="66756"/>
                  </a:lnTo>
                  <a:lnTo>
                    <a:pt x="130255" y="62389"/>
                  </a:lnTo>
                  <a:lnTo>
                    <a:pt x="126718" y="58137"/>
                  </a:lnTo>
                  <a:lnTo>
                    <a:pt x="123041" y="54005"/>
                  </a:lnTo>
                  <a:lnTo>
                    <a:pt x="119230" y="49996"/>
                  </a:lnTo>
                  <a:lnTo>
                    <a:pt x="115289" y="46116"/>
                  </a:lnTo>
                  <a:lnTo>
                    <a:pt x="111221" y="42368"/>
                  </a:lnTo>
                  <a:lnTo>
                    <a:pt x="107032" y="38757"/>
                  </a:lnTo>
                  <a:lnTo>
                    <a:pt x="102725" y="35287"/>
                  </a:lnTo>
                  <a:lnTo>
                    <a:pt x="98306" y="31961"/>
                  </a:lnTo>
                  <a:lnTo>
                    <a:pt x="93779" y="28782"/>
                  </a:lnTo>
                  <a:lnTo>
                    <a:pt x="89150" y="25756"/>
                  </a:lnTo>
                  <a:lnTo>
                    <a:pt x="84423" y="22884"/>
                  </a:lnTo>
                  <a:lnTo>
                    <a:pt x="79604" y="20170"/>
                  </a:lnTo>
                  <a:lnTo>
                    <a:pt x="74697" y="17617"/>
                  </a:lnTo>
                  <a:lnTo>
                    <a:pt x="69709" y="15228"/>
                  </a:lnTo>
                  <a:lnTo>
                    <a:pt x="64644" y="13005"/>
                  </a:lnTo>
                  <a:lnTo>
                    <a:pt x="59509" y="10950"/>
                  </a:lnTo>
                  <a:lnTo>
                    <a:pt x="54308" y="9067"/>
                  </a:lnTo>
                  <a:lnTo>
                    <a:pt x="49048" y="7357"/>
                  </a:lnTo>
                  <a:lnTo>
                    <a:pt x="43735" y="5822"/>
                  </a:lnTo>
                  <a:lnTo>
                    <a:pt x="38373" y="4463"/>
                  </a:lnTo>
                  <a:lnTo>
                    <a:pt x="32969" y="3283"/>
                  </a:lnTo>
                  <a:lnTo>
                    <a:pt x="27530" y="2282"/>
                  </a:lnTo>
                  <a:lnTo>
                    <a:pt x="22060" y="1462"/>
                  </a:lnTo>
                  <a:lnTo>
                    <a:pt x="16566" y="822"/>
                  </a:lnTo>
                  <a:lnTo>
                    <a:pt x="11054" y="365"/>
                  </a:lnTo>
                  <a:lnTo>
                    <a:pt x="5530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610875" y="4213821"/>
              <a:ext cx="117596" cy="167167"/>
            </a:xfrm>
            <a:custGeom>
              <a:avLst/>
              <a:pathLst>
                <a:path w="117596" h="167167">
                  <a:moveTo>
                    <a:pt x="117596" y="0"/>
                  </a:moveTo>
                  <a:lnTo>
                    <a:pt x="111926" y="96"/>
                  </a:lnTo>
                  <a:lnTo>
                    <a:pt x="106263" y="384"/>
                  </a:lnTo>
                  <a:lnTo>
                    <a:pt x="100612" y="865"/>
                  </a:lnTo>
                  <a:lnTo>
                    <a:pt x="94982" y="1536"/>
                  </a:lnTo>
                  <a:lnTo>
                    <a:pt x="89377" y="2399"/>
                  </a:lnTo>
                  <a:lnTo>
                    <a:pt x="83804" y="3451"/>
                  </a:lnTo>
                  <a:lnTo>
                    <a:pt x="78271" y="4691"/>
                  </a:lnTo>
                  <a:lnTo>
                    <a:pt x="72783" y="6118"/>
                  </a:lnTo>
                  <a:lnTo>
                    <a:pt x="67346" y="7731"/>
                  </a:lnTo>
                  <a:lnTo>
                    <a:pt x="61967" y="9527"/>
                  </a:lnTo>
                  <a:lnTo>
                    <a:pt x="56652" y="11505"/>
                  </a:lnTo>
                  <a:lnTo>
                    <a:pt x="51408" y="13661"/>
                  </a:lnTo>
                  <a:lnTo>
                    <a:pt x="46239" y="15995"/>
                  </a:lnTo>
                  <a:lnTo>
                    <a:pt x="41153" y="18502"/>
                  </a:lnTo>
                  <a:lnTo>
                    <a:pt x="36154" y="21180"/>
                  </a:lnTo>
                  <a:lnTo>
                    <a:pt x="31249" y="24027"/>
                  </a:lnTo>
                  <a:lnTo>
                    <a:pt x="26444" y="27038"/>
                  </a:lnTo>
                  <a:lnTo>
                    <a:pt x="21744" y="30210"/>
                  </a:lnTo>
                  <a:lnTo>
                    <a:pt x="17153" y="33540"/>
                  </a:lnTo>
                  <a:lnTo>
                    <a:pt x="12679" y="37024"/>
                  </a:lnTo>
                  <a:lnTo>
                    <a:pt x="8325" y="40657"/>
                  </a:lnTo>
                  <a:lnTo>
                    <a:pt x="4097" y="44436"/>
                  </a:lnTo>
                  <a:lnTo>
                    <a:pt x="0" y="48356"/>
                  </a:lnTo>
                  <a:lnTo>
                    <a:pt x="11759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610875" y="4262178"/>
              <a:ext cx="117596" cy="118810"/>
            </a:xfrm>
            <a:custGeom>
              <a:avLst/>
              <a:pathLst>
                <a:path w="117596" h="118810">
                  <a:moveTo>
                    <a:pt x="0" y="0"/>
                  </a:moveTo>
                  <a:lnTo>
                    <a:pt x="117596" y="1188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561305" y="4250677"/>
              <a:ext cx="334332" cy="297467"/>
            </a:xfrm>
            <a:custGeom>
              <a:avLst/>
              <a:pathLst>
                <a:path w="334332" h="297467">
                  <a:moveTo>
                    <a:pt x="49569" y="11501"/>
                  </a:moveTo>
                  <a:lnTo>
                    <a:pt x="45857" y="15294"/>
                  </a:lnTo>
                  <a:lnTo>
                    <a:pt x="42267" y="19203"/>
                  </a:lnTo>
                  <a:lnTo>
                    <a:pt x="38803" y="23223"/>
                  </a:lnTo>
                  <a:lnTo>
                    <a:pt x="35468" y="27352"/>
                  </a:lnTo>
                  <a:lnTo>
                    <a:pt x="32266" y="31585"/>
                  </a:lnTo>
                  <a:lnTo>
                    <a:pt x="29200" y="35917"/>
                  </a:lnTo>
                  <a:lnTo>
                    <a:pt x="26273" y="40344"/>
                  </a:lnTo>
                  <a:lnTo>
                    <a:pt x="23488" y="44862"/>
                  </a:lnTo>
                  <a:lnTo>
                    <a:pt x="20848" y="49467"/>
                  </a:lnTo>
                  <a:lnTo>
                    <a:pt x="18355" y="54152"/>
                  </a:lnTo>
                  <a:lnTo>
                    <a:pt x="16012" y="58915"/>
                  </a:lnTo>
                  <a:lnTo>
                    <a:pt x="13822" y="63749"/>
                  </a:lnTo>
                  <a:lnTo>
                    <a:pt x="11786" y="68650"/>
                  </a:lnTo>
                  <a:lnTo>
                    <a:pt x="9907" y="73614"/>
                  </a:lnTo>
                  <a:lnTo>
                    <a:pt x="8187" y="78635"/>
                  </a:lnTo>
                  <a:lnTo>
                    <a:pt x="6626" y="83708"/>
                  </a:lnTo>
                  <a:lnTo>
                    <a:pt x="5228" y="88827"/>
                  </a:lnTo>
                  <a:lnTo>
                    <a:pt x="3992" y="93989"/>
                  </a:lnTo>
                  <a:lnTo>
                    <a:pt x="2922" y="99187"/>
                  </a:lnTo>
                  <a:lnTo>
                    <a:pt x="2016" y="104417"/>
                  </a:lnTo>
                  <a:lnTo>
                    <a:pt x="1278" y="109673"/>
                  </a:lnTo>
                  <a:lnTo>
                    <a:pt x="706" y="114949"/>
                  </a:lnTo>
                  <a:lnTo>
                    <a:pt x="302" y="120241"/>
                  </a:lnTo>
                  <a:lnTo>
                    <a:pt x="67" y="125543"/>
                  </a:lnTo>
                  <a:lnTo>
                    <a:pt x="0" y="130850"/>
                  </a:lnTo>
                  <a:lnTo>
                    <a:pt x="101" y="136157"/>
                  </a:lnTo>
                  <a:lnTo>
                    <a:pt x="371" y="141457"/>
                  </a:lnTo>
                  <a:lnTo>
                    <a:pt x="809" y="146746"/>
                  </a:lnTo>
                  <a:lnTo>
                    <a:pt x="1414" y="152019"/>
                  </a:lnTo>
                  <a:lnTo>
                    <a:pt x="2187" y="157270"/>
                  </a:lnTo>
                  <a:lnTo>
                    <a:pt x="3126" y="162494"/>
                  </a:lnTo>
                  <a:lnTo>
                    <a:pt x="4230" y="167685"/>
                  </a:lnTo>
                  <a:lnTo>
                    <a:pt x="5499" y="172838"/>
                  </a:lnTo>
                  <a:lnTo>
                    <a:pt x="6930" y="177949"/>
                  </a:lnTo>
                  <a:lnTo>
                    <a:pt x="8523" y="183012"/>
                  </a:lnTo>
                  <a:lnTo>
                    <a:pt x="10276" y="188021"/>
                  </a:lnTo>
                  <a:lnTo>
                    <a:pt x="12187" y="192973"/>
                  </a:lnTo>
                  <a:lnTo>
                    <a:pt x="14254" y="197861"/>
                  </a:lnTo>
                  <a:lnTo>
                    <a:pt x="16476" y="202681"/>
                  </a:lnTo>
                  <a:lnTo>
                    <a:pt x="18849" y="207428"/>
                  </a:lnTo>
                  <a:lnTo>
                    <a:pt x="21372" y="212098"/>
                  </a:lnTo>
                  <a:lnTo>
                    <a:pt x="24042" y="216685"/>
                  </a:lnTo>
                  <a:lnTo>
                    <a:pt x="26856" y="221185"/>
                  </a:lnTo>
                  <a:lnTo>
                    <a:pt x="29811" y="225593"/>
                  </a:lnTo>
                  <a:lnTo>
                    <a:pt x="32905" y="229905"/>
                  </a:lnTo>
                  <a:lnTo>
                    <a:pt x="36134" y="234117"/>
                  </a:lnTo>
                  <a:lnTo>
                    <a:pt x="39496" y="238224"/>
                  </a:lnTo>
                  <a:lnTo>
                    <a:pt x="42986" y="242223"/>
                  </a:lnTo>
                  <a:lnTo>
                    <a:pt x="46601" y="246109"/>
                  </a:lnTo>
                  <a:lnTo>
                    <a:pt x="50338" y="249878"/>
                  </a:lnTo>
                  <a:lnTo>
                    <a:pt x="54192" y="253526"/>
                  </a:lnTo>
                  <a:lnTo>
                    <a:pt x="58161" y="257050"/>
                  </a:lnTo>
                  <a:lnTo>
                    <a:pt x="62239" y="260447"/>
                  </a:lnTo>
                  <a:lnTo>
                    <a:pt x="66423" y="263712"/>
                  </a:lnTo>
                  <a:lnTo>
                    <a:pt x="70708" y="266843"/>
                  </a:lnTo>
                  <a:lnTo>
                    <a:pt x="75091" y="269836"/>
                  </a:lnTo>
                  <a:lnTo>
                    <a:pt x="79567" y="272689"/>
                  </a:lnTo>
                  <a:lnTo>
                    <a:pt x="84131" y="275398"/>
                  </a:lnTo>
                  <a:lnTo>
                    <a:pt x="88778" y="277961"/>
                  </a:lnTo>
                  <a:lnTo>
                    <a:pt x="93505" y="280375"/>
                  </a:lnTo>
                  <a:lnTo>
                    <a:pt x="98306" y="282637"/>
                  </a:lnTo>
                  <a:lnTo>
                    <a:pt x="103176" y="284747"/>
                  </a:lnTo>
                  <a:lnTo>
                    <a:pt x="108111" y="286700"/>
                  </a:lnTo>
                  <a:lnTo>
                    <a:pt x="113105" y="288496"/>
                  </a:lnTo>
                  <a:lnTo>
                    <a:pt x="118154" y="290132"/>
                  </a:lnTo>
                  <a:lnTo>
                    <a:pt x="123252" y="291608"/>
                  </a:lnTo>
                  <a:lnTo>
                    <a:pt x="128395" y="292920"/>
                  </a:lnTo>
                  <a:lnTo>
                    <a:pt x="133576" y="294069"/>
                  </a:lnTo>
                  <a:lnTo>
                    <a:pt x="138792" y="295053"/>
                  </a:lnTo>
                  <a:lnTo>
                    <a:pt x="144036" y="295871"/>
                  </a:lnTo>
                  <a:lnTo>
                    <a:pt x="149303" y="296522"/>
                  </a:lnTo>
                  <a:lnTo>
                    <a:pt x="154588" y="297005"/>
                  </a:lnTo>
                  <a:lnTo>
                    <a:pt x="159886" y="297320"/>
                  </a:lnTo>
                  <a:lnTo>
                    <a:pt x="165192" y="297467"/>
                  </a:lnTo>
                  <a:lnTo>
                    <a:pt x="170499" y="297446"/>
                  </a:lnTo>
                  <a:lnTo>
                    <a:pt x="175803" y="297255"/>
                  </a:lnTo>
                  <a:lnTo>
                    <a:pt x="181098" y="296897"/>
                  </a:lnTo>
                  <a:lnTo>
                    <a:pt x="186380" y="296371"/>
                  </a:lnTo>
                  <a:lnTo>
                    <a:pt x="191641" y="295677"/>
                  </a:lnTo>
                  <a:lnTo>
                    <a:pt x="196879" y="294817"/>
                  </a:lnTo>
                  <a:lnTo>
                    <a:pt x="202086" y="293791"/>
                  </a:lnTo>
                  <a:lnTo>
                    <a:pt x="207258" y="292600"/>
                  </a:lnTo>
                  <a:lnTo>
                    <a:pt x="212390" y="291245"/>
                  </a:lnTo>
                  <a:lnTo>
                    <a:pt x="217476" y="289729"/>
                  </a:lnTo>
                  <a:lnTo>
                    <a:pt x="222511" y="288051"/>
                  </a:lnTo>
                  <a:lnTo>
                    <a:pt x="227491" y="286215"/>
                  </a:lnTo>
                  <a:lnTo>
                    <a:pt x="232409" y="284221"/>
                  </a:lnTo>
                  <a:lnTo>
                    <a:pt x="237262" y="282073"/>
                  </a:lnTo>
                  <a:lnTo>
                    <a:pt x="242045" y="279771"/>
                  </a:lnTo>
                  <a:lnTo>
                    <a:pt x="246751" y="277319"/>
                  </a:lnTo>
                  <a:lnTo>
                    <a:pt x="251378" y="274718"/>
                  </a:lnTo>
                  <a:lnTo>
                    <a:pt x="255920" y="271972"/>
                  </a:lnTo>
                  <a:lnTo>
                    <a:pt x="260372" y="269083"/>
                  </a:lnTo>
                  <a:lnTo>
                    <a:pt x="264730" y="266054"/>
                  </a:lnTo>
                  <a:lnTo>
                    <a:pt x="268990" y="262889"/>
                  </a:lnTo>
                  <a:lnTo>
                    <a:pt x="273148" y="259589"/>
                  </a:lnTo>
                  <a:lnTo>
                    <a:pt x="277198" y="256160"/>
                  </a:lnTo>
                  <a:lnTo>
                    <a:pt x="281138" y="252604"/>
                  </a:lnTo>
                  <a:lnTo>
                    <a:pt x="284963" y="248924"/>
                  </a:lnTo>
                  <a:lnTo>
                    <a:pt x="288668" y="245125"/>
                  </a:lnTo>
                  <a:lnTo>
                    <a:pt x="292252" y="241210"/>
                  </a:lnTo>
                  <a:lnTo>
                    <a:pt x="295709" y="237183"/>
                  </a:lnTo>
                  <a:lnTo>
                    <a:pt x="299037" y="233049"/>
                  </a:lnTo>
                  <a:lnTo>
                    <a:pt x="302232" y="228811"/>
                  </a:lnTo>
                  <a:lnTo>
                    <a:pt x="305291" y="224473"/>
                  </a:lnTo>
                  <a:lnTo>
                    <a:pt x="308211" y="220041"/>
                  </a:lnTo>
                  <a:lnTo>
                    <a:pt x="310988" y="215518"/>
                  </a:lnTo>
                  <a:lnTo>
                    <a:pt x="313620" y="210910"/>
                  </a:lnTo>
                  <a:lnTo>
                    <a:pt x="316105" y="206220"/>
                  </a:lnTo>
                  <a:lnTo>
                    <a:pt x="318440" y="201454"/>
                  </a:lnTo>
                  <a:lnTo>
                    <a:pt x="320622" y="196616"/>
                  </a:lnTo>
                  <a:lnTo>
                    <a:pt x="322649" y="191711"/>
                  </a:lnTo>
                  <a:lnTo>
                    <a:pt x="324520" y="186744"/>
                  </a:lnTo>
                  <a:lnTo>
                    <a:pt x="326232" y="181720"/>
                  </a:lnTo>
                  <a:lnTo>
                    <a:pt x="327784" y="176645"/>
                  </a:lnTo>
                  <a:lnTo>
                    <a:pt x="329174" y="171523"/>
                  </a:lnTo>
                  <a:lnTo>
                    <a:pt x="330401" y="166359"/>
                  </a:lnTo>
                  <a:lnTo>
                    <a:pt x="331463" y="161159"/>
                  </a:lnTo>
                  <a:lnTo>
                    <a:pt x="332359" y="155928"/>
                  </a:lnTo>
                  <a:lnTo>
                    <a:pt x="333089" y="150671"/>
                  </a:lnTo>
                  <a:lnTo>
                    <a:pt x="333652" y="145394"/>
                  </a:lnTo>
                  <a:lnTo>
                    <a:pt x="334047" y="140101"/>
                  </a:lnTo>
                  <a:lnTo>
                    <a:pt x="334273" y="134798"/>
                  </a:lnTo>
                  <a:lnTo>
                    <a:pt x="334332" y="129491"/>
                  </a:lnTo>
                  <a:lnTo>
                    <a:pt x="334221" y="124185"/>
                  </a:lnTo>
                  <a:lnTo>
                    <a:pt x="333943" y="118885"/>
                  </a:lnTo>
                  <a:lnTo>
                    <a:pt x="333496" y="113596"/>
                  </a:lnTo>
                  <a:lnTo>
                    <a:pt x="332881" y="108325"/>
                  </a:lnTo>
                  <a:lnTo>
                    <a:pt x="332100" y="103075"/>
                  </a:lnTo>
                  <a:lnTo>
                    <a:pt x="331152" y="97853"/>
                  </a:lnTo>
                  <a:lnTo>
                    <a:pt x="330039" y="92664"/>
                  </a:lnTo>
                  <a:lnTo>
                    <a:pt x="328762" y="87512"/>
                  </a:lnTo>
                  <a:lnTo>
                    <a:pt x="327322" y="82404"/>
                  </a:lnTo>
                  <a:lnTo>
                    <a:pt x="325720" y="77344"/>
                  </a:lnTo>
                  <a:lnTo>
                    <a:pt x="323959" y="72337"/>
                  </a:lnTo>
                  <a:lnTo>
                    <a:pt x="322039" y="67389"/>
                  </a:lnTo>
                  <a:lnTo>
                    <a:pt x="319964" y="62505"/>
                  </a:lnTo>
                  <a:lnTo>
                    <a:pt x="317734" y="57688"/>
                  </a:lnTo>
                  <a:lnTo>
                    <a:pt x="315353" y="52945"/>
                  </a:lnTo>
                  <a:lnTo>
                    <a:pt x="312822" y="48280"/>
                  </a:lnTo>
                  <a:lnTo>
                    <a:pt x="310145" y="43697"/>
                  </a:lnTo>
                  <a:lnTo>
                    <a:pt x="307323" y="39202"/>
                  </a:lnTo>
                  <a:lnTo>
                    <a:pt x="304360" y="34799"/>
                  </a:lnTo>
                  <a:lnTo>
                    <a:pt x="301259" y="30492"/>
                  </a:lnTo>
                  <a:lnTo>
                    <a:pt x="298023" y="26285"/>
                  </a:lnTo>
                  <a:lnTo>
                    <a:pt x="294655" y="22184"/>
                  </a:lnTo>
                  <a:lnTo>
                    <a:pt x="291158" y="18191"/>
                  </a:lnTo>
                  <a:lnTo>
                    <a:pt x="287536" y="14311"/>
                  </a:lnTo>
                  <a:lnTo>
                    <a:pt x="283793" y="10549"/>
                  </a:lnTo>
                  <a:lnTo>
                    <a:pt x="279932" y="6907"/>
                  </a:lnTo>
                  <a:lnTo>
                    <a:pt x="275958" y="3389"/>
                  </a:lnTo>
                  <a:lnTo>
                    <a:pt x="271874" y="0"/>
                  </a:lnTo>
                  <a:lnTo>
                    <a:pt x="167166" y="1303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104708" cy="167167"/>
            </a:xfrm>
            <a:custGeom>
              <a:avLst/>
              <a:pathLst>
                <a:path w="104708" h="167167">
                  <a:moveTo>
                    <a:pt x="104708" y="36855"/>
                  </a:moveTo>
                  <a:lnTo>
                    <a:pt x="100238" y="33387"/>
                  </a:lnTo>
                  <a:lnTo>
                    <a:pt x="95654" y="30071"/>
                  </a:lnTo>
                  <a:lnTo>
                    <a:pt x="90960" y="26913"/>
                  </a:lnTo>
                  <a:lnTo>
                    <a:pt x="86162" y="23916"/>
                  </a:lnTo>
                  <a:lnTo>
                    <a:pt x="81266" y="21082"/>
                  </a:lnTo>
                  <a:lnTo>
                    <a:pt x="76276" y="18416"/>
                  </a:lnTo>
                  <a:lnTo>
                    <a:pt x="71199" y="15920"/>
                  </a:lnTo>
                  <a:lnTo>
                    <a:pt x="66040" y="13597"/>
                  </a:lnTo>
                  <a:lnTo>
                    <a:pt x="60806" y="11451"/>
                  </a:lnTo>
                  <a:lnTo>
                    <a:pt x="55502" y="9482"/>
                  </a:lnTo>
                  <a:lnTo>
                    <a:pt x="50135" y="7695"/>
                  </a:lnTo>
                  <a:lnTo>
                    <a:pt x="44710" y="6089"/>
                  </a:lnTo>
                  <a:lnTo>
                    <a:pt x="39234" y="4669"/>
                  </a:lnTo>
                  <a:lnTo>
                    <a:pt x="33713" y="3434"/>
                  </a:lnTo>
                  <a:lnTo>
                    <a:pt x="28153" y="2387"/>
                  </a:lnTo>
                  <a:lnTo>
                    <a:pt x="22561" y="1529"/>
                  </a:lnTo>
                  <a:lnTo>
                    <a:pt x="16943" y="860"/>
                  </a:lnTo>
                  <a:lnTo>
                    <a:pt x="11306" y="382"/>
                  </a:lnTo>
                  <a:lnTo>
                    <a:pt x="5656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58054" y="3707720"/>
              <a:ext cx="160956" cy="167167"/>
            </a:xfrm>
            <a:custGeom>
              <a:avLst/>
              <a:pathLst>
                <a:path w="160956" h="167167">
                  <a:moveTo>
                    <a:pt x="160956" y="0"/>
                  </a:moveTo>
                  <a:lnTo>
                    <a:pt x="155535" y="87"/>
                  </a:lnTo>
                  <a:lnTo>
                    <a:pt x="150120" y="351"/>
                  </a:lnTo>
                  <a:lnTo>
                    <a:pt x="144716" y="790"/>
                  </a:lnTo>
                  <a:lnTo>
                    <a:pt x="139330" y="1404"/>
                  </a:lnTo>
                  <a:lnTo>
                    <a:pt x="133966" y="2193"/>
                  </a:lnTo>
                  <a:lnTo>
                    <a:pt x="128630" y="3155"/>
                  </a:lnTo>
                  <a:lnTo>
                    <a:pt x="123328" y="4289"/>
                  </a:lnTo>
                  <a:lnTo>
                    <a:pt x="118066" y="5595"/>
                  </a:lnTo>
                  <a:lnTo>
                    <a:pt x="112849" y="7071"/>
                  </a:lnTo>
                  <a:lnTo>
                    <a:pt x="107683" y="8715"/>
                  </a:lnTo>
                  <a:lnTo>
                    <a:pt x="102573" y="10526"/>
                  </a:lnTo>
                  <a:lnTo>
                    <a:pt x="97524" y="12502"/>
                  </a:lnTo>
                  <a:lnTo>
                    <a:pt x="92542" y="14640"/>
                  </a:lnTo>
                  <a:lnTo>
                    <a:pt x="87631" y="16939"/>
                  </a:lnTo>
                  <a:lnTo>
                    <a:pt x="82798" y="19396"/>
                  </a:lnTo>
                  <a:lnTo>
                    <a:pt x="78048" y="22008"/>
                  </a:lnTo>
                  <a:lnTo>
                    <a:pt x="73384" y="24773"/>
                  </a:lnTo>
                  <a:lnTo>
                    <a:pt x="68812" y="27688"/>
                  </a:lnTo>
                  <a:lnTo>
                    <a:pt x="64338" y="30749"/>
                  </a:lnTo>
                  <a:lnTo>
                    <a:pt x="59965" y="33954"/>
                  </a:lnTo>
                  <a:lnTo>
                    <a:pt x="55698" y="37299"/>
                  </a:lnTo>
                  <a:lnTo>
                    <a:pt x="51542" y="40781"/>
                  </a:lnTo>
                  <a:lnTo>
                    <a:pt x="47501" y="44396"/>
                  </a:lnTo>
                  <a:lnTo>
                    <a:pt x="43579" y="48139"/>
                  </a:lnTo>
                  <a:lnTo>
                    <a:pt x="39781" y="52008"/>
                  </a:lnTo>
                  <a:lnTo>
                    <a:pt x="36111" y="55998"/>
                  </a:lnTo>
                  <a:lnTo>
                    <a:pt x="32571" y="60105"/>
                  </a:lnTo>
                  <a:lnTo>
                    <a:pt x="29167" y="64325"/>
                  </a:lnTo>
                  <a:lnTo>
                    <a:pt x="25901" y="68653"/>
                  </a:lnTo>
                  <a:lnTo>
                    <a:pt x="22778" y="73084"/>
                  </a:lnTo>
                  <a:lnTo>
                    <a:pt x="19799" y="77615"/>
                  </a:lnTo>
                  <a:lnTo>
                    <a:pt x="16970" y="82239"/>
                  </a:lnTo>
                  <a:lnTo>
                    <a:pt x="14291" y="86953"/>
                  </a:lnTo>
                  <a:lnTo>
                    <a:pt x="11767" y="91751"/>
                  </a:lnTo>
                  <a:lnTo>
                    <a:pt x="9400" y="96629"/>
                  </a:lnTo>
                  <a:lnTo>
                    <a:pt x="7192" y="101581"/>
                  </a:lnTo>
                  <a:lnTo>
                    <a:pt x="5146" y="106602"/>
                  </a:lnTo>
                  <a:lnTo>
                    <a:pt x="3264" y="111686"/>
                  </a:lnTo>
                  <a:lnTo>
                    <a:pt x="1548" y="116829"/>
                  </a:lnTo>
                  <a:lnTo>
                    <a:pt x="0" y="122025"/>
                  </a:lnTo>
                  <a:lnTo>
                    <a:pt x="16095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51855" y="3707867"/>
              <a:ext cx="334318" cy="334185"/>
            </a:xfrm>
            <a:custGeom>
              <a:avLst/>
              <a:pathLst>
                <a:path w="334318" h="334185">
                  <a:moveTo>
                    <a:pt x="6198" y="121878"/>
                  </a:moveTo>
                  <a:lnTo>
                    <a:pt x="4849" y="127001"/>
                  </a:lnTo>
                  <a:lnTo>
                    <a:pt x="3662" y="132164"/>
                  </a:lnTo>
                  <a:lnTo>
                    <a:pt x="2640" y="137362"/>
                  </a:lnTo>
                  <a:lnTo>
                    <a:pt x="1783" y="142590"/>
                  </a:lnTo>
                  <a:lnTo>
                    <a:pt x="1092" y="147843"/>
                  </a:lnTo>
                  <a:lnTo>
                    <a:pt x="567" y="153114"/>
                  </a:lnTo>
                  <a:lnTo>
                    <a:pt x="210" y="158400"/>
                  </a:lnTo>
                  <a:lnTo>
                    <a:pt x="21" y="163694"/>
                  </a:lnTo>
                  <a:lnTo>
                    <a:pt x="0" y="168992"/>
                  </a:lnTo>
                  <a:lnTo>
                    <a:pt x="146" y="174287"/>
                  </a:lnTo>
                  <a:lnTo>
                    <a:pt x="460" y="179576"/>
                  </a:lnTo>
                  <a:lnTo>
                    <a:pt x="942" y="184851"/>
                  </a:lnTo>
                  <a:lnTo>
                    <a:pt x="1590" y="190109"/>
                  </a:lnTo>
                  <a:lnTo>
                    <a:pt x="2405" y="195344"/>
                  </a:lnTo>
                  <a:lnTo>
                    <a:pt x="3385" y="200550"/>
                  </a:lnTo>
                  <a:lnTo>
                    <a:pt x="4530" y="205723"/>
                  </a:lnTo>
                  <a:lnTo>
                    <a:pt x="5838" y="210856"/>
                  </a:lnTo>
                  <a:lnTo>
                    <a:pt x="7308" y="215946"/>
                  </a:lnTo>
                  <a:lnTo>
                    <a:pt x="8938" y="220986"/>
                  </a:lnTo>
                  <a:lnTo>
                    <a:pt x="10728" y="225973"/>
                  </a:lnTo>
                  <a:lnTo>
                    <a:pt x="12674" y="230900"/>
                  </a:lnTo>
                  <a:lnTo>
                    <a:pt x="14776" y="235763"/>
                  </a:lnTo>
                  <a:lnTo>
                    <a:pt x="17031" y="240557"/>
                  </a:lnTo>
                  <a:lnTo>
                    <a:pt x="19436" y="245277"/>
                  </a:lnTo>
                  <a:lnTo>
                    <a:pt x="21990" y="249918"/>
                  </a:lnTo>
                  <a:lnTo>
                    <a:pt x="24690" y="254476"/>
                  </a:lnTo>
                  <a:lnTo>
                    <a:pt x="27532" y="258947"/>
                  </a:lnTo>
                  <a:lnTo>
                    <a:pt x="30515" y="263325"/>
                  </a:lnTo>
                  <a:lnTo>
                    <a:pt x="33636" y="267606"/>
                  </a:lnTo>
                  <a:lnTo>
                    <a:pt x="36890" y="271786"/>
                  </a:lnTo>
                  <a:lnTo>
                    <a:pt x="40275" y="275861"/>
                  </a:lnTo>
                  <a:lnTo>
                    <a:pt x="43787" y="279827"/>
                  </a:lnTo>
                  <a:lnTo>
                    <a:pt x="47424" y="283680"/>
                  </a:lnTo>
                  <a:lnTo>
                    <a:pt x="51181" y="287415"/>
                  </a:lnTo>
                  <a:lnTo>
                    <a:pt x="55054" y="291029"/>
                  </a:lnTo>
                  <a:lnTo>
                    <a:pt x="59039" y="294519"/>
                  </a:lnTo>
                  <a:lnTo>
                    <a:pt x="63134" y="297881"/>
                  </a:lnTo>
                  <a:lnTo>
                    <a:pt x="67333" y="301111"/>
                  </a:lnTo>
                  <a:lnTo>
                    <a:pt x="71632" y="304207"/>
                  </a:lnTo>
                  <a:lnTo>
                    <a:pt x="76027" y="307165"/>
                  </a:lnTo>
                  <a:lnTo>
                    <a:pt x="80513" y="309982"/>
                  </a:lnTo>
                  <a:lnTo>
                    <a:pt x="85087" y="312656"/>
                  </a:lnTo>
                  <a:lnTo>
                    <a:pt x="89742" y="315183"/>
                  </a:lnTo>
                  <a:lnTo>
                    <a:pt x="94476" y="317562"/>
                  </a:lnTo>
                  <a:lnTo>
                    <a:pt x="99283" y="319789"/>
                  </a:lnTo>
                  <a:lnTo>
                    <a:pt x="104158" y="321863"/>
                  </a:lnTo>
                  <a:lnTo>
                    <a:pt x="109096" y="323782"/>
                  </a:lnTo>
                  <a:lnTo>
                    <a:pt x="114092" y="325543"/>
                  </a:lnTo>
                  <a:lnTo>
                    <a:pt x="119142" y="327144"/>
                  </a:lnTo>
                  <a:lnTo>
                    <a:pt x="124240" y="328585"/>
                  </a:lnTo>
                  <a:lnTo>
                    <a:pt x="129381" y="329864"/>
                  </a:lnTo>
                  <a:lnTo>
                    <a:pt x="134560" y="330979"/>
                  </a:lnTo>
                  <a:lnTo>
                    <a:pt x="139771" y="331930"/>
                  </a:lnTo>
                  <a:lnTo>
                    <a:pt x="145011" y="332715"/>
                  </a:lnTo>
                  <a:lnTo>
                    <a:pt x="150272" y="333333"/>
                  </a:lnTo>
                  <a:lnTo>
                    <a:pt x="155550" y="333785"/>
                  </a:lnTo>
                  <a:lnTo>
                    <a:pt x="160840" y="334069"/>
                  </a:lnTo>
                  <a:lnTo>
                    <a:pt x="166137" y="334185"/>
                  </a:lnTo>
                  <a:lnTo>
                    <a:pt x="171434" y="334133"/>
                  </a:lnTo>
                  <a:lnTo>
                    <a:pt x="176727" y="333914"/>
                  </a:lnTo>
                  <a:lnTo>
                    <a:pt x="182011" y="333527"/>
                  </a:lnTo>
                  <a:lnTo>
                    <a:pt x="187279" y="332972"/>
                  </a:lnTo>
                  <a:lnTo>
                    <a:pt x="192528" y="332251"/>
                  </a:lnTo>
                  <a:lnTo>
                    <a:pt x="197751" y="331364"/>
                  </a:lnTo>
                  <a:lnTo>
                    <a:pt x="202943" y="330312"/>
                  </a:lnTo>
                  <a:lnTo>
                    <a:pt x="208099" y="329096"/>
                  </a:lnTo>
                  <a:lnTo>
                    <a:pt x="213214" y="327718"/>
                  </a:lnTo>
                  <a:lnTo>
                    <a:pt x="218283" y="326177"/>
                  </a:lnTo>
                  <a:lnTo>
                    <a:pt x="223300" y="324477"/>
                  </a:lnTo>
                  <a:lnTo>
                    <a:pt x="228262" y="322619"/>
                  </a:lnTo>
                  <a:lnTo>
                    <a:pt x="233161" y="320605"/>
                  </a:lnTo>
                  <a:lnTo>
                    <a:pt x="237995" y="318436"/>
                  </a:lnTo>
                  <a:lnTo>
                    <a:pt x="242757" y="316116"/>
                  </a:lnTo>
                  <a:lnTo>
                    <a:pt x="247443" y="313645"/>
                  </a:lnTo>
                  <a:lnTo>
                    <a:pt x="252049" y="311027"/>
                  </a:lnTo>
                  <a:lnTo>
                    <a:pt x="256570" y="308265"/>
                  </a:lnTo>
                  <a:lnTo>
                    <a:pt x="261000" y="305361"/>
                  </a:lnTo>
                  <a:lnTo>
                    <a:pt x="265337" y="302318"/>
                  </a:lnTo>
                  <a:lnTo>
                    <a:pt x="269575" y="299139"/>
                  </a:lnTo>
                  <a:lnTo>
                    <a:pt x="273710" y="295827"/>
                  </a:lnTo>
                  <a:lnTo>
                    <a:pt x="277738" y="292386"/>
                  </a:lnTo>
                  <a:lnTo>
                    <a:pt x="281654" y="288819"/>
                  </a:lnTo>
                  <a:lnTo>
                    <a:pt x="285456" y="285130"/>
                  </a:lnTo>
                  <a:lnTo>
                    <a:pt x="289139" y="281322"/>
                  </a:lnTo>
                  <a:lnTo>
                    <a:pt x="292700" y="277399"/>
                  </a:lnTo>
                  <a:lnTo>
                    <a:pt x="296135" y="273366"/>
                  </a:lnTo>
                  <a:lnTo>
                    <a:pt x="299440" y="269225"/>
                  </a:lnTo>
                  <a:lnTo>
                    <a:pt x="302612" y="264982"/>
                  </a:lnTo>
                  <a:lnTo>
                    <a:pt x="305648" y="260641"/>
                  </a:lnTo>
                  <a:lnTo>
                    <a:pt x="308545" y="256206"/>
                  </a:lnTo>
                  <a:lnTo>
                    <a:pt x="311300" y="251681"/>
                  </a:lnTo>
                  <a:lnTo>
                    <a:pt x="313910" y="247071"/>
                  </a:lnTo>
                  <a:lnTo>
                    <a:pt x="316373" y="242380"/>
                  </a:lnTo>
                  <a:lnTo>
                    <a:pt x="318686" y="237614"/>
                  </a:lnTo>
                  <a:lnTo>
                    <a:pt x="320847" y="232777"/>
                  </a:lnTo>
                  <a:lnTo>
                    <a:pt x="322853" y="227874"/>
                  </a:lnTo>
                  <a:lnTo>
                    <a:pt x="324703" y="222910"/>
                  </a:lnTo>
                  <a:lnTo>
                    <a:pt x="326395" y="217890"/>
                  </a:lnTo>
                  <a:lnTo>
                    <a:pt x="327927" y="212819"/>
                  </a:lnTo>
                  <a:lnTo>
                    <a:pt x="329297" y="207701"/>
                  </a:lnTo>
                  <a:lnTo>
                    <a:pt x="330505" y="202543"/>
                  </a:lnTo>
                  <a:lnTo>
                    <a:pt x="331548" y="197349"/>
                  </a:lnTo>
                  <a:lnTo>
                    <a:pt x="332427" y="192125"/>
                  </a:lnTo>
                  <a:lnTo>
                    <a:pt x="333139" y="186875"/>
                  </a:lnTo>
                  <a:lnTo>
                    <a:pt x="333685" y="181606"/>
                  </a:lnTo>
                  <a:lnTo>
                    <a:pt x="334064" y="176322"/>
                  </a:lnTo>
                  <a:lnTo>
                    <a:pt x="334275" y="171028"/>
                  </a:lnTo>
                  <a:lnTo>
                    <a:pt x="334318" y="165731"/>
                  </a:lnTo>
                  <a:lnTo>
                    <a:pt x="334193" y="160435"/>
                  </a:lnTo>
                  <a:lnTo>
                    <a:pt x="333900" y="155145"/>
                  </a:lnTo>
                  <a:lnTo>
                    <a:pt x="333440" y="149868"/>
                  </a:lnTo>
                  <a:lnTo>
                    <a:pt x="332813" y="144607"/>
                  </a:lnTo>
                  <a:lnTo>
                    <a:pt x="332020" y="139369"/>
                  </a:lnTo>
                  <a:lnTo>
                    <a:pt x="331061" y="134159"/>
                  </a:lnTo>
                  <a:lnTo>
                    <a:pt x="329937" y="128982"/>
                  </a:lnTo>
                  <a:lnTo>
                    <a:pt x="328650" y="123843"/>
                  </a:lnTo>
                  <a:lnTo>
                    <a:pt x="327201" y="118747"/>
                  </a:lnTo>
                  <a:lnTo>
                    <a:pt x="325591" y="113700"/>
                  </a:lnTo>
                  <a:lnTo>
                    <a:pt x="323822" y="108707"/>
                  </a:lnTo>
                  <a:lnTo>
                    <a:pt x="321896" y="103772"/>
                  </a:lnTo>
                  <a:lnTo>
                    <a:pt x="319814" y="98900"/>
                  </a:lnTo>
                  <a:lnTo>
                    <a:pt x="317579" y="94097"/>
                  </a:lnTo>
                  <a:lnTo>
                    <a:pt x="315192" y="89367"/>
                  </a:lnTo>
                  <a:lnTo>
                    <a:pt x="312657" y="84716"/>
                  </a:lnTo>
                  <a:lnTo>
                    <a:pt x="309976" y="80146"/>
                  </a:lnTo>
                  <a:lnTo>
                    <a:pt x="307152" y="75665"/>
                  </a:lnTo>
                  <a:lnTo>
                    <a:pt x="304187" y="71274"/>
                  </a:lnTo>
                  <a:lnTo>
                    <a:pt x="301084" y="66980"/>
                  </a:lnTo>
                  <a:lnTo>
                    <a:pt x="297847" y="62787"/>
                  </a:lnTo>
                  <a:lnTo>
                    <a:pt x="294479" y="58698"/>
                  </a:lnTo>
                  <a:lnTo>
                    <a:pt x="290982" y="54718"/>
                  </a:lnTo>
                  <a:lnTo>
                    <a:pt x="287362" y="50851"/>
                  </a:lnTo>
                  <a:lnTo>
                    <a:pt x="283620" y="47100"/>
                  </a:lnTo>
                  <a:lnTo>
                    <a:pt x="279762" y="43470"/>
                  </a:lnTo>
                  <a:lnTo>
                    <a:pt x="275790" y="39964"/>
                  </a:lnTo>
                  <a:lnTo>
                    <a:pt x="271710" y="36585"/>
                  </a:lnTo>
                  <a:lnTo>
                    <a:pt x="267524" y="33338"/>
                  </a:lnTo>
                  <a:lnTo>
                    <a:pt x="263238" y="30225"/>
                  </a:lnTo>
                  <a:lnTo>
                    <a:pt x="258855" y="27249"/>
                  </a:lnTo>
                  <a:lnTo>
                    <a:pt x="254380" y="24413"/>
                  </a:lnTo>
                  <a:lnTo>
                    <a:pt x="249817" y="21721"/>
                  </a:lnTo>
                  <a:lnTo>
                    <a:pt x="245172" y="19175"/>
                  </a:lnTo>
                  <a:lnTo>
                    <a:pt x="240448" y="16777"/>
                  </a:lnTo>
                  <a:lnTo>
                    <a:pt x="235650" y="14530"/>
                  </a:lnTo>
                  <a:lnTo>
                    <a:pt x="230784" y="12436"/>
                  </a:lnTo>
                  <a:lnTo>
                    <a:pt x="225854" y="10497"/>
                  </a:lnTo>
                  <a:lnTo>
                    <a:pt x="220865" y="8716"/>
                  </a:lnTo>
                  <a:lnTo>
                    <a:pt x="215821" y="7094"/>
                  </a:lnTo>
                  <a:lnTo>
                    <a:pt x="210729" y="5632"/>
                  </a:lnTo>
                  <a:lnTo>
                    <a:pt x="205594" y="4332"/>
                  </a:lnTo>
                  <a:lnTo>
                    <a:pt x="200419" y="3196"/>
                  </a:lnTo>
                  <a:lnTo>
                    <a:pt x="195212" y="2224"/>
                  </a:lnTo>
                  <a:lnTo>
                    <a:pt x="189976" y="1418"/>
                  </a:lnTo>
                  <a:lnTo>
                    <a:pt x="184717" y="778"/>
                  </a:lnTo>
                  <a:lnTo>
                    <a:pt x="179440" y="305"/>
                  </a:lnTo>
                  <a:lnTo>
                    <a:pt x="174151" y="0"/>
                  </a:lnTo>
                  <a:lnTo>
                    <a:pt x="167155" y="1670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6996" cy="167167"/>
            </a:xfrm>
            <a:custGeom>
              <a:avLst/>
              <a:pathLst>
                <a:path w="6996" h="167167">
                  <a:moveTo>
                    <a:pt x="6996" y="14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tx76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2025-06-06T08:23:39Z</dcterms:modified>
  <cp:category/>
</cp:coreProperties>
</file>