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093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7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7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74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08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85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77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1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7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6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8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7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3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19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58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7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4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45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6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5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80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62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1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1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22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41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16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083" y="3170392"/>
              <a:ext cx="1695" cy="167167"/>
            </a:xfrm>
            <a:custGeom>
              <a:avLst/>
              <a:pathLst>
                <a:path w="1695" h="167167">
                  <a:moveTo>
                    <a:pt x="1695" y="0"/>
                  </a:moveTo>
                  <a:lnTo>
                    <a:pt x="0" y="8"/>
                  </a:lnTo>
                  <a:lnTo>
                    <a:pt x="169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083" y="3170401"/>
              <a:ext cx="1695" cy="167158"/>
            </a:xfrm>
            <a:custGeom>
              <a:avLst/>
              <a:pathLst>
                <a:path w="1695" h="167158">
                  <a:moveTo>
                    <a:pt x="0" y="0"/>
                  </a:moveTo>
                  <a:lnTo>
                    <a:pt x="1695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16615" y="3170401"/>
              <a:ext cx="334324" cy="334320"/>
            </a:xfrm>
            <a:custGeom>
              <a:avLst/>
              <a:pathLst>
                <a:path w="334324" h="334320">
                  <a:moveTo>
                    <a:pt x="165467" y="0"/>
                  </a:moveTo>
                  <a:lnTo>
                    <a:pt x="160168" y="137"/>
                  </a:lnTo>
                  <a:lnTo>
                    <a:pt x="154876" y="443"/>
                  </a:lnTo>
                  <a:lnTo>
                    <a:pt x="149597" y="916"/>
                  </a:lnTo>
                  <a:lnTo>
                    <a:pt x="144335" y="1557"/>
                  </a:lnTo>
                  <a:lnTo>
                    <a:pt x="139096" y="2364"/>
                  </a:lnTo>
                  <a:lnTo>
                    <a:pt x="133885" y="3337"/>
                  </a:lnTo>
                  <a:lnTo>
                    <a:pt x="128707" y="4474"/>
                  </a:lnTo>
                  <a:lnTo>
                    <a:pt x="123569" y="5775"/>
                  </a:lnTo>
                  <a:lnTo>
                    <a:pt x="118474" y="7239"/>
                  </a:lnTo>
                  <a:lnTo>
                    <a:pt x="113428" y="8863"/>
                  </a:lnTo>
                  <a:lnTo>
                    <a:pt x="108436" y="10646"/>
                  </a:lnTo>
                  <a:lnTo>
                    <a:pt x="103503" y="12587"/>
                  </a:lnTo>
                  <a:lnTo>
                    <a:pt x="98634" y="14683"/>
                  </a:lnTo>
                  <a:lnTo>
                    <a:pt x="93834" y="16932"/>
                  </a:lnTo>
                  <a:lnTo>
                    <a:pt x="89108" y="19333"/>
                  </a:lnTo>
                  <a:lnTo>
                    <a:pt x="84461" y="21882"/>
                  </a:lnTo>
                  <a:lnTo>
                    <a:pt x="79896" y="24577"/>
                  </a:lnTo>
                  <a:lnTo>
                    <a:pt x="75419" y="27416"/>
                  </a:lnTo>
                  <a:lnTo>
                    <a:pt x="71035" y="30395"/>
                  </a:lnTo>
                  <a:lnTo>
                    <a:pt x="66747" y="33511"/>
                  </a:lnTo>
                  <a:lnTo>
                    <a:pt x="62560" y="36762"/>
                  </a:lnTo>
                  <a:lnTo>
                    <a:pt x="58478" y="40144"/>
                  </a:lnTo>
                  <a:lnTo>
                    <a:pt x="54506" y="43654"/>
                  </a:lnTo>
                  <a:lnTo>
                    <a:pt x="50647" y="47288"/>
                  </a:lnTo>
                  <a:lnTo>
                    <a:pt x="46905" y="51043"/>
                  </a:lnTo>
                  <a:lnTo>
                    <a:pt x="43283" y="54914"/>
                  </a:lnTo>
                  <a:lnTo>
                    <a:pt x="39787" y="58898"/>
                  </a:lnTo>
                  <a:lnTo>
                    <a:pt x="36418" y="62991"/>
                  </a:lnTo>
                  <a:lnTo>
                    <a:pt x="33182" y="67189"/>
                  </a:lnTo>
                  <a:lnTo>
                    <a:pt x="30079" y="71487"/>
                  </a:lnTo>
                  <a:lnTo>
                    <a:pt x="27115" y="75882"/>
                  </a:lnTo>
                  <a:lnTo>
                    <a:pt x="24291" y="80368"/>
                  </a:lnTo>
                  <a:lnTo>
                    <a:pt x="21611" y="84941"/>
                  </a:lnTo>
                  <a:lnTo>
                    <a:pt x="19078" y="89598"/>
                  </a:lnTo>
                  <a:lnTo>
                    <a:pt x="16693" y="94332"/>
                  </a:lnTo>
                  <a:lnTo>
                    <a:pt x="14460" y="99139"/>
                  </a:lnTo>
                  <a:lnTo>
                    <a:pt x="12380" y="104015"/>
                  </a:lnTo>
                  <a:lnTo>
                    <a:pt x="10456" y="108954"/>
                  </a:lnTo>
                  <a:lnTo>
                    <a:pt x="8689" y="113952"/>
                  </a:lnTo>
                  <a:lnTo>
                    <a:pt x="7082" y="119003"/>
                  </a:lnTo>
                  <a:lnTo>
                    <a:pt x="5635" y="124103"/>
                  </a:lnTo>
                  <a:lnTo>
                    <a:pt x="4351" y="129246"/>
                  </a:lnTo>
                  <a:lnTo>
                    <a:pt x="3231" y="134427"/>
                  </a:lnTo>
                  <a:lnTo>
                    <a:pt x="2276" y="139641"/>
                  </a:lnTo>
                  <a:lnTo>
                    <a:pt x="1486" y="144883"/>
                  </a:lnTo>
                  <a:lnTo>
                    <a:pt x="863" y="150147"/>
                  </a:lnTo>
                  <a:lnTo>
                    <a:pt x="408" y="155428"/>
                  </a:lnTo>
                  <a:lnTo>
                    <a:pt x="120" y="160721"/>
                  </a:lnTo>
                  <a:lnTo>
                    <a:pt x="0" y="166021"/>
                  </a:lnTo>
                  <a:lnTo>
                    <a:pt x="47" y="171322"/>
                  </a:lnTo>
                  <a:lnTo>
                    <a:pt x="263" y="176618"/>
                  </a:lnTo>
                  <a:lnTo>
                    <a:pt x="647" y="181905"/>
                  </a:lnTo>
                  <a:lnTo>
                    <a:pt x="1199" y="187177"/>
                  </a:lnTo>
                  <a:lnTo>
                    <a:pt x="1917" y="192429"/>
                  </a:lnTo>
                  <a:lnTo>
                    <a:pt x="2801" y="197656"/>
                  </a:lnTo>
                  <a:lnTo>
                    <a:pt x="3851" y="202851"/>
                  </a:lnTo>
                  <a:lnTo>
                    <a:pt x="5064" y="208012"/>
                  </a:lnTo>
                  <a:lnTo>
                    <a:pt x="6441" y="213130"/>
                  </a:lnTo>
                  <a:lnTo>
                    <a:pt x="7980" y="218203"/>
                  </a:lnTo>
                  <a:lnTo>
                    <a:pt x="9678" y="223225"/>
                  </a:lnTo>
                  <a:lnTo>
                    <a:pt x="11535" y="228190"/>
                  </a:lnTo>
                  <a:lnTo>
                    <a:pt x="13548" y="233093"/>
                  </a:lnTo>
                  <a:lnTo>
                    <a:pt x="15716" y="237931"/>
                  </a:lnTo>
                  <a:lnTo>
                    <a:pt x="18036" y="242697"/>
                  </a:lnTo>
                  <a:lnTo>
                    <a:pt x="20506" y="247387"/>
                  </a:lnTo>
                  <a:lnTo>
                    <a:pt x="23123" y="251997"/>
                  </a:lnTo>
                  <a:lnTo>
                    <a:pt x="25886" y="256521"/>
                  </a:lnTo>
                  <a:lnTo>
                    <a:pt x="28790" y="260955"/>
                  </a:lnTo>
                  <a:lnTo>
                    <a:pt x="31833" y="265295"/>
                  </a:lnTo>
                  <a:lnTo>
                    <a:pt x="35013" y="269537"/>
                  </a:lnTo>
                  <a:lnTo>
                    <a:pt x="38325" y="273675"/>
                  </a:lnTo>
                  <a:lnTo>
                    <a:pt x="41767" y="277706"/>
                  </a:lnTo>
                  <a:lnTo>
                    <a:pt x="45336" y="281627"/>
                  </a:lnTo>
                  <a:lnTo>
                    <a:pt x="49026" y="285432"/>
                  </a:lnTo>
                  <a:lnTo>
                    <a:pt x="52835" y="289118"/>
                  </a:lnTo>
                  <a:lnTo>
                    <a:pt x="56760" y="292681"/>
                  </a:lnTo>
                  <a:lnTo>
                    <a:pt x="60795" y="296119"/>
                  </a:lnTo>
                  <a:lnTo>
                    <a:pt x="64937" y="299426"/>
                  </a:lnTo>
                  <a:lnTo>
                    <a:pt x="69182" y="302601"/>
                  </a:lnTo>
                  <a:lnTo>
                    <a:pt x="73526" y="305640"/>
                  </a:lnTo>
                  <a:lnTo>
                    <a:pt x="77964" y="308539"/>
                  </a:lnTo>
                  <a:lnTo>
                    <a:pt x="82491" y="311296"/>
                  </a:lnTo>
                  <a:lnTo>
                    <a:pt x="87104" y="313908"/>
                  </a:lnTo>
                  <a:lnTo>
                    <a:pt x="91797" y="316373"/>
                  </a:lnTo>
                  <a:lnTo>
                    <a:pt x="96566" y="318687"/>
                  </a:lnTo>
                  <a:lnTo>
                    <a:pt x="101406" y="320849"/>
                  </a:lnTo>
                  <a:lnTo>
                    <a:pt x="106312" y="322857"/>
                  </a:lnTo>
                  <a:lnTo>
                    <a:pt x="111279" y="324708"/>
                  </a:lnTo>
                  <a:lnTo>
                    <a:pt x="116302" y="326401"/>
                  </a:lnTo>
                  <a:lnTo>
                    <a:pt x="121377" y="327933"/>
                  </a:lnTo>
                  <a:lnTo>
                    <a:pt x="126497" y="329304"/>
                  </a:lnTo>
                  <a:lnTo>
                    <a:pt x="131658" y="330512"/>
                  </a:lnTo>
                  <a:lnTo>
                    <a:pt x="136856" y="331555"/>
                  </a:lnTo>
                  <a:lnTo>
                    <a:pt x="142083" y="332434"/>
                  </a:lnTo>
                  <a:lnTo>
                    <a:pt x="147336" y="333146"/>
                  </a:lnTo>
                  <a:lnTo>
                    <a:pt x="152609" y="333691"/>
                  </a:lnTo>
                  <a:lnTo>
                    <a:pt x="157896" y="334069"/>
                  </a:lnTo>
                  <a:lnTo>
                    <a:pt x="163193" y="334279"/>
                  </a:lnTo>
                  <a:lnTo>
                    <a:pt x="168494" y="334320"/>
                  </a:lnTo>
                  <a:lnTo>
                    <a:pt x="173793" y="334194"/>
                  </a:lnTo>
                  <a:lnTo>
                    <a:pt x="179086" y="333900"/>
                  </a:lnTo>
                  <a:lnTo>
                    <a:pt x="184366" y="333438"/>
                  </a:lnTo>
                  <a:lnTo>
                    <a:pt x="189630" y="332809"/>
                  </a:lnTo>
                  <a:lnTo>
                    <a:pt x="194870" y="332014"/>
                  </a:lnTo>
                  <a:lnTo>
                    <a:pt x="200083" y="331052"/>
                  </a:lnTo>
                  <a:lnTo>
                    <a:pt x="205263" y="329926"/>
                  </a:lnTo>
                  <a:lnTo>
                    <a:pt x="210405" y="328636"/>
                  </a:lnTo>
                  <a:lnTo>
                    <a:pt x="215503" y="327184"/>
                  </a:lnTo>
                  <a:lnTo>
                    <a:pt x="220552" y="325571"/>
                  </a:lnTo>
                  <a:lnTo>
                    <a:pt x="225548" y="323799"/>
                  </a:lnTo>
                  <a:lnTo>
                    <a:pt x="230485" y="321869"/>
                  </a:lnTo>
                  <a:lnTo>
                    <a:pt x="235359" y="319783"/>
                  </a:lnTo>
                  <a:lnTo>
                    <a:pt x="240163" y="317544"/>
                  </a:lnTo>
                  <a:lnTo>
                    <a:pt x="244895" y="315154"/>
                  </a:lnTo>
                  <a:lnTo>
                    <a:pt x="249548" y="312615"/>
                  </a:lnTo>
                  <a:lnTo>
                    <a:pt x="254118" y="309930"/>
                  </a:lnTo>
                  <a:lnTo>
                    <a:pt x="258601" y="307101"/>
                  </a:lnTo>
                  <a:lnTo>
                    <a:pt x="262992" y="304132"/>
                  </a:lnTo>
                  <a:lnTo>
                    <a:pt x="267287" y="301024"/>
                  </a:lnTo>
                  <a:lnTo>
                    <a:pt x="271481" y="297783"/>
                  </a:lnTo>
                  <a:lnTo>
                    <a:pt x="275570" y="294409"/>
                  </a:lnTo>
                  <a:lnTo>
                    <a:pt x="279550" y="290908"/>
                  </a:lnTo>
                  <a:lnTo>
                    <a:pt x="283417" y="287283"/>
                  </a:lnTo>
                  <a:lnTo>
                    <a:pt x="287168" y="283536"/>
                  </a:lnTo>
                  <a:lnTo>
                    <a:pt x="290797" y="279673"/>
                  </a:lnTo>
                  <a:lnTo>
                    <a:pt x="294302" y="275697"/>
                  </a:lnTo>
                  <a:lnTo>
                    <a:pt x="297680" y="271611"/>
                  </a:lnTo>
                  <a:lnTo>
                    <a:pt x="300926" y="267420"/>
                  </a:lnTo>
                  <a:lnTo>
                    <a:pt x="304038" y="263129"/>
                  </a:lnTo>
                  <a:lnTo>
                    <a:pt x="307012" y="258741"/>
                  </a:lnTo>
                  <a:lnTo>
                    <a:pt x="309845" y="254261"/>
                  </a:lnTo>
                  <a:lnTo>
                    <a:pt x="312535" y="249693"/>
                  </a:lnTo>
                  <a:lnTo>
                    <a:pt x="315079" y="245042"/>
                  </a:lnTo>
                  <a:lnTo>
                    <a:pt x="317474" y="240314"/>
                  </a:lnTo>
                  <a:lnTo>
                    <a:pt x="319718" y="235511"/>
                  </a:lnTo>
                  <a:lnTo>
                    <a:pt x="321808" y="230640"/>
                  </a:lnTo>
                  <a:lnTo>
                    <a:pt x="323743" y="225705"/>
                  </a:lnTo>
                  <a:lnTo>
                    <a:pt x="325521" y="220711"/>
                  </a:lnTo>
                  <a:lnTo>
                    <a:pt x="327139" y="215663"/>
                  </a:lnTo>
                  <a:lnTo>
                    <a:pt x="328596" y="210566"/>
                  </a:lnTo>
                  <a:lnTo>
                    <a:pt x="329891" y="205426"/>
                  </a:lnTo>
                  <a:lnTo>
                    <a:pt x="331023" y="200248"/>
                  </a:lnTo>
                  <a:lnTo>
                    <a:pt x="331990" y="195036"/>
                  </a:lnTo>
                  <a:lnTo>
                    <a:pt x="332791" y="189796"/>
                  </a:lnTo>
                  <a:lnTo>
                    <a:pt x="333425" y="184533"/>
                  </a:lnTo>
                  <a:lnTo>
                    <a:pt x="333892" y="179253"/>
                  </a:lnTo>
                  <a:lnTo>
                    <a:pt x="334192" y="173960"/>
                  </a:lnTo>
                  <a:lnTo>
                    <a:pt x="334324" y="168661"/>
                  </a:lnTo>
                  <a:lnTo>
                    <a:pt x="334287" y="163360"/>
                  </a:lnTo>
                  <a:lnTo>
                    <a:pt x="334083" y="158063"/>
                  </a:lnTo>
                  <a:lnTo>
                    <a:pt x="333711" y="152776"/>
                  </a:lnTo>
                  <a:lnTo>
                    <a:pt x="333171" y="147502"/>
                  </a:lnTo>
                  <a:lnTo>
                    <a:pt x="332464" y="142249"/>
                  </a:lnTo>
                  <a:lnTo>
                    <a:pt x="331591" y="137020"/>
                  </a:lnTo>
                  <a:lnTo>
                    <a:pt x="330553" y="131822"/>
                  </a:lnTo>
                  <a:lnTo>
                    <a:pt x="329351" y="126659"/>
                  </a:lnTo>
                  <a:lnTo>
                    <a:pt x="327985" y="121537"/>
                  </a:lnTo>
                  <a:lnTo>
                    <a:pt x="326458" y="116461"/>
                  </a:lnTo>
                  <a:lnTo>
                    <a:pt x="324770" y="111436"/>
                  </a:lnTo>
                  <a:lnTo>
                    <a:pt x="322924" y="106467"/>
                  </a:lnTo>
                  <a:lnTo>
                    <a:pt x="320922" y="101559"/>
                  </a:lnTo>
                  <a:lnTo>
                    <a:pt x="318765" y="96717"/>
                  </a:lnTo>
                  <a:lnTo>
                    <a:pt x="316455" y="91946"/>
                  </a:lnTo>
                  <a:lnTo>
                    <a:pt x="313995" y="87250"/>
                  </a:lnTo>
                  <a:lnTo>
                    <a:pt x="311388" y="82635"/>
                  </a:lnTo>
                  <a:lnTo>
                    <a:pt x="308635" y="78105"/>
                  </a:lnTo>
                  <a:lnTo>
                    <a:pt x="305741" y="73664"/>
                  </a:lnTo>
                  <a:lnTo>
                    <a:pt x="302707" y="69317"/>
                  </a:lnTo>
                  <a:lnTo>
                    <a:pt x="299536" y="65069"/>
                  </a:lnTo>
                  <a:lnTo>
                    <a:pt x="296233" y="60923"/>
                  </a:lnTo>
                  <a:lnTo>
                    <a:pt x="292800" y="56884"/>
                  </a:lnTo>
                  <a:lnTo>
                    <a:pt x="289240" y="52956"/>
                  </a:lnTo>
                  <a:lnTo>
                    <a:pt x="285558" y="49143"/>
                  </a:lnTo>
                  <a:lnTo>
                    <a:pt x="281757" y="45449"/>
                  </a:lnTo>
                  <a:lnTo>
                    <a:pt x="277840" y="41877"/>
                  </a:lnTo>
                  <a:lnTo>
                    <a:pt x="273813" y="38431"/>
                  </a:lnTo>
                  <a:lnTo>
                    <a:pt x="269678" y="35114"/>
                  </a:lnTo>
                  <a:lnTo>
                    <a:pt x="265439" y="31930"/>
                  </a:lnTo>
                  <a:lnTo>
                    <a:pt x="261102" y="28882"/>
                  </a:lnTo>
                  <a:lnTo>
                    <a:pt x="256671" y="25973"/>
                  </a:lnTo>
                  <a:lnTo>
                    <a:pt x="252150" y="23206"/>
                  </a:lnTo>
                  <a:lnTo>
                    <a:pt x="247543" y="20584"/>
                  </a:lnTo>
                  <a:lnTo>
                    <a:pt x="242855" y="18109"/>
                  </a:lnTo>
                  <a:lnTo>
                    <a:pt x="238091" y="15784"/>
                  </a:lnTo>
                  <a:lnTo>
                    <a:pt x="233256" y="13611"/>
                  </a:lnTo>
                  <a:lnTo>
                    <a:pt x="228355" y="11593"/>
                  </a:lnTo>
                  <a:lnTo>
                    <a:pt x="223392" y="9731"/>
                  </a:lnTo>
                  <a:lnTo>
                    <a:pt x="218372" y="8028"/>
                  </a:lnTo>
                  <a:lnTo>
                    <a:pt x="213301" y="6484"/>
                  </a:lnTo>
                  <a:lnTo>
                    <a:pt x="208183" y="5102"/>
                  </a:lnTo>
                  <a:lnTo>
                    <a:pt x="203024" y="3883"/>
                  </a:lnTo>
                  <a:lnTo>
                    <a:pt x="197830" y="2828"/>
                  </a:lnTo>
                  <a:lnTo>
                    <a:pt x="192604" y="1938"/>
                  </a:lnTo>
                  <a:lnTo>
                    <a:pt x="187353" y="1215"/>
                  </a:lnTo>
                  <a:lnTo>
                    <a:pt x="182081" y="658"/>
                  </a:lnTo>
                  <a:lnTo>
                    <a:pt x="167163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3779" y="3170392"/>
              <a:ext cx="14918" cy="167167"/>
            </a:xfrm>
            <a:custGeom>
              <a:avLst/>
              <a:pathLst>
                <a:path w="14918" h="167167">
                  <a:moveTo>
                    <a:pt x="14918" y="6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4737" y="2633064"/>
              <a:ext cx="34274" cy="167167"/>
            </a:xfrm>
            <a:custGeom>
              <a:avLst/>
              <a:pathLst>
                <a:path w="34274" h="167167">
                  <a:moveTo>
                    <a:pt x="34274" y="0"/>
                  </a:moveTo>
                  <a:lnTo>
                    <a:pt x="27372" y="142"/>
                  </a:lnTo>
                  <a:lnTo>
                    <a:pt x="20482" y="569"/>
                  </a:lnTo>
                  <a:lnTo>
                    <a:pt x="13615" y="1281"/>
                  </a:lnTo>
                  <a:lnTo>
                    <a:pt x="6784" y="2275"/>
                  </a:lnTo>
                  <a:lnTo>
                    <a:pt x="0" y="3551"/>
                  </a:lnTo>
                  <a:lnTo>
                    <a:pt x="342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737" y="2636615"/>
              <a:ext cx="34274" cy="163616"/>
            </a:xfrm>
            <a:custGeom>
              <a:avLst/>
              <a:pathLst>
                <a:path w="34274" h="163616">
                  <a:moveTo>
                    <a:pt x="0" y="0"/>
                  </a:moveTo>
                  <a:lnTo>
                    <a:pt x="34274" y="1636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1844" y="2636615"/>
              <a:ext cx="334333" cy="330768"/>
            </a:xfrm>
            <a:custGeom>
              <a:avLst/>
              <a:pathLst>
                <a:path w="334333" h="330768">
                  <a:moveTo>
                    <a:pt x="132893" y="0"/>
                  </a:moveTo>
                  <a:lnTo>
                    <a:pt x="127715" y="1170"/>
                  </a:lnTo>
                  <a:lnTo>
                    <a:pt x="122576" y="2505"/>
                  </a:lnTo>
                  <a:lnTo>
                    <a:pt x="117483" y="4002"/>
                  </a:lnTo>
                  <a:lnTo>
                    <a:pt x="112440" y="5660"/>
                  </a:lnTo>
                  <a:lnTo>
                    <a:pt x="107452" y="7478"/>
                  </a:lnTo>
                  <a:lnTo>
                    <a:pt x="102524" y="9453"/>
                  </a:lnTo>
                  <a:lnTo>
                    <a:pt x="97661" y="11583"/>
                  </a:lnTo>
                  <a:lnTo>
                    <a:pt x="92869" y="13867"/>
                  </a:lnTo>
                  <a:lnTo>
                    <a:pt x="88151" y="16301"/>
                  </a:lnTo>
                  <a:lnTo>
                    <a:pt x="83513" y="18885"/>
                  </a:lnTo>
                  <a:lnTo>
                    <a:pt x="78960" y="21614"/>
                  </a:lnTo>
                  <a:lnTo>
                    <a:pt x="74495" y="24487"/>
                  </a:lnTo>
                  <a:lnTo>
                    <a:pt x="70124" y="27499"/>
                  </a:lnTo>
                  <a:lnTo>
                    <a:pt x="65851" y="30649"/>
                  </a:lnTo>
                  <a:lnTo>
                    <a:pt x="61680" y="33934"/>
                  </a:lnTo>
                  <a:lnTo>
                    <a:pt x="57615" y="37349"/>
                  </a:lnTo>
                  <a:lnTo>
                    <a:pt x="53661" y="40891"/>
                  </a:lnTo>
                  <a:lnTo>
                    <a:pt x="49821" y="44557"/>
                  </a:lnTo>
                  <a:lnTo>
                    <a:pt x="46100" y="48343"/>
                  </a:lnTo>
                  <a:lnTo>
                    <a:pt x="42500" y="52246"/>
                  </a:lnTo>
                  <a:lnTo>
                    <a:pt x="39027" y="56260"/>
                  </a:lnTo>
                  <a:lnTo>
                    <a:pt x="35683" y="60383"/>
                  </a:lnTo>
                  <a:lnTo>
                    <a:pt x="32471" y="64611"/>
                  </a:lnTo>
                  <a:lnTo>
                    <a:pt x="29395" y="68938"/>
                  </a:lnTo>
                  <a:lnTo>
                    <a:pt x="26458" y="73360"/>
                  </a:lnTo>
                  <a:lnTo>
                    <a:pt x="23663" y="77874"/>
                  </a:lnTo>
                  <a:lnTo>
                    <a:pt x="21013" y="82474"/>
                  </a:lnTo>
                  <a:lnTo>
                    <a:pt x="18510" y="87155"/>
                  </a:lnTo>
                  <a:lnTo>
                    <a:pt x="16157" y="91914"/>
                  </a:lnTo>
                  <a:lnTo>
                    <a:pt x="13957" y="96746"/>
                  </a:lnTo>
                  <a:lnTo>
                    <a:pt x="11911" y="101644"/>
                  </a:lnTo>
                  <a:lnTo>
                    <a:pt x="10021" y="106605"/>
                  </a:lnTo>
                  <a:lnTo>
                    <a:pt x="8290" y="111624"/>
                  </a:lnTo>
                  <a:lnTo>
                    <a:pt x="6719" y="116695"/>
                  </a:lnTo>
                  <a:lnTo>
                    <a:pt x="5310" y="121814"/>
                  </a:lnTo>
                  <a:lnTo>
                    <a:pt x="4064" y="126974"/>
                  </a:lnTo>
                  <a:lnTo>
                    <a:pt x="2983" y="132172"/>
                  </a:lnTo>
                  <a:lnTo>
                    <a:pt x="2068" y="137401"/>
                  </a:lnTo>
                  <a:lnTo>
                    <a:pt x="1318" y="142657"/>
                  </a:lnTo>
                  <a:lnTo>
                    <a:pt x="737" y="147934"/>
                  </a:lnTo>
                  <a:lnTo>
                    <a:pt x="323" y="153226"/>
                  </a:lnTo>
                  <a:lnTo>
                    <a:pt x="77" y="158529"/>
                  </a:lnTo>
                  <a:lnTo>
                    <a:pt x="0" y="163838"/>
                  </a:lnTo>
                  <a:lnTo>
                    <a:pt x="91" y="169146"/>
                  </a:lnTo>
                  <a:lnTo>
                    <a:pt x="351" y="174448"/>
                  </a:lnTo>
                  <a:lnTo>
                    <a:pt x="779" y="179740"/>
                  </a:lnTo>
                  <a:lnTo>
                    <a:pt x="1375" y="185015"/>
                  </a:lnTo>
                  <a:lnTo>
                    <a:pt x="2138" y="190269"/>
                  </a:lnTo>
                  <a:lnTo>
                    <a:pt x="3067" y="195496"/>
                  </a:lnTo>
                  <a:lnTo>
                    <a:pt x="4162" y="200690"/>
                  </a:lnTo>
                  <a:lnTo>
                    <a:pt x="5422" y="205847"/>
                  </a:lnTo>
                  <a:lnTo>
                    <a:pt x="6844" y="210962"/>
                  </a:lnTo>
                  <a:lnTo>
                    <a:pt x="8429" y="216029"/>
                  </a:lnTo>
                  <a:lnTo>
                    <a:pt x="10173" y="221043"/>
                  </a:lnTo>
                  <a:lnTo>
                    <a:pt x="12076" y="225999"/>
                  </a:lnTo>
                  <a:lnTo>
                    <a:pt x="14135" y="230892"/>
                  </a:lnTo>
                  <a:lnTo>
                    <a:pt x="16348" y="235718"/>
                  </a:lnTo>
                  <a:lnTo>
                    <a:pt x="18714" y="240471"/>
                  </a:lnTo>
                  <a:lnTo>
                    <a:pt x="21229" y="245146"/>
                  </a:lnTo>
                  <a:lnTo>
                    <a:pt x="23892" y="249739"/>
                  </a:lnTo>
                  <a:lnTo>
                    <a:pt x="26699" y="254245"/>
                  </a:lnTo>
                  <a:lnTo>
                    <a:pt x="29647" y="258659"/>
                  </a:lnTo>
                  <a:lnTo>
                    <a:pt x="32734" y="262978"/>
                  </a:lnTo>
                  <a:lnTo>
                    <a:pt x="35957" y="267197"/>
                  </a:lnTo>
                  <a:lnTo>
                    <a:pt x="39313" y="271311"/>
                  </a:lnTo>
                  <a:lnTo>
                    <a:pt x="42797" y="275316"/>
                  </a:lnTo>
                  <a:lnTo>
                    <a:pt x="46406" y="279209"/>
                  </a:lnTo>
                  <a:lnTo>
                    <a:pt x="50138" y="282986"/>
                  </a:lnTo>
                  <a:lnTo>
                    <a:pt x="53987" y="286641"/>
                  </a:lnTo>
                  <a:lnTo>
                    <a:pt x="57951" y="290173"/>
                  </a:lnTo>
                  <a:lnTo>
                    <a:pt x="62025" y="293577"/>
                  </a:lnTo>
                  <a:lnTo>
                    <a:pt x="66204" y="296850"/>
                  </a:lnTo>
                  <a:lnTo>
                    <a:pt x="70486" y="299989"/>
                  </a:lnTo>
                  <a:lnTo>
                    <a:pt x="74865" y="302990"/>
                  </a:lnTo>
                  <a:lnTo>
                    <a:pt x="79337" y="305851"/>
                  </a:lnTo>
                  <a:lnTo>
                    <a:pt x="83898" y="308568"/>
                  </a:lnTo>
                  <a:lnTo>
                    <a:pt x="88543" y="311139"/>
                  </a:lnTo>
                  <a:lnTo>
                    <a:pt x="93267" y="313561"/>
                  </a:lnTo>
                  <a:lnTo>
                    <a:pt x="98065" y="315832"/>
                  </a:lnTo>
                  <a:lnTo>
                    <a:pt x="102934" y="317950"/>
                  </a:lnTo>
                  <a:lnTo>
                    <a:pt x="107867" y="319912"/>
                  </a:lnTo>
                  <a:lnTo>
                    <a:pt x="112859" y="321716"/>
                  </a:lnTo>
                  <a:lnTo>
                    <a:pt x="117907" y="323361"/>
                  </a:lnTo>
                  <a:lnTo>
                    <a:pt x="123004" y="324844"/>
                  </a:lnTo>
                  <a:lnTo>
                    <a:pt x="128146" y="326165"/>
                  </a:lnTo>
                  <a:lnTo>
                    <a:pt x="133327" y="327322"/>
                  </a:lnTo>
                  <a:lnTo>
                    <a:pt x="138543" y="328314"/>
                  </a:lnTo>
                  <a:lnTo>
                    <a:pt x="143787" y="329140"/>
                  </a:lnTo>
                  <a:lnTo>
                    <a:pt x="149055" y="329799"/>
                  </a:lnTo>
                  <a:lnTo>
                    <a:pt x="154341" y="330290"/>
                  </a:lnTo>
                  <a:lnTo>
                    <a:pt x="159640" y="330614"/>
                  </a:lnTo>
                  <a:lnTo>
                    <a:pt x="164946" y="330768"/>
                  </a:lnTo>
                  <a:lnTo>
                    <a:pt x="170255" y="330755"/>
                  </a:lnTo>
                  <a:lnTo>
                    <a:pt x="175561" y="330572"/>
                  </a:lnTo>
                  <a:lnTo>
                    <a:pt x="180858" y="330221"/>
                  </a:lnTo>
                  <a:lnTo>
                    <a:pt x="186141" y="329703"/>
                  </a:lnTo>
                  <a:lnTo>
                    <a:pt x="191406" y="329016"/>
                  </a:lnTo>
                  <a:lnTo>
                    <a:pt x="196646" y="328163"/>
                  </a:lnTo>
                  <a:lnTo>
                    <a:pt x="201856" y="327144"/>
                  </a:lnTo>
                  <a:lnTo>
                    <a:pt x="207031" y="325960"/>
                  </a:lnTo>
                  <a:lnTo>
                    <a:pt x="212166" y="324613"/>
                  </a:lnTo>
                  <a:lnTo>
                    <a:pt x="217255" y="323103"/>
                  </a:lnTo>
                  <a:lnTo>
                    <a:pt x="222294" y="321432"/>
                  </a:lnTo>
                  <a:lnTo>
                    <a:pt x="227278" y="319602"/>
                  </a:lnTo>
                  <a:lnTo>
                    <a:pt x="232201" y="317614"/>
                  </a:lnTo>
                  <a:lnTo>
                    <a:pt x="237058" y="315472"/>
                  </a:lnTo>
                  <a:lnTo>
                    <a:pt x="241844" y="313176"/>
                  </a:lnTo>
                  <a:lnTo>
                    <a:pt x="246556" y="310729"/>
                  </a:lnTo>
                  <a:lnTo>
                    <a:pt x="251187" y="308134"/>
                  </a:lnTo>
                  <a:lnTo>
                    <a:pt x="255734" y="305393"/>
                  </a:lnTo>
                  <a:lnTo>
                    <a:pt x="260191" y="302509"/>
                  </a:lnTo>
                  <a:lnTo>
                    <a:pt x="264555" y="299485"/>
                  </a:lnTo>
                  <a:lnTo>
                    <a:pt x="268820" y="296324"/>
                  </a:lnTo>
                  <a:lnTo>
                    <a:pt x="272982" y="293030"/>
                  </a:lnTo>
                  <a:lnTo>
                    <a:pt x="277038" y="289604"/>
                  </a:lnTo>
                  <a:lnTo>
                    <a:pt x="280984" y="286052"/>
                  </a:lnTo>
                  <a:lnTo>
                    <a:pt x="284814" y="282376"/>
                  </a:lnTo>
                  <a:lnTo>
                    <a:pt x="288526" y="278581"/>
                  </a:lnTo>
                  <a:lnTo>
                    <a:pt x="292115" y="274669"/>
                  </a:lnTo>
                  <a:lnTo>
                    <a:pt x="295578" y="270646"/>
                  </a:lnTo>
                  <a:lnTo>
                    <a:pt x="298912" y="266514"/>
                  </a:lnTo>
                  <a:lnTo>
                    <a:pt x="302113" y="262279"/>
                  </a:lnTo>
                  <a:lnTo>
                    <a:pt x="305178" y="257944"/>
                  </a:lnTo>
                  <a:lnTo>
                    <a:pt x="308104" y="253514"/>
                  </a:lnTo>
                  <a:lnTo>
                    <a:pt x="310887" y="248993"/>
                  </a:lnTo>
                  <a:lnTo>
                    <a:pt x="313526" y="244387"/>
                  </a:lnTo>
                  <a:lnTo>
                    <a:pt x="316017" y="239699"/>
                  </a:lnTo>
                  <a:lnTo>
                    <a:pt x="318358" y="234934"/>
                  </a:lnTo>
                  <a:lnTo>
                    <a:pt x="320546" y="230097"/>
                  </a:lnTo>
                  <a:lnTo>
                    <a:pt x="322580" y="225193"/>
                  </a:lnTo>
                  <a:lnTo>
                    <a:pt x="324457" y="220227"/>
                  </a:lnTo>
                  <a:lnTo>
                    <a:pt x="326175" y="215204"/>
                  </a:lnTo>
                  <a:lnTo>
                    <a:pt x="327733" y="210129"/>
                  </a:lnTo>
                  <a:lnTo>
                    <a:pt x="329129" y="205007"/>
                  </a:lnTo>
                  <a:lnTo>
                    <a:pt x="330361" y="199843"/>
                  </a:lnTo>
                  <a:lnTo>
                    <a:pt x="331430" y="194643"/>
                  </a:lnTo>
                  <a:lnTo>
                    <a:pt x="332332" y="189411"/>
                  </a:lnTo>
                  <a:lnTo>
                    <a:pt x="333068" y="184154"/>
                  </a:lnTo>
                  <a:lnTo>
                    <a:pt x="333636" y="178876"/>
                  </a:lnTo>
                  <a:lnTo>
                    <a:pt x="334037" y="173582"/>
                  </a:lnTo>
                  <a:lnTo>
                    <a:pt x="334269" y="168278"/>
                  </a:lnTo>
                  <a:lnTo>
                    <a:pt x="334333" y="162970"/>
                  </a:lnTo>
                  <a:lnTo>
                    <a:pt x="334228" y="157662"/>
                  </a:lnTo>
                  <a:lnTo>
                    <a:pt x="333955" y="152360"/>
                  </a:lnTo>
                  <a:lnTo>
                    <a:pt x="333513" y="147070"/>
                  </a:lnTo>
                  <a:lnTo>
                    <a:pt x="332904" y="141796"/>
                  </a:lnTo>
                  <a:lnTo>
                    <a:pt x="332128" y="136544"/>
                  </a:lnTo>
                  <a:lnTo>
                    <a:pt x="331185" y="131320"/>
                  </a:lnTo>
                  <a:lnTo>
                    <a:pt x="330077" y="126128"/>
                  </a:lnTo>
                  <a:lnTo>
                    <a:pt x="328804" y="120974"/>
                  </a:lnTo>
                  <a:lnTo>
                    <a:pt x="327369" y="115863"/>
                  </a:lnTo>
                  <a:lnTo>
                    <a:pt x="325771" y="110800"/>
                  </a:lnTo>
                  <a:lnTo>
                    <a:pt x="324014" y="105790"/>
                  </a:lnTo>
                  <a:lnTo>
                    <a:pt x="322099" y="100839"/>
                  </a:lnTo>
                  <a:lnTo>
                    <a:pt x="320028" y="95951"/>
                  </a:lnTo>
                  <a:lnTo>
                    <a:pt x="317802" y="91131"/>
                  </a:lnTo>
                  <a:lnTo>
                    <a:pt x="315424" y="86385"/>
                  </a:lnTo>
                  <a:lnTo>
                    <a:pt x="312897" y="81716"/>
                  </a:lnTo>
                  <a:lnTo>
                    <a:pt x="310223" y="77130"/>
                  </a:lnTo>
                  <a:lnTo>
                    <a:pt x="307405" y="72631"/>
                  </a:lnTo>
                  <a:lnTo>
                    <a:pt x="304445" y="68224"/>
                  </a:lnTo>
                  <a:lnTo>
                    <a:pt x="301347" y="63913"/>
                  </a:lnTo>
                  <a:lnTo>
                    <a:pt x="298113" y="59702"/>
                  </a:lnTo>
                  <a:lnTo>
                    <a:pt x="294747" y="55597"/>
                  </a:lnTo>
                  <a:lnTo>
                    <a:pt x="291253" y="51600"/>
                  </a:lnTo>
                  <a:lnTo>
                    <a:pt x="287634" y="47716"/>
                  </a:lnTo>
                  <a:lnTo>
                    <a:pt x="283893" y="43949"/>
                  </a:lnTo>
                  <a:lnTo>
                    <a:pt x="280034" y="40303"/>
                  </a:lnTo>
                  <a:lnTo>
                    <a:pt x="167167" y="1636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9011" y="2633064"/>
              <a:ext cx="112867" cy="167167"/>
            </a:xfrm>
            <a:custGeom>
              <a:avLst/>
              <a:pathLst>
                <a:path w="112867" h="167167">
                  <a:moveTo>
                    <a:pt x="112867" y="43855"/>
                  </a:moveTo>
                  <a:lnTo>
                    <a:pt x="108649" y="40123"/>
                  </a:lnTo>
                  <a:lnTo>
                    <a:pt x="104308" y="36535"/>
                  </a:lnTo>
                  <a:lnTo>
                    <a:pt x="99848" y="33095"/>
                  </a:lnTo>
                  <a:lnTo>
                    <a:pt x="95276" y="29808"/>
                  </a:lnTo>
                  <a:lnTo>
                    <a:pt x="90595" y="26677"/>
                  </a:lnTo>
                  <a:lnTo>
                    <a:pt x="85811" y="23705"/>
                  </a:lnTo>
                  <a:lnTo>
                    <a:pt x="80930" y="20896"/>
                  </a:lnTo>
                  <a:lnTo>
                    <a:pt x="75957" y="18253"/>
                  </a:lnTo>
                  <a:lnTo>
                    <a:pt x="70897" y="15779"/>
                  </a:lnTo>
                  <a:lnTo>
                    <a:pt x="65758" y="13476"/>
                  </a:lnTo>
                  <a:lnTo>
                    <a:pt x="60543" y="11349"/>
                  </a:lnTo>
                  <a:lnTo>
                    <a:pt x="55260" y="9398"/>
                  </a:lnTo>
                  <a:lnTo>
                    <a:pt x="49915" y="7626"/>
                  </a:lnTo>
                  <a:lnTo>
                    <a:pt x="44512" y="6035"/>
                  </a:lnTo>
                  <a:lnTo>
                    <a:pt x="39059" y="4627"/>
                  </a:lnTo>
                  <a:lnTo>
                    <a:pt x="33562" y="3403"/>
                  </a:lnTo>
                  <a:lnTo>
                    <a:pt x="28027" y="2366"/>
                  </a:lnTo>
                  <a:lnTo>
                    <a:pt x="22460" y="1515"/>
                  </a:lnTo>
                  <a:lnTo>
                    <a:pt x="16867" y="853"/>
                  </a:lnTo>
                  <a:lnTo>
                    <a:pt x="11255" y="379"/>
                  </a:lnTo>
                  <a:lnTo>
                    <a:pt x="5630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602" y="2126963"/>
              <a:ext cx="7869" cy="167167"/>
            </a:xfrm>
            <a:custGeom>
              <a:avLst/>
              <a:pathLst>
                <a:path w="7869" h="167167">
                  <a:moveTo>
                    <a:pt x="7869" y="0"/>
                  </a:moveTo>
                  <a:lnTo>
                    <a:pt x="0" y="185"/>
                  </a:lnTo>
                  <a:lnTo>
                    <a:pt x="786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602" y="2127149"/>
              <a:ext cx="7869" cy="166982"/>
            </a:xfrm>
            <a:custGeom>
              <a:avLst/>
              <a:pathLst>
                <a:path w="7869" h="166982">
                  <a:moveTo>
                    <a:pt x="0" y="0"/>
                  </a:moveTo>
                  <a:lnTo>
                    <a:pt x="7869" y="1669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61305" y="2127149"/>
              <a:ext cx="331548" cy="334139"/>
            </a:xfrm>
            <a:custGeom>
              <a:avLst/>
              <a:pathLst>
                <a:path w="331548" h="334139">
                  <a:moveTo>
                    <a:pt x="159297" y="0"/>
                  </a:moveTo>
                  <a:lnTo>
                    <a:pt x="153993" y="334"/>
                  </a:lnTo>
                  <a:lnTo>
                    <a:pt x="148703" y="837"/>
                  </a:lnTo>
                  <a:lnTo>
                    <a:pt x="143431" y="1508"/>
                  </a:lnTo>
                  <a:lnTo>
                    <a:pt x="138184" y="2346"/>
                  </a:lnTo>
                  <a:lnTo>
                    <a:pt x="132965" y="3350"/>
                  </a:lnTo>
                  <a:lnTo>
                    <a:pt x="127781" y="4520"/>
                  </a:lnTo>
                  <a:lnTo>
                    <a:pt x="122638" y="5854"/>
                  </a:lnTo>
                  <a:lnTo>
                    <a:pt x="117539" y="7351"/>
                  </a:lnTo>
                  <a:lnTo>
                    <a:pt x="112490" y="9009"/>
                  </a:lnTo>
                  <a:lnTo>
                    <a:pt x="107496" y="10827"/>
                  </a:lnTo>
                  <a:lnTo>
                    <a:pt x="102563" y="12802"/>
                  </a:lnTo>
                  <a:lnTo>
                    <a:pt x="97695" y="14933"/>
                  </a:lnTo>
                  <a:lnTo>
                    <a:pt x="92897" y="17218"/>
                  </a:lnTo>
                  <a:lnTo>
                    <a:pt x="88174" y="19655"/>
                  </a:lnTo>
                  <a:lnTo>
                    <a:pt x="83531" y="22240"/>
                  </a:lnTo>
                  <a:lnTo>
                    <a:pt x="78973" y="24971"/>
                  </a:lnTo>
                  <a:lnTo>
                    <a:pt x="74504" y="27846"/>
                  </a:lnTo>
                  <a:lnTo>
                    <a:pt x="70128" y="30862"/>
                  </a:lnTo>
                  <a:lnTo>
                    <a:pt x="65851" y="34015"/>
                  </a:lnTo>
                  <a:lnTo>
                    <a:pt x="61675" y="37303"/>
                  </a:lnTo>
                  <a:lnTo>
                    <a:pt x="57607" y="40721"/>
                  </a:lnTo>
                  <a:lnTo>
                    <a:pt x="53649" y="44268"/>
                  </a:lnTo>
                  <a:lnTo>
                    <a:pt x="49806" y="47938"/>
                  </a:lnTo>
                  <a:lnTo>
                    <a:pt x="46081" y="51728"/>
                  </a:lnTo>
                  <a:lnTo>
                    <a:pt x="42479" y="55635"/>
                  </a:lnTo>
                  <a:lnTo>
                    <a:pt x="39003" y="59655"/>
                  </a:lnTo>
                  <a:lnTo>
                    <a:pt x="35656" y="63783"/>
                  </a:lnTo>
                  <a:lnTo>
                    <a:pt x="32443" y="68015"/>
                  </a:lnTo>
                  <a:lnTo>
                    <a:pt x="29365" y="72347"/>
                  </a:lnTo>
                  <a:lnTo>
                    <a:pt x="26427" y="76775"/>
                  </a:lnTo>
                  <a:lnTo>
                    <a:pt x="23631" y="81294"/>
                  </a:lnTo>
                  <a:lnTo>
                    <a:pt x="20979" y="85899"/>
                  </a:lnTo>
                  <a:lnTo>
                    <a:pt x="18476" y="90587"/>
                  </a:lnTo>
                  <a:lnTo>
                    <a:pt x="16123" y="95352"/>
                  </a:lnTo>
                  <a:lnTo>
                    <a:pt x="13923" y="100189"/>
                  </a:lnTo>
                  <a:lnTo>
                    <a:pt x="11877" y="105094"/>
                  </a:lnTo>
                  <a:lnTo>
                    <a:pt x="9988" y="110061"/>
                  </a:lnTo>
                  <a:lnTo>
                    <a:pt x="8259" y="115085"/>
                  </a:lnTo>
                  <a:lnTo>
                    <a:pt x="6689" y="120163"/>
                  </a:lnTo>
                  <a:lnTo>
                    <a:pt x="5282" y="125287"/>
                  </a:lnTo>
                  <a:lnTo>
                    <a:pt x="4039" y="130454"/>
                  </a:lnTo>
                  <a:lnTo>
                    <a:pt x="2960" y="135657"/>
                  </a:lnTo>
                  <a:lnTo>
                    <a:pt x="2047" y="140892"/>
                  </a:lnTo>
                  <a:lnTo>
                    <a:pt x="1302" y="146154"/>
                  </a:lnTo>
                  <a:lnTo>
                    <a:pt x="723" y="151436"/>
                  </a:lnTo>
                  <a:lnTo>
                    <a:pt x="313" y="156735"/>
                  </a:lnTo>
                  <a:lnTo>
                    <a:pt x="72" y="162043"/>
                  </a:lnTo>
                  <a:lnTo>
                    <a:pt x="0" y="167357"/>
                  </a:lnTo>
                  <a:lnTo>
                    <a:pt x="96" y="172670"/>
                  </a:lnTo>
                  <a:lnTo>
                    <a:pt x="361" y="177978"/>
                  </a:lnTo>
                  <a:lnTo>
                    <a:pt x="795" y="183274"/>
                  </a:lnTo>
                  <a:lnTo>
                    <a:pt x="1397" y="188554"/>
                  </a:lnTo>
                  <a:lnTo>
                    <a:pt x="2166" y="193812"/>
                  </a:lnTo>
                  <a:lnTo>
                    <a:pt x="3102" y="199043"/>
                  </a:lnTo>
                  <a:lnTo>
                    <a:pt x="4204" y="204242"/>
                  </a:lnTo>
                  <a:lnTo>
                    <a:pt x="5471" y="209403"/>
                  </a:lnTo>
                  <a:lnTo>
                    <a:pt x="6901" y="214521"/>
                  </a:lnTo>
                  <a:lnTo>
                    <a:pt x="8493" y="219591"/>
                  </a:lnTo>
                  <a:lnTo>
                    <a:pt x="10246" y="224608"/>
                  </a:lnTo>
                  <a:lnTo>
                    <a:pt x="12157" y="229566"/>
                  </a:lnTo>
                  <a:lnTo>
                    <a:pt x="14224" y="234462"/>
                  </a:lnTo>
                  <a:lnTo>
                    <a:pt x="16446" y="239289"/>
                  </a:lnTo>
                  <a:lnTo>
                    <a:pt x="18821" y="244043"/>
                  </a:lnTo>
                  <a:lnTo>
                    <a:pt x="21345" y="248719"/>
                  </a:lnTo>
                  <a:lnTo>
                    <a:pt x="24017" y="253313"/>
                  </a:lnTo>
                  <a:lnTo>
                    <a:pt x="26833" y="257819"/>
                  </a:lnTo>
                  <a:lnTo>
                    <a:pt x="29791" y="262234"/>
                  </a:lnTo>
                  <a:lnTo>
                    <a:pt x="32888" y="266552"/>
                  </a:lnTo>
                  <a:lnTo>
                    <a:pt x="36121" y="270770"/>
                  </a:lnTo>
                  <a:lnTo>
                    <a:pt x="39486" y="274883"/>
                  </a:lnTo>
                  <a:lnTo>
                    <a:pt x="42981" y="278887"/>
                  </a:lnTo>
                  <a:lnTo>
                    <a:pt x="46600" y="282778"/>
                  </a:lnTo>
                  <a:lnTo>
                    <a:pt x="50342" y="286551"/>
                  </a:lnTo>
                  <a:lnTo>
                    <a:pt x="54201" y="290204"/>
                  </a:lnTo>
                  <a:lnTo>
                    <a:pt x="58175" y="293733"/>
                  </a:lnTo>
                  <a:lnTo>
                    <a:pt x="62259" y="297133"/>
                  </a:lnTo>
                  <a:lnTo>
                    <a:pt x="66449" y="300402"/>
                  </a:lnTo>
                  <a:lnTo>
                    <a:pt x="70741" y="303536"/>
                  </a:lnTo>
                  <a:lnTo>
                    <a:pt x="75130" y="306531"/>
                  </a:lnTo>
                  <a:lnTo>
                    <a:pt x="79612" y="309386"/>
                  </a:lnTo>
                  <a:lnTo>
                    <a:pt x="84182" y="312097"/>
                  </a:lnTo>
                  <a:lnTo>
                    <a:pt x="88837" y="314662"/>
                  </a:lnTo>
                  <a:lnTo>
                    <a:pt x="93570" y="317077"/>
                  </a:lnTo>
                  <a:lnTo>
                    <a:pt x="98378" y="319340"/>
                  </a:lnTo>
                  <a:lnTo>
                    <a:pt x="103256" y="321450"/>
                  </a:lnTo>
                  <a:lnTo>
                    <a:pt x="108198" y="323403"/>
                  </a:lnTo>
                  <a:lnTo>
                    <a:pt x="113200" y="325198"/>
                  </a:lnTo>
                  <a:lnTo>
                    <a:pt x="118256" y="326834"/>
                  </a:lnTo>
                  <a:lnTo>
                    <a:pt x="123362" y="328308"/>
                  </a:lnTo>
                  <a:lnTo>
                    <a:pt x="128512" y="329618"/>
                  </a:lnTo>
                  <a:lnTo>
                    <a:pt x="133700" y="330765"/>
                  </a:lnTo>
                  <a:lnTo>
                    <a:pt x="138923" y="331746"/>
                  </a:lnTo>
                  <a:lnTo>
                    <a:pt x="144175" y="332560"/>
                  </a:lnTo>
                  <a:lnTo>
                    <a:pt x="149449" y="333207"/>
                  </a:lnTo>
                  <a:lnTo>
                    <a:pt x="154742" y="333687"/>
                  </a:lnTo>
                  <a:lnTo>
                    <a:pt x="160047" y="333997"/>
                  </a:lnTo>
                  <a:lnTo>
                    <a:pt x="165359" y="334139"/>
                  </a:lnTo>
                  <a:lnTo>
                    <a:pt x="170673" y="334112"/>
                  </a:lnTo>
                  <a:lnTo>
                    <a:pt x="175983" y="333916"/>
                  </a:lnTo>
                  <a:lnTo>
                    <a:pt x="181285" y="333552"/>
                  </a:lnTo>
                  <a:lnTo>
                    <a:pt x="186572" y="333019"/>
                  </a:lnTo>
                  <a:lnTo>
                    <a:pt x="191840" y="332318"/>
                  </a:lnTo>
                  <a:lnTo>
                    <a:pt x="197083" y="331450"/>
                  </a:lnTo>
                  <a:lnTo>
                    <a:pt x="202296" y="330416"/>
                  </a:lnTo>
                  <a:lnTo>
                    <a:pt x="207473" y="329217"/>
                  </a:lnTo>
                  <a:lnTo>
                    <a:pt x="212609" y="327854"/>
                  </a:lnTo>
                  <a:lnTo>
                    <a:pt x="217699" y="326328"/>
                  </a:lnTo>
                  <a:lnTo>
                    <a:pt x="222739" y="324642"/>
                  </a:lnTo>
                  <a:lnTo>
                    <a:pt x="227722" y="322796"/>
                  </a:lnTo>
                  <a:lnTo>
                    <a:pt x="232644" y="320792"/>
                  </a:lnTo>
                  <a:lnTo>
                    <a:pt x="237500" y="318633"/>
                  </a:lnTo>
                  <a:lnTo>
                    <a:pt x="242284" y="316321"/>
                  </a:lnTo>
                  <a:lnTo>
                    <a:pt x="246993" y="313858"/>
                  </a:lnTo>
                  <a:lnTo>
                    <a:pt x="251621" y="311246"/>
                  </a:lnTo>
                  <a:lnTo>
                    <a:pt x="256164" y="308489"/>
                  </a:lnTo>
                  <a:lnTo>
                    <a:pt x="260617" y="305589"/>
                  </a:lnTo>
                  <a:lnTo>
                    <a:pt x="264975" y="302548"/>
                  </a:lnTo>
                  <a:lnTo>
                    <a:pt x="269235" y="299371"/>
                  </a:lnTo>
                  <a:lnTo>
                    <a:pt x="273392" y="296060"/>
                  </a:lnTo>
                  <a:lnTo>
                    <a:pt x="277441" y="292618"/>
                  </a:lnTo>
                  <a:lnTo>
                    <a:pt x="281378" y="289050"/>
                  </a:lnTo>
                  <a:lnTo>
                    <a:pt x="285201" y="285358"/>
                  </a:lnTo>
                  <a:lnTo>
                    <a:pt x="288904" y="281546"/>
                  </a:lnTo>
                  <a:lnTo>
                    <a:pt x="292483" y="277619"/>
                  </a:lnTo>
                  <a:lnTo>
                    <a:pt x="295937" y="273580"/>
                  </a:lnTo>
                  <a:lnTo>
                    <a:pt x="299260" y="269433"/>
                  </a:lnTo>
                  <a:lnTo>
                    <a:pt x="302450" y="265183"/>
                  </a:lnTo>
                  <a:lnTo>
                    <a:pt x="305503" y="260833"/>
                  </a:lnTo>
                  <a:lnTo>
                    <a:pt x="308416" y="256388"/>
                  </a:lnTo>
                  <a:lnTo>
                    <a:pt x="311186" y="251854"/>
                  </a:lnTo>
                  <a:lnTo>
                    <a:pt x="313811" y="247233"/>
                  </a:lnTo>
                  <a:lnTo>
                    <a:pt x="316288" y="242531"/>
                  </a:lnTo>
                  <a:lnTo>
                    <a:pt x="318614" y="237753"/>
                  </a:lnTo>
                  <a:lnTo>
                    <a:pt x="320787" y="232904"/>
                  </a:lnTo>
                  <a:lnTo>
                    <a:pt x="322805" y="227988"/>
                  </a:lnTo>
                  <a:lnTo>
                    <a:pt x="324665" y="223010"/>
                  </a:lnTo>
                  <a:lnTo>
                    <a:pt x="326366" y="217975"/>
                  </a:lnTo>
                  <a:lnTo>
                    <a:pt x="327907" y="212889"/>
                  </a:lnTo>
                  <a:lnTo>
                    <a:pt x="329285" y="207757"/>
                  </a:lnTo>
                  <a:lnTo>
                    <a:pt x="330499" y="202584"/>
                  </a:lnTo>
                  <a:lnTo>
                    <a:pt x="331548" y="197374"/>
                  </a:lnTo>
                  <a:lnTo>
                    <a:pt x="167167" y="1669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8472" y="2126963"/>
              <a:ext cx="167155" cy="197559"/>
            </a:xfrm>
            <a:custGeom>
              <a:avLst/>
              <a:pathLst>
                <a:path w="167155" h="197559">
                  <a:moveTo>
                    <a:pt x="164381" y="197559"/>
                  </a:moveTo>
                  <a:lnTo>
                    <a:pt x="165281" y="192206"/>
                  </a:lnTo>
                  <a:lnTo>
                    <a:pt x="166007" y="186826"/>
                  </a:lnTo>
                  <a:lnTo>
                    <a:pt x="166558" y="181426"/>
                  </a:lnTo>
                  <a:lnTo>
                    <a:pt x="166933" y="176010"/>
                  </a:lnTo>
                  <a:lnTo>
                    <a:pt x="167132" y="170586"/>
                  </a:lnTo>
                  <a:lnTo>
                    <a:pt x="167155" y="165157"/>
                  </a:lnTo>
                  <a:lnTo>
                    <a:pt x="167001" y="159731"/>
                  </a:lnTo>
                  <a:lnTo>
                    <a:pt x="166672" y="154313"/>
                  </a:lnTo>
                  <a:lnTo>
                    <a:pt x="166167" y="148908"/>
                  </a:lnTo>
                  <a:lnTo>
                    <a:pt x="165486" y="143522"/>
                  </a:lnTo>
                  <a:lnTo>
                    <a:pt x="164631" y="138161"/>
                  </a:lnTo>
                  <a:lnTo>
                    <a:pt x="163603" y="132831"/>
                  </a:lnTo>
                  <a:lnTo>
                    <a:pt x="162402" y="127537"/>
                  </a:lnTo>
                  <a:lnTo>
                    <a:pt x="161029" y="122285"/>
                  </a:lnTo>
                  <a:lnTo>
                    <a:pt x="159487" y="117081"/>
                  </a:lnTo>
                  <a:lnTo>
                    <a:pt x="157777" y="111929"/>
                  </a:lnTo>
                  <a:lnTo>
                    <a:pt x="155900" y="106835"/>
                  </a:lnTo>
                  <a:lnTo>
                    <a:pt x="153859" y="101805"/>
                  </a:lnTo>
                  <a:lnTo>
                    <a:pt x="151656" y="96844"/>
                  </a:lnTo>
                  <a:lnTo>
                    <a:pt x="149292" y="91957"/>
                  </a:lnTo>
                  <a:lnTo>
                    <a:pt x="146772" y="87149"/>
                  </a:lnTo>
                  <a:lnTo>
                    <a:pt x="144096" y="82426"/>
                  </a:lnTo>
                  <a:lnTo>
                    <a:pt x="141269" y="77792"/>
                  </a:lnTo>
                  <a:lnTo>
                    <a:pt x="138292" y="73252"/>
                  </a:lnTo>
                  <a:lnTo>
                    <a:pt x="135170" y="68811"/>
                  </a:lnTo>
                  <a:lnTo>
                    <a:pt x="131905" y="64474"/>
                  </a:lnTo>
                  <a:lnTo>
                    <a:pt x="128502" y="60246"/>
                  </a:lnTo>
                  <a:lnTo>
                    <a:pt x="124962" y="56130"/>
                  </a:lnTo>
                  <a:lnTo>
                    <a:pt x="121291" y="52131"/>
                  </a:lnTo>
                  <a:lnTo>
                    <a:pt x="117492" y="48253"/>
                  </a:lnTo>
                  <a:lnTo>
                    <a:pt x="113569" y="44501"/>
                  </a:lnTo>
                  <a:lnTo>
                    <a:pt x="109526" y="40878"/>
                  </a:lnTo>
                  <a:lnTo>
                    <a:pt x="105368" y="37389"/>
                  </a:lnTo>
                  <a:lnTo>
                    <a:pt x="101099" y="34036"/>
                  </a:lnTo>
                  <a:lnTo>
                    <a:pt x="96723" y="30824"/>
                  </a:lnTo>
                  <a:lnTo>
                    <a:pt x="92245" y="27755"/>
                  </a:lnTo>
                  <a:lnTo>
                    <a:pt x="87670" y="24833"/>
                  </a:lnTo>
                  <a:lnTo>
                    <a:pt x="83002" y="22062"/>
                  </a:lnTo>
                  <a:lnTo>
                    <a:pt x="78247" y="19443"/>
                  </a:lnTo>
                  <a:lnTo>
                    <a:pt x="73410" y="16981"/>
                  </a:lnTo>
                  <a:lnTo>
                    <a:pt x="68495" y="14676"/>
                  </a:lnTo>
                  <a:lnTo>
                    <a:pt x="63507" y="12533"/>
                  </a:lnTo>
                  <a:lnTo>
                    <a:pt x="58453" y="10552"/>
                  </a:lnTo>
                  <a:lnTo>
                    <a:pt x="53337" y="8737"/>
                  </a:lnTo>
                  <a:lnTo>
                    <a:pt x="48165" y="7089"/>
                  </a:lnTo>
                  <a:lnTo>
                    <a:pt x="42942" y="5609"/>
                  </a:lnTo>
                  <a:lnTo>
                    <a:pt x="37674" y="4300"/>
                  </a:lnTo>
                  <a:lnTo>
                    <a:pt x="32366" y="3163"/>
                  </a:lnTo>
                  <a:lnTo>
                    <a:pt x="27024" y="2198"/>
                  </a:lnTo>
                  <a:lnTo>
                    <a:pt x="21653" y="1408"/>
                  </a:lnTo>
                  <a:lnTo>
                    <a:pt x="16260" y="792"/>
                  </a:lnTo>
                  <a:lnTo>
                    <a:pt x="10849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9926" y="1681503"/>
              <a:ext cx="13308" cy="167167"/>
            </a:xfrm>
            <a:custGeom>
              <a:avLst/>
              <a:pathLst>
                <a:path w="13308" h="167167">
                  <a:moveTo>
                    <a:pt x="13308" y="0"/>
                  </a:moveTo>
                  <a:lnTo>
                    <a:pt x="0" y="530"/>
                  </a:lnTo>
                  <a:lnTo>
                    <a:pt x="1330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926" y="1682033"/>
              <a:ext cx="13308" cy="166636"/>
            </a:xfrm>
            <a:custGeom>
              <a:avLst/>
              <a:pathLst>
                <a:path w="13308" h="166636">
                  <a:moveTo>
                    <a:pt x="0" y="0"/>
                  </a:moveTo>
                  <a:lnTo>
                    <a:pt x="13308" y="1666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256069" y="1682033"/>
              <a:ext cx="334314" cy="333802"/>
            </a:xfrm>
            <a:custGeom>
              <a:avLst/>
              <a:pathLst>
                <a:path w="334314" h="333802">
                  <a:moveTo>
                    <a:pt x="153856" y="0"/>
                  </a:moveTo>
                  <a:lnTo>
                    <a:pt x="148595" y="503"/>
                  </a:lnTo>
                  <a:lnTo>
                    <a:pt x="143353" y="1173"/>
                  </a:lnTo>
                  <a:lnTo>
                    <a:pt x="138134" y="2009"/>
                  </a:lnTo>
                  <a:lnTo>
                    <a:pt x="132945" y="3009"/>
                  </a:lnTo>
                  <a:lnTo>
                    <a:pt x="127790" y="4172"/>
                  </a:lnTo>
                  <a:lnTo>
                    <a:pt x="122674" y="5498"/>
                  </a:lnTo>
                  <a:lnTo>
                    <a:pt x="117603" y="6985"/>
                  </a:lnTo>
                  <a:lnTo>
                    <a:pt x="112581" y="8631"/>
                  </a:lnTo>
                  <a:lnTo>
                    <a:pt x="107614" y="10436"/>
                  </a:lnTo>
                  <a:lnTo>
                    <a:pt x="102706" y="12396"/>
                  </a:lnTo>
                  <a:lnTo>
                    <a:pt x="97863" y="14511"/>
                  </a:lnTo>
                  <a:lnTo>
                    <a:pt x="93089" y="16777"/>
                  </a:lnTo>
                  <a:lnTo>
                    <a:pt x="88389" y="19194"/>
                  </a:lnTo>
                  <a:lnTo>
                    <a:pt x="83768" y="21758"/>
                  </a:lnTo>
                  <a:lnTo>
                    <a:pt x="79230" y="24466"/>
                  </a:lnTo>
                  <a:lnTo>
                    <a:pt x="74780" y="27317"/>
                  </a:lnTo>
                  <a:lnTo>
                    <a:pt x="70422" y="30307"/>
                  </a:lnTo>
                  <a:lnTo>
                    <a:pt x="66161" y="33433"/>
                  </a:lnTo>
                  <a:lnTo>
                    <a:pt x="62001" y="36692"/>
                  </a:lnTo>
                  <a:lnTo>
                    <a:pt x="57946" y="40081"/>
                  </a:lnTo>
                  <a:lnTo>
                    <a:pt x="54000" y="43597"/>
                  </a:lnTo>
                  <a:lnTo>
                    <a:pt x="50167" y="47235"/>
                  </a:lnTo>
                  <a:lnTo>
                    <a:pt x="46452" y="50993"/>
                  </a:lnTo>
                  <a:lnTo>
                    <a:pt x="42856" y="54867"/>
                  </a:lnTo>
                  <a:lnTo>
                    <a:pt x="39385" y="58852"/>
                  </a:lnTo>
                  <a:lnTo>
                    <a:pt x="36042" y="62945"/>
                  </a:lnTo>
                  <a:lnTo>
                    <a:pt x="32830" y="67142"/>
                  </a:lnTo>
                  <a:lnTo>
                    <a:pt x="29752" y="71438"/>
                  </a:lnTo>
                  <a:lnTo>
                    <a:pt x="26812" y="75829"/>
                  </a:lnTo>
                  <a:lnTo>
                    <a:pt x="24011" y="80311"/>
                  </a:lnTo>
                  <a:lnTo>
                    <a:pt x="21354" y="84879"/>
                  </a:lnTo>
                  <a:lnTo>
                    <a:pt x="18843" y="89529"/>
                  </a:lnTo>
                  <a:lnTo>
                    <a:pt x="16480" y="94256"/>
                  </a:lnTo>
                  <a:lnTo>
                    <a:pt x="14267" y="99055"/>
                  </a:lnTo>
                  <a:lnTo>
                    <a:pt x="12207" y="103922"/>
                  </a:lnTo>
                  <a:lnTo>
                    <a:pt x="10302" y="108851"/>
                  </a:lnTo>
                  <a:lnTo>
                    <a:pt x="8554" y="113839"/>
                  </a:lnTo>
                  <a:lnTo>
                    <a:pt x="6964" y="118879"/>
                  </a:lnTo>
                  <a:lnTo>
                    <a:pt x="5535" y="123967"/>
                  </a:lnTo>
                  <a:lnTo>
                    <a:pt x="4267" y="129097"/>
                  </a:lnTo>
                  <a:lnTo>
                    <a:pt x="3161" y="134265"/>
                  </a:lnTo>
                  <a:lnTo>
                    <a:pt x="2220" y="139465"/>
                  </a:lnTo>
                  <a:lnTo>
                    <a:pt x="1444" y="144693"/>
                  </a:lnTo>
                  <a:lnTo>
                    <a:pt x="833" y="149942"/>
                  </a:lnTo>
                  <a:lnTo>
                    <a:pt x="388" y="155208"/>
                  </a:lnTo>
                  <a:lnTo>
                    <a:pt x="110" y="160486"/>
                  </a:lnTo>
                  <a:lnTo>
                    <a:pt x="0" y="165769"/>
                  </a:lnTo>
                  <a:lnTo>
                    <a:pt x="56" y="171054"/>
                  </a:lnTo>
                  <a:lnTo>
                    <a:pt x="279" y="176334"/>
                  </a:lnTo>
                  <a:lnTo>
                    <a:pt x="669" y="181604"/>
                  </a:lnTo>
                  <a:lnTo>
                    <a:pt x="1225" y="186860"/>
                  </a:lnTo>
                  <a:lnTo>
                    <a:pt x="1947" y="192095"/>
                  </a:lnTo>
                  <a:lnTo>
                    <a:pt x="2835" y="197305"/>
                  </a:lnTo>
                  <a:lnTo>
                    <a:pt x="3886" y="202484"/>
                  </a:lnTo>
                  <a:lnTo>
                    <a:pt x="5101" y="207627"/>
                  </a:lnTo>
                  <a:lnTo>
                    <a:pt x="6477" y="212729"/>
                  </a:lnTo>
                  <a:lnTo>
                    <a:pt x="8015" y="217786"/>
                  </a:lnTo>
                  <a:lnTo>
                    <a:pt x="9711" y="222791"/>
                  </a:lnTo>
                  <a:lnTo>
                    <a:pt x="11565" y="227740"/>
                  </a:lnTo>
                  <a:lnTo>
                    <a:pt x="13574" y="232628"/>
                  </a:lnTo>
                  <a:lnTo>
                    <a:pt x="15737" y="237450"/>
                  </a:lnTo>
                  <a:lnTo>
                    <a:pt x="18051" y="242201"/>
                  </a:lnTo>
                  <a:lnTo>
                    <a:pt x="20514" y="246877"/>
                  </a:lnTo>
                  <a:lnTo>
                    <a:pt x="23124" y="251472"/>
                  </a:lnTo>
                  <a:lnTo>
                    <a:pt x="25877" y="255983"/>
                  </a:lnTo>
                  <a:lnTo>
                    <a:pt x="28772" y="260404"/>
                  </a:lnTo>
                  <a:lnTo>
                    <a:pt x="31805" y="264732"/>
                  </a:lnTo>
                  <a:lnTo>
                    <a:pt x="34974" y="268962"/>
                  </a:lnTo>
                  <a:lnTo>
                    <a:pt x="38274" y="273089"/>
                  </a:lnTo>
                  <a:lnTo>
                    <a:pt x="41704" y="277110"/>
                  </a:lnTo>
                  <a:lnTo>
                    <a:pt x="45258" y="281021"/>
                  </a:lnTo>
                  <a:lnTo>
                    <a:pt x="48935" y="284817"/>
                  </a:lnTo>
                  <a:lnTo>
                    <a:pt x="52730" y="288495"/>
                  </a:lnTo>
                  <a:lnTo>
                    <a:pt x="56639" y="292052"/>
                  </a:lnTo>
                  <a:lnTo>
                    <a:pt x="60658" y="295483"/>
                  </a:lnTo>
                  <a:lnTo>
                    <a:pt x="64785" y="298785"/>
                  </a:lnTo>
                  <a:lnTo>
                    <a:pt x="69013" y="301955"/>
                  </a:lnTo>
                  <a:lnTo>
                    <a:pt x="73339" y="304990"/>
                  </a:lnTo>
                  <a:lnTo>
                    <a:pt x="77760" y="307887"/>
                  </a:lnTo>
                  <a:lnTo>
                    <a:pt x="82269" y="310642"/>
                  </a:lnTo>
                  <a:lnTo>
                    <a:pt x="86864" y="313254"/>
                  </a:lnTo>
                  <a:lnTo>
                    <a:pt x="91538" y="315719"/>
                  </a:lnTo>
                  <a:lnTo>
                    <a:pt x="96289" y="318035"/>
                  </a:lnTo>
                  <a:lnTo>
                    <a:pt x="101110" y="320200"/>
                  </a:lnTo>
                  <a:lnTo>
                    <a:pt x="105997" y="322211"/>
                  </a:lnTo>
                  <a:lnTo>
                    <a:pt x="110945" y="324067"/>
                  </a:lnTo>
                  <a:lnTo>
                    <a:pt x="115949" y="325765"/>
                  </a:lnTo>
                  <a:lnTo>
                    <a:pt x="121005" y="327304"/>
                  </a:lnTo>
                  <a:lnTo>
                    <a:pt x="126107" y="328683"/>
                  </a:lnTo>
                  <a:lnTo>
                    <a:pt x="131250" y="329900"/>
                  </a:lnTo>
                  <a:lnTo>
                    <a:pt x="136428" y="330954"/>
                  </a:lnTo>
                  <a:lnTo>
                    <a:pt x="141638" y="331843"/>
                  </a:lnTo>
                  <a:lnTo>
                    <a:pt x="146873" y="332568"/>
                  </a:lnTo>
                  <a:lnTo>
                    <a:pt x="152128" y="333126"/>
                  </a:lnTo>
                  <a:lnTo>
                    <a:pt x="157398" y="333518"/>
                  </a:lnTo>
                  <a:lnTo>
                    <a:pt x="162678" y="333744"/>
                  </a:lnTo>
                  <a:lnTo>
                    <a:pt x="167963" y="333802"/>
                  </a:lnTo>
                  <a:lnTo>
                    <a:pt x="173246" y="333693"/>
                  </a:lnTo>
                  <a:lnTo>
                    <a:pt x="178524" y="333417"/>
                  </a:lnTo>
                  <a:lnTo>
                    <a:pt x="183790" y="332975"/>
                  </a:lnTo>
                  <a:lnTo>
                    <a:pt x="189040" y="332366"/>
                  </a:lnTo>
                  <a:lnTo>
                    <a:pt x="194267" y="331592"/>
                  </a:lnTo>
                  <a:lnTo>
                    <a:pt x="199468" y="330653"/>
                  </a:lnTo>
                  <a:lnTo>
                    <a:pt x="204637" y="329550"/>
                  </a:lnTo>
                  <a:lnTo>
                    <a:pt x="209767" y="328284"/>
                  </a:lnTo>
                  <a:lnTo>
                    <a:pt x="214856" y="326856"/>
                  </a:lnTo>
                  <a:lnTo>
                    <a:pt x="219897" y="325269"/>
                  </a:lnTo>
                  <a:lnTo>
                    <a:pt x="224885" y="323523"/>
                  </a:lnTo>
                  <a:lnTo>
                    <a:pt x="229815" y="321620"/>
                  </a:lnTo>
                  <a:lnTo>
                    <a:pt x="234683" y="319562"/>
                  </a:lnTo>
                  <a:lnTo>
                    <a:pt x="239483" y="317351"/>
                  </a:lnTo>
                  <a:lnTo>
                    <a:pt x="244211" y="314990"/>
                  </a:lnTo>
                  <a:lnTo>
                    <a:pt x="248862" y="312481"/>
                  </a:lnTo>
                  <a:lnTo>
                    <a:pt x="253431" y="309825"/>
                  </a:lnTo>
                  <a:lnTo>
                    <a:pt x="257914" y="307027"/>
                  </a:lnTo>
                  <a:lnTo>
                    <a:pt x="262306" y="304088"/>
                  </a:lnTo>
                  <a:lnTo>
                    <a:pt x="266604" y="301012"/>
                  </a:lnTo>
                  <a:lnTo>
                    <a:pt x="270802" y="297802"/>
                  </a:lnTo>
                  <a:lnTo>
                    <a:pt x="274896" y="294460"/>
                  </a:lnTo>
                  <a:lnTo>
                    <a:pt x="278883" y="290991"/>
                  </a:lnTo>
                  <a:lnTo>
                    <a:pt x="282758" y="287397"/>
                  </a:lnTo>
                  <a:lnTo>
                    <a:pt x="286517" y="283683"/>
                  </a:lnTo>
                  <a:lnTo>
                    <a:pt x="290157" y="279852"/>
                  </a:lnTo>
                  <a:lnTo>
                    <a:pt x="293675" y="275908"/>
                  </a:lnTo>
                  <a:lnTo>
                    <a:pt x="297065" y="271854"/>
                  </a:lnTo>
                  <a:lnTo>
                    <a:pt x="300326" y="267695"/>
                  </a:lnTo>
                  <a:lnTo>
                    <a:pt x="303454" y="263436"/>
                  </a:lnTo>
                  <a:lnTo>
                    <a:pt x="306446" y="259079"/>
                  </a:lnTo>
                  <a:lnTo>
                    <a:pt x="309298" y="254630"/>
                  </a:lnTo>
                  <a:lnTo>
                    <a:pt x="312009" y="250093"/>
                  </a:lnTo>
                  <a:lnTo>
                    <a:pt x="314575" y="245473"/>
                  </a:lnTo>
                  <a:lnTo>
                    <a:pt x="316993" y="240774"/>
                  </a:lnTo>
                  <a:lnTo>
                    <a:pt x="319262" y="236001"/>
                  </a:lnTo>
                  <a:lnTo>
                    <a:pt x="321378" y="231159"/>
                  </a:lnTo>
                  <a:lnTo>
                    <a:pt x="323341" y="226252"/>
                  </a:lnTo>
                  <a:lnTo>
                    <a:pt x="325147" y="221285"/>
                  </a:lnTo>
                  <a:lnTo>
                    <a:pt x="326796" y="216264"/>
                  </a:lnTo>
                  <a:lnTo>
                    <a:pt x="328285" y="211194"/>
                  </a:lnTo>
                  <a:lnTo>
                    <a:pt x="329612" y="206078"/>
                  </a:lnTo>
                  <a:lnTo>
                    <a:pt x="330778" y="200924"/>
                  </a:lnTo>
                  <a:lnTo>
                    <a:pt x="331780" y="195735"/>
                  </a:lnTo>
                  <a:lnTo>
                    <a:pt x="332618" y="190517"/>
                  </a:lnTo>
                  <a:lnTo>
                    <a:pt x="333290" y="185275"/>
                  </a:lnTo>
                  <a:lnTo>
                    <a:pt x="333796" y="180014"/>
                  </a:lnTo>
                  <a:lnTo>
                    <a:pt x="334136" y="174740"/>
                  </a:lnTo>
                  <a:lnTo>
                    <a:pt x="334308" y="169458"/>
                  </a:lnTo>
                  <a:lnTo>
                    <a:pt x="334314" y="164174"/>
                  </a:lnTo>
                  <a:lnTo>
                    <a:pt x="334153" y="158891"/>
                  </a:lnTo>
                  <a:lnTo>
                    <a:pt x="333824" y="153617"/>
                  </a:lnTo>
                  <a:lnTo>
                    <a:pt x="333330" y="148355"/>
                  </a:lnTo>
                  <a:lnTo>
                    <a:pt x="332669" y="143112"/>
                  </a:lnTo>
                  <a:lnTo>
                    <a:pt x="331842" y="137892"/>
                  </a:lnTo>
                  <a:lnTo>
                    <a:pt x="330851" y="132701"/>
                  </a:lnTo>
                  <a:lnTo>
                    <a:pt x="329697" y="127544"/>
                  </a:lnTo>
                  <a:lnTo>
                    <a:pt x="328380" y="122426"/>
                  </a:lnTo>
                  <a:lnTo>
                    <a:pt x="326902" y="117352"/>
                  </a:lnTo>
                  <a:lnTo>
                    <a:pt x="325264" y="112327"/>
                  </a:lnTo>
                  <a:lnTo>
                    <a:pt x="323469" y="107357"/>
                  </a:lnTo>
                  <a:lnTo>
                    <a:pt x="321517" y="102446"/>
                  </a:lnTo>
                  <a:lnTo>
                    <a:pt x="319410" y="97599"/>
                  </a:lnTo>
                  <a:lnTo>
                    <a:pt x="317152" y="92821"/>
                  </a:lnTo>
                  <a:lnTo>
                    <a:pt x="314744" y="88117"/>
                  </a:lnTo>
                  <a:lnTo>
                    <a:pt x="312188" y="83491"/>
                  </a:lnTo>
                  <a:lnTo>
                    <a:pt x="309487" y="78948"/>
                  </a:lnTo>
                  <a:lnTo>
                    <a:pt x="306644" y="74493"/>
                  </a:lnTo>
                  <a:lnTo>
                    <a:pt x="303662" y="70130"/>
                  </a:lnTo>
                  <a:lnTo>
                    <a:pt x="300543" y="65864"/>
                  </a:lnTo>
                  <a:lnTo>
                    <a:pt x="297291" y="61698"/>
                  </a:lnTo>
                  <a:lnTo>
                    <a:pt x="293909" y="57637"/>
                  </a:lnTo>
                  <a:lnTo>
                    <a:pt x="290400" y="53685"/>
                  </a:lnTo>
                  <a:lnTo>
                    <a:pt x="286769" y="49846"/>
                  </a:lnTo>
                  <a:lnTo>
                    <a:pt x="283017" y="46124"/>
                  </a:lnTo>
                  <a:lnTo>
                    <a:pt x="279150" y="42522"/>
                  </a:lnTo>
                  <a:lnTo>
                    <a:pt x="275171" y="39044"/>
                  </a:lnTo>
                  <a:lnTo>
                    <a:pt x="271083" y="35694"/>
                  </a:lnTo>
                  <a:lnTo>
                    <a:pt x="266892" y="32475"/>
                  </a:lnTo>
                  <a:lnTo>
                    <a:pt x="262602" y="29389"/>
                  </a:lnTo>
                  <a:lnTo>
                    <a:pt x="258216" y="26441"/>
                  </a:lnTo>
                  <a:lnTo>
                    <a:pt x="253739" y="23633"/>
                  </a:lnTo>
                  <a:lnTo>
                    <a:pt x="249175" y="20968"/>
                  </a:lnTo>
                  <a:lnTo>
                    <a:pt x="244530" y="18449"/>
                  </a:lnTo>
                  <a:lnTo>
                    <a:pt x="239807" y="16077"/>
                  </a:lnTo>
                  <a:lnTo>
                    <a:pt x="235011" y="13856"/>
                  </a:lnTo>
                  <a:lnTo>
                    <a:pt x="230148" y="11788"/>
                  </a:lnTo>
                  <a:lnTo>
                    <a:pt x="225222" y="9874"/>
                  </a:lnTo>
                  <a:lnTo>
                    <a:pt x="220238" y="8117"/>
                  </a:lnTo>
                  <a:lnTo>
                    <a:pt x="215200" y="6519"/>
                  </a:lnTo>
                  <a:lnTo>
                    <a:pt x="210115" y="5081"/>
                  </a:lnTo>
                  <a:lnTo>
                    <a:pt x="204987" y="3804"/>
                  </a:lnTo>
                  <a:lnTo>
                    <a:pt x="167165" y="1666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37822" cy="167167"/>
            </a:xfrm>
            <a:custGeom>
              <a:avLst/>
              <a:pathLst>
                <a:path w="37822" h="167167">
                  <a:moveTo>
                    <a:pt x="37822" y="4334"/>
                  </a:moveTo>
                  <a:lnTo>
                    <a:pt x="31602" y="3014"/>
                  </a:lnTo>
                  <a:lnTo>
                    <a:pt x="25336" y="1931"/>
                  </a:lnTo>
                  <a:lnTo>
                    <a:pt x="19034" y="1087"/>
                  </a:lnTo>
                  <a:lnTo>
                    <a:pt x="12705" y="483"/>
                  </a:lnTo>
                  <a:lnTo>
                    <a:pt x="6357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853876" y="1322571"/>
              <a:ext cx="167162" cy="321283"/>
            </a:xfrm>
            <a:custGeom>
              <a:avLst/>
              <a:pathLst>
                <a:path w="167162" h="321283">
                  <a:moveTo>
                    <a:pt x="167162" y="0"/>
                  </a:moveTo>
                  <a:lnTo>
                    <a:pt x="161830" y="85"/>
                  </a:lnTo>
                  <a:lnTo>
                    <a:pt x="156503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8" y="2122"/>
                  </a:lnTo>
                  <a:lnTo>
                    <a:pt x="135357" y="3053"/>
                  </a:lnTo>
                  <a:lnTo>
                    <a:pt x="130138" y="4151"/>
                  </a:lnTo>
                  <a:lnTo>
                    <a:pt x="124956" y="5415"/>
                  </a:lnTo>
                  <a:lnTo>
                    <a:pt x="119818" y="6844"/>
                  </a:lnTo>
                  <a:lnTo>
                    <a:pt x="114728" y="8436"/>
                  </a:lnTo>
                  <a:lnTo>
                    <a:pt x="109691" y="10189"/>
                  </a:lnTo>
                  <a:lnTo>
                    <a:pt x="104713" y="12102"/>
                  </a:lnTo>
                  <a:lnTo>
                    <a:pt x="99798" y="14173"/>
                  </a:lnTo>
                  <a:lnTo>
                    <a:pt x="94952" y="16400"/>
                  </a:lnTo>
                  <a:lnTo>
                    <a:pt x="90179" y="18780"/>
                  </a:lnTo>
                  <a:lnTo>
                    <a:pt x="85485" y="21312"/>
                  </a:lnTo>
                  <a:lnTo>
                    <a:pt x="80874" y="23991"/>
                  </a:lnTo>
                  <a:lnTo>
                    <a:pt x="76351" y="26817"/>
                  </a:lnTo>
                  <a:lnTo>
                    <a:pt x="71920" y="29785"/>
                  </a:lnTo>
                  <a:lnTo>
                    <a:pt x="67586" y="32893"/>
                  </a:lnTo>
                  <a:lnTo>
                    <a:pt x="63353" y="36138"/>
                  </a:lnTo>
                  <a:lnTo>
                    <a:pt x="59226" y="39516"/>
                  </a:lnTo>
                  <a:lnTo>
                    <a:pt x="55209" y="43024"/>
                  </a:lnTo>
                  <a:lnTo>
                    <a:pt x="51306" y="46658"/>
                  </a:lnTo>
                  <a:lnTo>
                    <a:pt x="47521" y="50416"/>
                  </a:lnTo>
                  <a:lnTo>
                    <a:pt x="43858" y="54291"/>
                  </a:lnTo>
                  <a:lnTo>
                    <a:pt x="40320" y="58282"/>
                  </a:lnTo>
                  <a:lnTo>
                    <a:pt x="36911" y="62384"/>
                  </a:lnTo>
                  <a:lnTo>
                    <a:pt x="33635" y="66592"/>
                  </a:lnTo>
                  <a:lnTo>
                    <a:pt x="30494" y="70903"/>
                  </a:lnTo>
                  <a:lnTo>
                    <a:pt x="27493" y="75311"/>
                  </a:lnTo>
                  <a:lnTo>
                    <a:pt x="24634" y="79814"/>
                  </a:lnTo>
                  <a:lnTo>
                    <a:pt x="21920" y="84405"/>
                  </a:lnTo>
                  <a:lnTo>
                    <a:pt x="19354" y="89080"/>
                  </a:lnTo>
                  <a:lnTo>
                    <a:pt x="16938" y="93835"/>
                  </a:lnTo>
                  <a:lnTo>
                    <a:pt x="14675" y="98664"/>
                  </a:lnTo>
                  <a:lnTo>
                    <a:pt x="12568" y="103563"/>
                  </a:lnTo>
                  <a:lnTo>
                    <a:pt x="10617" y="108527"/>
                  </a:lnTo>
                  <a:lnTo>
                    <a:pt x="8826" y="113551"/>
                  </a:lnTo>
                  <a:lnTo>
                    <a:pt x="7197" y="118629"/>
                  </a:lnTo>
                  <a:lnTo>
                    <a:pt x="5730" y="123756"/>
                  </a:lnTo>
                  <a:lnTo>
                    <a:pt x="4427" y="128928"/>
                  </a:lnTo>
                  <a:lnTo>
                    <a:pt x="3290" y="134139"/>
                  </a:lnTo>
                  <a:lnTo>
                    <a:pt x="2320" y="139383"/>
                  </a:lnTo>
                  <a:lnTo>
                    <a:pt x="1518" y="144655"/>
                  </a:lnTo>
                  <a:lnTo>
                    <a:pt x="884" y="149951"/>
                  </a:lnTo>
                  <a:lnTo>
                    <a:pt x="419" y="155264"/>
                  </a:lnTo>
                  <a:lnTo>
                    <a:pt x="124" y="160589"/>
                  </a:lnTo>
                  <a:lnTo>
                    <a:pt x="0" y="165921"/>
                  </a:lnTo>
                  <a:lnTo>
                    <a:pt x="45" y="171254"/>
                  </a:lnTo>
                  <a:lnTo>
                    <a:pt x="260" y="176582"/>
                  </a:lnTo>
                  <a:lnTo>
                    <a:pt x="646" y="181902"/>
                  </a:lnTo>
                  <a:lnTo>
                    <a:pt x="1200" y="187206"/>
                  </a:lnTo>
                  <a:lnTo>
                    <a:pt x="1924" y="192490"/>
                  </a:lnTo>
                  <a:lnTo>
                    <a:pt x="2816" y="197748"/>
                  </a:lnTo>
                  <a:lnTo>
                    <a:pt x="3875" y="202975"/>
                  </a:lnTo>
                  <a:lnTo>
                    <a:pt x="5100" y="208166"/>
                  </a:lnTo>
                  <a:lnTo>
                    <a:pt x="6491" y="213315"/>
                  </a:lnTo>
                  <a:lnTo>
                    <a:pt x="8045" y="218416"/>
                  </a:lnTo>
                  <a:lnTo>
                    <a:pt x="9760" y="223466"/>
                  </a:lnTo>
                  <a:lnTo>
                    <a:pt x="11636" y="228458"/>
                  </a:lnTo>
                  <a:lnTo>
                    <a:pt x="13671" y="233388"/>
                  </a:lnTo>
                  <a:lnTo>
                    <a:pt x="15861" y="238251"/>
                  </a:lnTo>
                  <a:lnTo>
                    <a:pt x="18206" y="243041"/>
                  </a:lnTo>
                  <a:lnTo>
                    <a:pt x="20702" y="247754"/>
                  </a:lnTo>
                  <a:lnTo>
                    <a:pt x="23347" y="252385"/>
                  </a:lnTo>
                  <a:lnTo>
                    <a:pt x="26139" y="256930"/>
                  </a:lnTo>
                  <a:lnTo>
                    <a:pt x="29074" y="261382"/>
                  </a:lnTo>
                  <a:lnTo>
                    <a:pt x="32150" y="265739"/>
                  </a:lnTo>
                  <a:lnTo>
                    <a:pt x="35363" y="269996"/>
                  </a:lnTo>
                  <a:lnTo>
                    <a:pt x="38710" y="274148"/>
                  </a:lnTo>
                  <a:lnTo>
                    <a:pt x="42188" y="278191"/>
                  </a:lnTo>
                  <a:lnTo>
                    <a:pt x="45793" y="282121"/>
                  </a:lnTo>
                  <a:lnTo>
                    <a:pt x="49522" y="285934"/>
                  </a:lnTo>
                  <a:lnTo>
                    <a:pt x="53371" y="289627"/>
                  </a:lnTo>
                  <a:lnTo>
                    <a:pt x="57335" y="293194"/>
                  </a:lnTo>
                  <a:lnTo>
                    <a:pt x="61411" y="296634"/>
                  </a:lnTo>
                  <a:lnTo>
                    <a:pt x="65595" y="299941"/>
                  </a:lnTo>
                  <a:lnTo>
                    <a:pt x="69882" y="303113"/>
                  </a:lnTo>
                  <a:lnTo>
                    <a:pt x="74268" y="306148"/>
                  </a:lnTo>
                  <a:lnTo>
                    <a:pt x="78749" y="309040"/>
                  </a:lnTo>
                  <a:lnTo>
                    <a:pt x="83319" y="311788"/>
                  </a:lnTo>
                  <a:lnTo>
                    <a:pt x="87975" y="314389"/>
                  </a:lnTo>
                  <a:lnTo>
                    <a:pt x="92712" y="316840"/>
                  </a:lnTo>
                  <a:lnTo>
                    <a:pt x="97524" y="319139"/>
                  </a:lnTo>
                  <a:lnTo>
                    <a:pt x="102408" y="32128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6284" y="1489739"/>
              <a:ext cx="64754" cy="154116"/>
            </a:xfrm>
            <a:custGeom>
              <a:avLst/>
              <a:pathLst>
                <a:path w="64754" h="154116">
                  <a:moveTo>
                    <a:pt x="0" y="154116"/>
                  </a:moveTo>
                  <a:lnTo>
                    <a:pt x="647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6284" y="1351466"/>
              <a:ext cx="231904" cy="305423"/>
            </a:xfrm>
            <a:custGeom>
              <a:avLst/>
              <a:pathLst>
                <a:path w="231904" h="305423">
                  <a:moveTo>
                    <a:pt x="0" y="292388"/>
                  </a:moveTo>
                  <a:lnTo>
                    <a:pt x="4961" y="294380"/>
                  </a:lnTo>
                  <a:lnTo>
                    <a:pt x="9984" y="296213"/>
                  </a:lnTo>
                  <a:lnTo>
                    <a:pt x="15063" y="297883"/>
                  </a:lnTo>
                  <a:lnTo>
                    <a:pt x="20192" y="299391"/>
                  </a:lnTo>
                  <a:lnTo>
                    <a:pt x="25368" y="300733"/>
                  </a:lnTo>
                  <a:lnTo>
                    <a:pt x="30583" y="301910"/>
                  </a:lnTo>
                  <a:lnTo>
                    <a:pt x="35834" y="302919"/>
                  </a:lnTo>
                  <a:lnTo>
                    <a:pt x="41114" y="303760"/>
                  </a:lnTo>
                  <a:lnTo>
                    <a:pt x="46418" y="304431"/>
                  </a:lnTo>
                  <a:lnTo>
                    <a:pt x="51741" y="304932"/>
                  </a:lnTo>
                  <a:lnTo>
                    <a:pt x="57077" y="305263"/>
                  </a:lnTo>
                  <a:lnTo>
                    <a:pt x="62421" y="305423"/>
                  </a:lnTo>
                  <a:lnTo>
                    <a:pt x="67768" y="305413"/>
                  </a:lnTo>
                  <a:lnTo>
                    <a:pt x="73111" y="305231"/>
                  </a:lnTo>
                  <a:lnTo>
                    <a:pt x="78446" y="304878"/>
                  </a:lnTo>
                  <a:lnTo>
                    <a:pt x="83767" y="304355"/>
                  </a:lnTo>
                  <a:lnTo>
                    <a:pt x="89069" y="303662"/>
                  </a:lnTo>
                  <a:lnTo>
                    <a:pt x="94345" y="302800"/>
                  </a:lnTo>
                  <a:lnTo>
                    <a:pt x="99592" y="301769"/>
                  </a:lnTo>
                  <a:lnTo>
                    <a:pt x="104802" y="300572"/>
                  </a:lnTo>
                  <a:lnTo>
                    <a:pt x="109972" y="299208"/>
                  </a:lnTo>
                  <a:lnTo>
                    <a:pt x="115095" y="297680"/>
                  </a:lnTo>
                  <a:lnTo>
                    <a:pt x="120167" y="295988"/>
                  </a:lnTo>
                  <a:lnTo>
                    <a:pt x="125183" y="294135"/>
                  </a:lnTo>
                  <a:lnTo>
                    <a:pt x="130136" y="292123"/>
                  </a:lnTo>
                  <a:lnTo>
                    <a:pt x="135023" y="289954"/>
                  </a:lnTo>
                  <a:lnTo>
                    <a:pt x="139838" y="287629"/>
                  </a:lnTo>
                  <a:lnTo>
                    <a:pt x="144575" y="285152"/>
                  </a:lnTo>
                  <a:lnTo>
                    <a:pt x="149232" y="282524"/>
                  </a:lnTo>
                  <a:lnTo>
                    <a:pt x="153802" y="279748"/>
                  </a:lnTo>
                  <a:lnTo>
                    <a:pt x="158280" y="276828"/>
                  </a:lnTo>
                  <a:lnTo>
                    <a:pt x="162663" y="273767"/>
                  </a:lnTo>
                  <a:lnTo>
                    <a:pt x="166946" y="270566"/>
                  </a:lnTo>
                  <a:lnTo>
                    <a:pt x="171125" y="267231"/>
                  </a:lnTo>
                  <a:lnTo>
                    <a:pt x="175194" y="263763"/>
                  </a:lnTo>
                  <a:lnTo>
                    <a:pt x="179151" y="260167"/>
                  </a:lnTo>
                  <a:lnTo>
                    <a:pt x="182990" y="256446"/>
                  </a:lnTo>
                  <a:lnTo>
                    <a:pt x="186709" y="252605"/>
                  </a:lnTo>
                  <a:lnTo>
                    <a:pt x="190303" y="248646"/>
                  </a:lnTo>
                  <a:lnTo>
                    <a:pt x="193768" y="244575"/>
                  </a:lnTo>
                  <a:lnTo>
                    <a:pt x="197102" y="240395"/>
                  </a:lnTo>
                  <a:lnTo>
                    <a:pt x="200300" y="236110"/>
                  </a:lnTo>
                  <a:lnTo>
                    <a:pt x="203359" y="231726"/>
                  </a:lnTo>
                  <a:lnTo>
                    <a:pt x="206277" y="227245"/>
                  </a:lnTo>
                  <a:lnTo>
                    <a:pt x="209050" y="222674"/>
                  </a:lnTo>
                  <a:lnTo>
                    <a:pt x="211675" y="218016"/>
                  </a:lnTo>
                  <a:lnTo>
                    <a:pt x="214150" y="213277"/>
                  </a:lnTo>
                  <a:lnTo>
                    <a:pt x="216473" y="208461"/>
                  </a:lnTo>
                  <a:lnTo>
                    <a:pt x="218640" y="203574"/>
                  </a:lnTo>
                  <a:lnTo>
                    <a:pt x="220649" y="198619"/>
                  </a:lnTo>
                  <a:lnTo>
                    <a:pt x="222499" y="193603"/>
                  </a:lnTo>
                  <a:lnTo>
                    <a:pt x="224188" y="188530"/>
                  </a:lnTo>
                  <a:lnTo>
                    <a:pt x="225714" y="183406"/>
                  </a:lnTo>
                  <a:lnTo>
                    <a:pt x="227075" y="178235"/>
                  </a:lnTo>
                  <a:lnTo>
                    <a:pt x="228270" y="173024"/>
                  </a:lnTo>
                  <a:lnTo>
                    <a:pt x="229297" y="167777"/>
                  </a:lnTo>
                  <a:lnTo>
                    <a:pt x="230157" y="162500"/>
                  </a:lnTo>
                  <a:lnTo>
                    <a:pt x="230847" y="157198"/>
                  </a:lnTo>
                  <a:lnTo>
                    <a:pt x="231367" y="151877"/>
                  </a:lnTo>
                  <a:lnTo>
                    <a:pt x="231717" y="146542"/>
                  </a:lnTo>
                  <a:lnTo>
                    <a:pt x="231896" y="141198"/>
                  </a:lnTo>
                  <a:lnTo>
                    <a:pt x="231904" y="135852"/>
                  </a:lnTo>
                  <a:lnTo>
                    <a:pt x="231741" y="130508"/>
                  </a:lnTo>
                  <a:lnTo>
                    <a:pt x="231407" y="125171"/>
                  </a:lnTo>
                  <a:lnTo>
                    <a:pt x="230903" y="119849"/>
                  </a:lnTo>
                  <a:lnTo>
                    <a:pt x="230229" y="114545"/>
                  </a:lnTo>
                  <a:lnTo>
                    <a:pt x="229386" y="109265"/>
                  </a:lnTo>
                  <a:lnTo>
                    <a:pt x="228374" y="104015"/>
                  </a:lnTo>
                  <a:lnTo>
                    <a:pt x="227195" y="98800"/>
                  </a:lnTo>
                  <a:lnTo>
                    <a:pt x="225849" y="93626"/>
                  </a:lnTo>
                  <a:lnTo>
                    <a:pt x="224339" y="88497"/>
                  </a:lnTo>
                  <a:lnTo>
                    <a:pt x="222666" y="83419"/>
                  </a:lnTo>
                  <a:lnTo>
                    <a:pt x="220831" y="78397"/>
                  </a:lnTo>
                  <a:lnTo>
                    <a:pt x="218836" y="73437"/>
                  </a:lnTo>
                  <a:lnTo>
                    <a:pt x="216684" y="68542"/>
                  </a:lnTo>
                  <a:lnTo>
                    <a:pt x="214376" y="63719"/>
                  </a:lnTo>
                  <a:lnTo>
                    <a:pt x="211916" y="58973"/>
                  </a:lnTo>
                  <a:lnTo>
                    <a:pt x="209305" y="54307"/>
                  </a:lnTo>
                  <a:lnTo>
                    <a:pt x="206546" y="49728"/>
                  </a:lnTo>
                  <a:lnTo>
                    <a:pt x="203641" y="45239"/>
                  </a:lnTo>
                  <a:lnTo>
                    <a:pt x="200595" y="40845"/>
                  </a:lnTo>
                  <a:lnTo>
                    <a:pt x="197410" y="36550"/>
                  </a:lnTo>
                  <a:lnTo>
                    <a:pt x="194089" y="32360"/>
                  </a:lnTo>
                  <a:lnTo>
                    <a:pt x="190636" y="28278"/>
                  </a:lnTo>
                  <a:lnTo>
                    <a:pt x="187054" y="24309"/>
                  </a:lnTo>
                  <a:lnTo>
                    <a:pt x="183347" y="20456"/>
                  </a:lnTo>
                  <a:lnTo>
                    <a:pt x="179519" y="16724"/>
                  </a:lnTo>
                  <a:lnTo>
                    <a:pt x="175573" y="13116"/>
                  </a:lnTo>
                  <a:lnTo>
                    <a:pt x="171514" y="9636"/>
                  </a:lnTo>
                  <a:lnTo>
                    <a:pt x="167346" y="6288"/>
                  </a:lnTo>
                  <a:lnTo>
                    <a:pt x="163073" y="3074"/>
                  </a:lnTo>
                  <a:lnTo>
                    <a:pt x="158699" y="0"/>
                  </a:lnTo>
                  <a:lnTo>
                    <a:pt x="64754" y="1382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93944" cy="167167"/>
            </a:xfrm>
            <a:custGeom>
              <a:avLst/>
              <a:pathLst>
                <a:path w="93944" h="167167">
                  <a:moveTo>
                    <a:pt x="93944" y="28894"/>
                  </a:moveTo>
                  <a:lnTo>
                    <a:pt x="89033" y="25682"/>
                  </a:lnTo>
                  <a:lnTo>
                    <a:pt x="84013" y="22645"/>
                  </a:lnTo>
                  <a:lnTo>
                    <a:pt x="78889" y="19785"/>
                  </a:lnTo>
                  <a:lnTo>
                    <a:pt x="73667" y="17107"/>
                  </a:lnTo>
                  <a:lnTo>
                    <a:pt x="68355" y="14614"/>
                  </a:lnTo>
                  <a:lnTo>
                    <a:pt x="62959" y="12309"/>
                  </a:lnTo>
                  <a:lnTo>
                    <a:pt x="57485" y="10194"/>
                  </a:lnTo>
                  <a:lnTo>
                    <a:pt x="51940" y="8274"/>
                  </a:lnTo>
                  <a:lnTo>
                    <a:pt x="46331" y="6548"/>
                  </a:lnTo>
                  <a:lnTo>
                    <a:pt x="40666" y="5021"/>
                  </a:lnTo>
                  <a:lnTo>
                    <a:pt x="34950" y="3694"/>
                  </a:lnTo>
                  <a:lnTo>
                    <a:pt x="29191" y="2568"/>
                  </a:lnTo>
                  <a:lnTo>
                    <a:pt x="23396" y="1645"/>
                  </a:lnTo>
                  <a:lnTo>
                    <a:pt x="17572" y="926"/>
                  </a:lnTo>
                  <a:lnTo>
                    <a:pt x="11727" y="411"/>
                  </a:lnTo>
                  <a:lnTo>
                    <a:pt x="5867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78098" y="1071028"/>
              <a:ext cx="167160" cy="292477"/>
            </a:xfrm>
            <a:custGeom>
              <a:avLst/>
              <a:pathLst>
                <a:path w="167160" h="292477">
                  <a:moveTo>
                    <a:pt x="167160" y="0"/>
                  </a:moveTo>
                  <a:lnTo>
                    <a:pt x="161771" y="86"/>
                  </a:lnTo>
                  <a:lnTo>
                    <a:pt x="156387" y="347"/>
                  </a:lnTo>
                  <a:lnTo>
                    <a:pt x="151015" y="781"/>
                  </a:lnTo>
                  <a:lnTo>
                    <a:pt x="145659" y="1388"/>
                  </a:lnTo>
                  <a:lnTo>
                    <a:pt x="140326" y="2167"/>
                  </a:lnTo>
                  <a:lnTo>
                    <a:pt x="135021" y="3118"/>
                  </a:lnTo>
                  <a:lnTo>
                    <a:pt x="129749" y="4239"/>
                  </a:lnTo>
                  <a:lnTo>
                    <a:pt x="124516" y="5530"/>
                  </a:lnTo>
                  <a:lnTo>
                    <a:pt x="119327" y="6989"/>
                  </a:lnTo>
                  <a:lnTo>
                    <a:pt x="114188" y="8614"/>
                  </a:lnTo>
                  <a:lnTo>
                    <a:pt x="109105" y="10404"/>
                  </a:lnTo>
                  <a:lnTo>
                    <a:pt x="104081" y="12357"/>
                  </a:lnTo>
                  <a:lnTo>
                    <a:pt x="99123" y="14471"/>
                  </a:lnTo>
                  <a:lnTo>
                    <a:pt x="94236" y="16744"/>
                  </a:lnTo>
                  <a:lnTo>
                    <a:pt x="89424" y="19173"/>
                  </a:lnTo>
                  <a:lnTo>
                    <a:pt x="84694" y="21756"/>
                  </a:lnTo>
                  <a:lnTo>
                    <a:pt x="80049" y="24490"/>
                  </a:lnTo>
                  <a:lnTo>
                    <a:pt x="75495" y="27373"/>
                  </a:lnTo>
                  <a:lnTo>
                    <a:pt x="71036" y="30400"/>
                  </a:lnTo>
                  <a:lnTo>
                    <a:pt x="66677" y="33570"/>
                  </a:lnTo>
                  <a:lnTo>
                    <a:pt x="62422" y="36879"/>
                  </a:lnTo>
                  <a:lnTo>
                    <a:pt x="58276" y="40324"/>
                  </a:lnTo>
                  <a:lnTo>
                    <a:pt x="54244" y="43900"/>
                  </a:lnTo>
                  <a:lnTo>
                    <a:pt x="50328" y="47604"/>
                  </a:lnTo>
                  <a:lnTo>
                    <a:pt x="46535" y="51432"/>
                  </a:lnTo>
                  <a:lnTo>
                    <a:pt x="42866" y="55381"/>
                  </a:lnTo>
                  <a:lnTo>
                    <a:pt x="39327" y="59446"/>
                  </a:lnTo>
                  <a:lnTo>
                    <a:pt x="35921" y="63623"/>
                  </a:lnTo>
                  <a:lnTo>
                    <a:pt x="32651" y="67908"/>
                  </a:lnTo>
                  <a:lnTo>
                    <a:pt x="29521" y="72296"/>
                  </a:lnTo>
                  <a:lnTo>
                    <a:pt x="26534" y="76783"/>
                  </a:lnTo>
                  <a:lnTo>
                    <a:pt x="23693" y="81363"/>
                  </a:lnTo>
                  <a:lnTo>
                    <a:pt x="21002" y="86033"/>
                  </a:lnTo>
                  <a:lnTo>
                    <a:pt x="18462" y="90787"/>
                  </a:lnTo>
                  <a:lnTo>
                    <a:pt x="16077" y="95620"/>
                  </a:lnTo>
                  <a:lnTo>
                    <a:pt x="13849" y="100528"/>
                  </a:lnTo>
                  <a:lnTo>
                    <a:pt x="11781" y="105505"/>
                  </a:lnTo>
                  <a:lnTo>
                    <a:pt x="9874" y="110546"/>
                  </a:lnTo>
                  <a:lnTo>
                    <a:pt x="8130" y="115646"/>
                  </a:lnTo>
                  <a:lnTo>
                    <a:pt x="6552" y="120800"/>
                  </a:lnTo>
                  <a:lnTo>
                    <a:pt x="5140" y="126001"/>
                  </a:lnTo>
                  <a:lnTo>
                    <a:pt x="3897" y="131246"/>
                  </a:lnTo>
                  <a:lnTo>
                    <a:pt x="2824" y="136528"/>
                  </a:lnTo>
                  <a:lnTo>
                    <a:pt x="1922" y="141842"/>
                  </a:lnTo>
                  <a:lnTo>
                    <a:pt x="1191" y="147182"/>
                  </a:lnTo>
                  <a:lnTo>
                    <a:pt x="633" y="152543"/>
                  </a:lnTo>
                  <a:lnTo>
                    <a:pt x="249" y="157919"/>
                  </a:lnTo>
                  <a:lnTo>
                    <a:pt x="37" y="163304"/>
                  </a:lnTo>
                  <a:lnTo>
                    <a:pt x="0" y="168694"/>
                  </a:lnTo>
                  <a:lnTo>
                    <a:pt x="136" y="174082"/>
                  </a:lnTo>
                  <a:lnTo>
                    <a:pt x="445" y="179463"/>
                  </a:lnTo>
                  <a:lnTo>
                    <a:pt x="928" y="184831"/>
                  </a:lnTo>
                  <a:lnTo>
                    <a:pt x="1584" y="190181"/>
                  </a:lnTo>
                  <a:lnTo>
                    <a:pt x="2412" y="195507"/>
                  </a:lnTo>
                  <a:lnTo>
                    <a:pt x="3412" y="200803"/>
                  </a:lnTo>
                  <a:lnTo>
                    <a:pt x="4581" y="206065"/>
                  </a:lnTo>
                  <a:lnTo>
                    <a:pt x="5920" y="211286"/>
                  </a:lnTo>
                  <a:lnTo>
                    <a:pt x="7426" y="216461"/>
                  </a:lnTo>
                  <a:lnTo>
                    <a:pt x="9098" y="221585"/>
                  </a:lnTo>
                  <a:lnTo>
                    <a:pt x="10934" y="226652"/>
                  </a:lnTo>
                  <a:lnTo>
                    <a:pt x="12933" y="231658"/>
                  </a:lnTo>
                  <a:lnTo>
                    <a:pt x="15092" y="236596"/>
                  </a:lnTo>
                  <a:lnTo>
                    <a:pt x="17410" y="241462"/>
                  </a:lnTo>
                  <a:lnTo>
                    <a:pt x="19883" y="246251"/>
                  </a:lnTo>
                  <a:lnTo>
                    <a:pt x="22509" y="250958"/>
                  </a:lnTo>
                  <a:lnTo>
                    <a:pt x="25285" y="255578"/>
                  </a:lnTo>
                  <a:lnTo>
                    <a:pt x="28209" y="260106"/>
                  </a:lnTo>
                  <a:lnTo>
                    <a:pt x="31277" y="264537"/>
                  </a:lnTo>
                  <a:lnTo>
                    <a:pt x="34487" y="268867"/>
                  </a:lnTo>
                  <a:lnTo>
                    <a:pt x="37835" y="273091"/>
                  </a:lnTo>
                  <a:lnTo>
                    <a:pt x="41317" y="277205"/>
                  </a:lnTo>
                  <a:lnTo>
                    <a:pt x="44929" y="281205"/>
                  </a:lnTo>
                  <a:lnTo>
                    <a:pt x="48669" y="285086"/>
                  </a:lnTo>
                  <a:lnTo>
                    <a:pt x="52532" y="288845"/>
                  </a:lnTo>
                  <a:lnTo>
                    <a:pt x="56514" y="29247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4613" y="1238196"/>
              <a:ext cx="110645" cy="125309"/>
            </a:xfrm>
            <a:custGeom>
              <a:avLst/>
              <a:pathLst>
                <a:path w="110645" h="125309">
                  <a:moveTo>
                    <a:pt x="0" y="125309"/>
                  </a:moveTo>
                  <a:lnTo>
                    <a:pt x="1106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4613" y="1175606"/>
              <a:ext cx="277812" cy="229748"/>
            </a:xfrm>
            <a:custGeom>
              <a:avLst/>
              <a:pathLst>
                <a:path w="277812" h="229748">
                  <a:moveTo>
                    <a:pt x="0" y="187899"/>
                  </a:moveTo>
                  <a:lnTo>
                    <a:pt x="4050" y="191362"/>
                  </a:lnTo>
                  <a:lnTo>
                    <a:pt x="8209" y="194694"/>
                  </a:lnTo>
                  <a:lnTo>
                    <a:pt x="12471" y="197892"/>
                  </a:lnTo>
                  <a:lnTo>
                    <a:pt x="16834" y="200953"/>
                  </a:lnTo>
                  <a:lnTo>
                    <a:pt x="21292" y="203872"/>
                  </a:lnTo>
                  <a:lnTo>
                    <a:pt x="25841" y="206649"/>
                  </a:lnTo>
                  <a:lnTo>
                    <a:pt x="30475" y="209279"/>
                  </a:lnTo>
                  <a:lnTo>
                    <a:pt x="35192" y="211759"/>
                  </a:lnTo>
                  <a:lnTo>
                    <a:pt x="39985" y="214089"/>
                  </a:lnTo>
                  <a:lnTo>
                    <a:pt x="44850" y="216264"/>
                  </a:lnTo>
                  <a:lnTo>
                    <a:pt x="49781" y="218283"/>
                  </a:lnTo>
                  <a:lnTo>
                    <a:pt x="54775" y="220144"/>
                  </a:lnTo>
                  <a:lnTo>
                    <a:pt x="59825" y="221845"/>
                  </a:lnTo>
                  <a:lnTo>
                    <a:pt x="64927" y="223383"/>
                  </a:lnTo>
                  <a:lnTo>
                    <a:pt x="70076" y="224759"/>
                  </a:lnTo>
                  <a:lnTo>
                    <a:pt x="75265" y="225970"/>
                  </a:lnTo>
                  <a:lnTo>
                    <a:pt x="80491" y="227014"/>
                  </a:lnTo>
                  <a:lnTo>
                    <a:pt x="85747" y="227892"/>
                  </a:lnTo>
                  <a:lnTo>
                    <a:pt x="91029" y="228602"/>
                  </a:lnTo>
                  <a:lnTo>
                    <a:pt x="96330" y="229142"/>
                  </a:lnTo>
                  <a:lnTo>
                    <a:pt x="101646" y="229514"/>
                  </a:lnTo>
                  <a:lnTo>
                    <a:pt x="106971" y="229716"/>
                  </a:lnTo>
                  <a:lnTo>
                    <a:pt x="112300" y="229748"/>
                  </a:lnTo>
                  <a:lnTo>
                    <a:pt x="117627" y="229611"/>
                  </a:lnTo>
                  <a:lnTo>
                    <a:pt x="122948" y="229303"/>
                  </a:lnTo>
                  <a:lnTo>
                    <a:pt x="128255" y="228826"/>
                  </a:lnTo>
                  <a:lnTo>
                    <a:pt x="133545" y="228181"/>
                  </a:lnTo>
                  <a:lnTo>
                    <a:pt x="138811" y="227367"/>
                  </a:lnTo>
                  <a:lnTo>
                    <a:pt x="144049" y="226385"/>
                  </a:lnTo>
                  <a:lnTo>
                    <a:pt x="149253" y="225237"/>
                  </a:lnTo>
                  <a:lnTo>
                    <a:pt x="154418" y="223924"/>
                  </a:lnTo>
                  <a:lnTo>
                    <a:pt x="159538" y="222447"/>
                  </a:lnTo>
                  <a:lnTo>
                    <a:pt x="164609" y="220807"/>
                  </a:lnTo>
                  <a:lnTo>
                    <a:pt x="169624" y="219007"/>
                  </a:lnTo>
                  <a:lnTo>
                    <a:pt x="174580" y="217047"/>
                  </a:lnTo>
                  <a:lnTo>
                    <a:pt x="179471" y="214931"/>
                  </a:lnTo>
                  <a:lnTo>
                    <a:pt x="184291" y="212660"/>
                  </a:lnTo>
                  <a:lnTo>
                    <a:pt x="189037" y="210236"/>
                  </a:lnTo>
                  <a:lnTo>
                    <a:pt x="193704" y="207662"/>
                  </a:lnTo>
                  <a:lnTo>
                    <a:pt x="198286" y="204941"/>
                  </a:lnTo>
                  <a:lnTo>
                    <a:pt x="202778" y="202075"/>
                  </a:lnTo>
                  <a:lnTo>
                    <a:pt x="207178" y="199068"/>
                  </a:lnTo>
                  <a:lnTo>
                    <a:pt x="211479" y="195921"/>
                  </a:lnTo>
                  <a:lnTo>
                    <a:pt x="215677" y="192640"/>
                  </a:lnTo>
                  <a:lnTo>
                    <a:pt x="219769" y="189226"/>
                  </a:lnTo>
                  <a:lnTo>
                    <a:pt x="223750" y="185683"/>
                  </a:lnTo>
                  <a:lnTo>
                    <a:pt x="227616" y="182015"/>
                  </a:lnTo>
                  <a:lnTo>
                    <a:pt x="231363" y="178226"/>
                  </a:lnTo>
                  <a:lnTo>
                    <a:pt x="234988" y="174320"/>
                  </a:lnTo>
                  <a:lnTo>
                    <a:pt x="238486" y="170300"/>
                  </a:lnTo>
                  <a:lnTo>
                    <a:pt x="241854" y="166170"/>
                  </a:lnTo>
                  <a:lnTo>
                    <a:pt x="245089" y="161935"/>
                  </a:lnTo>
                  <a:lnTo>
                    <a:pt x="248188" y="157600"/>
                  </a:lnTo>
                  <a:lnTo>
                    <a:pt x="251146" y="153167"/>
                  </a:lnTo>
                  <a:lnTo>
                    <a:pt x="253962" y="148643"/>
                  </a:lnTo>
                  <a:lnTo>
                    <a:pt x="256632" y="144031"/>
                  </a:lnTo>
                  <a:lnTo>
                    <a:pt x="259154" y="139336"/>
                  </a:lnTo>
                  <a:lnTo>
                    <a:pt x="261524" y="134564"/>
                  </a:lnTo>
                  <a:lnTo>
                    <a:pt x="263742" y="129718"/>
                  </a:lnTo>
                  <a:lnTo>
                    <a:pt x="265804" y="124804"/>
                  </a:lnTo>
                  <a:lnTo>
                    <a:pt x="267708" y="119827"/>
                  </a:lnTo>
                  <a:lnTo>
                    <a:pt x="269453" y="114792"/>
                  </a:lnTo>
                  <a:lnTo>
                    <a:pt x="271036" y="109703"/>
                  </a:lnTo>
                  <a:lnTo>
                    <a:pt x="272456" y="104567"/>
                  </a:lnTo>
                  <a:lnTo>
                    <a:pt x="273712" y="99388"/>
                  </a:lnTo>
                  <a:lnTo>
                    <a:pt x="274802" y="94172"/>
                  </a:lnTo>
                  <a:lnTo>
                    <a:pt x="275725" y="88923"/>
                  </a:lnTo>
                  <a:lnTo>
                    <a:pt x="276481" y="83648"/>
                  </a:lnTo>
                  <a:lnTo>
                    <a:pt x="277068" y="78351"/>
                  </a:lnTo>
                  <a:lnTo>
                    <a:pt x="277485" y="73039"/>
                  </a:lnTo>
                  <a:lnTo>
                    <a:pt x="277734" y="67716"/>
                  </a:lnTo>
                  <a:lnTo>
                    <a:pt x="277812" y="62387"/>
                  </a:lnTo>
                  <a:lnTo>
                    <a:pt x="277721" y="57059"/>
                  </a:lnTo>
                  <a:lnTo>
                    <a:pt x="277460" y="51736"/>
                  </a:lnTo>
                  <a:lnTo>
                    <a:pt x="277029" y="46425"/>
                  </a:lnTo>
                  <a:lnTo>
                    <a:pt x="276429" y="41130"/>
                  </a:lnTo>
                  <a:lnTo>
                    <a:pt x="275661" y="35856"/>
                  </a:lnTo>
                  <a:lnTo>
                    <a:pt x="274725" y="30610"/>
                  </a:lnTo>
                  <a:lnTo>
                    <a:pt x="273622" y="25396"/>
                  </a:lnTo>
                  <a:lnTo>
                    <a:pt x="272354" y="20221"/>
                  </a:lnTo>
                  <a:lnTo>
                    <a:pt x="270922" y="15088"/>
                  </a:lnTo>
                  <a:lnTo>
                    <a:pt x="269326" y="10003"/>
                  </a:lnTo>
                  <a:lnTo>
                    <a:pt x="267569" y="4972"/>
                  </a:lnTo>
                  <a:lnTo>
                    <a:pt x="265653" y="0"/>
                  </a:lnTo>
                  <a:lnTo>
                    <a:pt x="110645" y="625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155008" cy="167167"/>
            </a:xfrm>
            <a:custGeom>
              <a:avLst/>
              <a:pathLst>
                <a:path w="155008" h="167167">
                  <a:moveTo>
                    <a:pt x="155008" y="104577"/>
                  </a:moveTo>
                  <a:lnTo>
                    <a:pt x="152860" y="99501"/>
                  </a:lnTo>
                  <a:lnTo>
                    <a:pt x="150546" y="94499"/>
                  </a:lnTo>
                  <a:lnTo>
                    <a:pt x="148069" y="89575"/>
                  </a:lnTo>
                  <a:lnTo>
                    <a:pt x="145430" y="84736"/>
                  </a:lnTo>
                  <a:lnTo>
                    <a:pt x="142634" y="79986"/>
                  </a:lnTo>
                  <a:lnTo>
                    <a:pt x="139682" y="75331"/>
                  </a:lnTo>
                  <a:lnTo>
                    <a:pt x="136578" y="70776"/>
                  </a:lnTo>
                  <a:lnTo>
                    <a:pt x="133326" y="66326"/>
                  </a:lnTo>
                  <a:lnTo>
                    <a:pt x="129930" y="61985"/>
                  </a:lnTo>
                  <a:lnTo>
                    <a:pt x="126391" y="57759"/>
                  </a:lnTo>
                  <a:lnTo>
                    <a:pt x="122716" y="53652"/>
                  </a:lnTo>
                  <a:lnTo>
                    <a:pt x="118907" y="49668"/>
                  </a:lnTo>
                  <a:lnTo>
                    <a:pt x="114969" y="45812"/>
                  </a:lnTo>
                  <a:lnTo>
                    <a:pt x="110905" y="42088"/>
                  </a:lnTo>
                  <a:lnTo>
                    <a:pt x="106722" y="38499"/>
                  </a:lnTo>
                  <a:lnTo>
                    <a:pt x="102422" y="35051"/>
                  </a:lnTo>
                  <a:lnTo>
                    <a:pt x="98011" y="31746"/>
                  </a:lnTo>
                  <a:lnTo>
                    <a:pt x="93493" y="28589"/>
                  </a:lnTo>
                  <a:lnTo>
                    <a:pt x="88873" y="25582"/>
                  </a:lnTo>
                  <a:lnTo>
                    <a:pt x="84158" y="22729"/>
                  </a:lnTo>
                  <a:lnTo>
                    <a:pt x="79350" y="20033"/>
                  </a:lnTo>
                  <a:lnTo>
                    <a:pt x="74456" y="17497"/>
                  </a:lnTo>
                  <a:lnTo>
                    <a:pt x="69482" y="15124"/>
                  </a:lnTo>
                  <a:lnTo>
                    <a:pt x="64431" y="12916"/>
                  </a:lnTo>
                  <a:lnTo>
                    <a:pt x="59311" y="10875"/>
                  </a:lnTo>
                  <a:lnTo>
                    <a:pt x="54126" y="9005"/>
                  </a:lnTo>
                  <a:lnTo>
                    <a:pt x="48883" y="7306"/>
                  </a:lnTo>
                  <a:lnTo>
                    <a:pt x="43586" y="5782"/>
                  </a:lnTo>
                  <a:lnTo>
                    <a:pt x="38242" y="4433"/>
                  </a:lnTo>
                  <a:lnTo>
                    <a:pt x="32856" y="3260"/>
                  </a:lnTo>
                  <a:lnTo>
                    <a:pt x="27435" y="2266"/>
                  </a:lnTo>
                  <a:lnTo>
                    <a:pt x="21984" y="1451"/>
                  </a:lnTo>
                  <a:lnTo>
                    <a:pt x="16509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5615" y="941493"/>
              <a:ext cx="77928" cy="167167"/>
            </a:xfrm>
            <a:custGeom>
              <a:avLst/>
              <a:pathLst>
                <a:path w="77928" h="167167">
                  <a:moveTo>
                    <a:pt x="77928" y="0"/>
                  </a:moveTo>
                  <a:lnTo>
                    <a:pt x="72138" y="100"/>
                  </a:lnTo>
                  <a:lnTo>
                    <a:pt x="66356" y="401"/>
                  </a:lnTo>
                  <a:lnTo>
                    <a:pt x="60587" y="901"/>
                  </a:lnTo>
                  <a:lnTo>
                    <a:pt x="54839" y="1602"/>
                  </a:lnTo>
                  <a:lnTo>
                    <a:pt x="49119" y="2501"/>
                  </a:lnTo>
                  <a:lnTo>
                    <a:pt x="43434" y="3597"/>
                  </a:lnTo>
                  <a:lnTo>
                    <a:pt x="37790" y="4890"/>
                  </a:lnTo>
                  <a:lnTo>
                    <a:pt x="32193" y="6377"/>
                  </a:lnTo>
                  <a:lnTo>
                    <a:pt x="26652" y="8058"/>
                  </a:lnTo>
                  <a:lnTo>
                    <a:pt x="21173" y="9929"/>
                  </a:lnTo>
                  <a:lnTo>
                    <a:pt x="15761" y="11989"/>
                  </a:lnTo>
                  <a:lnTo>
                    <a:pt x="10424" y="14235"/>
                  </a:lnTo>
                  <a:lnTo>
                    <a:pt x="5168" y="16665"/>
                  </a:lnTo>
                  <a:lnTo>
                    <a:pt x="0" y="19275"/>
                  </a:lnTo>
                  <a:lnTo>
                    <a:pt x="7792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45615" y="960768"/>
              <a:ext cx="77928" cy="147892"/>
            </a:xfrm>
            <a:custGeom>
              <a:avLst/>
              <a:pathLst>
                <a:path w="77928" h="147892">
                  <a:moveTo>
                    <a:pt x="0" y="0"/>
                  </a:moveTo>
                  <a:lnTo>
                    <a:pt x="77928" y="1478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856378" y="960768"/>
              <a:ext cx="334332" cy="315044"/>
            </a:xfrm>
            <a:custGeom>
              <a:avLst/>
              <a:pathLst>
                <a:path w="334332" h="315044">
                  <a:moveTo>
                    <a:pt x="89236" y="0"/>
                  </a:moveTo>
                  <a:lnTo>
                    <a:pt x="84575" y="2551"/>
                  </a:lnTo>
                  <a:lnTo>
                    <a:pt x="79998" y="5249"/>
                  </a:lnTo>
                  <a:lnTo>
                    <a:pt x="75509" y="8091"/>
                  </a:lnTo>
                  <a:lnTo>
                    <a:pt x="71112" y="11075"/>
                  </a:lnTo>
                  <a:lnTo>
                    <a:pt x="66812" y="14197"/>
                  </a:lnTo>
                  <a:lnTo>
                    <a:pt x="62614" y="17454"/>
                  </a:lnTo>
                  <a:lnTo>
                    <a:pt x="58521" y="20842"/>
                  </a:lnTo>
                  <a:lnTo>
                    <a:pt x="54538" y="24359"/>
                  </a:lnTo>
                  <a:lnTo>
                    <a:pt x="50669" y="28001"/>
                  </a:lnTo>
                  <a:lnTo>
                    <a:pt x="46918" y="31764"/>
                  </a:lnTo>
                  <a:lnTo>
                    <a:pt x="43288" y="35645"/>
                  </a:lnTo>
                  <a:lnTo>
                    <a:pt x="39783" y="39638"/>
                  </a:lnTo>
                  <a:lnTo>
                    <a:pt x="36407" y="43741"/>
                  </a:lnTo>
                  <a:lnTo>
                    <a:pt x="33163" y="47950"/>
                  </a:lnTo>
                  <a:lnTo>
                    <a:pt x="30054" y="52259"/>
                  </a:lnTo>
                  <a:lnTo>
                    <a:pt x="27084" y="56665"/>
                  </a:lnTo>
                  <a:lnTo>
                    <a:pt x="24255" y="61163"/>
                  </a:lnTo>
                  <a:lnTo>
                    <a:pt x="21571" y="65749"/>
                  </a:lnTo>
                  <a:lnTo>
                    <a:pt x="19034" y="70417"/>
                  </a:lnTo>
                  <a:lnTo>
                    <a:pt x="16647" y="75164"/>
                  </a:lnTo>
                  <a:lnTo>
                    <a:pt x="14411" y="79985"/>
                  </a:lnTo>
                  <a:lnTo>
                    <a:pt x="12330" y="84874"/>
                  </a:lnTo>
                  <a:lnTo>
                    <a:pt x="10406" y="89826"/>
                  </a:lnTo>
                  <a:lnTo>
                    <a:pt x="8640" y="94838"/>
                  </a:lnTo>
                  <a:lnTo>
                    <a:pt x="7034" y="99903"/>
                  </a:lnTo>
                  <a:lnTo>
                    <a:pt x="5589" y="105016"/>
                  </a:lnTo>
                  <a:lnTo>
                    <a:pt x="4308" y="110173"/>
                  </a:lnTo>
                  <a:lnTo>
                    <a:pt x="3192" y="115368"/>
                  </a:lnTo>
                  <a:lnTo>
                    <a:pt x="2241" y="120596"/>
                  </a:lnTo>
                  <a:lnTo>
                    <a:pt x="1457" y="125851"/>
                  </a:lnTo>
                  <a:lnTo>
                    <a:pt x="840" y="131128"/>
                  </a:lnTo>
                  <a:lnTo>
                    <a:pt x="391" y="136423"/>
                  </a:lnTo>
                  <a:lnTo>
                    <a:pt x="111" y="141729"/>
                  </a:lnTo>
                  <a:lnTo>
                    <a:pt x="0" y="147041"/>
                  </a:lnTo>
                  <a:lnTo>
                    <a:pt x="57" y="152355"/>
                  </a:lnTo>
                  <a:lnTo>
                    <a:pt x="283" y="157663"/>
                  </a:lnTo>
                  <a:lnTo>
                    <a:pt x="678" y="162962"/>
                  </a:lnTo>
                  <a:lnTo>
                    <a:pt x="1241" y="168246"/>
                  </a:lnTo>
                  <a:lnTo>
                    <a:pt x="1972" y="173509"/>
                  </a:lnTo>
                  <a:lnTo>
                    <a:pt x="2869" y="178746"/>
                  </a:lnTo>
                  <a:lnTo>
                    <a:pt x="3933" y="183952"/>
                  </a:lnTo>
                  <a:lnTo>
                    <a:pt x="5161" y="189121"/>
                  </a:lnTo>
                  <a:lnTo>
                    <a:pt x="6554" y="194249"/>
                  </a:lnTo>
                  <a:lnTo>
                    <a:pt x="8108" y="199330"/>
                  </a:lnTo>
                  <a:lnTo>
                    <a:pt x="9823" y="204359"/>
                  </a:lnTo>
                  <a:lnTo>
                    <a:pt x="11697" y="209331"/>
                  </a:lnTo>
                  <a:lnTo>
                    <a:pt x="13729" y="214241"/>
                  </a:lnTo>
                  <a:lnTo>
                    <a:pt x="15915" y="219084"/>
                  </a:lnTo>
                  <a:lnTo>
                    <a:pt x="18254" y="223855"/>
                  </a:lnTo>
                  <a:lnTo>
                    <a:pt x="20743" y="228549"/>
                  </a:lnTo>
                  <a:lnTo>
                    <a:pt x="23381" y="233162"/>
                  </a:lnTo>
                  <a:lnTo>
                    <a:pt x="26163" y="237689"/>
                  </a:lnTo>
                  <a:lnTo>
                    <a:pt x="29088" y="242125"/>
                  </a:lnTo>
                  <a:lnTo>
                    <a:pt x="32153" y="246465"/>
                  </a:lnTo>
                  <a:lnTo>
                    <a:pt x="35354" y="250706"/>
                  </a:lnTo>
                  <a:lnTo>
                    <a:pt x="38688" y="254844"/>
                  </a:lnTo>
                  <a:lnTo>
                    <a:pt x="42152" y="258873"/>
                  </a:lnTo>
                  <a:lnTo>
                    <a:pt x="45742" y="262790"/>
                  </a:lnTo>
                  <a:lnTo>
                    <a:pt x="49455" y="266591"/>
                  </a:lnTo>
                  <a:lnTo>
                    <a:pt x="53287" y="270272"/>
                  </a:lnTo>
                  <a:lnTo>
                    <a:pt x="57234" y="273829"/>
                  </a:lnTo>
                  <a:lnTo>
                    <a:pt x="61292" y="277259"/>
                  </a:lnTo>
                  <a:lnTo>
                    <a:pt x="65457" y="280559"/>
                  </a:lnTo>
                  <a:lnTo>
                    <a:pt x="69725" y="283724"/>
                  </a:lnTo>
                  <a:lnTo>
                    <a:pt x="74091" y="286752"/>
                  </a:lnTo>
                  <a:lnTo>
                    <a:pt x="78551" y="289640"/>
                  </a:lnTo>
                  <a:lnTo>
                    <a:pt x="83101" y="292385"/>
                  </a:lnTo>
                  <a:lnTo>
                    <a:pt x="87736" y="294984"/>
                  </a:lnTo>
                  <a:lnTo>
                    <a:pt x="92451" y="297434"/>
                  </a:lnTo>
                  <a:lnTo>
                    <a:pt x="97241" y="299733"/>
                  </a:lnTo>
                  <a:lnTo>
                    <a:pt x="102102" y="301878"/>
                  </a:lnTo>
                  <a:lnTo>
                    <a:pt x="107029" y="303868"/>
                  </a:lnTo>
                  <a:lnTo>
                    <a:pt x="112017" y="305701"/>
                  </a:lnTo>
                  <a:lnTo>
                    <a:pt x="117060" y="307374"/>
                  </a:lnTo>
                  <a:lnTo>
                    <a:pt x="122154" y="308885"/>
                  </a:lnTo>
                  <a:lnTo>
                    <a:pt x="127293" y="310235"/>
                  </a:lnTo>
                  <a:lnTo>
                    <a:pt x="132473" y="311420"/>
                  </a:lnTo>
                  <a:lnTo>
                    <a:pt x="137687" y="312440"/>
                  </a:lnTo>
                  <a:lnTo>
                    <a:pt x="142932" y="313293"/>
                  </a:lnTo>
                  <a:lnTo>
                    <a:pt x="148201" y="313980"/>
                  </a:lnTo>
                  <a:lnTo>
                    <a:pt x="153489" y="314499"/>
                  </a:lnTo>
                  <a:lnTo>
                    <a:pt x="158791" y="314849"/>
                  </a:lnTo>
                  <a:lnTo>
                    <a:pt x="164101" y="315031"/>
                  </a:lnTo>
                  <a:lnTo>
                    <a:pt x="169415" y="315044"/>
                  </a:lnTo>
                  <a:lnTo>
                    <a:pt x="174726" y="314888"/>
                  </a:lnTo>
                  <a:lnTo>
                    <a:pt x="180030" y="314563"/>
                  </a:lnTo>
                  <a:lnTo>
                    <a:pt x="185320" y="314070"/>
                  </a:lnTo>
                  <a:lnTo>
                    <a:pt x="190592" y="313409"/>
                  </a:lnTo>
                  <a:lnTo>
                    <a:pt x="195841" y="312581"/>
                  </a:lnTo>
                  <a:lnTo>
                    <a:pt x="201061" y="311587"/>
                  </a:lnTo>
                  <a:lnTo>
                    <a:pt x="206246" y="310427"/>
                  </a:lnTo>
                  <a:lnTo>
                    <a:pt x="211392" y="309103"/>
                  </a:lnTo>
                  <a:lnTo>
                    <a:pt x="216493" y="307616"/>
                  </a:lnTo>
                  <a:lnTo>
                    <a:pt x="221544" y="305967"/>
                  </a:lnTo>
                  <a:lnTo>
                    <a:pt x="226541" y="304159"/>
                  </a:lnTo>
                  <a:lnTo>
                    <a:pt x="231477" y="302193"/>
                  </a:lnTo>
                  <a:lnTo>
                    <a:pt x="236349" y="300071"/>
                  </a:lnTo>
                  <a:lnTo>
                    <a:pt x="241150" y="297795"/>
                  </a:lnTo>
                  <a:lnTo>
                    <a:pt x="245877" y="295368"/>
                  </a:lnTo>
                  <a:lnTo>
                    <a:pt x="250524" y="292792"/>
                  </a:lnTo>
                  <a:lnTo>
                    <a:pt x="255087" y="290070"/>
                  </a:lnTo>
                  <a:lnTo>
                    <a:pt x="259561" y="287204"/>
                  </a:lnTo>
                  <a:lnTo>
                    <a:pt x="263942" y="284197"/>
                  </a:lnTo>
                  <a:lnTo>
                    <a:pt x="268225" y="281052"/>
                  </a:lnTo>
                  <a:lnTo>
                    <a:pt x="272406" y="277773"/>
                  </a:lnTo>
                  <a:lnTo>
                    <a:pt x="276481" y="274363"/>
                  </a:lnTo>
                  <a:lnTo>
                    <a:pt x="280445" y="270825"/>
                  </a:lnTo>
                  <a:lnTo>
                    <a:pt x="284295" y="267162"/>
                  </a:lnTo>
                  <a:lnTo>
                    <a:pt x="288026" y="263379"/>
                  </a:lnTo>
                  <a:lnTo>
                    <a:pt x="291636" y="259480"/>
                  </a:lnTo>
                  <a:lnTo>
                    <a:pt x="295119" y="255468"/>
                  </a:lnTo>
                  <a:lnTo>
                    <a:pt x="298474" y="251347"/>
                  </a:lnTo>
                  <a:lnTo>
                    <a:pt x="301695" y="247121"/>
                  </a:lnTo>
                  <a:lnTo>
                    <a:pt x="304781" y="242796"/>
                  </a:lnTo>
                  <a:lnTo>
                    <a:pt x="307728" y="238374"/>
                  </a:lnTo>
                  <a:lnTo>
                    <a:pt x="310532" y="233861"/>
                  </a:lnTo>
                  <a:lnTo>
                    <a:pt x="313192" y="229261"/>
                  </a:lnTo>
                  <a:lnTo>
                    <a:pt x="315704" y="224579"/>
                  </a:lnTo>
                  <a:lnTo>
                    <a:pt x="318067" y="219820"/>
                  </a:lnTo>
                  <a:lnTo>
                    <a:pt x="320276" y="214987"/>
                  </a:lnTo>
                  <a:lnTo>
                    <a:pt x="322331" y="210087"/>
                  </a:lnTo>
                  <a:lnTo>
                    <a:pt x="324230" y="205124"/>
                  </a:lnTo>
                  <a:lnTo>
                    <a:pt x="325969" y="200104"/>
                  </a:lnTo>
                  <a:lnTo>
                    <a:pt x="327548" y="195030"/>
                  </a:lnTo>
                  <a:lnTo>
                    <a:pt x="328965" y="189909"/>
                  </a:lnTo>
                  <a:lnTo>
                    <a:pt x="330219" y="184746"/>
                  </a:lnTo>
                  <a:lnTo>
                    <a:pt x="331308" y="179545"/>
                  </a:lnTo>
                  <a:lnTo>
                    <a:pt x="332231" y="174312"/>
                  </a:lnTo>
                  <a:lnTo>
                    <a:pt x="332987" y="169053"/>
                  </a:lnTo>
                  <a:lnTo>
                    <a:pt x="333576" y="163772"/>
                  </a:lnTo>
                  <a:lnTo>
                    <a:pt x="333997" y="158475"/>
                  </a:lnTo>
                  <a:lnTo>
                    <a:pt x="334249" y="153168"/>
                  </a:lnTo>
                  <a:lnTo>
                    <a:pt x="334332" y="147855"/>
                  </a:lnTo>
                  <a:lnTo>
                    <a:pt x="334247" y="142542"/>
                  </a:lnTo>
                  <a:lnTo>
                    <a:pt x="333992" y="137235"/>
                  </a:lnTo>
                  <a:lnTo>
                    <a:pt x="333569" y="131938"/>
                  </a:lnTo>
                  <a:lnTo>
                    <a:pt x="332978" y="126658"/>
                  </a:lnTo>
                  <a:lnTo>
                    <a:pt x="332220" y="121399"/>
                  </a:lnTo>
                  <a:lnTo>
                    <a:pt x="331294" y="116166"/>
                  </a:lnTo>
                  <a:lnTo>
                    <a:pt x="330203" y="110966"/>
                  </a:lnTo>
                  <a:lnTo>
                    <a:pt x="328947" y="105803"/>
                  </a:lnTo>
                  <a:lnTo>
                    <a:pt x="327528" y="100683"/>
                  </a:lnTo>
                  <a:lnTo>
                    <a:pt x="325946" y="95610"/>
                  </a:lnTo>
                  <a:lnTo>
                    <a:pt x="324204" y="90590"/>
                  </a:lnTo>
                  <a:lnTo>
                    <a:pt x="322304" y="85628"/>
                  </a:lnTo>
                  <a:lnTo>
                    <a:pt x="320247" y="80729"/>
                  </a:lnTo>
                  <a:lnTo>
                    <a:pt x="318035" y="75898"/>
                  </a:lnTo>
                  <a:lnTo>
                    <a:pt x="315671" y="71139"/>
                  </a:lnTo>
                  <a:lnTo>
                    <a:pt x="313156" y="66458"/>
                  </a:lnTo>
                  <a:lnTo>
                    <a:pt x="310495" y="61859"/>
                  </a:lnTo>
                  <a:lnTo>
                    <a:pt x="307688" y="57348"/>
                  </a:lnTo>
                  <a:lnTo>
                    <a:pt x="304739" y="52927"/>
                  </a:lnTo>
                  <a:lnTo>
                    <a:pt x="301652" y="48603"/>
                  </a:lnTo>
                  <a:lnTo>
                    <a:pt x="298428" y="44379"/>
                  </a:lnTo>
                  <a:lnTo>
                    <a:pt x="295072" y="40260"/>
                  </a:lnTo>
                  <a:lnTo>
                    <a:pt x="291587" y="36249"/>
                  </a:lnTo>
                  <a:lnTo>
                    <a:pt x="287976" y="32351"/>
                  </a:lnTo>
                  <a:lnTo>
                    <a:pt x="284243" y="28570"/>
                  </a:lnTo>
                  <a:lnTo>
                    <a:pt x="280391" y="24909"/>
                  </a:lnTo>
                  <a:lnTo>
                    <a:pt x="276425" y="21373"/>
                  </a:lnTo>
                  <a:lnTo>
                    <a:pt x="272349" y="17964"/>
                  </a:lnTo>
                  <a:lnTo>
                    <a:pt x="268167" y="14687"/>
                  </a:lnTo>
                  <a:lnTo>
                    <a:pt x="263882" y="11544"/>
                  </a:lnTo>
                  <a:lnTo>
                    <a:pt x="259500" y="8539"/>
                  </a:lnTo>
                  <a:lnTo>
                    <a:pt x="167165" y="1478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92335" cy="167167"/>
            </a:xfrm>
            <a:custGeom>
              <a:avLst/>
              <a:pathLst>
                <a:path w="92335" h="167167">
                  <a:moveTo>
                    <a:pt x="92335" y="27814"/>
                  </a:moveTo>
                  <a:lnTo>
                    <a:pt x="87484" y="24719"/>
                  </a:lnTo>
                  <a:lnTo>
                    <a:pt x="82530" y="21793"/>
                  </a:lnTo>
                  <a:lnTo>
                    <a:pt x="77478" y="19038"/>
                  </a:lnTo>
                  <a:lnTo>
                    <a:pt x="72334" y="16460"/>
                  </a:lnTo>
                  <a:lnTo>
                    <a:pt x="67105" y="14060"/>
                  </a:lnTo>
                  <a:lnTo>
                    <a:pt x="61795" y="11841"/>
                  </a:lnTo>
                  <a:lnTo>
                    <a:pt x="56413" y="9806"/>
                  </a:lnTo>
                  <a:lnTo>
                    <a:pt x="50964" y="7958"/>
                  </a:lnTo>
                  <a:lnTo>
                    <a:pt x="45455" y="6298"/>
                  </a:lnTo>
                  <a:lnTo>
                    <a:pt x="39891" y="4829"/>
                  </a:lnTo>
                  <a:lnTo>
                    <a:pt x="34281" y="3552"/>
                  </a:lnTo>
                  <a:lnTo>
                    <a:pt x="28629" y="2469"/>
                  </a:lnTo>
                  <a:lnTo>
                    <a:pt x="22944" y="1582"/>
                  </a:lnTo>
                  <a:lnTo>
                    <a:pt x="17232" y="890"/>
                  </a:lnTo>
                  <a:lnTo>
                    <a:pt x="11499" y="396"/>
                  </a:lnTo>
                  <a:lnTo>
                    <a:pt x="5753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8559" y="941493"/>
              <a:ext cx="47656" cy="167167"/>
            </a:xfrm>
            <a:custGeom>
              <a:avLst/>
              <a:pathLst>
                <a:path w="47656" h="167167">
                  <a:moveTo>
                    <a:pt x="47656" y="0"/>
                  </a:moveTo>
                  <a:lnTo>
                    <a:pt x="41616" y="109"/>
                  </a:lnTo>
                  <a:lnTo>
                    <a:pt x="35585" y="436"/>
                  </a:lnTo>
                  <a:lnTo>
                    <a:pt x="29569" y="981"/>
                  </a:lnTo>
                  <a:lnTo>
                    <a:pt x="23576" y="1743"/>
                  </a:lnTo>
                  <a:lnTo>
                    <a:pt x="17616" y="2721"/>
                  </a:lnTo>
                  <a:lnTo>
                    <a:pt x="11694" y="3913"/>
                  </a:lnTo>
                  <a:lnTo>
                    <a:pt x="5819" y="5319"/>
                  </a:lnTo>
                  <a:lnTo>
                    <a:pt x="0" y="6936"/>
                  </a:lnTo>
                  <a:lnTo>
                    <a:pt x="476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559" y="948430"/>
              <a:ext cx="47656" cy="160230"/>
            </a:xfrm>
            <a:custGeom>
              <a:avLst/>
              <a:pathLst>
                <a:path w="47656" h="160230">
                  <a:moveTo>
                    <a:pt x="0" y="0"/>
                  </a:moveTo>
                  <a:lnTo>
                    <a:pt x="47656" y="1602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51" y="948430"/>
              <a:ext cx="167164" cy="302178"/>
            </a:xfrm>
            <a:custGeom>
              <a:avLst/>
              <a:pathLst>
                <a:path w="167164" h="302178">
                  <a:moveTo>
                    <a:pt x="119508" y="0"/>
                  </a:moveTo>
                  <a:lnTo>
                    <a:pt x="114423" y="1600"/>
                  </a:lnTo>
                  <a:lnTo>
                    <a:pt x="109392" y="3363"/>
                  </a:lnTo>
                  <a:lnTo>
                    <a:pt x="104420" y="5284"/>
                  </a:lnTo>
                  <a:lnTo>
                    <a:pt x="99511" y="7364"/>
                  </a:lnTo>
                  <a:lnTo>
                    <a:pt x="94672" y="9599"/>
                  </a:lnTo>
                  <a:lnTo>
                    <a:pt x="89906" y="11987"/>
                  </a:lnTo>
                  <a:lnTo>
                    <a:pt x="85218" y="14525"/>
                  </a:lnTo>
                  <a:lnTo>
                    <a:pt x="80614" y="17212"/>
                  </a:lnTo>
                  <a:lnTo>
                    <a:pt x="76098" y="20044"/>
                  </a:lnTo>
                  <a:lnTo>
                    <a:pt x="71675" y="23019"/>
                  </a:lnTo>
                  <a:lnTo>
                    <a:pt x="67349" y="26134"/>
                  </a:lnTo>
                  <a:lnTo>
                    <a:pt x="63124" y="29384"/>
                  </a:lnTo>
                  <a:lnTo>
                    <a:pt x="59005" y="32768"/>
                  </a:lnTo>
                  <a:lnTo>
                    <a:pt x="54996" y="36281"/>
                  </a:lnTo>
                  <a:lnTo>
                    <a:pt x="51101" y="39921"/>
                  </a:lnTo>
                  <a:lnTo>
                    <a:pt x="47324" y="43683"/>
                  </a:lnTo>
                  <a:lnTo>
                    <a:pt x="43669" y="47563"/>
                  </a:lnTo>
                  <a:lnTo>
                    <a:pt x="40139" y="51558"/>
                  </a:lnTo>
                  <a:lnTo>
                    <a:pt x="36739" y="55663"/>
                  </a:lnTo>
                  <a:lnTo>
                    <a:pt x="33471" y="59875"/>
                  </a:lnTo>
                  <a:lnTo>
                    <a:pt x="30339" y="64188"/>
                  </a:lnTo>
                  <a:lnTo>
                    <a:pt x="27347" y="68600"/>
                  </a:lnTo>
                  <a:lnTo>
                    <a:pt x="24496" y="73104"/>
                  </a:lnTo>
                  <a:lnTo>
                    <a:pt x="21791" y="77697"/>
                  </a:lnTo>
                  <a:lnTo>
                    <a:pt x="19233" y="82375"/>
                  </a:lnTo>
                  <a:lnTo>
                    <a:pt x="16826" y="87131"/>
                  </a:lnTo>
                  <a:lnTo>
                    <a:pt x="14572" y="91961"/>
                  </a:lnTo>
                  <a:lnTo>
                    <a:pt x="12473" y="96861"/>
                  </a:lnTo>
                  <a:lnTo>
                    <a:pt x="10531" y="101826"/>
                  </a:lnTo>
                  <a:lnTo>
                    <a:pt x="8748" y="106850"/>
                  </a:lnTo>
                  <a:lnTo>
                    <a:pt x="7127" y="111928"/>
                  </a:lnTo>
                  <a:lnTo>
                    <a:pt x="5668" y="117055"/>
                  </a:lnTo>
                  <a:lnTo>
                    <a:pt x="4374" y="122226"/>
                  </a:lnTo>
                  <a:lnTo>
                    <a:pt x="3245" y="127436"/>
                  </a:lnTo>
                  <a:lnTo>
                    <a:pt x="2282" y="132679"/>
                  </a:lnTo>
                  <a:lnTo>
                    <a:pt x="1488" y="137950"/>
                  </a:lnTo>
                  <a:lnTo>
                    <a:pt x="862" y="143244"/>
                  </a:lnTo>
                  <a:lnTo>
                    <a:pt x="405" y="148555"/>
                  </a:lnTo>
                  <a:lnTo>
                    <a:pt x="117" y="153878"/>
                  </a:lnTo>
                  <a:lnTo>
                    <a:pt x="0" y="159207"/>
                  </a:lnTo>
                  <a:lnTo>
                    <a:pt x="52" y="164538"/>
                  </a:lnTo>
                  <a:lnTo>
                    <a:pt x="274" y="169864"/>
                  </a:lnTo>
                  <a:lnTo>
                    <a:pt x="666" y="175180"/>
                  </a:lnTo>
                  <a:lnTo>
                    <a:pt x="1228" y="180481"/>
                  </a:lnTo>
                  <a:lnTo>
                    <a:pt x="1958" y="185762"/>
                  </a:lnTo>
                  <a:lnTo>
                    <a:pt x="2856" y="191016"/>
                  </a:lnTo>
                  <a:lnTo>
                    <a:pt x="3921" y="196239"/>
                  </a:lnTo>
                  <a:lnTo>
                    <a:pt x="5152" y="201426"/>
                  </a:lnTo>
                  <a:lnTo>
                    <a:pt x="6548" y="206571"/>
                  </a:lnTo>
                  <a:lnTo>
                    <a:pt x="8107" y="211668"/>
                  </a:lnTo>
                  <a:lnTo>
                    <a:pt x="9828" y="216713"/>
                  </a:lnTo>
                  <a:lnTo>
                    <a:pt x="11709" y="221701"/>
                  </a:lnTo>
                  <a:lnTo>
                    <a:pt x="13748" y="226627"/>
                  </a:lnTo>
                  <a:lnTo>
                    <a:pt x="15943" y="231484"/>
                  </a:lnTo>
                  <a:lnTo>
                    <a:pt x="18292" y="236270"/>
                  </a:lnTo>
                  <a:lnTo>
                    <a:pt x="20792" y="240978"/>
                  </a:lnTo>
                  <a:lnTo>
                    <a:pt x="23441" y="245604"/>
                  </a:lnTo>
                  <a:lnTo>
                    <a:pt x="26236" y="250143"/>
                  </a:lnTo>
                  <a:lnTo>
                    <a:pt x="29174" y="254590"/>
                  </a:lnTo>
                  <a:lnTo>
                    <a:pt x="32253" y="258942"/>
                  </a:lnTo>
                  <a:lnTo>
                    <a:pt x="35469" y="263193"/>
                  </a:lnTo>
                  <a:lnTo>
                    <a:pt x="38819" y="267340"/>
                  </a:lnTo>
                  <a:lnTo>
                    <a:pt x="42299" y="271378"/>
                  </a:lnTo>
                  <a:lnTo>
                    <a:pt x="45907" y="275303"/>
                  </a:lnTo>
                  <a:lnTo>
                    <a:pt x="49637" y="279110"/>
                  </a:lnTo>
                  <a:lnTo>
                    <a:pt x="53488" y="282797"/>
                  </a:lnTo>
                  <a:lnTo>
                    <a:pt x="57453" y="286359"/>
                  </a:lnTo>
                  <a:lnTo>
                    <a:pt x="61531" y="289793"/>
                  </a:lnTo>
                  <a:lnTo>
                    <a:pt x="65715" y="293095"/>
                  </a:lnTo>
                  <a:lnTo>
                    <a:pt x="70003" y="296262"/>
                  </a:lnTo>
                  <a:lnTo>
                    <a:pt x="74390" y="299291"/>
                  </a:lnTo>
                  <a:lnTo>
                    <a:pt x="78871" y="302178"/>
                  </a:lnTo>
                  <a:lnTo>
                    <a:pt x="167164" y="1602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97922" y="941493"/>
              <a:ext cx="255454" cy="334317"/>
            </a:xfrm>
            <a:custGeom>
              <a:avLst/>
              <a:pathLst>
                <a:path w="255454" h="334317">
                  <a:moveTo>
                    <a:pt x="0" y="309115"/>
                  </a:moveTo>
                  <a:lnTo>
                    <a:pt x="4569" y="311857"/>
                  </a:lnTo>
                  <a:lnTo>
                    <a:pt x="9223" y="314452"/>
                  </a:lnTo>
                  <a:lnTo>
                    <a:pt x="13958" y="316898"/>
                  </a:lnTo>
                  <a:lnTo>
                    <a:pt x="18768" y="319191"/>
                  </a:lnTo>
                  <a:lnTo>
                    <a:pt x="23649" y="321330"/>
                  </a:lnTo>
                  <a:lnTo>
                    <a:pt x="28596" y="323312"/>
                  </a:lnTo>
                  <a:lnTo>
                    <a:pt x="33603" y="325136"/>
                  </a:lnTo>
                  <a:lnTo>
                    <a:pt x="38666" y="326798"/>
                  </a:lnTo>
                  <a:lnTo>
                    <a:pt x="43780" y="328299"/>
                  </a:lnTo>
                  <a:lnTo>
                    <a:pt x="48938" y="329636"/>
                  </a:lnTo>
                  <a:lnTo>
                    <a:pt x="54137" y="330808"/>
                  </a:lnTo>
                  <a:lnTo>
                    <a:pt x="59370" y="331813"/>
                  </a:lnTo>
                  <a:lnTo>
                    <a:pt x="64633" y="332652"/>
                  </a:lnTo>
                  <a:lnTo>
                    <a:pt x="69919" y="333322"/>
                  </a:lnTo>
                  <a:lnTo>
                    <a:pt x="75225" y="333823"/>
                  </a:lnTo>
                  <a:lnTo>
                    <a:pt x="80544" y="334155"/>
                  </a:lnTo>
                  <a:lnTo>
                    <a:pt x="85870" y="334317"/>
                  </a:lnTo>
                  <a:lnTo>
                    <a:pt x="91199" y="334309"/>
                  </a:lnTo>
                  <a:lnTo>
                    <a:pt x="96525" y="334132"/>
                  </a:lnTo>
                  <a:lnTo>
                    <a:pt x="101843" y="333784"/>
                  </a:lnTo>
                  <a:lnTo>
                    <a:pt x="107147" y="333268"/>
                  </a:lnTo>
                  <a:lnTo>
                    <a:pt x="112432" y="332582"/>
                  </a:lnTo>
                  <a:lnTo>
                    <a:pt x="117692" y="331729"/>
                  </a:lnTo>
                  <a:lnTo>
                    <a:pt x="122922" y="330708"/>
                  </a:lnTo>
                  <a:lnTo>
                    <a:pt x="128117" y="329521"/>
                  </a:lnTo>
                  <a:lnTo>
                    <a:pt x="133272" y="328169"/>
                  </a:lnTo>
                  <a:lnTo>
                    <a:pt x="138381" y="326654"/>
                  </a:lnTo>
                  <a:lnTo>
                    <a:pt x="143439" y="324976"/>
                  </a:lnTo>
                  <a:lnTo>
                    <a:pt x="148441" y="323138"/>
                  </a:lnTo>
                  <a:lnTo>
                    <a:pt x="153382" y="321142"/>
                  </a:lnTo>
                  <a:lnTo>
                    <a:pt x="158257" y="318989"/>
                  </a:lnTo>
                  <a:lnTo>
                    <a:pt x="163060" y="316682"/>
                  </a:lnTo>
                  <a:lnTo>
                    <a:pt x="167788" y="314223"/>
                  </a:lnTo>
                  <a:lnTo>
                    <a:pt x="172435" y="311614"/>
                  </a:lnTo>
                  <a:lnTo>
                    <a:pt x="176996" y="308859"/>
                  </a:lnTo>
                  <a:lnTo>
                    <a:pt x="181468" y="305959"/>
                  </a:lnTo>
                  <a:lnTo>
                    <a:pt x="185844" y="302919"/>
                  </a:lnTo>
                  <a:lnTo>
                    <a:pt x="190122" y="299741"/>
                  </a:lnTo>
                  <a:lnTo>
                    <a:pt x="194295" y="296428"/>
                  </a:lnTo>
                  <a:lnTo>
                    <a:pt x="198362" y="292983"/>
                  </a:lnTo>
                  <a:lnTo>
                    <a:pt x="202316" y="289411"/>
                  </a:lnTo>
                  <a:lnTo>
                    <a:pt x="206155" y="285714"/>
                  </a:lnTo>
                  <a:lnTo>
                    <a:pt x="209873" y="281897"/>
                  </a:lnTo>
                  <a:lnTo>
                    <a:pt x="213468" y="277964"/>
                  </a:lnTo>
                  <a:lnTo>
                    <a:pt x="216936" y="273917"/>
                  </a:lnTo>
                  <a:lnTo>
                    <a:pt x="220274" y="269763"/>
                  </a:lnTo>
                  <a:lnTo>
                    <a:pt x="223477" y="265504"/>
                  </a:lnTo>
                  <a:lnTo>
                    <a:pt x="226542" y="261145"/>
                  </a:lnTo>
                  <a:lnTo>
                    <a:pt x="229468" y="256691"/>
                  </a:lnTo>
                  <a:lnTo>
                    <a:pt x="232249" y="252145"/>
                  </a:lnTo>
                  <a:lnTo>
                    <a:pt x="234885" y="247514"/>
                  </a:lnTo>
                  <a:lnTo>
                    <a:pt x="237371" y="242800"/>
                  </a:lnTo>
                  <a:lnTo>
                    <a:pt x="239706" y="238010"/>
                  </a:lnTo>
                  <a:lnTo>
                    <a:pt x="241888" y="233148"/>
                  </a:lnTo>
                  <a:lnTo>
                    <a:pt x="243913" y="228219"/>
                  </a:lnTo>
                  <a:lnTo>
                    <a:pt x="245780" y="223227"/>
                  </a:lnTo>
                  <a:lnTo>
                    <a:pt x="247486" y="218179"/>
                  </a:lnTo>
                  <a:lnTo>
                    <a:pt x="249031" y="213079"/>
                  </a:lnTo>
                  <a:lnTo>
                    <a:pt x="250413" y="207932"/>
                  </a:lnTo>
                  <a:lnTo>
                    <a:pt x="251630" y="202744"/>
                  </a:lnTo>
                  <a:lnTo>
                    <a:pt x="252681" y="197520"/>
                  </a:lnTo>
                  <a:lnTo>
                    <a:pt x="253565" y="192264"/>
                  </a:lnTo>
                  <a:lnTo>
                    <a:pt x="254281" y="186984"/>
                  </a:lnTo>
                  <a:lnTo>
                    <a:pt x="254828" y="181683"/>
                  </a:lnTo>
                  <a:lnTo>
                    <a:pt x="255206" y="176367"/>
                  </a:lnTo>
                  <a:lnTo>
                    <a:pt x="255415" y="171042"/>
                  </a:lnTo>
                  <a:lnTo>
                    <a:pt x="255454" y="165714"/>
                  </a:lnTo>
                  <a:lnTo>
                    <a:pt x="255322" y="160386"/>
                  </a:lnTo>
                  <a:lnTo>
                    <a:pt x="255021" y="155066"/>
                  </a:lnTo>
                  <a:lnTo>
                    <a:pt x="254551" y="149757"/>
                  </a:lnTo>
                  <a:lnTo>
                    <a:pt x="253911" y="144467"/>
                  </a:lnTo>
                  <a:lnTo>
                    <a:pt x="253104" y="139199"/>
                  </a:lnTo>
                  <a:lnTo>
                    <a:pt x="252129" y="133960"/>
                  </a:lnTo>
                  <a:lnTo>
                    <a:pt x="250987" y="128755"/>
                  </a:lnTo>
                  <a:lnTo>
                    <a:pt x="249680" y="123589"/>
                  </a:lnTo>
                  <a:lnTo>
                    <a:pt x="248209" y="118467"/>
                  </a:lnTo>
                  <a:lnTo>
                    <a:pt x="246575" y="113394"/>
                  </a:lnTo>
                  <a:lnTo>
                    <a:pt x="244781" y="108377"/>
                  </a:lnTo>
                  <a:lnTo>
                    <a:pt x="242828" y="103419"/>
                  </a:lnTo>
                  <a:lnTo>
                    <a:pt x="240717" y="98525"/>
                  </a:lnTo>
                  <a:lnTo>
                    <a:pt x="238452" y="93702"/>
                  </a:lnTo>
                  <a:lnTo>
                    <a:pt x="236034" y="88953"/>
                  </a:lnTo>
                  <a:lnTo>
                    <a:pt x="233466" y="84283"/>
                  </a:lnTo>
                  <a:lnTo>
                    <a:pt x="230750" y="79698"/>
                  </a:lnTo>
                  <a:lnTo>
                    <a:pt x="227890" y="75202"/>
                  </a:lnTo>
                  <a:lnTo>
                    <a:pt x="224887" y="70799"/>
                  </a:lnTo>
                  <a:lnTo>
                    <a:pt x="221746" y="66494"/>
                  </a:lnTo>
                  <a:lnTo>
                    <a:pt x="218470" y="62292"/>
                  </a:lnTo>
                  <a:lnTo>
                    <a:pt x="215061" y="58196"/>
                  </a:lnTo>
                  <a:lnTo>
                    <a:pt x="211523" y="54210"/>
                  </a:lnTo>
                  <a:lnTo>
                    <a:pt x="207860" y="50340"/>
                  </a:lnTo>
                  <a:lnTo>
                    <a:pt x="204075" y="46588"/>
                  </a:lnTo>
                  <a:lnTo>
                    <a:pt x="200173" y="42959"/>
                  </a:lnTo>
                  <a:lnTo>
                    <a:pt x="196157" y="39456"/>
                  </a:lnTo>
                  <a:lnTo>
                    <a:pt x="192032" y="36083"/>
                  </a:lnTo>
                  <a:lnTo>
                    <a:pt x="187801" y="32843"/>
                  </a:lnTo>
                  <a:lnTo>
                    <a:pt x="183469" y="29739"/>
                  </a:lnTo>
                  <a:lnTo>
                    <a:pt x="179040" y="26775"/>
                  </a:lnTo>
                  <a:lnTo>
                    <a:pt x="174519" y="23954"/>
                  </a:lnTo>
                  <a:lnTo>
                    <a:pt x="169911" y="21279"/>
                  </a:lnTo>
                  <a:lnTo>
                    <a:pt x="165219" y="18751"/>
                  </a:lnTo>
                  <a:lnTo>
                    <a:pt x="160449" y="16375"/>
                  </a:lnTo>
                  <a:lnTo>
                    <a:pt x="155606" y="14151"/>
                  </a:lnTo>
                  <a:lnTo>
                    <a:pt x="150695" y="12083"/>
                  </a:lnTo>
                  <a:lnTo>
                    <a:pt x="145720" y="10173"/>
                  </a:lnTo>
                  <a:lnTo>
                    <a:pt x="140687" y="8423"/>
                  </a:lnTo>
                  <a:lnTo>
                    <a:pt x="135600" y="6833"/>
                  </a:lnTo>
                  <a:lnTo>
                    <a:pt x="130466" y="5407"/>
                  </a:lnTo>
                  <a:lnTo>
                    <a:pt x="125288" y="4145"/>
                  </a:lnTo>
                  <a:lnTo>
                    <a:pt x="120073" y="3048"/>
                  </a:lnTo>
                  <a:lnTo>
                    <a:pt x="114826" y="2119"/>
                  </a:lnTo>
                  <a:lnTo>
                    <a:pt x="109552" y="1357"/>
                  </a:lnTo>
                  <a:lnTo>
                    <a:pt x="104256" y="763"/>
                  </a:lnTo>
                  <a:lnTo>
                    <a:pt x="98944" y="339"/>
                  </a:lnTo>
                  <a:lnTo>
                    <a:pt x="93621" y="84"/>
                  </a:lnTo>
                  <a:lnTo>
                    <a:pt x="88292" y="0"/>
                  </a:lnTo>
                  <a:lnTo>
                    <a:pt x="882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346" y="1071028"/>
              <a:ext cx="167154" cy="180033"/>
            </a:xfrm>
            <a:custGeom>
              <a:avLst/>
              <a:pathLst>
                <a:path w="167154" h="180033">
                  <a:moveTo>
                    <a:pt x="167154" y="0"/>
                  </a:moveTo>
                  <a:lnTo>
                    <a:pt x="161754" y="87"/>
                  </a:lnTo>
                  <a:lnTo>
                    <a:pt x="156359" y="348"/>
                  </a:lnTo>
                  <a:lnTo>
                    <a:pt x="150976" y="784"/>
                  </a:lnTo>
                  <a:lnTo>
                    <a:pt x="145609" y="1394"/>
                  </a:lnTo>
                  <a:lnTo>
                    <a:pt x="140265" y="2176"/>
                  </a:lnTo>
                  <a:lnTo>
                    <a:pt x="134949" y="3131"/>
                  </a:lnTo>
                  <a:lnTo>
                    <a:pt x="129667" y="4257"/>
                  </a:lnTo>
                  <a:lnTo>
                    <a:pt x="124423" y="5553"/>
                  </a:lnTo>
                  <a:lnTo>
                    <a:pt x="119225" y="7018"/>
                  </a:lnTo>
                  <a:lnTo>
                    <a:pt x="114076" y="8650"/>
                  </a:lnTo>
                  <a:lnTo>
                    <a:pt x="108983" y="10447"/>
                  </a:lnTo>
                  <a:lnTo>
                    <a:pt x="103951" y="12408"/>
                  </a:lnTo>
                  <a:lnTo>
                    <a:pt x="98984" y="14531"/>
                  </a:lnTo>
                  <a:lnTo>
                    <a:pt x="94089" y="16813"/>
                  </a:lnTo>
                  <a:lnTo>
                    <a:pt x="89270" y="19251"/>
                  </a:lnTo>
                  <a:lnTo>
                    <a:pt x="84532" y="21845"/>
                  </a:lnTo>
                  <a:lnTo>
                    <a:pt x="79880" y="24590"/>
                  </a:lnTo>
                  <a:lnTo>
                    <a:pt x="75320" y="27483"/>
                  </a:lnTo>
                  <a:lnTo>
                    <a:pt x="70856" y="30523"/>
                  </a:lnTo>
                  <a:lnTo>
                    <a:pt x="66492" y="33705"/>
                  </a:lnTo>
                  <a:lnTo>
                    <a:pt x="62233" y="37027"/>
                  </a:lnTo>
                  <a:lnTo>
                    <a:pt x="58083" y="40484"/>
                  </a:lnTo>
                  <a:lnTo>
                    <a:pt x="54048" y="44074"/>
                  </a:lnTo>
                  <a:lnTo>
                    <a:pt x="50130" y="47792"/>
                  </a:lnTo>
                  <a:lnTo>
                    <a:pt x="46335" y="51635"/>
                  </a:lnTo>
                  <a:lnTo>
                    <a:pt x="42666" y="55598"/>
                  </a:lnTo>
                  <a:lnTo>
                    <a:pt x="39126" y="59678"/>
                  </a:lnTo>
                  <a:lnTo>
                    <a:pt x="35721" y="63870"/>
                  </a:lnTo>
                  <a:lnTo>
                    <a:pt x="32452" y="68170"/>
                  </a:lnTo>
                  <a:lnTo>
                    <a:pt x="29325" y="72573"/>
                  </a:lnTo>
                  <a:lnTo>
                    <a:pt x="26341" y="77075"/>
                  </a:lnTo>
                  <a:lnTo>
                    <a:pt x="23504" y="81671"/>
                  </a:lnTo>
                  <a:lnTo>
                    <a:pt x="20817" y="86356"/>
                  </a:lnTo>
                  <a:lnTo>
                    <a:pt x="18283" y="91126"/>
                  </a:lnTo>
                  <a:lnTo>
                    <a:pt x="15904" y="95975"/>
                  </a:lnTo>
                  <a:lnTo>
                    <a:pt x="13683" y="100898"/>
                  </a:lnTo>
                  <a:lnTo>
                    <a:pt x="11622" y="105891"/>
                  </a:lnTo>
                  <a:lnTo>
                    <a:pt x="9724" y="110947"/>
                  </a:lnTo>
                  <a:lnTo>
                    <a:pt x="7990" y="116062"/>
                  </a:lnTo>
                  <a:lnTo>
                    <a:pt x="6422" y="121231"/>
                  </a:lnTo>
                  <a:lnTo>
                    <a:pt x="5022" y="126447"/>
                  </a:lnTo>
                  <a:lnTo>
                    <a:pt x="3791" y="131706"/>
                  </a:lnTo>
                  <a:lnTo>
                    <a:pt x="2731" y="137002"/>
                  </a:lnTo>
                  <a:lnTo>
                    <a:pt x="1842" y="142329"/>
                  </a:lnTo>
                  <a:lnTo>
                    <a:pt x="1126" y="147683"/>
                  </a:lnTo>
                  <a:lnTo>
                    <a:pt x="583" y="153056"/>
                  </a:lnTo>
                  <a:lnTo>
                    <a:pt x="214" y="158445"/>
                  </a:lnTo>
                  <a:lnTo>
                    <a:pt x="20" y="163842"/>
                  </a:lnTo>
                  <a:lnTo>
                    <a:pt x="0" y="169243"/>
                  </a:lnTo>
                  <a:lnTo>
                    <a:pt x="154" y="174642"/>
                  </a:lnTo>
                  <a:lnTo>
                    <a:pt x="482" y="18003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829" y="1238196"/>
              <a:ext cx="166671" cy="12866"/>
            </a:xfrm>
            <a:custGeom>
              <a:avLst/>
              <a:pathLst>
                <a:path w="166671" h="12866">
                  <a:moveTo>
                    <a:pt x="0" y="12866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829" y="1072437"/>
              <a:ext cx="333824" cy="332925"/>
            </a:xfrm>
            <a:custGeom>
              <a:avLst/>
              <a:pathLst>
                <a:path w="333824" h="332925">
                  <a:moveTo>
                    <a:pt x="0" y="178624"/>
                  </a:moveTo>
                  <a:lnTo>
                    <a:pt x="492" y="183905"/>
                  </a:lnTo>
                  <a:lnTo>
                    <a:pt x="1151" y="189167"/>
                  </a:lnTo>
                  <a:lnTo>
                    <a:pt x="1977" y="194406"/>
                  </a:lnTo>
                  <a:lnTo>
                    <a:pt x="2968" y="199617"/>
                  </a:lnTo>
                  <a:lnTo>
                    <a:pt x="4125" y="204793"/>
                  </a:lnTo>
                  <a:lnTo>
                    <a:pt x="5445" y="209930"/>
                  </a:lnTo>
                  <a:lnTo>
                    <a:pt x="6928" y="215022"/>
                  </a:lnTo>
                  <a:lnTo>
                    <a:pt x="8571" y="220065"/>
                  </a:lnTo>
                  <a:lnTo>
                    <a:pt x="10373" y="225053"/>
                  </a:lnTo>
                  <a:lnTo>
                    <a:pt x="12333" y="229981"/>
                  </a:lnTo>
                  <a:lnTo>
                    <a:pt x="14448" y="234845"/>
                  </a:lnTo>
                  <a:lnTo>
                    <a:pt x="16716" y="239639"/>
                  </a:lnTo>
                  <a:lnTo>
                    <a:pt x="19135" y="244359"/>
                  </a:lnTo>
                  <a:lnTo>
                    <a:pt x="21703" y="249000"/>
                  </a:lnTo>
                  <a:lnTo>
                    <a:pt x="24417" y="253556"/>
                  </a:lnTo>
                  <a:lnTo>
                    <a:pt x="27273" y="258025"/>
                  </a:lnTo>
                  <a:lnTo>
                    <a:pt x="30271" y="262401"/>
                  </a:lnTo>
                  <a:lnTo>
                    <a:pt x="33405" y="266679"/>
                  </a:lnTo>
                  <a:lnTo>
                    <a:pt x="36674" y="270856"/>
                  </a:lnTo>
                  <a:lnTo>
                    <a:pt x="40073" y="274927"/>
                  </a:lnTo>
                  <a:lnTo>
                    <a:pt x="43600" y="278888"/>
                  </a:lnTo>
                  <a:lnTo>
                    <a:pt x="47251" y="282735"/>
                  </a:lnTo>
                  <a:lnTo>
                    <a:pt x="51022" y="286465"/>
                  </a:lnTo>
                  <a:lnTo>
                    <a:pt x="54909" y="290073"/>
                  </a:lnTo>
                  <a:lnTo>
                    <a:pt x="58909" y="293556"/>
                  </a:lnTo>
                  <a:lnTo>
                    <a:pt x="63017" y="296910"/>
                  </a:lnTo>
                  <a:lnTo>
                    <a:pt x="67230" y="300132"/>
                  </a:lnTo>
                  <a:lnTo>
                    <a:pt x="71543" y="303219"/>
                  </a:lnTo>
                  <a:lnTo>
                    <a:pt x="75951" y="306167"/>
                  </a:lnTo>
                  <a:lnTo>
                    <a:pt x="80451" y="308975"/>
                  </a:lnTo>
                  <a:lnTo>
                    <a:pt x="85038" y="311638"/>
                  </a:lnTo>
                  <a:lnTo>
                    <a:pt x="89707" y="314154"/>
                  </a:lnTo>
                  <a:lnTo>
                    <a:pt x="94453" y="316521"/>
                  </a:lnTo>
                  <a:lnTo>
                    <a:pt x="99272" y="318736"/>
                  </a:lnTo>
                  <a:lnTo>
                    <a:pt x="104159" y="320797"/>
                  </a:lnTo>
                  <a:lnTo>
                    <a:pt x="109109" y="322702"/>
                  </a:lnTo>
                  <a:lnTo>
                    <a:pt x="114116" y="324449"/>
                  </a:lnTo>
                  <a:lnTo>
                    <a:pt x="119177" y="326036"/>
                  </a:lnTo>
                  <a:lnTo>
                    <a:pt x="124285" y="327462"/>
                  </a:lnTo>
                  <a:lnTo>
                    <a:pt x="129436" y="328726"/>
                  </a:lnTo>
                  <a:lnTo>
                    <a:pt x="134625" y="329825"/>
                  </a:lnTo>
                  <a:lnTo>
                    <a:pt x="139846" y="330759"/>
                  </a:lnTo>
                  <a:lnTo>
                    <a:pt x="145094" y="331527"/>
                  </a:lnTo>
                  <a:lnTo>
                    <a:pt x="150363" y="332128"/>
                  </a:lnTo>
                  <a:lnTo>
                    <a:pt x="155649" y="332561"/>
                  </a:lnTo>
                  <a:lnTo>
                    <a:pt x="160946" y="332827"/>
                  </a:lnTo>
                  <a:lnTo>
                    <a:pt x="166249" y="332925"/>
                  </a:lnTo>
                  <a:lnTo>
                    <a:pt x="171552" y="332854"/>
                  </a:lnTo>
                  <a:lnTo>
                    <a:pt x="176850" y="332615"/>
                  </a:lnTo>
                  <a:lnTo>
                    <a:pt x="182139" y="332208"/>
                  </a:lnTo>
                  <a:lnTo>
                    <a:pt x="187411" y="331634"/>
                  </a:lnTo>
                  <a:lnTo>
                    <a:pt x="192663" y="330892"/>
                  </a:lnTo>
                  <a:lnTo>
                    <a:pt x="197888" y="329985"/>
                  </a:lnTo>
                  <a:lnTo>
                    <a:pt x="203082" y="328912"/>
                  </a:lnTo>
                  <a:lnTo>
                    <a:pt x="208240" y="327674"/>
                  </a:lnTo>
                  <a:lnTo>
                    <a:pt x="213355" y="326274"/>
                  </a:lnTo>
                  <a:lnTo>
                    <a:pt x="218424" y="324713"/>
                  </a:lnTo>
                  <a:lnTo>
                    <a:pt x="223440" y="322991"/>
                  </a:lnTo>
                  <a:lnTo>
                    <a:pt x="228399" y="321111"/>
                  </a:lnTo>
                  <a:lnTo>
                    <a:pt x="233297" y="319074"/>
                  </a:lnTo>
                  <a:lnTo>
                    <a:pt x="238127" y="316884"/>
                  </a:lnTo>
                  <a:lnTo>
                    <a:pt x="242885" y="314541"/>
                  </a:lnTo>
                  <a:lnTo>
                    <a:pt x="247566" y="312048"/>
                  </a:lnTo>
                  <a:lnTo>
                    <a:pt x="252166" y="309408"/>
                  </a:lnTo>
                  <a:lnTo>
                    <a:pt x="256680" y="306624"/>
                  </a:lnTo>
                  <a:lnTo>
                    <a:pt x="261104" y="303698"/>
                  </a:lnTo>
                  <a:lnTo>
                    <a:pt x="265432" y="300633"/>
                  </a:lnTo>
                  <a:lnTo>
                    <a:pt x="269661" y="297432"/>
                  </a:lnTo>
                  <a:lnTo>
                    <a:pt x="273786" y="294098"/>
                  </a:lnTo>
                  <a:lnTo>
                    <a:pt x="277804" y="290636"/>
                  </a:lnTo>
                  <a:lnTo>
                    <a:pt x="281709" y="287047"/>
                  </a:lnTo>
                  <a:lnTo>
                    <a:pt x="285499" y="283337"/>
                  </a:lnTo>
                  <a:lnTo>
                    <a:pt x="289169" y="279508"/>
                  </a:lnTo>
                  <a:lnTo>
                    <a:pt x="292716" y="275565"/>
                  </a:lnTo>
                  <a:lnTo>
                    <a:pt x="296136" y="271511"/>
                  </a:lnTo>
                  <a:lnTo>
                    <a:pt x="299426" y="267351"/>
                  </a:lnTo>
                  <a:lnTo>
                    <a:pt x="302582" y="263088"/>
                  </a:lnTo>
                  <a:lnTo>
                    <a:pt x="305601" y="258728"/>
                  </a:lnTo>
                  <a:lnTo>
                    <a:pt x="308480" y="254274"/>
                  </a:lnTo>
                  <a:lnTo>
                    <a:pt x="311217" y="249731"/>
                  </a:lnTo>
                  <a:lnTo>
                    <a:pt x="313808" y="245103"/>
                  </a:lnTo>
                  <a:lnTo>
                    <a:pt x="316251" y="240396"/>
                  </a:lnTo>
                  <a:lnTo>
                    <a:pt x="318543" y="235613"/>
                  </a:lnTo>
                  <a:lnTo>
                    <a:pt x="320683" y="230760"/>
                  </a:lnTo>
                  <a:lnTo>
                    <a:pt x="322668" y="225841"/>
                  </a:lnTo>
                  <a:lnTo>
                    <a:pt x="324495" y="220863"/>
                  </a:lnTo>
                  <a:lnTo>
                    <a:pt x="326164" y="215828"/>
                  </a:lnTo>
                  <a:lnTo>
                    <a:pt x="327672" y="210743"/>
                  </a:lnTo>
                  <a:lnTo>
                    <a:pt x="329018" y="205613"/>
                  </a:lnTo>
                  <a:lnTo>
                    <a:pt x="330201" y="200443"/>
                  </a:lnTo>
                  <a:lnTo>
                    <a:pt x="331219" y="195238"/>
                  </a:lnTo>
                  <a:lnTo>
                    <a:pt x="332071" y="190003"/>
                  </a:lnTo>
                  <a:lnTo>
                    <a:pt x="332757" y="184744"/>
                  </a:lnTo>
                  <a:lnTo>
                    <a:pt x="333276" y="179466"/>
                  </a:lnTo>
                  <a:lnTo>
                    <a:pt x="333627" y="174174"/>
                  </a:lnTo>
                  <a:lnTo>
                    <a:pt x="333809" y="168873"/>
                  </a:lnTo>
                  <a:lnTo>
                    <a:pt x="333824" y="163569"/>
                  </a:lnTo>
                  <a:lnTo>
                    <a:pt x="333671" y="158268"/>
                  </a:lnTo>
                  <a:lnTo>
                    <a:pt x="333349" y="152974"/>
                  </a:lnTo>
                  <a:lnTo>
                    <a:pt x="332860" y="147693"/>
                  </a:lnTo>
                  <a:lnTo>
                    <a:pt x="332203" y="142430"/>
                  </a:lnTo>
                  <a:lnTo>
                    <a:pt x="331380" y="137191"/>
                  </a:lnTo>
                  <a:lnTo>
                    <a:pt x="330390" y="131980"/>
                  </a:lnTo>
                  <a:lnTo>
                    <a:pt x="329236" y="126803"/>
                  </a:lnTo>
                  <a:lnTo>
                    <a:pt x="327919" y="121666"/>
                  </a:lnTo>
                  <a:lnTo>
                    <a:pt x="326439" y="116573"/>
                  </a:lnTo>
                  <a:lnTo>
                    <a:pt x="324798" y="111529"/>
                  </a:lnTo>
                  <a:lnTo>
                    <a:pt x="322998" y="106540"/>
                  </a:lnTo>
                  <a:lnTo>
                    <a:pt x="321041" y="101611"/>
                  </a:lnTo>
                  <a:lnTo>
                    <a:pt x="318929" y="96746"/>
                  </a:lnTo>
                  <a:lnTo>
                    <a:pt x="316663" y="91951"/>
                  </a:lnTo>
                  <a:lnTo>
                    <a:pt x="314246" y="87230"/>
                  </a:lnTo>
                  <a:lnTo>
                    <a:pt x="311680" y="82588"/>
                  </a:lnTo>
                  <a:lnTo>
                    <a:pt x="308969" y="78030"/>
                  </a:lnTo>
                  <a:lnTo>
                    <a:pt x="306114" y="73560"/>
                  </a:lnTo>
                  <a:lnTo>
                    <a:pt x="303119" y="69182"/>
                  </a:lnTo>
                  <a:lnTo>
                    <a:pt x="299987" y="64903"/>
                  </a:lnTo>
                  <a:lnTo>
                    <a:pt x="296721" y="60724"/>
                  </a:lnTo>
                  <a:lnTo>
                    <a:pt x="293323" y="56651"/>
                  </a:lnTo>
                  <a:lnTo>
                    <a:pt x="289798" y="52689"/>
                  </a:lnTo>
                  <a:lnTo>
                    <a:pt x="286149" y="48840"/>
                  </a:lnTo>
                  <a:lnTo>
                    <a:pt x="282380" y="45108"/>
                  </a:lnTo>
                  <a:lnTo>
                    <a:pt x="278495" y="41498"/>
                  </a:lnTo>
                  <a:lnTo>
                    <a:pt x="274497" y="38013"/>
                  </a:lnTo>
                  <a:lnTo>
                    <a:pt x="270390" y="34657"/>
                  </a:lnTo>
                  <a:lnTo>
                    <a:pt x="266179" y="31433"/>
                  </a:lnTo>
                  <a:lnTo>
                    <a:pt x="261867" y="28344"/>
                  </a:lnTo>
                  <a:lnTo>
                    <a:pt x="257460" y="25393"/>
                  </a:lnTo>
                  <a:lnTo>
                    <a:pt x="252962" y="22584"/>
                  </a:lnTo>
                  <a:lnTo>
                    <a:pt x="248377" y="19918"/>
                  </a:lnTo>
                  <a:lnTo>
                    <a:pt x="243709" y="17400"/>
                  </a:lnTo>
                  <a:lnTo>
                    <a:pt x="238964" y="15031"/>
                  </a:lnTo>
                  <a:lnTo>
                    <a:pt x="234146" y="12813"/>
                  </a:lnTo>
                  <a:lnTo>
                    <a:pt x="229260" y="10750"/>
                  </a:lnTo>
                  <a:lnTo>
                    <a:pt x="224311" y="8842"/>
                  </a:lnTo>
                  <a:lnTo>
                    <a:pt x="219304" y="7092"/>
                  </a:lnTo>
                  <a:lnTo>
                    <a:pt x="214245" y="5503"/>
                  </a:lnTo>
                  <a:lnTo>
                    <a:pt x="209137" y="4074"/>
                  </a:lnTo>
                  <a:lnTo>
                    <a:pt x="203986" y="2808"/>
                  </a:lnTo>
                  <a:lnTo>
                    <a:pt x="198798" y="1707"/>
                  </a:lnTo>
                  <a:lnTo>
                    <a:pt x="193578" y="770"/>
                  </a:lnTo>
                  <a:lnTo>
                    <a:pt x="188331" y="0"/>
                  </a:lnTo>
                  <a:lnTo>
                    <a:pt x="166671" y="1657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21659" cy="167167"/>
            </a:xfrm>
            <a:custGeom>
              <a:avLst/>
              <a:pathLst>
                <a:path w="21659" h="167167">
                  <a:moveTo>
                    <a:pt x="21659" y="1409"/>
                  </a:moveTo>
                  <a:lnTo>
                    <a:pt x="14462" y="626"/>
                  </a:lnTo>
                  <a:lnTo>
                    <a:pt x="7237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1998" y="1322571"/>
              <a:ext cx="66722" cy="167167"/>
            </a:xfrm>
            <a:custGeom>
              <a:avLst/>
              <a:pathLst>
                <a:path w="66722" h="167167">
                  <a:moveTo>
                    <a:pt x="66722" y="0"/>
                  </a:moveTo>
                  <a:lnTo>
                    <a:pt x="61003" y="97"/>
                  </a:lnTo>
                  <a:lnTo>
                    <a:pt x="55291" y="391"/>
                  </a:lnTo>
                  <a:lnTo>
                    <a:pt x="49593" y="879"/>
                  </a:lnTo>
                  <a:lnTo>
                    <a:pt x="43915" y="1563"/>
                  </a:lnTo>
                  <a:lnTo>
                    <a:pt x="38263" y="2440"/>
                  </a:lnTo>
                  <a:lnTo>
                    <a:pt x="32645" y="3510"/>
                  </a:lnTo>
                  <a:lnTo>
                    <a:pt x="27067" y="4771"/>
                  </a:lnTo>
                  <a:lnTo>
                    <a:pt x="21535" y="6223"/>
                  </a:lnTo>
                  <a:lnTo>
                    <a:pt x="16056" y="7862"/>
                  </a:lnTo>
                  <a:lnTo>
                    <a:pt x="10636" y="9689"/>
                  </a:lnTo>
                  <a:lnTo>
                    <a:pt x="5282" y="11700"/>
                  </a:lnTo>
                  <a:lnTo>
                    <a:pt x="0" y="13892"/>
                  </a:lnTo>
                  <a:lnTo>
                    <a:pt x="6672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21565" y="1336464"/>
              <a:ext cx="334320" cy="320438"/>
            </a:xfrm>
            <a:custGeom>
              <a:avLst/>
              <a:pathLst>
                <a:path w="334320" h="320438">
                  <a:moveTo>
                    <a:pt x="100433" y="0"/>
                  </a:moveTo>
                  <a:lnTo>
                    <a:pt x="95613" y="2189"/>
                  </a:lnTo>
                  <a:lnTo>
                    <a:pt x="90864" y="4531"/>
                  </a:lnTo>
                  <a:lnTo>
                    <a:pt x="86191" y="7022"/>
                  </a:lnTo>
                  <a:lnTo>
                    <a:pt x="81600" y="9659"/>
                  </a:lnTo>
                  <a:lnTo>
                    <a:pt x="77095" y="12441"/>
                  </a:lnTo>
                  <a:lnTo>
                    <a:pt x="72680" y="15364"/>
                  </a:lnTo>
                  <a:lnTo>
                    <a:pt x="68360" y="18425"/>
                  </a:lnTo>
                  <a:lnTo>
                    <a:pt x="64138" y="21621"/>
                  </a:lnTo>
                  <a:lnTo>
                    <a:pt x="60021" y="24950"/>
                  </a:lnTo>
                  <a:lnTo>
                    <a:pt x="56010" y="28407"/>
                  </a:lnTo>
                  <a:lnTo>
                    <a:pt x="52112" y="31990"/>
                  </a:lnTo>
                  <a:lnTo>
                    <a:pt x="48328" y="35694"/>
                  </a:lnTo>
                  <a:lnTo>
                    <a:pt x="44664" y="39516"/>
                  </a:lnTo>
                  <a:lnTo>
                    <a:pt x="41123" y="43453"/>
                  </a:lnTo>
                  <a:lnTo>
                    <a:pt x="37708" y="47499"/>
                  </a:lnTo>
                  <a:lnTo>
                    <a:pt x="34423" y="51652"/>
                  </a:lnTo>
                  <a:lnTo>
                    <a:pt x="31271" y="55906"/>
                  </a:lnTo>
                  <a:lnTo>
                    <a:pt x="28256" y="60259"/>
                  </a:lnTo>
                  <a:lnTo>
                    <a:pt x="25380" y="64704"/>
                  </a:lnTo>
                  <a:lnTo>
                    <a:pt x="22646" y="69239"/>
                  </a:lnTo>
                  <a:lnTo>
                    <a:pt x="20057" y="73857"/>
                  </a:lnTo>
                  <a:lnTo>
                    <a:pt x="17616" y="78556"/>
                  </a:lnTo>
                  <a:lnTo>
                    <a:pt x="15324" y="83329"/>
                  </a:lnTo>
                  <a:lnTo>
                    <a:pt x="13185" y="88173"/>
                  </a:lnTo>
                  <a:lnTo>
                    <a:pt x="11201" y="93082"/>
                  </a:lnTo>
                  <a:lnTo>
                    <a:pt x="9373" y="98051"/>
                  </a:lnTo>
                  <a:lnTo>
                    <a:pt x="7703" y="103076"/>
                  </a:lnTo>
                  <a:lnTo>
                    <a:pt x="6193" y="108151"/>
                  </a:lnTo>
                  <a:lnTo>
                    <a:pt x="4845" y="113271"/>
                  </a:lnTo>
                  <a:lnTo>
                    <a:pt x="3659" y="118431"/>
                  </a:lnTo>
                  <a:lnTo>
                    <a:pt x="2638" y="123627"/>
                  </a:lnTo>
                  <a:lnTo>
                    <a:pt x="1782" y="128852"/>
                  </a:lnTo>
                  <a:lnTo>
                    <a:pt x="1091" y="134101"/>
                  </a:lnTo>
                  <a:lnTo>
                    <a:pt x="567" y="139370"/>
                  </a:lnTo>
                  <a:lnTo>
                    <a:pt x="210" y="144653"/>
                  </a:lnTo>
                  <a:lnTo>
                    <a:pt x="21" y="149944"/>
                  </a:lnTo>
                  <a:lnTo>
                    <a:pt x="0" y="155239"/>
                  </a:lnTo>
                  <a:lnTo>
                    <a:pt x="146" y="160532"/>
                  </a:lnTo>
                  <a:lnTo>
                    <a:pt x="459" y="165818"/>
                  </a:lnTo>
                  <a:lnTo>
                    <a:pt x="940" y="171091"/>
                  </a:lnTo>
                  <a:lnTo>
                    <a:pt x="1588" y="176346"/>
                  </a:lnTo>
                  <a:lnTo>
                    <a:pt x="2401" y="181578"/>
                  </a:lnTo>
                  <a:lnTo>
                    <a:pt x="3380" y="186781"/>
                  </a:lnTo>
                  <a:lnTo>
                    <a:pt x="4524" y="191951"/>
                  </a:lnTo>
                  <a:lnTo>
                    <a:pt x="5830" y="197082"/>
                  </a:lnTo>
                  <a:lnTo>
                    <a:pt x="7299" y="202169"/>
                  </a:lnTo>
                  <a:lnTo>
                    <a:pt x="8927" y="207207"/>
                  </a:lnTo>
                  <a:lnTo>
                    <a:pt x="10715" y="212191"/>
                  </a:lnTo>
                  <a:lnTo>
                    <a:pt x="12659" y="217116"/>
                  </a:lnTo>
                  <a:lnTo>
                    <a:pt x="14758" y="221977"/>
                  </a:lnTo>
                  <a:lnTo>
                    <a:pt x="17011" y="226769"/>
                  </a:lnTo>
                  <a:lnTo>
                    <a:pt x="19414" y="231487"/>
                  </a:lnTo>
                  <a:lnTo>
                    <a:pt x="21965" y="236127"/>
                  </a:lnTo>
                  <a:lnTo>
                    <a:pt x="24661" y="240684"/>
                  </a:lnTo>
                  <a:lnTo>
                    <a:pt x="27501" y="245153"/>
                  </a:lnTo>
                  <a:lnTo>
                    <a:pt x="30481" y="249529"/>
                  </a:lnTo>
                  <a:lnTo>
                    <a:pt x="33598" y="253810"/>
                  </a:lnTo>
                  <a:lnTo>
                    <a:pt x="36849" y="257989"/>
                  </a:lnTo>
                  <a:lnTo>
                    <a:pt x="40231" y="262063"/>
                  </a:lnTo>
                  <a:lnTo>
                    <a:pt x="43740" y="266028"/>
                  </a:lnTo>
                  <a:lnTo>
                    <a:pt x="47372" y="269880"/>
                  </a:lnTo>
                  <a:lnTo>
                    <a:pt x="51125" y="273615"/>
                  </a:lnTo>
                  <a:lnTo>
                    <a:pt x="54995" y="277230"/>
                  </a:lnTo>
                  <a:lnTo>
                    <a:pt x="58977" y="280719"/>
                  </a:lnTo>
                  <a:lnTo>
                    <a:pt x="63067" y="284082"/>
                  </a:lnTo>
                  <a:lnTo>
                    <a:pt x="67262" y="287312"/>
                  </a:lnTo>
                  <a:lnTo>
                    <a:pt x="71557" y="290409"/>
                  </a:lnTo>
                  <a:lnTo>
                    <a:pt x="75948" y="293368"/>
                  </a:lnTo>
                  <a:lnTo>
                    <a:pt x="80430" y="296186"/>
                  </a:lnTo>
                  <a:lnTo>
                    <a:pt x="85000" y="298861"/>
                  </a:lnTo>
                  <a:lnTo>
                    <a:pt x="89652" y="301390"/>
                  </a:lnTo>
                  <a:lnTo>
                    <a:pt x="94382" y="303770"/>
                  </a:lnTo>
                  <a:lnTo>
                    <a:pt x="99184" y="305999"/>
                  </a:lnTo>
                  <a:lnTo>
                    <a:pt x="104055" y="308075"/>
                  </a:lnTo>
                  <a:lnTo>
                    <a:pt x="108989" y="309996"/>
                  </a:lnTo>
                  <a:lnTo>
                    <a:pt x="113982" y="311759"/>
                  </a:lnTo>
                  <a:lnTo>
                    <a:pt x="119028" y="313364"/>
                  </a:lnTo>
                  <a:lnTo>
                    <a:pt x="124122" y="314808"/>
                  </a:lnTo>
                  <a:lnTo>
                    <a:pt x="129259" y="316089"/>
                  </a:lnTo>
                  <a:lnTo>
                    <a:pt x="134435" y="317208"/>
                  </a:lnTo>
                  <a:lnTo>
                    <a:pt x="139643" y="318162"/>
                  </a:lnTo>
                  <a:lnTo>
                    <a:pt x="144878" y="318951"/>
                  </a:lnTo>
                  <a:lnTo>
                    <a:pt x="150137" y="319573"/>
                  </a:lnTo>
                  <a:lnTo>
                    <a:pt x="155412" y="320029"/>
                  </a:lnTo>
                  <a:lnTo>
                    <a:pt x="160699" y="320317"/>
                  </a:lnTo>
                  <a:lnTo>
                    <a:pt x="165992" y="320438"/>
                  </a:lnTo>
                  <a:lnTo>
                    <a:pt x="171287" y="320391"/>
                  </a:lnTo>
                  <a:lnTo>
                    <a:pt x="176577" y="320176"/>
                  </a:lnTo>
                  <a:lnTo>
                    <a:pt x="181858" y="319794"/>
                  </a:lnTo>
                  <a:lnTo>
                    <a:pt x="187125" y="319245"/>
                  </a:lnTo>
                  <a:lnTo>
                    <a:pt x="192371" y="318529"/>
                  </a:lnTo>
                  <a:lnTo>
                    <a:pt x="197592" y="317647"/>
                  </a:lnTo>
                  <a:lnTo>
                    <a:pt x="202782" y="316601"/>
                  </a:lnTo>
                  <a:lnTo>
                    <a:pt x="207937" y="315391"/>
                  </a:lnTo>
                  <a:lnTo>
                    <a:pt x="213051" y="314018"/>
                  </a:lnTo>
                  <a:lnTo>
                    <a:pt x="218118" y="312484"/>
                  </a:lnTo>
                  <a:lnTo>
                    <a:pt x="223135" y="310790"/>
                  </a:lnTo>
                  <a:lnTo>
                    <a:pt x="228095" y="308938"/>
                  </a:lnTo>
                  <a:lnTo>
                    <a:pt x="232995" y="306930"/>
                  </a:lnTo>
                  <a:lnTo>
                    <a:pt x="237828" y="304768"/>
                  </a:lnTo>
                  <a:lnTo>
                    <a:pt x="242590" y="302454"/>
                  </a:lnTo>
                  <a:lnTo>
                    <a:pt x="247277" y="299990"/>
                  </a:lnTo>
                  <a:lnTo>
                    <a:pt x="251883" y="297379"/>
                  </a:lnTo>
                  <a:lnTo>
                    <a:pt x="256404" y="294623"/>
                  </a:lnTo>
                  <a:lnTo>
                    <a:pt x="260836" y="291726"/>
                  </a:lnTo>
                  <a:lnTo>
                    <a:pt x="265174" y="288689"/>
                  </a:lnTo>
                  <a:lnTo>
                    <a:pt x="269413" y="285517"/>
                  </a:lnTo>
                  <a:lnTo>
                    <a:pt x="273550" y="282213"/>
                  </a:lnTo>
                  <a:lnTo>
                    <a:pt x="277580" y="278778"/>
                  </a:lnTo>
                  <a:lnTo>
                    <a:pt x="281500" y="275218"/>
                  </a:lnTo>
                  <a:lnTo>
                    <a:pt x="285304" y="271536"/>
                  </a:lnTo>
                  <a:lnTo>
                    <a:pt x="288990" y="267735"/>
                  </a:lnTo>
                  <a:lnTo>
                    <a:pt x="292554" y="263819"/>
                  </a:lnTo>
                  <a:lnTo>
                    <a:pt x="295992" y="259792"/>
                  </a:lnTo>
                  <a:lnTo>
                    <a:pt x="299301" y="255658"/>
                  </a:lnTo>
                  <a:lnTo>
                    <a:pt x="302477" y="251422"/>
                  </a:lnTo>
                  <a:lnTo>
                    <a:pt x="305518" y="247087"/>
                  </a:lnTo>
                  <a:lnTo>
                    <a:pt x="308419" y="242658"/>
                  </a:lnTo>
                  <a:lnTo>
                    <a:pt x="311179" y="238139"/>
                  </a:lnTo>
                  <a:lnTo>
                    <a:pt x="313795" y="233536"/>
                  </a:lnTo>
                  <a:lnTo>
                    <a:pt x="316263" y="228851"/>
                  </a:lnTo>
                  <a:lnTo>
                    <a:pt x="318582" y="224091"/>
                  </a:lnTo>
                  <a:lnTo>
                    <a:pt x="320748" y="219260"/>
                  </a:lnTo>
                  <a:lnTo>
                    <a:pt x="322761" y="214363"/>
                  </a:lnTo>
                  <a:lnTo>
                    <a:pt x="324618" y="209404"/>
                  </a:lnTo>
                  <a:lnTo>
                    <a:pt x="326316" y="204389"/>
                  </a:lnTo>
                  <a:lnTo>
                    <a:pt x="327855" y="199323"/>
                  </a:lnTo>
                  <a:lnTo>
                    <a:pt x="329233" y="194210"/>
                  </a:lnTo>
                  <a:lnTo>
                    <a:pt x="330448" y="189057"/>
                  </a:lnTo>
                  <a:lnTo>
                    <a:pt x="331500" y="183867"/>
                  </a:lnTo>
                  <a:lnTo>
                    <a:pt x="332386" y="178647"/>
                  </a:lnTo>
                  <a:lnTo>
                    <a:pt x="333107" y="173402"/>
                  </a:lnTo>
                  <a:lnTo>
                    <a:pt x="333661" y="168136"/>
                  </a:lnTo>
                  <a:lnTo>
                    <a:pt x="334048" y="162855"/>
                  </a:lnTo>
                  <a:lnTo>
                    <a:pt x="334268" y="157565"/>
                  </a:lnTo>
                  <a:lnTo>
                    <a:pt x="334320" y="152271"/>
                  </a:lnTo>
                  <a:lnTo>
                    <a:pt x="334204" y="146977"/>
                  </a:lnTo>
                  <a:lnTo>
                    <a:pt x="333921" y="141690"/>
                  </a:lnTo>
                  <a:lnTo>
                    <a:pt x="333470" y="136414"/>
                  </a:lnTo>
                  <a:lnTo>
                    <a:pt x="332853" y="131155"/>
                  </a:lnTo>
                  <a:lnTo>
                    <a:pt x="332069" y="125919"/>
                  </a:lnTo>
                  <a:lnTo>
                    <a:pt x="331120" y="120710"/>
                  </a:lnTo>
                  <a:lnTo>
                    <a:pt x="330007" y="115533"/>
                  </a:lnTo>
                  <a:lnTo>
                    <a:pt x="328730" y="110395"/>
                  </a:lnTo>
                  <a:lnTo>
                    <a:pt x="327291" y="105299"/>
                  </a:lnTo>
                  <a:lnTo>
                    <a:pt x="325691" y="100252"/>
                  </a:lnTo>
                  <a:lnTo>
                    <a:pt x="323932" y="95258"/>
                  </a:lnTo>
                  <a:lnTo>
                    <a:pt x="322016" y="90322"/>
                  </a:lnTo>
                  <a:lnTo>
                    <a:pt x="319945" y="85449"/>
                  </a:lnTo>
                  <a:lnTo>
                    <a:pt x="317720" y="80644"/>
                  </a:lnTo>
                  <a:lnTo>
                    <a:pt x="315345" y="75912"/>
                  </a:lnTo>
                  <a:lnTo>
                    <a:pt x="312820" y="71258"/>
                  </a:lnTo>
                  <a:lnTo>
                    <a:pt x="310150" y="66686"/>
                  </a:lnTo>
                  <a:lnTo>
                    <a:pt x="307336" y="62201"/>
                  </a:lnTo>
                  <a:lnTo>
                    <a:pt x="304381" y="57807"/>
                  </a:lnTo>
                  <a:lnTo>
                    <a:pt x="301289" y="53509"/>
                  </a:lnTo>
                  <a:lnTo>
                    <a:pt x="298062" y="49311"/>
                  </a:lnTo>
                  <a:lnTo>
                    <a:pt x="294704" y="45217"/>
                  </a:lnTo>
                  <a:lnTo>
                    <a:pt x="291218" y="41232"/>
                  </a:lnTo>
                  <a:lnTo>
                    <a:pt x="287607" y="37359"/>
                  </a:lnTo>
                  <a:lnTo>
                    <a:pt x="283876" y="33602"/>
                  </a:lnTo>
                  <a:lnTo>
                    <a:pt x="280027" y="29966"/>
                  </a:lnTo>
                  <a:lnTo>
                    <a:pt x="276065" y="26453"/>
                  </a:lnTo>
                  <a:lnTo>
                    <a:pt x="167155" y="1532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108910" cy="167167"/>
            </a:xfrm>
            <a:custGeom>
              <a:avLst/>
              <a:pathLst>
                <a:path w="108910" h="167167">
                  <a:moveTo>
                    <a:pt x="108910" y="40346"/>
                  </a:moveTo>
                  <a:lnTo>
                    <a:pt x="104563" y="36739"/>
                  </a:lnTo>
                  <a:lnTo>
                    <a:pt x="100097" y="33281"/>
                  </a:lnTo>
                  <a:lnTo>
                    <a:pt x="95517" y="29976"/>
                  </a:lnTo>
                  <a:lnTo>
                    <a:pt x="90828" y="26828"/>
                  </a:lnTo>
                  <a:lnTo>
                    <a:pt x="86035" y="23839"/>
                  </a:lnTo>
                  <a:lnTo>
                    <a:pt x="81144" y="21015"/>
                  </a:lnTo>
                  <a:lnTo>
                    <a:pt x="76160" y="18357"/>
                  </a:lnTo>
                  <a:lnTo>
                    <a:pt x="71090" y="15869"/>
                  </a:lnTo>
                  <a:lnTo>
                    <a:pt x="65938" y="13554"/>
                  </a:lnTo>
                  <a:lnTo>
                    <a:pt x="60711" y="11414"/>
                  </a:lnTo>
                  <a:lnTo>
                    <a:pt x="55415" y="9452"/>
                  </a:lnTo>
                  <a:lnTo>
                    <a:pt x="50055" y="7670"/>
                  </a:lnTo>
                  <a:lnTo>
                    <a:pt x="44638" y="6070"/>
                  </a:lnTo>
                  <a:lnTo>
                    <a:pt x="39171" y="4654"/>
                  </a:lnTo>
                  <a:lnTo>
                    <a:pt x="33658" y="3423"/>
                  </a:lnTo>
                  <a:lnTo>
                    <a:pt x="28107" y="2379"/>
                  </a:lnTo>
                  <a:lnTo>
                    <a:pt x="22524" y="1524"/>
                  </a:lnTo>
                  <a:lnTo>
                    <a:pt x="16916" y="858"/>
                  </a:lnTo>
                  <a:lnTo>
                    <a:pt x="11288" y="381"/>
                  </a:lnTo>
                  <a:lnTo>
                    <a:pt x="564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376" y="1681503"/>
              <a:ext cx="3148" cy="167167"/>
            </a:xfrm>
            <a:custGeom>
              <a:avLst/>
              <a:pathLst>
                <a:path w="3148" h="167167">
                  <a:moveTo>
                    <a:pt x="3148" y="0"/>
                  </a:moveTo>
                  <a:lnTo>
                    <a:pt x="0" y="29"/>
                  </a:lnTo>
                  <a:lnTo>
                    <a:pt x="31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3376" y="1681532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65974" y="1681532"/>
              <a:ext cx="120550" cy="167137"/>
            </a:xfrm>
            <a:custGeom>
              <a:avLst/>
              <a:pathLst>
                <a:path w="120550" h="167137">
                  <a:moveTo>
                    <a:pt x="117401" y="0"/>
                  </a:moveTo>
                  <a:lnTo>
                    <a:pt x="111926" y="192"/>
                  </a:lnTo>
                  <a:lnTo>
                    <a:pt x="106460" y="565"/>
                  </a:lnTo>
                  <a:lnTo>
                    <a:pt x="101009" y="1116"/>
                  </a:lnTo>
                  <a:lnTo>
                    <a:pt x="95579" y="1845"/>
                  </a:lnTo>
                  <a:lnTo>
                    <a:pt x="90176" y="2752"/>
                  </a:lnTo>
                  <a:lnTo>
                    <a:pt x="84806" y="3836"/>
                  </a:lnTo>
                  <a:lnTo>
                    <a:pt x="79474" y="5095"/>
                  </a:lnTo>
                  <a:lnTo>
                    <a:pt x="74186" y="6528"/>
                  </a:lnTo>
                  <a:lnTo>
                    <a:pt x="68947" y="8134"/>
                  </a:lnTo>
                  <a:lnTo>
                    <a:pt x="63765" y="9910"/>
                  </a:lnTo>
                  <a:lnTo>
                    <a:pt x="58643" y="11855"/>
                  </a:lnTo>
                  <a:lnTo>
                    <a:pt x="53588" y="13968"/>
                  </a:lnTo>
                  <a:lnTo>
                    <a:pt x="48604" y="16244"/>
                  </a:lnTo>
                  <a:lnTo>
                    <a:pt x="43698" y="18683"/>
                  </a:lnTo>
                  <a:lnTo>
                    <a:pt x="38875" y="21281"/>
                  </a:lnTo>
                  <a:lnTo>
                    <a:pt x="34139" y="24036"/>
                  </a:lnTo>
                  <a:lnTo>
                    <a:pt x="29496" y="26944"/>
                  </a:lnTo>
                  <a:lnTo>
                    <a:pt x="24951" y="30003"/>
                  </a:lnTo>
                  <a:lnTo>
                    <a:pt x="20509" y="33210"/>
                  </a:lnTo>
                  <a:lnTo>
                    <a:pt x="16174" y="36560"/>
                  </a:lnTo>
                  <a:lnTo>
                    <a:pt x="11951" y="40050"/>
                  </a:lnTo>
                  <a:lnTo>
                    <a:pt x="7845" y="43677"/>
                  </a:lnTo>
                  <a:lnTo>
                    <a:pt x="3859" y="47437"/>
                  </a:lnTo>
                  <a:lnTo>
                    <a:pt x="0" y="51325"/>
                  </a:lnTo>
                  <a:lnTo>
                    <a:pt x="120550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19360" y="1681503"/>
              <a:ext cx="334319" cy="334330"/>
            </a:xfrm>
            <a:custGeom>
              <a:avLst/>
              <a:pathLst>
                <a:path w="334319" h="334330">
                  <a:moveTo>
                    <a:pt x="46614" y="51355"/>
                  </a:moveTo>
                  <a:lnTo>
                    <a:pt x="43008" y="55229"/>
                  </a:lnTo>
                  <a:lnTo>
                    <a:pt x="39526" y="59216"/>
                  </a:lnTo>
                  <a:lnTo>
                    <a:pt x="36173" y="63311"/>
                  </a:lnTo>
                  <a:lnTo>
                    <a:pt x="32950" y="67510"/>
                  </a:lnTo>
                  <a:lnTo>
                    <a:pt x="29863" y="71809"/>
                  </a:lnTo>
                  <a:lnTo>
                    <a:pt x="26913" y="76203"/>
                  </a:lnTo>
                  <a:lnTo>
                    <a:pt x="24103" y="80689"/>
                  </a:lnTo>
                  <a:lnTo>
                    <a:pt x="21437" y="85261"/>
                  </a:lnTo>
                  <a:lnTo>
                    <a:pt x="18917" y="89916"/>
                  </a:lnTo>
                  <a:lnTo>
                    <a:pt x="16546" y="94648"/>
                  </a:lnTo>
                  <a:lnTo>
                    <a:pt x="14326" y="99452"/>
                  </a:lnTo>
                  <a:lnTo>
                    <a:pt x="12259" y="104325"/>
                  </a:lnTo>
                  <a:lnTo>
                    <a:pt x="10347" y="109260"/>
                  </a:lnTo>
                  <a:lnTo>
                    <a:pt x="8592" y="114254"/>
                  </a:lnTo>
                  <a:lnTo>
                    <a:pt x="6997" y="119300"/>
                  </a:lnTo>
                  <a:lnTo>
                    <a:pt x="5562" y="124395"/>
                  </a:lnTo>
                  <a:lnTo>
                    <a:pt x="4288" y="129532"/>
                  </a:lnTo>
                  <a:lnTo>
                    <a:pt x="3179" y="134708"/>
                  </a:lnTo>
                  <a:lnTo>
                    <a:pt x="2233" y="139915"/>
                  </a:lnTo>
                  <a:lnTo>
                    <a:pt x="1453" y="145150"/>
                  </a:lnTo>
                  <a:lnTo>
                    <a:pt x="839" y="150407"/>
                  </a:lnTo>
                  <a:lnTo>
                    <a:pt x="392" y="155681"/>
                  </a:lnTo>
                  <a:lnTo>
                    <a:pt x="112" y="160967"/>
                  </a:lnTo>
                  <a:lnTo>
                    <a:pt x="0" y="166258"/>
                  </a:lnTo>
                  <a:lnTo>
                    <a:pt x="55" y="171551"/>
                  </a:lnTo>
                  <a:lnTo>
                    <a:pt x="277" y="176839"/>
                  </a:lnTo>
                  <a:lnTo>
                    <a:pt x="667" y="182118"/>
                  </a:lnTo>
                  <a:lnTo>
                    <a:pt x="1224" y="187381"/>
                  </a:lnTo>
                  <a:lnTo>
                    <a:pt x="1947" y="192624"/>
                  </a:lnTo>
                  <a:lnTo>
                    <a:pt x="2836" y="197842"/>
                  </a:lnTo>
                  <a:lnTo>
                    <a:pt x="3889" y="203029"/>
                  </a:lnTo>
                  <a:lnTo>
                    <a:pt x="5106" y="208180"/>
                  </a:lnTo>
                  <a:lnTo>
                    <a:pt x="6486" y="213290"/>
                  </a:lnTo>
                  <a:lnTo>
                    <a:pt x="8027" y="218353"/>
                  </a:lnTo>
                  <a:lnTo>
                    <a:pt x="9727" y="223366"/>
                  </a:lnTo>
                  <a:lnTo>
                    <a:pt x="11585" y="228322"/>
                  </a:lnTo>
                  <a:lnTo>
                    <a:pt x="13599" y="233216"/>
                  </a:lnTo>
                  <a:lnTo>
                    <a:pt x="15767" y="238045"/>
                  </a:lnTo>
                  <a:lnTo>
                    <a:pt x="18087" y="242802"/>
                  </a:lnTo>
                  <a:lnTo>
                    <a:pt x="20556" y="247484"/>
                  </a:lnTo>
                  <a:lnTo>
                    <a:pt x="23172" y="252085"/>
                  </a:lnTo>
                  <a:lnTo>
                    <a:pt x="25932" y="256601"/>
                  </a:lnTo>
                  <a:lnTo>
                    <a:pt x="28834" y="261027"/>
                  </a:lnTo>
                  <a:lnTo>
                    <a:pt x="31875" y="265359"/>
                  </a:lnTo>
                  <a:lnTo>
                    <a:pt x="35052" y="269593"/>
                  </a:lnTo>
                  <a:lnTo>
                    <a:pt x="38360" y="273724"/>
                  </a:lnTo>
                  <a:lnTo>
                    <a:pt x="41798" y="277749"/>
                  </a:lnTo>
                  <a:lnTo>
                    <a:pt x="45362" y="281662"/>
                  </a:lnTo>
                  <a:lnTo>
                    <a:pt x="49048" y="285461"/>
                  </a:lnTo>
                  <a:lnTo>
                    <a:pt x="52852" y="289141"/>
                  </a:lnTo>
                  <a:lnTo>
                    <a:pt x="56771" y="292698"/>
                  </a:lnTo>
                  <a:lnTo>
                    <a:pt x="60800" y="296130"/>
                  </a:lnTo>
                  <a:lnTo>
                    <a:pt x="64936" y="299433"/>
                  </a:lnTo>
                  <a:lnTo>
                    <a:pt x="69175" y="302603"/>
                  </a:lnTo>
                  <a:lnTo>
                    <a:pt x="73511" y="305637"/>
                  </a:lnTo>
                  <a:lnTo>
                    <a:pt x="77942" y="308533"/>
                  </a:lnTo>
                  <a:lnTo>
                    <a:pt x="82462" y="311286"/>
                  </a:lnTo>
                  <a:lnTo>
                    <a:pt x="87067" y="313896"/>
                  </a:lnTo>
                  <a:lnTo>
                    <a:pt x="91752" y="316358"/>
                  </a:lnTo>
                  <a:lnTo>
                    <a:pt x="96513" y="318671"/>
                  </a:lnTo>
                  <a:lnTo>
                    <a:pt x="101345" y="320831"/>
                  </a:lnTo>
                  <a:lnTo>
                    <a:pt x="106243" y="322838"/>
                  </a:lnTo>
                  <a:lnTo>
                    <a:pt x="111201" y="324689"/>
                  </a:lnTo>
                  <a:lnTo>
                    <a:pt x="116216" y="326381"/>
                  </a:lnTo>
                  <a:lnTo>
                    <a:pt x="121282" y="327914"/>
                  </a:lnTo>
                  <a:lnTo>
                    <a:pt x="126394" y="329286"/>
                  </a:lnTo>
                  <a:lnTo>
                    <a:pt x="131547" y="330496"/>
                  </a:lnTo>
                  <a:lnTo>
                    <a:pt x="136735" y="331542"/>
                  </a:lnTo>
                  <a:lnTo>
                    <a:pt x="141954" y="332423"/>
                  </a:lnTo>
                  <a:lnTo>
                    <a:pt x="147199" y="333138"/>
                  </a:lnTo>
                  <a:lnTo>
                    <a:pt x="152463" y="333687"/>
                  </a:lnTo>
                  <a:lnTo>
                    <a:pt x="157742" y="334069"/>
                  </a:lnTo>
                  <a:lnTo>
                    <a:pt x="163031" y="334283"/>
                  </a:lnTo>
                  <a:lnTo>
                    <a:pt x="168323" y="334330"/>
                  </a:lnTo>
                  <a:lnTo>
                    <a:pt x="173615" y="334210"/>
                  </a:lnTo>
                  <a:lnTo>
                    <a:pt x="178900" y="333922"/>
                  </a:lnTo>
                  <a:lnTo>
                    <a:pt x="184173" y="333467"/>
                  </a:lnTo>
                  <a:lnTo>
                    <a:pt x="189429" y="332845"/>
                  </a:lnTo>
                  <a:lnTo>
                    <a:pt x="194663" y="332057"/>
                  </a:lnTo>
                  <a:lnTo>
                    <a:pt x="199869" y="331104"/>
                  </a:lnTo>
                  <a:lnTo>
                    <a:pt x="205043" y="329986"/>
                  </a:lnTo>
                  <a:lnTo>
                    <a:pt x="210178" y="328706"/>
                  </a:lnTo>
                  <a:lnTo>
                    <a:pt x="215271" y="327263"/>
                  </a:lnTo>
                  <a:lnTo>
                    <a:pt x="220315" y="325660"/>
                  </a:lnTo>
                  <a:lnTo>
                    <a:pt x="225306" y="323898"/>
                  </a:lnTo>
                  <a:lnTo>
                    <a:pt x="230238" y="321979"/>
                  </a:lnTo>
                  <a:lnTo>
                    <a:pt x="235108" y="319904"/>
                  </a:lnTo>
                  <a:lnTo>
                    <a:pt x="239909" y="317677"/>
                  </a:lnTo>
                  <a:lnTo>
                    <a:pt x="244638" y="315298"/>
                  </a:lnTo>
                  <a:lnTo>
                    <a:pt x="249288" y="312771"/>
                  </a:lnTo>
                  <a:lnTo>
                    <a:pt x="253857" y="310098"/>
                  </a:lnTo>
                  <a:lnTo>
                    <a:pt x="258338" y="307282"/>
                  </a:lnTo>
                  <a:lnTo>
                    <a:pt x="262728" y="304326"/>
                  </a:lnTo>
                  <a:lnTo>
                    <a:pt x="267022" y="301232"/>
                  </a:lnTo>
                  <a:lnTo>
                    <a:pt x="271217" y="298003"/>
                  </a:lnTo>
                  <a:lnTo>
                    <a:pt x="275306" y="294643"/>
                  </a:lnTo>
                  <a:lnTo>
                    <a:pt x="279288" y="291156"/>
                  </a:lnTo>
                  <a:lnTo>
                    <a:pt x="283157" y="287544"/>
                  </a:lnTo>
                  <a:lnTo>
                    <a:pt x="286910" y="283812"/>
                  </a:lnTo>
                  <a:lnTo>
                    <a:pt x="290542" y="279963"/>
                  </a:lnTo>
                  <a:lnTo>
                    <a:pt x="294051" y="276000"/>
                  </a:lnTo>
                  <a:lnTo>
                    <a:pt x="297433" y="271929"/>
                  </a:lnTo>
                  <a:lnTo>
                    <a:pt x="300685" y="267752"/>
                  </a:lnTo>
                  <a:lnTo>
                    <a:pt x="303802" y="263475"/>
                  </a:lnTo>
                  <a:lnTo>
                    <a:pt x="306782" y="259101"/>
                  </a:lnTo>
                  <a:lnTo>
                    <a:pt x="309623" y="254635"/>
                  </a:lnTo>
                  <a:lnTo>
                    <a:pt x="312320" y="250081"/>
                  </a:lnTo>
                  <a:lnTo>
                    <a:pt x="314873" y="245444"/>
                  </a:lnTo>
                  <a:lnTo>
                    <a:pt x="317277" y="240729"/>
                  </a:lnTo>
                  <a:lnTo>
                    <a:pt x="319530" y="235939"/>
                  </a:lnTo>
                  <a:lnTo>
                    <a:pt x="321631" y="231081"/>
                  </a:lnTo>
                  <a:lnTo>
                    <a:pt x="323577" y="226159"/>
                  </a:lnTo>
                  <a:lnTo>
                    <a:pt x="325366" y="221178"/>
                  </a:lnTo>
                  <a:lnTo>
                    <a:pt x="326997" y="216143"/>
                  </a:lnTo>
                  <a:lnTo>
                    <a:pt x="328467" y="211058"/>
                  </a:lnTo>
                  <a:lnTo>
                    <a:pt x="329776" y="205930"/>
                  </a:lnTo>
                  <a:lnTo>
                    <a:pt x="330921" y="200762"/>
                  </a:lnTo>
                  <a:lnTo>
                    <a:pt x="331903" y="195561"/>
                  </a:lnTo>
                  <a:lnTo>
                    <a:pt x="332719" y="190332"/>
                  </a:lnTo>
                  <a:lnTo>
                    <a:pt x="333370" y="185079"/>
                  </a:lnTo>
                  <a:lnTo>
                    <a:pt x="333853" y="179808"/>
                  </a:lnTo>
                  <a:lnTo>
                    <a:pt x="334170" y="174525"/>
                  </a:lnTo>
                  <a:lnTo>
                    <a:pt x="334319" y="169234"/>
                  </a:lnTo>
                  <a:lnTo>
                    <a:pt x="334301" y="163941"/>
                  </a:lnTo>
                  <a:lnTo>
                    <a:pt x="334115" y="158652"/>
                  </a:lnTo>
                  <a:lnTo>
                    <a:pt x="333762" y="153371"/>
                  </a:lnTo>
                  <a:lnTo>
                    <a:pt x="333241" y="148103"/>
                  </a:lnTo>
                  <a:lnTo>
                    <a:pt x="332555" y="142855"/>
                  </a:lnTo>
                  <a:lnTo>
                    <a:pt x="331702" y="137632"/>
                  </a:lnTo>
                  <a:lnTo>
                    <a:pt x="330685" y="132437"/>
                  </a:lnTo>
                  <a:lnTo>
                    <a:pt x="329503" y="127278"/>
                  </a:lnTo>
                  <a:lnTo>
                    <a:pt x="328159" y="122159"/>
                  </a:lnTo>
                  <a:lnTo>
                    <a:pt x="326653" y="117085"/>
                  </a:lnTo>
                  <a:lnTo>
                    <a:pt x="324988" y="112061"/>
                  </a:lnTo>
                  <a:lnTo>
                    <a:pt x="323164" y="107092"/>
                  </a:lnTo>
                  <a:lnTo>
                    <a:pt x="321184" y="102183"/>
                  </a:lnTo>
                  <a:lnTo>
                    <a:pt x="319050" y="97340"/>
                  </a:lnTo>
                  <a:lnTo>
                    <a:pt x="316763" y="92567"/>
                  </a:lnTo>
                  <a:lnTo>
                    <a:pt x="314326" y="87868"/>
                  </a:lnTo>
                  <a:lnTo>
                    <a:pt x="311742" y="83249"/>
                  </a:lnTo>
                  <a:lnTo>
                    <a:pt x="309013" y="78714"/>
                  </a:lnTo>
                  <a:lnTo>
                    <a:pt x="306142" y="74268"/>
                  </a:lnTo>
                  <a:lnTo>
                    <a:pt x="303131" y="69915"/>
                  </a:lnTo>
                  <a:lnTo>
                    <a:pt x="299984" y="65659"/>
                  </a:lnTo>
                  <a:lnTo>
                    <a:pt x="296704" y="61505"/>
                  </a:lnTo>
                  <a:lnTo>
                    <a:pt x="293294" y="57457"/>
                  </a:lnTo>
                  <a:lnTo>
                    <a:pt x="289758" y="53519"/>
                  </a:lnTo>
                  <a:lnTo>
                    <a:pt x="286098" y="49695"/>
                  </a:lnTo>
                  <a:lnTo>
                    <a:pt x="282320" y="45989"/>
                  </a:lnTo>
                  <a:lnTo>
                    <a:pt x="278426" y="42404"/>
                  </a:lnTo>
                  <a:lnTo>
                    <a:pt x="274420" y="38944"/>
                  </a:lnTo>
                  <a:lnTo>
                    <a:pt x="270307" y="35613"/>
                  </a:lnTo>
                  <a:lnTo>
                    <a:pt x="266091" y="32413"/>
                  </a:lnTo>
                  <a:lnTo>
                    <a:pt x="261775" y="29349"/>
                  </a:lnTo>
                  <a:lnTo>
                    <a:pt x="257365" y="26423"/>
                  </a:lnTo>
                  <a:lnTo>
                    <a:pt x="252864" y="23638"/>
                  </a:lnTo>
                  <a:lnTo>
                    <a:pt x="248277" y="20997"/>
                  </a:lnTo>
                  <a:lnTo>
                    <a:pt x="243609" y="18502"/>
                  </a:lnTo>
                  <a:lnTo>
                    <a:pt x="238864" y="16157"/>
                  </a:lnTo>
                  <a:lnTo>
                    <a:pt x="234048" y="13962"/>
                  </a:lnTo>
                  <a:lnTo>
                    <a:pt x="229164" y="11922"/>
                  </a:lnTo>
                  <a:lnTo>
                    <a:pt x="224218" y="10037"/>
                  </a:lnTo>
                  <a:lnTo>
                    <a:pt x="219215" y="8310"/>
                  </a:lnTo>
                  <a:lnTo>
                    <a:pt x="214160" y="6741"/>
                  </a:lnTo>
                  <a:lnTo>
                    <a:pt x="209058" y="5334"/>
                  </a:lnTo>
                  <a:lnTo>
                    <a:pt x="203913" y="4089"/>
                  </a:lnTo>
                  <a:lnTo>
                    <a:pt x="198732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48635" y="2126963"/>
              <a:ext cx="32652" cy="167167"/>
            </a:xfrm>
            <a:custGeom>
              <a:avLst/>
              <a:pathLst>
                <a:path w="32652" h="167167">
                  <a:moveTo>
                    <a:pt x="32652" y="0"/>
                  </a:moveTo>
                  <a:lnTo>
                    <a:pt x="26081" y="129"/>
                  </a:lnTo>
                  <a:lnTo>
                    <a:pt x="19520" y="516"/>
                  </a:lnTo>
                  <a:lnTo>
                    <a:pt x="12979" y="1161"/>
                  </a:lnTo>
                  <a:lnTo>
                    <a:pt x="6469" y="2063"/>
                  </a:lnTo>
                  <a:lnTo>
                    <a:pt x="0" y="3219"/>
                  </a:lnTo>
                  <a:lnTo>
                    <a:pt x="3265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8635" y="2130183"/>
              <a:ext cx="32652" cy="163947"/>
            </a:xfrm>
            <a:custGeom>
              <a:avLst/>
              <a:pathLst>
                <a:path w="32652" h="163947">
                  <a:moveTo>
                    <a:pt x="0" y="0"/>
                  </a:moveTo>
                  <a:lnTo>
                    <a:pt x="32652" y="1639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614136" y="2130183"/>
              <a:ext cx="334313" cy="331114"/>
            </a:xfrm>
            <a:custGeom>
              <a:avLst/>
              <a:pathLst>
                <a:path w="334313" h="331114">
                  <a:moveTo>
                    <a:pt x="134498" y="0"/>
                  </a:moveTo>
                  <a:lnTo>
                    <a:pt x="129329" y="1114"/>
                  </a:lnTo>
                  <a:lnTo>
                    <a:pt x="124198" y="2392"/>
                  </a:lnTo>
                  <a:lnTo>
                    <a:pt x="119110" y="3831"/>
                  </a:lnTo>
                  <a:lnTo>
                    <a:pt x="114069" y="5431"/>
                  </a:lnTo>
                  <a:lnTo>
                    <a:pt x="109082" y="7189"/>
                  </a:lnTo>
                  <a:lnTo>
                    <a:pt x="104153" y="9104"/>
                  </a:lnTo>
                  <a:lnTo>
                    <a:pt x="99287" y="11174"/>
                  </a:lnTo>
                  <a:lnTo>
                    <a:pt x="94489" y="13397"/>
                  </a:lnTo>
                  <a:lnTo>
                    <a:pt x="89764" y="15771"/>
                  </a:lnTo>
                  <a:lnTo>
                    <a:pt x="85116" y="18293"/>
                  </a:lnTo>
                  <a:lnTo>
                    <a:pt x="80550" y="20960"/>
                  </a:lnTo>
                  <a:lnTo>
                    <a:pt x="76071" y="23771"/>
                  </a:lnTo>
                  <a:lnTo>
                    <a:pt x="71683" y="26722"/>
                  </a:lnTo>
                  <a:lnTo>
                    <a:pt x="67390" y="29810"/>
                  </a:lnTo>
                  <a:lnTo>
                    <a:pt x="63197" y="33032"/>
                  </a:lnTo>
                  <a:lnTo>
                    <a:pt x="59109" y="36386"/>
                  </a:lnTo>
                  <a:lnTo>
                    <a:pt x="55128" y="39867"/>
                  </a:lnTo>
                  <a:lnTo>
                    <a:pt x="51260" y="43472"/>
                  </a:lnTo>
                  <a:lnTo>
                    <a:pt x="47507" y="47198"/>
                  </a:lnTo>
                  <a:lnTo>
                    <a:pt x="43874" y="51040"/>
                  </a:lnTo>
                  <a:lnTo>
                    <a:pt x="40365" y="54996"/>
                  </a:lnTo>
                  <a:lnTo>
                    <a:pt x="36982" y="59061"/>
                  </a:lnTo>
                  <a:lnTo>
                    <a:pt x="33730" y="63230"/>
                  </a:lnTo>
                  <a:lnTo>
                    <a:pt x="30611" y="67500"/>
                  </a:lnTo>
                  <a:lnTo>
                    <a:pt x="27629" y="71867"/>
                  </a:lnTo>
                  <a:lnTo>
                    <a:pt x="24786" y="76326"/>
                  </a:lnTo>
                  <a:lnTo>
                    <a:pt x="22086" y="80873"/>
                  </a:lnTo>
                  <a:lnTo>
                    <a:pt x="19531" y="85503"/>
                  </a:lnTo>
                  <a:lnTo>
                    <a:pt x="17124" y="90211"/>
                  </a:lnTo>
                  <a:lnTo>
                    <a:pt x="14867" y="94993"/>
                  </a:lnTo>
                  <a:lnTo>
                    <a:pt x="12762" y="99844"/>
                  </a:lnTo>
                  <a:lnTo>
                    <a:pt x="10812" y="104759"/>
                  </a:lnTo>
                  <a:lnTo>
                    <a:pt x="9018" y="109734"/>
                  </a:lnTo>
                  <a:lnTo>
                    <a:pt x="7383" y="114763"/>
                  </a:lnTo>
                  <a:lnTo>
                    <a:pt x="5907" y="119840"/>
                  </a:lnTo>
                  <a:lnTo>
                    <a:pt x="4593" y="124963"/>
                  </a:lnTo>
                  <a:lnTo>
                    <a:pt x="3441" y="130124"/>
                  </a:lnTo>
                  <a:lnTo>
                    <a:pt x="2453" y="135318"/>
                  </a:lnTo>
                  <a:lnTo>
                    <a:pt x="1630" y="140542"/>
                  </a:lnTo>
                  <a:lnTo>
                    <a:pt x="972" y="145789"/>
                  </a:lnTo>
                  <a:lnTo>
                    <a:pt x="481" y="151054"/>
                  </a:lnTo>
                  <a:lnTo>
                    <a:pt x="157" y="156332"/>
                  </a:lnTo>
                  <a:lnTo>
                    <a:pt x="0" y="161618"/>
                  </a:lnTo>
                  <a:lnTo>
                    <a:pt x="9" y="166906"/>
                  </a:lnTo>
                  <a:lnTo>
                    <a:pt x="187" y="172191"/>
                  </a:lnTo>
                  <a:lnTo>
                    <a:pt x="531" y="177468"/>
                  </a:lnTo>
                  <a:lnTo>
                    <a:pt x="1042" y="182731"/>
                  </a:lnTo>
                  <a:lnTo>
                    <a:pt x="1719" y="187975"/>
                  </a:lnTo>
                  <a:lnTo>
                    <a:pt x="2562" y="193196"/>
                  </a:lnTo>
                  <a:lnTo>
                    <a:pt x="3569" y="198387"/>
                  </a:lnTo>
                  <a:lnTo>
                    <a:pt x="4741" y="203543"/>
                  </a:lnTo>
                  <a:lnTo>
                    <a:pt x="6074" y="208661"/>
                  </a:lnTo>
                  <a:lnTo>
                    <a:pt x="7569" y="213733"/>
                  </a:lnTo>
                  <a:lnTo>
                    <a:pt x="9224" y="218755"/>
                  </a:lnTo>
                  <a:lnTo>
                    <a:pt x="11036" y="223723"/>
                  </a:lnTo>
                  <a:lnTo>
                    <a:pt x="13005" y="228631"/>
                  </a:lnTo>
                  <a:lnTo>
                    <a:pt x="15128" y="233474"/>
                  </a:lnTo>
                  <a:lnTo>
                    <a:pt x="17403" y="238247"/>
                  </a:lnTo>
                  <a:lnTo>
                    <a:pt x="19828" y="242947"/>
                  </a:lnTo>
                  <a:lnTo>
                    <a:pt x="22400" y="247567"/>
                  </a:lnTo>
                  <a:lnTo>
                    <a:pt x="25118" y="252103"/>
                  </a:lnTo>
                  <a:lnTo>
                    <a:pt x="27977" y="256552"/>
                  </a:lnTo>
                  <a:lnTo>
                    <a:pt x="30976" y="260907"/>
                  </a:lnTo>
                  <a:lnTo>
                    <a:pt x="34110" y="265166"/>
                  </a:lnTo>
                  <a:lnTo>
                    <a:pt x="37378" y="269323"/>
                  </a:lnTo>
                  <a:lnTo>
                    <a:pt x="40776" y="273375"/>
                  </a:lnTo>
                  <a:lnTo>
                    <a:pt x="44301" y="277317"/>
                  </a:lnTo>
                  <a:lnTo>
                    <a:pt x="47948" y="281146"/>
                  </a:lnTo>
                  <a:lnTo>
                    <a:pt x="51714" y="284858"/>
                  </a:lnTo>
                  <a:lnTo>
                    <a:pt x="55596" y="288448"/>
                  </a:lnTo>
                  <a:lnTo>
                    <a:pt x="59590" y="291914"/>
                  </a:lnTo>
                  <a:lnTo>
                    <a:pt x="63691" y="295252"/>
                  </a:lnTo>
                  <a:lnTo>
                    <a:pt x="67896" y="298459"/>
                  </a:lnTo>
                  <a:lnTo>
                    <a:pt x="72200" y="301531"/>
                  </a:lnTo>
                  <a:lnTo>
                    <a:pt x="76599" y="304465"/>
                  </a:lnTo>
                  <a:lnTo>
                    <a:pt x="81089" y="307259"/>
                  </a:lnTo>
                  <a:lnTo>
                    <a:pt x="85665" y="309909"/>
                  </a:lnTo>
                  <a:lnTo>
                    <a:pt x="90322" y="312414"/>
                  </a:lnTo>
                  <a:lnTo>
                    <a:pt x="95057" y="314769"/>
                  </a:lnTo>
                  <a:lnTo>
                    <a:pt x="99863" y="316974"/>
                  </a:lnTo>
                  <a:lnTo>
                    <a:pt x="104737" y="319026"/>
                  </a:lnTo>
                  <a:lnTo>
                    <a:pt x="109673" y="320922"/>
                  </a:lnTo>
                  <a:lnTo>
                    <a:pt x="114667" y="322662"/>
                  </a:lnTo>
                  <a:lnTo>
                    <a:pt x="119713" y="324242"/>
                  </a:lnTo>
                  <a:lnTo>
                    <a:pt x="124807" y="325663"/>
                  </a:lnTo>
                  <a:lnTo>
                    <a:pt x="129943" y="326921"/>
                  </a:lnTo>
                  <a:lnTo>
                    <a:pt x="135116" y="328016"/>
                  </a:lnTo>
                  <a:lnTo>
                    <a:pt x="140322" y="328947"/>
                  </a:lnTo>
                  <a:lnTo>
                    <a:pt x="145554" y="329713"/>
                  </a:lnTo>
                  <a:lnTo>
                    <a:pt x="150808" y="330314"/>
                  </a:lnTo>
                  <a:lnTo>
                    <a:pt x="156078" y="330747"/>
                  </a:lnTo>
                  <a:lnTo>
                    <a:pt x="161359" y="331014"/>
                  </a:lnTo>
                  <a:lnTo>
                    <a:pt x="166646" y="331114"/>
                  </a:lnTo>
                  <a:lnTo>
                    <a:pt x="171934" y="331046"/>
                  </a:lnTo>
                  <a:lnTo>
                    <a:pt x="177216" y="330811"/>
                  </a:lnTo>
                  <a:lnTo>
                    <a:pt x="182489" y="330409"/>
                  </a:lnTo>
                  <a:lnTo>
                    <a:pt x="187746" y="329841"/>
                  </a:lnTo>
                  <a:lnTo>
                    <a:pt x="192983" y="329106"/>
                  </a:lnTo>
                  <a:lnTo>
                    <a:pt x="198194" y="328207"/>
                  </a:lnTo>
                  <a:lnTo>
                    <a:pt x="203374" y="327143"/>
                  </a:lnTo>
                  <a:lnTo>
                    <a:pt x="208517" y="325915"/>
                  </a:lnTo>
                  <a:lnTo>
                    <a:pt x="213620" y="324526"/>
                  </a:lnTo>
                  <a:lnTo>
                    <a:pt x="218675" y="322976"/>
                  </a:lnTo>
                  <a:lnTo>
                    <a:pt x="223680" y="321267"/>
                  </a:lnTo>
                  <a:lnTo>
                    <a:pt x="228627" y="319400"/>
                  </a:lnTo>
                  <a:lnTo>
                    <a:pt x="233513" y="317378"/>
                  </a:lnTo>
                  <a:lnTo>
                    <a:pt x="238333" y="315202"/>
                  </a:lnTo>
                  <a:lnTo>
                    <a:pt x="243081" y="312875"/>
                  </a:lnTo>
                  <a:lnTo>
                    <a:pt x="247754" y="310399"/>
                  </a:lnTo>
                  <a:lnTo>
                    <a:pt x="252345" y="307776"/>
                  </a:lnTo>
                  <a:lnTo>
                    <a:pt x="256852" y="305010"/>
                  </a:lnTo>
                  <a:lnTo>
                    <a:pt x="261269" y="302102"/>
                  </a:lnTo>
                  <a:lnTo>
                    <a:pt x="265591" y="299056"/>
                  </a:lnTo>
                  <a:lnTo>
                    <a:pt x="269815" y="295875"/>
                  </a:lnTo>
                  <a:lnTo>
                    <a:pt x="273937" y="292561"/>
                  </a:lnTo>
                  <a:lnTo>
                    <a:pt x="277951" y="289120"/>
                  </a:lnTo>
                  <a:lnTo>
                    <a:pt x="281855" y="285552"/>
                  </a:lnTo>
                  <a:lnTo>
                    <a:pt x="285644" y="281864"/>
                  </a:lnTo>
                  <a:lnTo>
                    <a:pt x="289314" y="278057"/>
                  </a:lnTo>
                  <a:lnTo>
                    <a:pt x="292862" y="274136"/>
                  </a:lnTo>
                  <a:lnTo>
                    <a:pt x="296284" y="270105"/>
                  </a:lnTo>
                  <a:lnTo>
                    <a:pt x="299577" y="265967"/>
                  </a:lnTo>
                  <a:lnTo>
                    <a:pt x="302738" y="261728"/>
                  </a:lnTo>
                  <a:lnTo>
                    <a:pt x="305763" y="257390"/>
                  </a:lnTo>
                  <a:lnTo>
                    <a:pt x="308649" y="252959"/>
                  </a:lnTo>
                  <a:lnTo>
                    <a:pt x="311394" y="248439"/>
                  </a:lnTo>
                  <a:lnTo>
                    <a:pt x="313994" y="243835"/>
                  </a:lnTo>
                  <a:lnTo>
                    <a:pt x="316447" y="239150"/>
                  </a:lnTo>
                  <a:lnTo>
                    <a:pt x="318751" y="234391"/>
                  </a:lnTo>
                  <a:lnTo>
                    <a:pt x="320903" y="229560"/>
                  </a:lnTo>
                  <a:lnTo>
                    <a:pt x="322902" y="224664"/>
                  </a:lnTo>
                  <a:lnTo>
                    <a:pt x="324744" y="219708"/>
                  </a:lnTo>
                  <a:lnTo>
                    <a:pt x="326429" y="214695"/>
                  </a:lnTo>
                  <a:lnTo>
                    <a:pt x="327954" y="209632"/>
                  </a:lnTo>
                  <a:lnTo>
                    <a:pt x="329319" y="204523"/>
                  </a:lnTo>
                  <a:lnTo>
                    <a:pt x="330521" y="199374"/>
                  </a:lnTo>
                  <a:lnTo>
                    <a:pt x="331560" y="194189"/>
                  </a:lnTo>
                  <a:lnTo>
                    <a:pt x="332434" y="188974"/>
                  </a:lnTo>
                  <a:lnTo>
                    <a:pt x="333143" y="183733"/>
                  </a:lnTo>
                  <a:lnTo>
                    <a:pt x="333686" y="178473"/>
                  </a:lnTo>
                  <a:lnTo>
                    <a:pt x="334062" y="173199"/>
                  </a:lnTo>
                  <a:lnTo>
                    <a:pt x="334271" y="167915"/>
                  </a:lnTo>
                  <a:lnTo>
                    <a:pt x="334313" y="162627"/>
                  </a:lnTo>
                  <a:lnTo>
                    <a:pt x="334188" y="157341"/>
                  </a:lnTo>
                  <a:lnTo>
                    <a:pt x="333895" y="152061"/>
                  </a:lnTo>
                  <a:lnTo>
                    <a:pt x="333436" y="146793"/>
                  </a:lnTo>
                  <a:lnTo>
                    <a:pt x="332810" y="141542"/>
                  </a:lnTo>
                  <a:lnTo>
                    <a:pt x="332018" y="136313"/>
                  </a:lnTo>
                  <a:lnTo>
                    <a:pt x="331062" y="131113"/>
                  </a:lnTo>
                  <a:lnTo>
                    <a:pt x="329941" y="125945"/>
                  </a:lnTo>
                  <a:lnTo>
                    <a:pt x="328658" y="120815"/>
                  </a:lnTo>
                  <a:lnTo>
                    <a:pt x="327213" y="115728"/>
                  </a:lnTo>
                  <a:lnTo>
                    <a:pt x="325608" y="110690"/>
                  </a:lnTo>
                  <a:lnTo>
                    <a:pt x="323844" y="105704"/>
                  </a:lnTo>
                  <a:lnTo>
                    <a:pt x="321923" y="100778"/>
                  </a:lnTo>
                  <a:lnTo>
                    <a:pt x="319848" y="95914"/>
                  </a:lnTo>
                  <a:lnTo>
                    <a:pt x="317620" y="91118"/>
                  </a:lnTo>
                  <a:lnTo>
                    <a:pt x="315241" y="86396"/>
                  </a:lnTo>
                  <a:lnTo>
                    <a:pt x="312714" y="81750"/>
                  </a:lnTo>
                  <a:lnTo>
                    <a:pt x="310041" y="77188"/>
                  </a:lnTo>
                  <a:lnTo>
                    <a:pt x="307226" y="72711"/>
                  </a:lnTo>
                  <a:lnTo>
                    <a:pt x="304270" y="68327"/>
                  </a:lnTo>
                  <a:lnTo>
                    <a:pt x="301177" y="64038"/>
                  </a:lnTo>
                  <a:lnTo>
                    <a:pt x="297950" y="59848"/>
                  </a:lnTo>
                  <a:lnTo>
                    <a:pt x="294592" y="55763"/>
                  </a:lnTo>
                  <a:lnTo>
                    <a:pt x="291107" y="51787"/>
                  </a:lnTo>
                  <a:lnTo>
                    <a:pt x="287497" y="47922"/>
                  </a:lnTo>
                  <a:lnTo>
                    <a:pt x="283767" y="44174"/>
                  </a:lnTo>
                  <a:lnTo>
                    <a:pt x="279920" y="40545"/>
                  </a:lnTo>
                  <a:lnTo>
                    <a:pt x="275961" y="37040"/>
                  </a:lnTo>
                  <a:lnTo>
                    <a:pt x="271893" y="33662"/>
                  </a:lnTo>
                  <a:lnTo>
                    <a:pt x="267719" y="30415"/>
                  </a:lnTo>
                  <a:lnTo>
                    <a:pt x="263446" y="27301"/>
                  </a:lnTo>
                  <a:lnTo>
                    <a:pt x="259075" y="24323"/>
                  </a:lnTo>
                  <a:lnTo>
                    <a:pt x="254613" y="21486"/>
                  </a:lnTo>
                  <a:lnTo>
                    <a:pt x="250064" y="18790"/>
                  </a:lnTo>
                  <a:lnTo>
                    <a:pt x="245431" y="16241"/>
                  </a:lnTo>
                  <a:lnTo>
                    <a:pt x="240720" y="13839"/>
                  </a:lnTo>
                  <a:lnTo>
                    <a:pt x="235935" y="11587"/>
                  </a:lnTo>
                  <a:lnTo>
                    <a:pt x="231082" y="9487"/>
                  </a:lnTo>
                  <a:lnTo>
                    <a:pt x="226165" y="7543"/>
                  </a:lnTo>
                  <a:lnTo>
                    <a:pt x="221188" y="5754"/>
                  </a:lnTo>
                  <a:lnTo>
                    <a:pt x="216158" y="4124"/>
                  </a:lnTo>
                  <a:lnTo>
                    <a:pt x="211078" y="2654"/>
                  </a:lnTo>
                  <a:lnTo>
                    <a:pt x="205955" y="1346"/>
                  </a:lnTo>
                  <a:lnTo>
                    <a:pt x="200792" y="200"/>
                  </a:lnTo>
                  <a:lnTo>
                    <a:pt x="167151" y="163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33641" cy="167167"/>
            </a:xfrm>
            <a:custGeom>
              <a:avLst/>
              <a:pathLst>
                <a:path w="33641" h="167167">
                  <a:moveTo>
                    <a:pt x="33641" y="3420"/>
                  </a:moveTo>
                  <a:lnTo>
                    <a:pt x="26979" y="2191"/>
                  </a:lnTo>
                  <a:lnTo>
                    <a:pt x="20273" y="1233"/>
                  </a:lnTo>
                  <a:lnTo>
                    <a:pt x="13534" y="548"/>
                  </a:lnTo>
                  <a:lnTo>
                    <a:pt x="6772" y="13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209" y="2633064"/>
              <a:ext cx="6538" cy="167167"/>
            </a:xfrm>
            <a:custGeom>
              <a:avLst/>
              <a:pathLst>
                <a:path w="6538" h="167167">
                  <a:moveTo>
                    <a:pt x="6538" y="0"/>
                  </a:moveTo>
                  <a:lnTo>
                    <a:pt x="0" y="127"/>
                  </a:lnTo>
                  <a:lnTo>
                    <a:pt x="653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209" y="2633192"/>
              <a:ext cx="6538" cy="167039"/>
            </a:xfrm>
            <a:custGeom>
              <a:avLst/>
              <a:pathLst>
                <a:path w="6538" h="167039">
                  <a:moveTo>
                    <a:pt x="0" y="0"/>
                  </a:moveTo>
                  <a:lnTo>
                    <a:pt x="6538" y="1670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423585" y="2633192"/>
              <a:ext cx="334328" cy="334199"/>
            </a:xfrm>
            <a:custGeom>
              <a:avLst/>
              <a:pathLst>
                <a:path w="334328" h="334199">
                  <a:moveTo>
                    <a:pt x="160624" y="0"/>
                  </a:moveTo>
                  <a:lnTo>
                    <a:pt x="155323" y="291"/>
                  </a:lnTo>
                  <a:lnTo>
                    <a:pt x="150035" y="751"/>
                  </a:lnTo>
                  <a:lnTo>
                    <a:pt x="144764" y="1379"/>
                  </a:lnTo>
                  <a:lnTo>
                    <a:pt x="139515" y="2174"/>
                  </a:lnTo>
                  <a:lnTo>
                    <a:pt x="134294" y="3135"/>
                  </a:lnTo>
                  <a:lnTo>
                    <a:pt x="129107" y="4261"/>
                  </a:lnTo>
                  <a:lnTo>
                    <a:pt x="123958" y="5551"/>
                  </a:lnTo>
                  <a:lnTo>
                    <a:pt x="118852" y="7004"/>
                  </a:lnTo>
                  <a:lnTo>
                    <a:pt x="113795" y="8619"/>
                  </a:lnTo>
                  <a:lnTo>
                    <a:pt x="108792" y="10393"/>
                  </a:lnTo>
                  <a:lnTo>
                    <a:pt x="103848" y="12326"/>
                  </a:lnTo>
                  <a:lnTo>
                    <a:pt x="98968" y="14414"/>
                  </a:lnTo>
                  <a:lnTo>
                    <a:pt x="94156" y="16656"/>
                  </a:lnTo>
                  <a:lnTo>
                    <a:pt x="89418" y="19050"/>
                  </a:lnTo>
                  <a:lnTo>
                    <a:pt x="84758" y="21593"/>
                  </a:lnTo>
                  <a:lnTo>
                    <a:pt x="80182" y="24283"/>
                  </a:lnTo>
                  <a:lnTo>
                    <a:pt x="75693" y="27116"/>
                  </a:lnTo>
                  <a:lnTo>
                    <a:pt x="71297" y="30091"/>
                  </a:lnTo>
                  <a:lnTo>
                    <a:pt x="66997" y="33204"/>
                  </a:lnTo>
                  <a:lnTo>
                    <a:pt x="62798" y="36452"/>
                  </a:lnTo>
                  <a:lnTo>
                    <a:pt x="58704" y="39831"/>
                  </a:lnTo>
                  <a:lnTo>
                    <a:pt x="54720" y="43339"/>
                  </a:lnTo>
                  <a:lnTo>
                    <a:pt x="50849" y="46972"/>
                  </a:lnTo>
                  <a:lnTo>
                    <a:pt x="47096" y="50725"/>
                  </a:lnTo>
                  <a:lnTo>
                    <a:pt x="43463" y="54596"/>
                  </a:lnTo>
                  <a:lnTo>
                    <a:pt x="39955" y="58580"/>
                  </a:lnTo>
                  <a:lnTo>
                    <a:pt x="36576" y="62674"/>
                  </a:lnTo>
                  <a:lnTo>
                    <a:pt x="33328" y="66873"/>
                  </a:lnTo>
                  <a:lnTo>
                    <a:pt x="30215" y="71173"/>
                  </a:lnTo>
                  <a:lnTo>
                    <a:pt x="27240" y="75569"/>
                  </a:lnTo>
                  <a:lnTo>
                    <a:pt x="24406" y="80058"/>
                  </a:lnTo>
                  <a:lnTo>
                    <a:pt x="21717" y="84635"/>
                  </a:lnTo>
                  <a:lnTo>
                    <a:pt x="19174" y="89294"/>
                  </a:lnTo>
                  <a:lnTo>
                    <a:pt x="16780" y="94032"/>
                  </a:lnTo>
                  <a:lnTo>
                    <a:pt x="14538" y="98844"/>
                  </a:lnTo>
                  <a:lnTo>
                    <a:pt x="12449" y="103724"/>
                  </a:lnTo>
                  <a:lnTo>
                    <a:pt x="10517" y="108668"/>
                  </a:lnTo>
                  <a:lnTo>
                    <a:pt x="8743" y="113671"/>
                  </a:lnTo>
                  <a:lnTo>
                    <a:pt x="7128" y="118728"/>
                  </a:lnTo>
                  <a:lnTo>
                    <a:pt x="5675" y="123834"/>
                  </a:lnTo>
                  <a:lnTo>
                    <a:pt x="4384" y="128983"/>
                  </a:lnTo>
                  <a:lnTo>
                    <a:pt x="3258" y="134170"/>
                  </a:lnTo>
                  <a:lnTo>
                    <a:pt x="2297" y="139391"/>
                  </a:lnTo>
                  <a:lnTo>
                    <a:pt x="1502" y="144640"/>
                  </a:lnTo>
                  <a:lnTo>
                    <a:pt x="875" y="149911"/>
                  </a:lnTo>
                  <a:lnTo>
                    <a:pt x="415" y="155199"/>
                  </a:lnTo>
                  <a:lnTo>
                    <a:pt x="123" y="160500"/>
                  </a:lnTo>
                  <a:lnTo>
                    <a:pt x="0" y="165807"/>
                  </a:lnTo>
                  <a:lnTo>
                    <a:pt x="45" y="171115"/>
                  </a:lnTo>
                  <a:lnTo>
                    <a:pt x="258" y="176419"/>
                  </a:lnTo>
                  <a:lnTo>
                    <a:pt x="640" y="181713"/>
                  </a:lnTo>
                  <a:lnTo>
                    <a:pt x="1190" y="186993"/>
                  </a:lnTo>
                  <a:lnTo>
                    <a:pt x="1907" y="192253"/>
                  </a:lnTo>
                  <a:lnTo>
                    <a:pt x="2791" y="197487"/>
                  </a:lnTo>
                  <a:lnTo>
                    <a:pt x="3841" y="202691"/>
                  </a:lnTo>
                  <a:lnTo>
                    <a:pt x="5055" y="207858"/>
                  </a:lnTo>
                  <a:lnTo>
                    <a:pt x="6433" y="212985"/>
                  </a:lnTo>
                  <a:lnTo>
                    <a:pt x="7973" y="218065"/>
                  </a:lnTo>
                  <a:lnTo>
                    <a:pt x="9673" y="223094"/>
                  </a:lnTo>
                  <a:lnTo>
                    <a:pt x="11532" y="228066"/>
                  </a:lnTo>
                  <a:lnTo>
                    <a:pt x="13549" y="232976"/>
                  </a:lnTo>
                  <a:lnTo>
                    <a:pt x="15720" y="237821"/>
                  </a:lnTo>
                  <a:lnTo>
                    <a:pt x="18043" y="242593"/>
                  </a:lnTo>
                  <a:lnTo>
                    <a:pt x="20517" y="247290"/>
                  </a:lnTo>
                  <a:lnTo>
                    <a:pt x="23139" y="251906"/>
                  </a:lnTo>
                  <a:lnTo>
                    <a:pt x="25907" y="256436"/>
                  </a:lnTo>
                  <a:lnTo>
                    <a:pt x="28816" y="260876"/>
                  </a:lnTo>
                  <a:lnTo>
                    <a:pt x="31865" y="265221"/>
                  </a:lnTo>
                  <a:lnTo>
                    <a:pt x="35051" y="269467"/>
                  </a:lnTo>
                  <a:lnTo>
                    <a:pt x="38370" y="273610"/>
                  </a:lnTo>
                  <a:lnTo>
                    <a:pt x="41818" y="277646"/>
                  </a:lnTo>
                  <a:lnTo>
                    <a:pt x="45394" y="281570"/>
                  </a:lnTo>
                  <a:lnTo>
                    <a:pt x="49091" y="285378"/>
                  </a:lnTo>
                  <a:lnTo>
                    <a:pt x="52908" y="289067"/>
                  </a:lnTo>
                  <a:lnTo>
                    <a:pt x="56840" y="292634"/>
                  </a:lnTo>
                  <a:lnTo>
                    <a:pt x="60884" y="296073"/>
                  </a:lnTo>
                  <a:lnTo>
                    <a:pt x="65034" y="299383"/>
                  </a:lnTo>
                  <a:lnTo>
                    <a:pt x="69288" y="302558"/>
                  </a:lnTo>
                  <a:lnTo>
                    <a:pt x="73640" y="305598"/>
                  </a:lnTo>
                  <a:lnTo>
                    <a:pt x="78087" y="308497"/>
                  </a:lnTo>
                  <a:lnTo>
                    <a:pt x="82623" y="311254"/>
                  </a:lnTo>
                  <a:lnTo>
                    <a:pt x="87244" y="313866"/>
                  </a:lnTo>
                  <a:lnTo>
                    <a:pt x="91947" y="316329"/>
                  </a:lnTo>
                  <a:lnTo>
                    <a:pt x="96725" y="318642"/>
                  </a:lnTo>
                  <a:lnTo>
                    <a:pt x="101574" y="320802"/>
                  </a:lnTo>
                  <a:lnTo>
                    <a:pt x="106489" y="322807"/>
                  </a:lnTo>
                  <a:lnTo>
                    <a:pt x="111465" y="324655"/>
                  </a:lnTo>
                  <a:lnTo>
                    <a:pt x="116498" y="326344"/>
                  </a:lnTo>
                  <a:lnTo>
                    <a:pt x="121581" y="327872"/>
                  </a:lnTo>
                  <a:lnTo>
                    <a:pt x="126711" y="329238"/>
                  </a:lnTo>
                  <a:lnTo>
                    <a:pt x="131881" y="330441"/>
                  </a:lnTo>
                  <a:lnTo>
                    <a:pt x="137087" y="331479"/>
                  </a:lnTo>
                  <a:lnTo>
                    <a:pt x="142324" y="332351"/>
                  </a:lnTo>
                  <a:lnTo>
                    <a:pt x="147585" y="333056"/>
                  </a:lnTo>
                  <a:lnTo>
                    <a:pt x="152866" y="333594"/>
                  </a:lnTo>
                  <a:lnTo>
                    <a:pt x="158161" y="333964"/>
                  </a:lnTo>
                  <a:lnTo>
                    <a:pt x="163466" y="334166"/>
                  </a:lnTo>
                  <a:lnTo>
                    <a:pt x="168774" y="334199"/>
                  </a:lnTo>
                  <a:lnTo>
                    <a:pt x="174081" y="334063"/>
                  </a:lnTo>
                  <a:lnTo>
                    <a:pt x="179381" y="333759"/>
                  </a:lnTo>
                  <a:lnTo>
                    <a:pt x="184668" y="333287"/>
                  </a:lnTo>
                  <a:lnTo>
                    <a:pt x="189938" y="332648"/>
                  </a:lnTo>
                  <a:lnTo>
                    <a:pt x="195184" y="331841"/>
                  </a:lnTo>
                  <a:lnTo>
                    <a:pt x="200403" y="330868"/>
                  </a:lnTo>
                  <a:lnTo>
                    <a:pt x="205588" y="329730"/>
                  </a:lnTo>
                  <a:lnTo>
                    <a:pt x="210734" y="328428"/>
                  </a:lnTo>
                  <a:lnTo>
                    <a:pt x="215836" y="326963"/>
                  </a:lnTo>
                  <a:lnTo>
                    <a:pt x="220889" y="325337"/>
                  </a:lnTo>
                  <a:lnTo>
                    <a:pt x="225888" y="323552"/>
                  </a:lnTo>
                  <a:lnTo>
                    <a:pt x="230828" y="321608"/>
                  </a:lnTo>
                  <a:lnTo>
                    <a:pt x="235704" y="319509"/>
                  </a:lnTo>
                  <a:lnTo>
                    <a:pt x="240510" y="317256"/>
                  </a:lnTo>
                  <a:lnTo>
                    <a:pt x="245243" y="314851"/>
                  </a:lnTo>
                  <a:lnTo>
                    <a:pt x="249897" y="312297"/>
                  </a:lnTo>
                  <a:lnTo>
                    <a:pt x="254467" y="309597"/>
                  </a:lnTo>
                  <a:lnTo>
                    <a:pt x="258949" y="306753"/>
                  </a:lnTo>
                  <a:lnTo>
                    <a:pt x="263339" y="303769"/>
                  </a:lnTo>
                  <a:lnTo>
                    <a:pt x="267632" y="300646"/>
                  </a:lnTo>
                  <a:lnTo>
                    <a:pt x="271823" y="297389"/>
                  </a:lnTo>
                  <a:lnTo>
                    <a:pt x="275909" y="294000"/>
                  </a:lnTo>
                  <a:lnTo>
                    <a:pt x="279886" y="290483"/>
                  </a:lnTo>
                  <a:lnTo>
                    <a:pt x="283748" y="286842"/>
                  </a:lnTo>
                  <a:lnTo>
                    <a:pt x="287493" y="283080"/>
                  </a:lnTo>
                  <a:lnTo>
                    <a:pt x="291117" y="279200"/>
                  </a:lnTo>
                  <a:lnTo>
                    <a:pt x="294616" y="275208"/>
                  </a:lnTo>
                  <a:lnTo>
                    <a:pt x="297986" y="271107"/>
                  </a:lnTo>
                  <a:lnTo>
                    <a:pt x="301224" y="266901"/>
                  </a:lnTo>
                  <a:lnTo>
                    <a:pt x="304327" y="262594"/>
                  </a:lnTo>
                  <a:lnTo>
                    <a:pt x="307292" y="258190"/>
                  </a:lnTo>
                  <a:lnTo>
                    <a:pt x="310116" y="253695"/>
                  </a:lnTo>
                  <a:lnTo>
                    <a:pt x="312795" y="249113"/>
                  </a:lnTo>
                  <a:lnTo>
                    <a:pt x="315328" y="244447"/>
                  </a:lnTo>
                  <a:lnTo>
                    <a:pt x="317711" y="239704"/>
                  </a:lnTo>
                  <a:lnTo>
                    <a:pt x="319942" y="234887"/>
                  </a:lnTo>
                  <a:lnTo>
                    <a:pt x="322019" y="230002"/>
                  </a:lnTo>
                  <a:lnTo>
                    <a:pt x="323940" y="225054"/>
                  </a:lnTo>
                  <a:lnTo>
                    <a:pt x="325703" y="220046"/>
                  </a:lnTo>
                  <a:lnTo>
                    <a:pt x="327306" y="214986"/>
                  </a:lnTo>
                  <a:lnTo>
                    <a:pt x="328748" y="209877"/>
                  </a:lnTo>
                  <a:lnTo>
                    <a:pt x="330027" y="204725"/>
                  </a:lnTo>
                  <a:lnTo>
                    <a:pt x="331141" y="199535"/>
                  </a:lnTo>
                  <a:lnTo>
                    <a:pt x="332090" y="194312"/>
                  </a:lnTo>
                  <a:lnTo>
                    <a:pt x="332873" y="189062"/>
                  </a:lnTo>
                  <a:lnTo>
                    <a:pt x="333489" y="183789"/>
                  </a:lnTo>
                  <a:lnTo>
                    <a:pt x="333937" y="178500"/>
                  </a:lnTo>
                  <a:lnTo>
                    <a:pt x="334216" y="173199"/>
                  </a:lnTo>
                  <a:lnTo>
                    <a:pt x="334328" y="167891"/>
                  </a:lnTo>
                  <a:lnTo>
                    <a:pt x="334270" y="162583"/>
                  </a:lnTo>
                  <a:lnTo>
                    <a:pt x="334045" y="157280"/>
                  </a:lnTo>
                  <a:lnTo>
                    <a:pt x="333651" y="151986"/>
                  </a:lnTo>
                  <a:lnTo>
                    <a:pt x="333089" y="146708"/>
                  </a:lnTo>
                  <a:lnTo>
                    <a:pt x="332360" y="141449"/>
                  </a:lnTo>
                  <a:lnTo>
                    <a:pt x="331464" y="136217"/>
                  </a:lnTo>
                  <a:lnTo>
                    <a:pt x="330402" y="131016"/>
                  </a:lnTo>
                  <a:lnTo>
                    <a:pt x="329176" y="125851"/>
                  </a:lnTo>
                  <a:lnTo>
                    <a:pt x="327787" y="120728"/>
                  </a:lnTo>
                  <a:lnTo>
                    <a:pt x="326236" y="115651"/>
                  </a:lnTo>
                  <a:lnTo>
                    <a:pt x="324524" y="110626"/>
                  </a:lnTo>
                  <a:lnTo>
                    <a:pt x="322653" y="105659"/>
                  </a:lnTo>
                  <a:lnTo>
                    <a:pt x="320626" y="100753"/>
                  </a:lnTo>
                  <a:lnTo>
                    <a:pt x="318444" y="95913"/>
                  </a:lnTo>
                  <a:lnTo>
                    <a:pt x="316109" y="91146"/>
                  </a:lnTo>
                  <a:lnTo>
                    <a:pt x="313625" y="86455"/>
                  </a:lnTo>
                  <a:lnTo>
                    <a:pt x="310992" y="81845"/>
                  </a:lnTo>
                  <a:lnTo>
                    <a:pt x="308215" y="77321"/>
                  </a:lnTo>
                  <a:lnTo>
                    <a:pt x="305295" y="72888"/>
                  </a:lnTo>
                  <a:lnTo>
                    <a:pt x="302236" y="68550"/>
                  </a:lnTo>
                  <a:lnTo>
                    <a:pt x="299041" y="64311"/>
                  </a:lnTo>
                  <a:lnTo>
                    <a:pt x="295712" y="60175"/>
                  </a:lnTo>
                  <a:lnTo>
                    <a:pt x="292255" y="56148"/>
                  </a:lnTo>
                  <a:lnTo>
                    <a:pt x="288671" y="52232"/>
                  </a:lnTo>
                  <a:lnTo>
                    <a:pt x="284964" y="48432"/>
                  </a:lnTo>
                  <a:lnTo>
                    <a:pt x="281139" y="44751"/>
                  </a:lnTo>
                  <a:lnTo>
                    <a:pt x="277199" y="41194"/>
                  </a:lnTo>
                  <a:lnTo>
                    <a:pt x="273147" y="37764"/>
                  </a:lnTo>
                  <a:lnTo>
                    <a:pt x="268989" y="34464"/>
                  </a:lnTo>
                  <a:lnTo>
                    <a:pt x="264729" y="31297"/>
                  </a:lnTo>
                  <a:lnTo>
                    <a:pt x="260370" y="28268"/>
                  </a:lnTo>
                  <a:lnTo>
                    <a:pt x="255917" y="25379"/>
                  </a:lnTo>
                  <a:lnTo>
                    <a:pt x="251374" y="22632"/>
                  </a:lnTo>
                  <a:lnTo>
                    <a:pt x="246746" y="20031"/>
                  </a:lnTo>
                  <a:lnTo>
                    <a:pt x="242039" y="17578"/>
                  </a:lnTo>
                  <a:lnTo>
                    <a:pt x="167162" y="1670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74876" cy="167167"/>
            </a:xfrm>
            <a:custGeom>
              <a:avLst/>
              <a:pathLst>
                <a:path w="74876" h="167167">
                  <a:moveTo>
                    <a:pt x="74876" y="17706"/>
                  </a:moveTo>
                  <a:lnTo>
                    <a:pt x="69490" y="15127"/>
                  </a:lnTo>
                  <a:lnTo>
                    <a:pt x="64015" y="12742"/>
                  </a:lnTo>
                  <a:lnTo>
                    <a:pt x="58458" y="10554"/>
                  </a:lnTo>
                  <a:lnTo>
                    <a:pt x="52827" y="8566"/>
                  </a:lnTo>
                  <a:lnTo>
                    <a:pt x="47129" y="6781"/>
                  </a:lnTo>
                  <a:lnTo>
                    <a:pt x="41370" y="5200"/>
                  </a:lnTo>
                  <a:lnTo>
                    <a:pt x="35558" y="3825"/>
                  </a:lnTo>
                  <a:lnTo>
                    <a:pt x="29701" y="2659"/>
                  </a:lnTo>
                  <a:lnTo>
                    <a:pt x="23807" y="1703"/>
                  </a:lnTo>
                  <a:lnTo>
                    <a:pt x="17882" y="959"/>
                  </a:lnTo>
                  <a:lnTo>
                    <a:pt x="11934" y="426"/>
                  </a:lnTo>
                  <a:lnTo>
                    <a:pt x="5970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99287" y="3170392"/>
              <a:ext cx="26692" cy="167167"/>
            </a:xfrm>
            <a:custGeom>
              <a:avLst/>
              <a:pathLst>
                <a:path w="26692" h="167167">
                  <a:moveTo>
                    <a:pt x="26692" y="0"/>
                  </a:moveTo>
                  <a:lnTo>
                    <a:pt x="19992" y="134"/>
                  </a:lnTo>
                  <a:lnTo>
                    <a:pt x="13303" y="537"/>
                  </a:lnTo>
                  <a:lnTo>
                    <a:pt x="6635" y="1207"/>
                  </a:lnTo>
                  <a:lnTo>
                    <a:pt x="0" y="2144"/>
                  </a:lnTo>
                  <a:lnTo>
                    <a:pt x="266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358831" y="3172537"/>
              <a:ext cx="334310" cy="332188"/>
            </a:xfrm>
            <a:custGeom>
              <a:avLst/>
              <a:pathLst>
                <a:path w="334310" h="332188">
                  <a:moveTo>
                    <a:pt x="140456" y="0"/>
                  </a:moveTo>
                  <a:lnTo>
                    <a:pt x="135244" y="928"/>
                  </a:lnTo>
                  <a:lnTo>
                    <a:pt x="130063" y="2020"/>
                  </a:lnTo>
                  <a:lnTo>
                    <a:pt x="124920" y="3276"/>
                  </a:lnTo>
                  <a:lnTo>
                    <a:pt x="119820" y="4695"/>
                  </a:lnTo>
                  <a:lnTo>
                    <a:pt x="114767" y="6274"/>
                  </a:lnTo>
                  <a:lnTo>
                    <a:pt x="109766" y="8012"/>
                  </a:lnTo>
                  <a:lnTo>
                    <a:pt x="104823" y="9908"/>
                  </a:lnTo>
                  <a:lnTo>
                    <a:pt x="99942" y="11959"/>
                  </a:lnTo>
                  <a:lnTo>
                    <a:pt x="95129" y="14164"/>
                  </a:lnTo>
                  <a:lnTo>
                    <a:pt x="90388" y="16520"/>
                  </a:lnTo>
                  <a:lnTo>
                    <a:pt x="85724" y="19025"/>
                  </a:lnTo>
                  <a:lnTo>
                    <a:pt x="81142" y="21677"/>
                  </a:lnTo>
                  <a:lnTo>
                    <a:pt x="76646" y="24472"/>
                  </a:lnTo>
                  <a:lnTo>
                    <a:pt x="72241" y="27409"/>
                  </a:lnTo>
                  <a:lnTo>
                    <a:pt x="67931" y="30483"/>
                  </a:lnTo>
                  <a:lnTo>
                    <a:pt x="63720" y="33692"/>
                  </a:lnTo>
                  <a:lnTo>
                    <a:pt x="59613" y="37033"/>
                  </a:lnTo>
                  <a:lnTo>
                    <a:pt x="55614" y="40503"/>
                  </a:lnTo>
                  <a:lnTo>
                    <a:pt x="51727" y="44097"/>
                  </a:lnTo>
                  <a:lnTo>
                    <a:pt x="47956" y="47813"/>
                  </a:lnTo>
                  <a:lnTo>
                    <a:pt x="44304" y="51646"/>
                  </a:lnTo>
                  <a:lnTo>
                    <a:pt x="40776" y="55593"/>
                  </a:lnTo>
                  <a:lnTo>
                    <a:pt x="37374" y="59649"/>
                  </a:lnTo>
                  <a:lnTo>
                    <a:pt x="34102" y="63812"/>
                  </a:lnTo>
                  <a:lnTo>
                    <a:pt x="30964" y="68075"/>
                  </a:lnTo>
                  <a:lnTo>
                    <a:pt x="27962" y="72436"/>
                  </a:lnTo>
                  <a:lnTo>
                    <a:pt x="25100" y="76890"/>
                  </a:lnTo>
                  <a:lnTo>
                    <a:pt x="22381" y="81433"/>
                  </a:lnTo>
                  <a:lnTo>
                    <a:pt x="19806" y="86059"/>
                  </a:lnTo>
                  <a:lnTo>
                    <a:pt x="17380" y="90764"/>
                  </a:lnTo>
                  <a:lnTo>
                    <a:pt x="15104" y="95544"/>
                  </a:lnTo>
                  <a:lnTo>
                    <a:pt x="12980" y="100393"/>
                  </a:lnTo>
                  <a:lnTo>
                    <a:pt x="11011" y="105308"/>
                  </a:lnTo>
                  <a:lnTo>
                    <a:pt x="9198" y="110282"/>
                  </a:lnTo>
                  <a:lnTo>
                    <a:pt x="7544" y="115311"/>
                  </a:lnTo>
                  <a:lnTo>
                    <a:pt x="6050" y="120390"/>
                  </a:lnTo>
                  <a:lnTo>
                    <a:pt x="4717" y="125514"/>
                  </a:lnTo>
                  <a:lnTo>
                    <a:pt x="3547" y="130677"/>
                  </a:lnTo>
                  <a:lnTo>
                    <a:pt x="2542" y="135875"/>
                  </a:lnTo>
                  <a:lnTo>
                    <a:pt x="1702" y="141102"/>
                  </a:lnTo>
                  <a:lnTo>
                    <a:pt x="1027" y="146353"/>
                  </a:lnTo>
                  <a:lnTo>
                    <a:pt x="519" y="151623"/>
                  </a:lnTo>
                  <a:lnTo>
                    <a:pt x="178" y="156906"/>
                  </a:lnTo>
                  <a:lnTo>
                    <a:pt x="5" y="162197"/>
                  </a:lnTo>
                  <a:lnTo>
                    <a:pt x="0" y="167491"/>
                  </a:lnTo>
                  <a:lnTo>
                    <a:pt x="162" y="172783"/>
                  </a:lnTo>
                  <a:lnTo>
                    <a:pt x="491" y="178067"/>
                  </a:lnTo>
                  <a:lnTo>
                    <a:pt x="988" y="183338"/>
                  </a:lnTo>
                  <a:lnTo>
                    <a:pt x="1651" y="188590"/>
                  </a:lnTo>
                  <a:lnTo>
                    <a:pt x="2480" y="193819"/>
                  </a:lnTo>
                  <a:lnTo>
                    <a:pt x="3475" y="199019"/>
                  </a:lnTo>
                  <a:lnTo>
                    <a:pt x="4633" y="204185"/>
                  </a:lnTo>
                  <a:lnTo>
                    <a:pt x="5955" y="209311"/>
                  </a:lnTo>
                  <a:lnTo>
                    <a:pt x="7438" y="214393"/>
                  </a:lnTo>
                  <a:lnTo>
                    <a:pt x="9082" y="219426"/>
                  </a:lnTo>
                  <a:lnTo>
                    <a:pt x="10884" y="224404"/>
                  </a:lnTo>
                  <a:lnTo>
                    <a:pt x="12842" y="229322"/>
                  </a:lnTo>
                  <a:lnTo>
                    <a:pt x="14956" y="234176"/>
                  </a:lnTo>
                  <a:lnTo>
                    <a:pt x="17222" y="238961"/>
                  </a:lnTo>
                  <a:lnTo>
                    <a:pt x="19639" y="243672"/>
                  </a:lnTo>
                  <a:lnTo>
                    <a:pt x="22203" y="248303"/>
                  </a:lnTo>
                  <a:lnTo>
                    <a:pt x="24913" y="252851"/>
                  </a:lnTo>
                  <a:lnTo>
                    <a:pt x="27766" y="257311"/>
                  </a:lnTo>
                  <a:lnTo>
                    <a:pt x="30758" y="261679"/>
                  </a:lnTo>
                  <a:lnTo>
                    <a:pt x="33887" y="265949"/>
                  </a:lnTo>
                  <a:lnTo>
                    <a:pt x="37150" y="270118"/>
                  </a:lnTo>
                  <a:lnTo>
                    <a:pt x="40543" y="274182"/>
                  </a:lnTo>
                  <a:lnTo>
                    <a:pt x="44063" y="278137"/>
                  </a:lnTo>
                  <a:lnTo>
                    <a:pt x="47707" y="281977"/>
                  </a:lnTo>
                  <a:lnTo>
                    <a:pt x="51470" y="285701"/>
                  </a:lnTo>
                  <a:lnTo>
                    <a:pt x="55349" y="289304"/>
                  </a:lnTo>
                  <a:lnTo>
                    <a:pt x="59341" y="292781"/>
                  </a:lnTo>
                  <a:lnTo>
                    <a:pt x="63441" y="296131"/>
                  </a:lnTo>
                  <a:lnTo>
                    <a:pt x="67644" y="299349"/>
                  </a:lnTo>
                  <a:lnTo>
                    <a:pt x="71948" y="302433"/>
                  </a:lnTo>
                  <a:lnTo>
                    <a:pt x="76347" y="305379"/>
                  </a:lnTo>
                  <a:lnTo>
                    <a:pt x="80837" y="308184"/>
                  </a:lnTo>
                  <a:lnTo>
                    <a:pt x="85414" y="310845"/>
                  </a:lnTo>
                  <a:lnTo>
                    <a:pt x="90072" y="313360"/>
                  </a:lnTo>
                  <a:lnTo>
                    <a:pt x="94808" y="315726"/>
                  </a:lnTo>
                  <a:lnTo>
                    <a:pt x="99617" y="317941"/>
                  </a:lnTo>
                  <a:lnTo>
                    <a:pt x="104493" y="320003"/>
                  </a:lnTo>
                  <a:lnTo>
                    <a:pt x="109432" y="321910"/>
                  </a:lnTo>
                  <a:lnTo>
                    <a:pt x="114429" y="323659"/>
                  </a:lnTo>
                  <a:lnTo>
                    <a:pt x="119478" y="325248"/>
                  </a:lnTo>
                  <a:lnTo>
                    <a:pt x="124576" y="326678"/>
                  </a:lnTo>
                  <a:lnTo>
                    <a:pt x="129716" y="327945"/>
                  </a:lnTo>
                  <a:lnTo>
                    <a:pt x="134894" y="329048"/>
                  </a:lnTo>
                  <a:lnTo>
                    <a:pt x="140105" y="329987"/>
                  </a:lnTo>
                  <a:lnTo>
                    <a:pt x="145342" y="330761"/>
                  </a:lnTo>
                  <a:lnTo>
                    <a:pt x="150601" y="331368"/>
                  </a:lnTo>
                  <a:lnTo>
                    <a:pt x="155877" y="331809"/>
                  </a:lnTo>
                  <a:lnTo>
                    <a:pt x="161164" y="332082"/>
                  </a:lnTo>
                  <a:lnTo>
                    <a:pt x="166457" y="332188"/>
                  </a:lnTo>
                  <a:lnTo>
                    <a:pt x="171751" y="332126"/>
                  </a:lnTo>
                  <a:lnTo>
                    <a:pt x="177040" y="331897"/>
                  </a:lnTo>
                  <a:lnTo>
                    <a:pt x="182319" y="331500"/>
                  </a:lnTo>
                  <a:lnTo>
                    <a:pt x="187583" y="330936"/>
                  </a:lnTo>
                  <a:lnTo>
                    <a:pt x="192827" y="330206"/>
                  </a:lnTo>
                  <a:lnTo>
                    <a:pt x="198045" y="329310"/>
                  </a:lnTo>
                  <a:lnTo>
                    <a:pt x="203232" y="328249"/>
                  </a:lnTo>
                  <a:lnTo>
                    <a:pt x="208382" y="327024"/>
                  </a:lnTo>
                  <a:lnTo>
                    <a:pt x="213491" y="325637"/>
                  </a:lnTo>
                  <a:lnTo>
                    <a:pt x="218554" y="324089"/>
                  </a:lnTo>
                  <a:lnTo>
                    <a:pt x="223565" y="322382"/>
                  </a:lnTo>
                  <a:lnTo>
                    <a:pt x="228520" y="320516"/>
                  </a:lnTo>
                  <a:lnTo>
                    <a:pt x="233413" y="318495"/>
                  </a:lnTo>
                  <a:lnTo>
                    <a:pt x="238240" y="316320"/>
                  </a:lnTo>
                  <a:lnTo>
                    <a:pt x="242995" y="313993"/>
                  </a:lnTo>
                  <a:lnTo>
                    <a:pt x="247674" y="311516"/>
                  </a:lnTo>
                  <a:lnTo>
                    <a:pt x="252273" y="308893"/>
                  </a:lnTo>
                  <a:lnTo>
                    <a:pt x="256786" y="306125"/>
                  </a:lnTo>
                  <a:lnTo>
                    <a:pt x="261209" y="303216"/>
                  </a:lnTo>
                  <a:lnTo>
                    <a:pt x="265538" y="300168"/>
                  </a:lnTo>
                  <a:lnTo>
                    <a:pt x="269768" y="296985"/>
                  </a:lnTo>
                  <a:lnTo>
                    <a:pt x="273896" y="293669"/>
                  </a:lnTo>
                  <a:lnTo>
                    <a:pt x="277916" y="290224"/>
                  </a:lnTo>
                  <a:lnTo>
                    <a:pt x="281825" y="286654"/>
                  </a:lnTo>
                  <a:lnTo>
                    <a:pt x="285619" y="282962"/>
                  </a:lnTo>
                  <a:lnTo>
                    <a:pt x="289294" y="279151"/>
                  </a:lnTo>
                  <a:lnTo>
                    <a:pt x="292847" y="275226"/>
                  </a:lnTo>
                  <a:lnTo>
                    <a:pt x="296274" y="271190"/>
                  </a:lnTo>
                  <a:lnTo>
                    <a:pt x="299571" y="267048"/>
                  </a:lnTo>
                  <a:lnTo>
                    <a:pt x="302735" y="262804"/>
                  </a:lnTo>
                  <a:lnTo>
                    <a:pt x="305763" y="258461"/>
                  </a:lnTo>
                  <a:lnTo>
                    <a:pt x="308653" y="254025"/>
                  </a:lnTo>
                  <a:lnTo>
                    <a:pt x="311400" y="249500"/>
                  </a:lnTo>
                  <a:lnTo>
                    <a:pt x="314003" y="244889"/>
                  </a:lnTo>
                  <a:lnTo>
                    <a:pt x="316458" y="240199"/>
                  </a:lnTo>
                  <a:lnTo>
                    <a:pt x="318764" y="235433"/>
                  </a:lnTo>
                  <a:lnTo>
                    <a:pt x="320918" y="230597"/>
                  </a:lnTo>
                  <a:lnTo>
                    <a:pt x="322917" y="225695"/>
                  </a:lnTo>
                  <a:lnTo>
                    <a:pt x="324760" y="220732"/>
                  </a:lnTo>
                  <a:lnTo>
                    <a:pt x="326445" y="215713"/>
                  </a:lnTo>
                  <a:lnTo>
                    <a:pt x="327970" y="210643"/>
                  </a:lnTo>
                  <a:lnTo>
                    <a:pt x="329334" y="205528"/>
                  </a:lnTo>
                  <a:lnTo>
                    <a:pt x="330536" y="200372"/>
                  </a:lnTo>
                  <a:lnTo>
                    <a:pt x="331573" y="195180"/>
                  </a:lnTo>
                  <a:lnTo>
                    <a:pt x="332446" y="189959"/>
                  </a:lnTo>
                  <a:lnTo>
                    <a:pt x="333153" y="184712"/>
                  </a:lnTo>
                  <a:lnTo>
                    <a:pt x="333693" y="179445"/>
                  </a:lnTo>
                  <a:lnTo>
                    <a:pt x="334066" y="174164"/>
                  </a:lnTo>
                  <a:lnTo>
                    <a:pt x="334272" y="168874"/>
                  </a:lnTo>
                  <a:lnTo>
                    <a:pt x="334310" y="163580"/>
                  </a:lnTo>
                  <a:lnTo>
                    <a:pt x="334180" y="158288"/>
                  </a:lnTo>
                  <a:lnTo>
                    <a:pt x="333883" y="153002"/>
                  </a:lnTo>
                  <a:lnTo>
                    <a:pt x="333419" y="147728"/>
                  </a:lnTo>
                  <a:lnTo>
                    <a:pt x="332788" y="142472"/>
                  </a:lnTo>
                  <a:lnTo>
                    <a:pt x="331991" y="137238"/>
                  </a:lnTo>
                  <a:lnTo>
                    <a:pt x="331029" y="132032"/>
                  </a:lnTo>
                  <a:lnTo>
                    <a:pt x="329902" y="126859"/>
                  </a:lnTo>
                  <a:lnTo>
                    <a:pt x="328612" y="121724"/>
                  </a:lnTo>
                  <a:lnTo>
                    <a:pt x="327160" y="116633"/>
                  </a:lnTo>
                  <a:lnTo>
                    <a:pt x="325547" y="111591"/>
                  </a:lnTo>
                  <a:lnTo>
                    <a:pt x="323776" y="106602"/>
                  </a:lnTo>
                  <a:lnTo>
                    <a:pt x="321847" y="101671"/>
                  </a:lnTo>
                  <a:lnTo>
                    <a:pt x="319764" y="96804"/>
                  </a:lnTo>
                  <a:lnTo>
                    <a:pt x="317527" y="92006"/>
                  </a:lnTo>
                  <a:lnTo>
                    <a:pt x="315139" y="87281"/>
                  </a:lnTo>
                  <a:lnTo>
                    <a:pt x="312603" y="82633"/>
                  </a:lnTo>
                  <a:lnTo>
                    <a:pt x="309921" y="78069"/>
                  </a:lnTo>
                  <a:lnTo>
                    <a:pt x="307096" y="73591"/>
                  </a:lnTo>
                  <a:lnTo>
                    <a:pt x="304131" y="69205"/>
                  </a:lnTo>
                  <a:lnTo>
                    <a:pt x="301028" y="64916"/>
                  </a:lnTo>
                  <a:lnTo>
                    <a:pt x="297791" y="60727"/>
                  </a:lnTo>
                  <a:lnTo>
                    <a:pt x="294423" y="56642"/>
                  </a:lnTo>
                  <a:lnTo>
                    <a:pt x="290927" y="52666"/>
                  </a:lnTo>
                  <a:lnTo>
                    <a:pt x="287307" y="48803"/>
                  </a:lnTo>
                  <a:lnTo>
                    <a:pt x="167149" y="165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120158" cy="167167"/>
            </a:xfrm>
            <a:custGeom>
              <a:avLst/>
              <a:pathLst>
                <a:path w="120158" h="167167">
                  <a:moveTo>
                    <a:pt x="120158" y="50948"/>
                  </a:moveTo>
                  <a:lnTo>
                    <a:pt x="116208" y="46998"/>
                  </a:lnTo>
                  <a:lnTo>
                    <a:pt x="112128" y="43182"/>
                  </a:lnTo>
                  <a:lnTo>
                    <a:pt x="107922" y="39505"/>
                  </a:lnTo>
                  <a:lnTo>
                    <a:pt x="103596" y="35970"/>
                  </a:lnTo>
                  <a:lnTo>
                    <a:pt x="99155" y="32582"/>
                  </a:lnTo>
                  <a:lnTo>
                    <a:pt x="94603" y="29344"/>
                  </a:lnTo>
                  <a:lnTo>
                    <a:pt x="89945" y="26260"/>
                  </a:lnTo>
                  <a:lnTo>
                    <a:pt x="85186" y="23333"/>
                  </a:lnTo>
                  <a:lnTo>
                    <a:pt x="80333" y="20567"/>
                  </a:lnTo>
                  <a:lnTo>
                    <a:pt x="75390" y="17965"/>
                  </a:lnTo>
                  <a:lnTo>
                    <a:pt x="70362" y="15529"/>
                  </a:lnTo>
                  <a:lnTo>
                    <a:pt x="65256" y="13263"/>
                  </a:lnTo>
                  <a:lnTo>
                    <a:pt x="60077" y="11168"/>
                  </a:lnTo>
                  <a:lnTo>
                    <a:pt x="54832" y="9248"/>
                  </a:lnTo>
                  <a:lnTo>
                    <a:pt x="49524" y="7504"/>
                  </a:lnTo>
                  <a:lnTo>
                    <a:pt x="44162" y="5938"/>
                  </a:lnTo>
                  <a:lnTo>
                    <a:pt x="38750" y="4553"/>
                  </a:lnTo>
                  <a:lnTo>
                    <a:pt x="33295" y="3349"/>
                  </a:lnTo>
                  <a:lnTo>
                    <a:pt x="27803" y="2328"/>
                  </a:lnTo>
                  <a:lnTo>
                    <a:pt x="22279" y="1491"/>
                  </a:lnTo>
                  <a:lnTo>
                    <a:pt x="16731" y="839"/>
                  </a:lnTo>
                  <a:lnTo>
                    <a:pt x="11164" y="373"/>
                  </a:lnTo>
                  <a:lnTo>
                    <a:pt x="558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3927" y="3707720"/>
              <a:ext cx="6821" cy="167167"/>
            </a:xfrm>
            <a:custGeom>
              <a:avLst/>
              <a:pathLst>
                <a:path w="6821" h="167167">
                  <a:moveTo>
                    <a:pt x="6821" y="0"/>
                  </a:moveTo>
                  <a:lnTo>
                    <a:pt x="0" y="139"/>
                  </a:lnTo>
                  <a:lnTo>
                    <a:pt x="68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423593" y="3707860"/>
              <a:ext cx="334317" cy="334195"/>
            </a:xfrm>
            <a:custGeom>
              <a:avLst/>
              <a:pathLst>
                <a:path w="334317" h="334195">
                  <a:moveTo>
                    <a:pt x="160333" y="0"/>
                  </a:moveTo>
                  <a:lnTo>
                    <a:pt x="155056" y="299"/>
                  </a:lnTo>
                  <a:lnTo>
                    <a:pt x="149792" y="764"/>
                  </a:lnTo>
                  <a:lnTo>
                    <a:pt x="144544" y="1396"/>
                  </a:lnTo>
                  <a:lnTo>
                    <a:pt x="139320" y="2194"/>
                  </a:lnTo>
                  <a:lnTo>
                    <a:pt x="134123" y="3156"/>
                  </a:lnTo>
                  <a:lnTo>
                    <a:pt x="128959" y="4282"/>
                  </a:lnTo>
                  <a:lnTo>
                    <a:pt x="123834" y="5571"/>
                  </a:lnTo>
                  <a:lnTo>
                    <a:pt x="118751" y="7021"/>
                  </a:lnTo>
                  <a:lnTo>
                    <a:pt x="113717" y="8631"/>
                  </a:lnTo>
                  <a:lnTo>
                    <a:pt x="108737" y="10400"/>
                  </a:lnTo>
                  <a:lnTo>
                    <a:pt x="103815" y="12325"/>
                  </a:lnTo>
                  <a:lnTo>
                    <a:pt x="98956" y="14404"/>
                  </a:lnTo>
                  <a:lnTo>
                    <a:pt x="94165" y="16636"/>
                  </a:lnTo>
                  <a:lnTo>
                    <a:pt x="89447" y="19019"/>
                  </a:lnTo>
                  <a:lnTo>
                    <a:pt x="84807" y="21549"/>
                  </a:lnTo>
                  <a:lnTo>
                    <a:pt x="80250" y="24225"/>
                  </a:lnTo>
                  <a:lnTo>
                    <a:pt x="75779" y="27044"/>
                  </a:lnTo>
                  <a:lnTo>
                    <a:pt x="71399" y="30002"/>
                  </a:lnTo>
                  <a:lnTo>
                    <a:pt x="67116" y="33098"/>
                  </a:lnTo>
                  <a:lnTo>
                    <a:pt x="62932" y="36327"/>
                  </a:lnTo>
                  <a:lnTo>
                    <a:pt x="58852" y="39687"/>
                  </a:lnTo>
                  <a:lnTo>
                    <a:pt x="54881" y="43175"/>
                  </a:lnTo>
                  <a:lnTo>
                    <a:pt x="51022" y="46786"/>
                  </a:lnTo>
                  <a:lnTo>
                    <a:pt x="47279" y="50517"/>
                  </a:lnTo>
                  <a:lnTo>
                    <a:pt x="43655" y="54365"/>
                  </a:lnTo>
                  <a:lnTo>
                    <a:pt x="40155" y="58325"/>
                  </a:lnTo>
                  <a:lnTo>
                    <a:pt x="36783" y="62394"/>
                  </a:lnTo>
                  <a:lnTo>
                    <a:pt x="33540" y="66568"/>
                  </a:lnTo>
                  <a:lnTo>
                    <a:pt x="30431" y="70842"/>
                  </a:lnTo>
                  <a:lnTo>
                    <a:pt x="27459" y="75212"/>
                  </a:lnTo>
                  <a:lnTo>
                    <a:pt x="24626" y="79674"/>
                  </a:lnTo>
                  <a:lnTo>
                    <a:pt x="21936" y="84223"/>
                  </a:lnTo>
                  <a:lnTo>
                    <a:pt x="19391" y="88855"/>
                  </a:lnTo>
                  <a:lnTo>
                    <a:pt x="16994" y="93565"/>
                  </a:lnTo>
                  <a:lnTo>
                    <a:pt x="14746" y="98349"/>
                  </a:lnTo>
                  <a:lnTo>
                    <a:pt x="12651" y="103201"/>
                  </a:lnTo>
                  <a:lnTo>
                    <a:pt x="10711" y="108117"/>
                  </a:lnTo>
                  <a:lnTo>
                    <a:pt x="8927" y="113092"/>
                  </a:lnTo>
                  <a:lnTo>
                    <a:pt x="7301" y="118121"/>
                  </a:lnTo>
                  <a:lnTo>
                    <a:pt x="5835" y="123199"/>
                  </a:lnTo>
                  <a:lnTo>
                    <a:pt x="4530" y="128320"/>
                  </a:lnTo>
                  <a:lnTo>
                    <a:pt x="3387" y="133480"/>
                  </a:lnTo>
                  <a:lnTo>
                    <a:pt x="2409" y="138674"/>
                  </a:lnTo>
                  <a:lnTo>
                    <a:pt x="1595" y="143896"/>
                  </a:lnTo>
                  <a:lnTo>
                    <a:pt x="946" y="149142"/>
                  </a:lnTo>
                  <a:lnTo>
                    <a:pt x="464" y="154405"/>
                  </a:lnTo>
                  <a:lnTo>
                    <a:pt x="148" y="159680"/>
                  </a:lnTo>
                  <a:lnTo>
                    <a:pt x="0" y="164964"/>
                  </a:lnTo>
                  <a:lnTo>
                    <a:pt x="18" y="170249"/>
                  </a:lnTo>
                  <a:lnTo>
                    <a:pt x="203" y="175531"/>
                  </a:lnTo>
                  <a:lnTo>
                    <a:pt x="555" y="180804"/>
                  </a:lnTo>
                  <a:lnTo>
                    <a:pt x="1074" y="186064"/>
                  </a:lnTo>
                  <a:lnTo>
                    <a:pt x="1759" y="191304"/>
                  </a:lnTo>
                  <a:lnTo>
                    <a:pt x="2609" y="196521"/>
                  </a:lnTo>
                  <a:lnTo>
                    <a:pt x="3624" y="201708"/>
                  </a:lnTo>
                  <a:lnTo>
                    <a:pt x="4802" y="206860"/>
                  </a:lnTo>
                  <a:lnTo>
                    <a:pt x="6142" y="211972"/>
                  </a:lnTo>
                  <a:lnTo>
                    <a:pt x="7643" y="217040"/>
                  </a:lnTo>
                  <a:lnTo>
                    <a:pt x="9304" y="222057"/>
                  </a:lnTo>
                  <a:lnTo>
                    <a:pt x="11122" y="227020"/>
                  </a:lnTo>
                  <a:lnTo>
                    <a:pt x="13097" y="231922"/>
                  </a:lnTo>
                  <a:lnTo>
                    <a:pt x="15225" y="236760"/>
                  </a:lnTo>
                  <a:lnTo>
                    <a:pt x="17506" y="241528"/>
                  </a:lnTo>
                  <a:lnTo>
                    <a:pt x="19935" y="246221"/>
                  </a:lnTo>
                  <a:lnTo>
                    <a:pt x="22512" y="250835"/>
                  </a:lnTo>
                  <a:lnTo>
                    <a:pt x="25234" y="255366"/>
                  </a:lnTo>
                  <a:lnTo>
                    <a:pt x="28098" y="259808"/>
                  </a:lnTo>
                  <a:lnTo>
                    <a:pt x="31100" y="264158"/>
                  </a:lnTo>
                  <a:lnTo>
                    <a:pt x="34239" y="268410"/>
                  </a:lnTo>
                  <a:lnTo>
                    <a:pt x="37510" y="272561"/>
                  </a:lnTo>
                  <a:lnTo>
                    <a:pt x="40911" y="276607"/>
                  </a:lnTo>
                  <a:lnTo>
                    <a:pt x="44438" y="280543"/>
                  </a:lnTo>
                  <a:lnTo>
                    <a:pt x="48088" y="284365"/>
                  </a:lnTo>
                  <a:lnTo>
                    <a:pt x="51857" y="288071"/>
                  </a:lnTo>
                  <a:lnTo>
                    <a:pt x="55741" y="291655"/>
                  </a:lnTo>
                  <a:lnTo>
                    <a:pt x="59736" y="295115"/>
                  </a:lnTo>
                  <a:lnTo>
                    <a:pt x="63839" y="298446"/>
                  </a:lnTo>
                  <a:lnTo>
                    <a:pt x="68045" y="301647"/>
                  </a:lnTo>
                  <a:lnTo>
                    <a:pt x="72350" y="304713"/>
                  </a:lnTo>
                  <a:lnTo>
                    <a:pt x="76750" y="307641"/>
                  </a:lnTo>
                  <a:lnTo>
                    <a:pt x="81240" y="310428"/>
                  </a:lnTo>
                  <a:lnTo>
                    <a:pt x="85816" y="313073"/>
                  </a:lnTo>
                  <a:lnTo>
                    <a:pt x="90474" y="315571"/>
                  </a:lnTo>
                  <a:lnTo>
                    <a:pt x="95208" y="317921"/>
                  </a:lnTo>
                  <a:lnTo>
                    <a:pt x="100014" y="320120"/>
                  </a:lnTo>
                  <a:lnTo>
                    <a:pt x="104887" y="322165"/>
                  </a:lnTo>
                  <a:lnTo>
                    <a:pt x="109822" y="324056"/>
                  </a:lnTo>
                  <a:lnTo>
                    <a:pt x="114815" y="325790"/>
                  </a:lnTo>
                  <a:lnTo>
                    <a:pt x="119860" y="327365"/>
                  </a:lnTo>
                  <a:lnTo>
                    <a:pt x="124952" y="328780"/>
                  </a:lnTo>
                  <a:lnTo>
                    <a:pt x="130086" y="330034"/>
                  </a:lnTo>
                  <a:lnTo>
                    <a:pt x="135258" y="331124"/>
                  </a:lnTo>
                  <a:lnTo>
                    <a:pt x="140461" y="332050"/>
                  </a:lnTo>
                  <a:lnTo>
                    <a:pt x="145691" y="332812"/>
                  </a:lnTo>
                  <a:lnTo>
                    <a:pt x="150943" y="333407"/>
                  </a:lnTo>
                  <a:lnTo>
                    <a:pt x="156211" y="333837"/>
                  </a:lnTo>
                  <a:lnTo>
                    <a:pt x="161489" y="334099"/>
                  </a:lnTo>
                  <a:lnTo>
                    <a:pt x="166773" y="334195"/>
                  </a:lnTo>
                  <a:lnTo>
                    <a:pt x="172058" y="334123"/>
                  </a:lnTo>
                  <a:lnTo>
                    <a:pt x="177338" y="333885"/>
                  </a:lnTo>
                  <a:lnTo>
                    <a:pt x="182608" y="333479"/>
                  </a:lnTo>
                  <a:lnTo>
                    <a:pt x="187862" y="332908"/>
                  </a:lnTo>
                  <a:lnTo>
                    <a:pt x="193095" y="332170"/>
                  </a:lnTo>
                  <a:lnTo>
                    <a:pt x="198303" y="331268"/>
                  </a:lnTo>
                  <a:lnTo>
                    <a:pt x="203479" y="330201"/>
                  </a:lnTo>
                  <a:lnTo>
                    <a:pt x="208619" y="328971"/>
                  </a:lnTo>
                  <a:lnTo>
                    <a:pt x="213718" y="327579"/>
                  </a:lnTo>
                  <a:lnTo>
                    <a:pt x="218770" y="326027"/>
                  </a:lnTo>
                  <a:lnTo>
                    <a:pt x="223770" y="324316"/>
                  </a:lnTo>
                  <a:lnTo>
                    <a:pt x="228714" y="322447"/>
                  </a:lnTo>
                  <a:lnTo>
                    <a:pt x="233597" y="320424"/>
                  </a:lnTo>
                  <a:lnTo>
                    <a:pt x="238413" y="318247"/>
                  </a:lnTo>
                  <a:lnTo>
                    <a:pt x="243157" y="315919"/>
                  </a:lnTo>
                  <a:lnTo>
                    <a:pt x="247826" y="313441"/>
                  </a:lnTo>
                  <a:lnTo>
                    <a:pt x="252414" y="310818"/>
                  </a:lnTo>
                  <a:lnTo>
                    <a:pt x="256917" y="308051"/>
                  </a:lnTo>
                  <a:lnTo>
                    <a:pt x="261330" y="305143"/>
                  </a:lnTo>
                  <a:lnTo>
                    <a:pt x="265649" y="302097"/>
                  </a:lnTo>
                  <a:lnTo>
                    <a:pt x="269870" y="298916"/>
                  </a:lnTo>
                  <a:lnTo>
                    <a:pt x="273988" y="295603"/>
                  </a:lnTo>
                  <a:lnTo>
                    <a:pt x="277999" y="292161"/>
                  </a:lnTo>
                  <a:lnTo>
                    <a:pt x="281899" y="288595"/>
                  </a:lnTo>
                  <a:lnTo>
                    <a:pt x="285685" y="284907"/>
                  </a:lnTo>
                  <a:lnTo>
                    <a:pt x="289352" y="281101"/>
                  </a:lnTo>
                  <a:lnTo>
                    <a:pt x="292897" y="277181"/>
                  </a:lnTo>
                  <a:lnTo>
                    <a:pt x="296316" y="273151"/>
                  </a:lnTo>
                  <a:lnTo>
                    <a:pt x="299607" y="269014"/>
                  </a:lnTo>
                  <a:lnTo>
                    <a:pt x="302764" y="264776"/>
                  </a:lnTo>
                  <a:lnTo>
                    <a:pt x="305787" y="260441"/>
                  </a:lnTo>
                  <a:lnTo>
                    <a:pt x="308670" y="256011"/>
                  </a:lnTo>
                  <a:lnTo>
                    <a:pt x="311413" y="251493"/>
                  </a:lnTo>
                  <a:lnTo>
                    <a:pt x="314011" y="246891"/>
                  </a:lnTo>
                  <a:lnTo>
                    <a:pt x="316462" y="242208"/>
                  </a:lnTo>
                  <a:lnTo>
                    <a:pt x="318764" y="237451"/>
                  </a:lnTo>
                  <a:lnTo>
                    <a:pt x="320914" y="232623"/>
                  </a:lnTo>
                  <a:lnTo>
                    <a:pt x="322911" y="227730"/>
                  </a:lnTo>
                  <a:lnTo>
                    <a:pt x="324752" y="222776"/>
                  </a:lnTo>
                  <a:lnTo>
                    <a:pt x="326436" y="217766"/>
                  </a:lnTo>
                  <a:lnTo>
                    <a:pt x="327960" y="212705"/>
                  </a:lnTo>
                  <a:lnTo>
                    <a:pt x="329324" y="207599"/>
                  </a:lnTo>
                  <a:lnTo>
                    <a:pt x="330525" y="202452"/>
                  </a:lnTo>
                  <a:lnTo>
                    <a:pt x="331563" y="197270"/>
                  </a:lnTo>
                  <a:lnTo>
                    <a:pt x="332437" y="192057"/>
                  </a:lnTo>
                  <a:lnTo>
                    <a:pt x="333146" y="186820"/>
                  </a:lnTo>
                  <a:lnTo>
                    <a:pt x="333689" y="181563"/>
                  </a:lnTo>
                  <a:lnTo>
                    <a:pt x="334065" y="176291"/>
                  </a:lnTo>
                  <a:lnTo>
                    <a:pt x="334274" y="171010"/>
                  </a:lnTo>
                  <a:lnTo>
                    <a:pt x="334317" y="165725"/>
                  </a:lnTo>
                  <a:lnTo>
                    <a:pt x="334192" y="160441"/>
                  </a:lnTo>
                  <a:lnTo>
                    <a:pt x="333900" y="155164"/>
                  </a:lnTo>
                  <a:lnTo>
                    <a:pt x="333442" y="149899"/>
                  </a:lnTo>
                  <a:lnTo>
                    <a:pt x="332817" y="144651"/>
                  </a:lnTo>
                  <a:lnTo>
                    <a:pt x="332027" y="139425"/>
                  </a:lnTo>
                  <a:lnTo>
                    <a:pt x="331072" y="134227"/>
                  </a:lnTo>
                  <a:lnTo>
                    <a:pt x="329953" y="129061"/>
                  </a:lnTo>
                  <a:lnTo>
                    <a:pt x="328672" y="123934"/>
                  </a:lnTo>
                  <a:lnTo>
                    <a:pt x="327229" y="118850"/>
                  </a:lnTo>
                  <a:lnTo>
                    <a:pt x="325626" y="113813"/>
                  </a:lnTo>
                  <a:lnTo>
                    <a:pt x="323864" y="108830"/>
                  </a:lnTo>
                  <a:lnTo>
                    <a:pt x="321946" y="103906"/>
                  </a:lnTo>
                  <a:lnTo>
                    <a:pt x="319873" y="99044"/>
                  </a:lnTo>
                  <a:lnTo>
                    <a:pt x="317648" y="94250"/>
                  </a:lnTo>
                  <a:lnTo>
                    <a:pt x="315272" y="89529"/>
                  </a:lnTo>
                  <a:lnTo>
                    <a:pt x="312748" y="84885"/>
                  </a:lnTo>
                  <a:lnTo>
                    <a:pt x="310079" y="80324"/>
                  </a:lnTo>
                  <a:lnTo>
                    <a:pt x="307266" y="75849"/>
                  </a:lnTo>
                  <a:lnTo>
                    <a:pt x="304314" y="71465"/>
                  </a:lnTo>
                  <a:lnTo>
                    <a:pt x="301224" y="67177"/>
                  </a:lnTo>
                  <a:lnTo>
                    <a:pt x="298001" y="62989"/>
                  </a:lnTo>
                  <a:lnTo>
                    <a:pt x="294647" y="58905"/>
                  </a:lnTo>
                  <a:lnTo>
                    <a:pt x="291165" y="54928"/>
                  </a:lnTo>
                  <a:lnTo>
                    <a:pt x="287559" y="51064"/>
                  </a:lnTo>
                  <a:lnTo>
                    <a:pt x="283833" y="47316"/>
                  </a:lnTo>
                  <a:lnTo>
                    <a:pt x="279991" y="43687"/>
                  </a:lnTo>
                  <a:lnTo>
                    <a:pt x="276035" y="40182"/>
                  </a:lnTo>
                  <a:lnTo>
                    <a:pt x="271971" y="36803"/>
                  </a:lnTo>
                  <a:lnTo>
                    <a:pt x="267802" y="33555"/>
                  </a:lnTo>
                  <a:lnTo>
                    <a:pt x="263532" y="30440"/>
                  </a:lnTo>
                  <a:lnTo>
                    <a:pt x="259166" y="27461"/>
                  </a:lnTo>
                  <a:lnTo>
                    <a:pt x="254708" y="24623"/>
                  </a:lnTo>
                  <a:lnTo>
                    <a:pt x="250163" y="21926"/>
                  </a:lnTo>
                  <a:lnTo>
                    <a:pt x="245534" y="19374"/>
                  </a:lnTo>
                  <a:lnTo>
                    <a:pt x="240828" y="16970"/>
                  </a:lnTo>
                  <a:lnTo>
                    <a:pt x="236047" y="14716"/>
                  </a:lnTo>
                  <a:lnTo>
                    <a:pt x="231198" y="12615"/>
                  </a:lnTo>
                  <a:lnTo>
                    <a:pt x="226284" y="10667"/>
                  </a:lnTo>
                  <a:lnTo>
                    <a:pt x="167154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59130" cy="167167"/>
            </a:xfrm>
            <a:custGeom>
              <a:avLst/>
              <a:pathLst>
                <a:path w="59130" h="167167">
                  <a:moveTo>
                    <a:pt x="59130" y="10807"/>
                  </a:moveTo>
                  <a:lnTo>
                    <a:pt x="53439" y="8771"/>
                  </a:lnTo>
                  <a:lnTo>
                    <a:pt x="47679" y="6943"/>
                  </a:lnTo>
                  <a:lnTo>
                    <a:pt x="41856" y="5325"/>
                  </a:lnTo>
                  <a:lnTo>
                    <a:pt x="35979" y="3917"/>
                  </a:lnTo>
                  <a:lnTo>
                    <a:pt x="30054" y="2723"/>
                  </a:lnTo>
                  <a:lnTo>
                    <a:pt x="24091" y="1745"/>
                  </a:lnTo>
                  <a:lnTo>
                    <a:pt x="18095" y="982"/>
                  </a:lnTo>
                  <a:lnTo>
                    <a:pt x="12077" y="436"/>
                  </a:lnTo>
                  <a:lnTo>
                    <a:pt x="6042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466" y="4213821"/>
              <a:ext cx="6821" cy="167167"/>
            </a:xfrm>
            <a:custGeom>
              <a:avLst/>
              <a:pathLst>
                <a:path w="6821" h="167167">
                  <a:moveTo>
                    <a:pt x="6821" y="0"/>
                  </a:moveTo>
                  <a:lnTo>
                    <a:pt x="0" y="139"/>
                  </a:lnTo>
                  <a:lnTo>
                    <a:pt x="68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14133" y="4213960"/>
              <a:ext cx="334317" cy="334195"/>
            </a:xfrm>
            <a:custGeom>
              <a:avLst/>
              <a:pathLst>
                <a:path w="334317" h="334195">
                  <a:moveTo>
                    <a:pt x="160333" y="0"/>
                  </a:moveTo>
                  <a:lnTo>
                    <a:pt x="155056" y="299"/>
                  </a:lnTo>
                  <a:lnTo>
                    <a:pt x="149792" y="764"/>
                  </a:lnTo>
                  <a:lnTo>
                    <a:pt x="144544" y="1396"/>
                  </a:lnTo>
                  <a:lnTo>
                    <a:pt x="139320" y="2194"/>
                  </a:lnTo>
                  <a:lnTo>
                    <a:pt x="134123" y="3156"/>
                  </a:lnTo>
                  <a:lnTo>
                    <a:pt x="128959" y="4282"/>
                  </a:lnTo>
                  <a:lnTo>
                    <a:pt x="123834" y="5571"/>
                  </a:lnTo>
                  <a:lnTo>
                    <a:pt x="118751" y="7021"/>
                  </a:lnTo>
                  <a:lnTo>
                    <a:pt x="113717" y="8631"/>
                  </a:lnTo>
                  <a:lnTo>
                    <a:pt x="108737" y="10400"/>
                  </a:lnTo>
                  <a:lnTo>
                    <a:pt x="103815" y="12325"/>
                  </a:lnTo>
                  <a:lnTo>
                    <a:pt x="98956" y="14404"/>
                  </a:lnTo>
                  <a:lnTo>
                    <a:pt x="94165" y="16636"/>
                  </a:lnTo>
                  <a:lnTo>
                    <a:pt x="89447" y="19019"/>
                  </a:lnTo>
                  <a:lnTo>
                    <a:pt x="84807" y="21549"/>
                  </a:lnTo>
                  <a:lnTo>
                    <a:pt x="80250" y="24225"/>
                  </a:lnTo>
                  <a:lnTo>
                    <a:pt x="75779" y="27044"/>
                  </a:lnTo>
                  <a:lnTo>
                    <a:pt x="71399" y="30002"/>
                  </a:lnTo>
                  <a:lnTo>
                    <a:pt x="67116" y="33098"/>
                  </a:lnTo>
                  <a:lnTo>
                    <a:pt x="62932" y="36327"/>
                  </a:lnTo>
                  <a:lnTo>
                    <a:pt x="58852" y="39687"/>
                  </a:lnTo>
                  <a:lnTo>
                    <a:pt x="54881" y="43175"/>
                  </a:lnTo>
                  <a:lnTo>
                    <a:pt x="51022" y="46786"/>
                  </a:lnTo>
                  <a:lnTo>
                    <a:pt x="47279" y="50517"/>
                  </a:lnTo>
                  <a:lnTo>
                    <a:pt x="43655" y="54365"/>
                  </a:lnTo>
                  <a:lnTo>
                    <a:pt x="40155" y="58325"/>
                  </a:lnTo>
                  <a:lnTo>
                    <a:pt x="36783" y="62394"/>
                  </a:lnTo>
                  <a:lnTo>
                    <a:pt x="33540" y="66568"/>
                  </a:lnTo>
                  <a:lnTo>
                    <a:pt x="30431" y="70842"/>
                  </a:lnTo>
                  <a:lnTo>
                    <a:pt x="27459" y="75212"/>
                  </a:lnTo>
                  <a:lnTo>
                    <a:pt x="24626" y="79674"/>
                  </a:lnTo>
                  <a:lnTo>
                    <a:pt x="21936" y="84223"/>
                  </a:lnTo>
                  <a:lnTo>
                    <a:pt x="19391" y="88855"/>
                  </a:lnTo>
                  <a:lnTo>
                    <a:pt x="16994" y="93565"/>
                  </a:lnTo>
                  <a:lnTo>
                    <a:pt x="14746" y="98349"/>
                  </a:lnTo>
                  <a:lnTo>
                    <a:pt x="12651" y="103201"/>
                  </a:lnTo>
                  <a:lnTo>
                    <a:pt x="10711" y="108117"/>
                  </a:lnTo>
                  <a:lnTo>
                    <a:pt x="8927" y="113092"/>
                  </a:lnTo>
                  <a:lnTo>
                    <a:pt x="7301" y="118121"/>
                  </a:lnTo>
                  <a:lnTo>
                    <a:pt x="5835" y="123199"/>
                  </a:lnTo>
                  <a:lnTo>
                    <a:pt x="4530" y="128320"/>
                  </a:lnTo>
                  <a:lnTo>
                    <a:pt x="3387" y="133480"/>
                  </a:lnTo>
                  <a:lnTo>
                    <a:pt x="2409" y="138674"/>
                  </a:lnTo>
                  <a:lnTo>
                    <a:pt x="1595" y="143896"/>
                  </a:lnTo>
                  <a:lnTo>
                    <a:pt x="946" y="149142"/>
                  </a:lnTo>
                  <a:lnTo>
                    <a:pt x="464" y="154405"/>
                  </a:lnTo>
                  <a:lnTo>
                    <a:pt x="148" y="159680"/>
                  </a:lnTo>
                  <a:lnTo>
                    <a:pt x="0" y="164964"/>
                  </a:lnTo>
                  <a:lnTo>
                    <a:pt x="18" y="170249"/>
                  </a:lnTo>
                  <a:lnTo>
                    <a:pt x="203" y="175531"/>
                  </a:lnTo>
                  <a:lnTo>
                    <a:pt x="555" y="180804"/>
                  </a:lnTo>
                  <a:lnTo>
                    <a:pt x="1074" y="186064"/>
                  </a:lnTo>
                  <a:lnTo>
                    <a:pt x="1759" y="191304"/>
                  </a:lnTo>
                  <a:lnTo>
                    <a:pt x="2609" y="196521"/>
                  </a:lnTo>
                  <a:lnTo>
                    <a:pt x="3624" y="201708"/>
                  </a:lnTo>
                  <a:lnTo>
                    <a:pt x="4802" y="206860"/>
                  </a:lnTo>
                  <a:lnTo>
                    <a:pt x="6142" y="211972"/>
                  </a:lnTo>
                  <a:lnTo>
                    <a:pt x="7643" y="217040"/>
                  </a:lnTo>
                  <a:lnTo>
                    <a:pt x="9304" y="222057"/>
                  </a:lnTo>
                  <a:lnTo>
                    <a:pt x="11122" y="227020"/>
                  </a:lnTo>
                  <a:lnTo>
                    <a:pt x="13097" y="231922"/>
                  </a:lnTo>
                  <a:lnTo>
                    <a:pt x="15225" y="236760"/>
                  </a:lnTo>
                  <a:lnTo>
                    <a:pt x="17506" y="241528"/>
                  </a:lnTo>
                  <a:lnTo>
                    <a:pt x="19935" y="246221"/>
                  </a:lnTo>
                  <a:lnTo>
                    <a:pt x="22512" y="250835"/>
                  </a:lnTo>
                  <a:lnTo>
                    <a:pt x="25234" y="255366"/>
                  </a:lnTo>
                  <a:lnTo>
                    <a:pt x="28098" y="259808"/>
                  </a:lnTo>
                  <a:lnTo>
                    <a:pt x="31100" y="264158"/>
                  </a:lnTo>
                  <a:lnTo>
                    <a:pt x="34239" y="268410"/>
                  </a:lnTo>
                  <a:lnTo>
                    <a:pt x="37510" y="272561"/>
                  </a:lnTo>
                  <a:lnTo>
                    <a:pt x="40911" y="276607"/>
                  </a:lnTo>
                  <a:lnTo>
                    <a:pt x="44438" y="280543"/>
                  </a:lnTo>
                  <a:lnTo>
                    <a:pt x="48088" y="284365"/>
                  </a:lnTo>
                  <a:lnTo>
                    <a:pt x="51857" y="288071"/>
                  </a:lnTo>
                  <a:lnTo>
                    <a:pt x="55741" y="291655"/>
                  </a:lnTo>
                  <a:lnTo>
                    <a:pt x="59736" y="295115"/>
                  </a:lnTo>
                  <a:lnTo>
                    <a:pt x="63839" y="298446"/>
                  </a:lnTo>
                  <a:lnTo>
                    <a:pt x="68045" y="301647"/>
                  </a:lnTo>
                  <a:lnTo>
                    <a:pt x="72350" y="304713"/>
                  </a:lnTo>
                  <a:lnTo>
                    <a:pt x="76750" y="307641"/>
                  </a:lnTo>
                  <a:lnTo>
                    <a:pt x="81240" y="310428"/>
                  </a:lnTo>
                  <a:lnTo>
                    <a:pt x="85816" y="313073"/>
                  </a:lnTo>
                  <a:lnTo>
                    <a:pt x="90474" y="315571"/>
                  </a:lnTo>
                  <a:lnTo>
                    <a:pt x="95208" y="317921"/>
                  </a:lnTo>
                  <a:lnTo>
                    <a:pt x="100014" y="320120"/>
                  </a:lnTo>
                  <a:lnTo>
                    <a:pt x="104887" y="322165"/>
                  </a:lnTo>
                  <a:lnTo>
                    <a:pt x="109822" y="324056"/>
                  </a:lnTo>
                  <a:lnTo>
                    <a:pt x="114815" y="325790"/>
                  </a:lnTo>
                  <a:lnTo>
                    <a:pt x="119860" y="327365"/>
                  </a:lnTo>
                  <a:lnTo>
                    <a:pt x="124952" y="328780"/>
                  </a:lnTo>
                  <a:lnTo>
                    <a:pt x="130086" y="330034"/>
                  </a:lnTo>
                  <a:lnTo>
                    <a:pt x="135258" y="331124"/>
                  </a:lnTo>
                  <a:lnTo>
                    <a:pt x="140461" y="332050"/>
                  </a:lnTo>
                  <a:lnTo>
                    <a:pt x="145691" y="332812"/>
                  </a:lnTo>
                  <a:lnTo>
                    <a:pt x="150943" y="333407"/>
                  </a:lnTo>
                  <a:lnTo>
                    <a:pt x="156211" y="333837"/>
                  </a:lnTo>
                  <a:lnTo>
                    <a:pt x="161489" y="334099"/>
                  </a:lnTo>
                  <a:lnTo>
                    <a:pt x="166773" y="334195"/>
                  </a:lnTo>
                  <a:lnTo>
                    <a:pt x="172058" y="334123"/>
                  </a:lnTo>
                  <a:lnTo>
                    <a:pt x="177338" y="333885"/>
                  </a:lnTo>
                  <a:lnTo>
                    <a:pt x="182608" y="333479"/>
                  </a:lnTo>
                  <a:lnTo>
                    <a:pt x="187862" y="332908"/>
                  </a:lnTo>
                  <a:lnTo>
                    <a:pt x="193095" y="332170"/>
                  </a:lnTo>
                  <a:lnTo>
                    <a:pt x="198303" y="331268"/>
                  </a:lnTo>
                  <a:lnTo>
                    <a:pt x="203479" y="330201"/>
                  </a:lnTo>
                  <a:lnTo>
                    <a:pt x="208619" y="328971"/>
                  </a:lnTo>
                  <a:lnTo>
                    <a:pt x="213718" y="327579"/>
                  </a:lnTo>
                  <a:lnTo>
                    <a:pt x="218770" y="326027"/>
                  </a:lnTo>
                  <a:lnTo>
                    <a:pt x="223770" y="324316"/>
                  </a:lnTo>
                  <a:lnTo>
                    <a:pt x="228714" y="322447"/>
                  </a:lnTo>
                  <a:lnTo>
                    <a:pt x="233597" y="320424"/>
                  </a:lnTo>
                  <a:lnTo>
                    <a:pt x="238413" y="318247"/>
                  </a:lnTo>
                  <a:lnTo>
                    <a:pt x="243157" y="315919"/>
                  </a:lnTo>
                  <a:lnTo>
                    <a:pt x="247826" y="313441"/>
                  </a:lnTo>
                  <a:lnTo>
                    <a:pt x="252414" y="310818"/>
                  </a:lnTo>
                  <a:lnTo>
                    <a:pt x="256917" y="308051"/>
                  </a:lnTo>
                  <a:lnTo>
                    <a:pt x="261330" y="305143"/>
                  </a:lnTo>
                  <a:lnTo>
                    <a:pt x="265649" y="302097"/>
                  </a:lnTo>
                  <a:lnTo>
                    <a:pt x="269870" y="298916"/>
                  </a:lnTo>
                  <a:lnTo>
                    <a:pt x="273988" y="295603"/>
                  </a:lnTo>
                  <a:lnTo>
                    <a:pt x="277999" y="292161"/>
                  </a:lnTo>
                  <a:lnTo>
                    <a:pt x="281899" y="288595"/>
                  </a:lnTo>
                  <a:lnTo>
                    <a:pt x="285685" y="284907"/>
                  </a:lnTo>
                  <a:lnTo>
                    <a:pt x="289352" y="281101"/>
                  </a:lnTo>
                  <a:lnTo>
                    <a:pt x="292897" y="277181"/>
                  </a:lnTo>
                  <a:lnTo>
                    <a:pt x="296316" y="273151"/>
                  </a:lnTo>
                  <a:lnTo>
                    <a:pt x="299607" y="269014"/>
                  </a:lnTo>
                  <a:lnTo>
                    <a:pt x="302764" y="264776"/>
                  </a:lnTo>
                  <a:lnTo>
                    <a:pt x="305787" y="260441"/>
                  </a:lnTo>
                  <a:lnTo>
                    <a:pt x="308670" y="256011"/>
                  </a:lnTo>
                  <a:lnTo>
                    <a:pt x="311413" y="251493"/>
                  </a:lnTo>
                  <a:lnTo>
                    <a:pt x="314011" y="246891"/>
                  </a:lnTo>
                  <a:lnTo>
                    <a:pt x="316462" y="242208"/>
                  </a:lnTo>
                  <a:lnTo>
                    <a:pt x="318764" y="237451"/>
                  </a:lnTo>
                  <a:lnTo>
                    <a:pt x="320914" y="232623"/>
                  </a:lnTo>
                  <a:lnTo>
                    <a:pt x="322911" y="227730"/>
                  </a:lnTo>
                  <a:lnTo>
                    <a:pt x="324752" y="222776"/>
                  </a:lnTo>
                  <a:lnTo>
                    <a:pt x="326436" y="217766"/>
                  </a:lnTo>
                  <a:lnTo>
                    <a:pt x="327960" y="212705"/>
                  </a:lnTo>
                  <a:lnTo>
                    <a:pt x="329324" y="207599"/>
                  </a:lnTo>
                  <a:lnTo>
                    <a:pt x="330525" y="202452"/>
                  </a:lnTo>
                  <a:lnTo>
                    <a:pt x="331563" y="197270"/>
                  </a:lnTo>
                  <a:lnTo>
                    <a:pt x="332437" y="192057"/>
                  </a:lnTo>
                  <a:lnTo>
                    <a:pt x="333146" y="186820"/>
                  </a:lnTo>
                  <a:lnTo>
                    <a:pt x="333689" y="181563"/>
                  </a:lnTo>
                  <a:lnTo>
                    <a:pt x="334065" y="176291"/>
                  </a:lnTo>
                  <a:lnTo>
                    <a:pt x="334274" y="171010"/>
                  </a:lnTo>
                  <a:lnTo>
                    <a:pt x="334317" y="165725"/>
                  </a:lnTo>
                  <a:lnTo>
                    <a:pt x="334192" y="160441"/>
                  </a:lnTo>
                  <a:lnTo>
                    <a:pt x="333900" y="155164"/>
                  </a:lnTo>
                  <a:lnTo>
                    <a:pt x="333442" y="149899"/>
                  </a:lnTo>
                  <a:lnTo>
                    <a:pt x="332817" y="144651"/>
                  </a:lnTo>
                  <a:lnTo>
                    <a:pt x="332027" y="139425"/>
                  </a:lnTo>
                  <a:lnTo>
                    <a:pt x="331072" y="134227"/>
                  </a:lnTo>
                  <a:lnTo>
                    <a:pt x="329953" y="129061"/>
                  </a:lnTo>
                  <a:lnTo>
                    <a:pt x="328672" y="123934"/>
                  </a:lnTo>
                  <a:lnTo>
                    <a:pt x="327229" y="118850"/>
                  </a:lnTo>
                  <a:lnTo>
                    <a:pt x="325626" y="113813"/>
                  </a:lnTo>
                  <a:lnTo>
                    <a:pt x="323864" y="108830"/>
                  </a:lnTo>
                  <a:lnTo>
                    <a:pt x="321946" y="103906"/>
                  </a:lnTo>
                  <a:lnTo>
                    <a:pt x="319873" y="99044"/>
                  </a:lnTo>
                  <a:lnTo>
                    <a:pt x="317648" y="94250"/>
                  </a:lnTo>
                  <a:lnTo>
                    <a:pt x="315272" y="89529"/>
                  </a:lnTo>
                  <a:lnTo>
                    <a:pt x="312748" y="84885"/>
                  </a:lnTo>
                  <a:lnTo>
                    <a:pt x="310079" y="80324"/>
                  </a:lnTo>
                  <a:lnTo>
                    <a:pt x="307266" y="75849"/>
                  </a:lnTo>
                  <a:lnTo>
                    <a:pt x="304314" y="71465"/>
                  </a:lnTo>
                  <a:lnTo>
                    <a:pt x="301224" y="67177"/>
                  </a:lnTo>
                  <a:lnTo>
                    <a:pt x="298001" y="62989"/>
                  </a:lnTo>
                  <a:lnTo>
                    <a:pt x="294647" y="58905"/>
                  </a:lnTo>
                  <a:lnTo>
                    <a:pt x="291165" y="54928"/>
                  </a:lnTo>
                  <a:lnTo>
                    <a:pt x="287559" y="51064"/>
                  </a:lnTo>
                  <a:lnTo>
                    <a:pt x="283833" y="47316"/>
                  </a:lnTo>
                  <a:lnTo>
                    <a:pt x="279991" y="43687"/>
                  </a:lnTo>
                  <a:lnTo>
                    <a:pt x="276035" y="40182"/>
                  </a:lnTo>
                  <a:lnTo>
                    <a:pt x="271971" y="36803"/>
                  </a:lnTo>
                  <a:lnTo>
                    <a:pt x="267802" y="33555"/>
                  </a:lnTo>
                  <a:lnTo>
                    <a:pt x="263532" y="30440"/>
                  </a:lnTo>
                  <a:lnTo>
                    <a:pt x="259166" y="27461"/>
                  </a:lnTo>
                  <a:lnTo>
                    <a:pt x="254708" y="24623"/>
                  </a:lnTo>
                  <a:lnTo>
                    <a:pt x="250163" y="21926"/>
                  </a:lnTo>
                  <a:lnTo>
                    <a:pt x="245534" y="19374"/>
                  </a:lnTo>
                  <a:lnTo>
                    <a:pt x="240828" y="16970"/>
                  </a:lnTo>
                  <a:lnTo>
                    <a:pt x="236047" y="14716"/>
                  </a:lnTo>
                  <a:lnTo>
                    <a:pt x="231198" y="12615"/>
                  </a:lnTo>
                  <a:lnTo>
                    <a:pt x="226284" y="10667"/>
                  </a:lnTo>
                  <a:lnTo>
                    <a:pt x="167154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59130" cy="167167"/>
            </a:xfrm>
            <a:custGeom>
              <a:avLst/>
              <a:pathLst>
                <a:path w="59130" h="167167">
                  <a:moveTo>
                    <a:pt x="59130" y="10807"/>
                  </a:moveTo>
                  <a:lnTo>
                    <a:pt x="53439" y="8771"/>
                  </a:lnTo>
                  <a:lnTo>
                    <a:pt x="47679" y="6943"/>
                  </a:lnTo>
                  <a:lnTo>
                    <a:pt x="41856" y="5325"/>
                  </a:lnTo>
                  <a:lnTo>
                    <a:pt x="35979" y="3917"/>
                  </a:lnTo>
                  <a:lnTo>
                    <a:pt x="30054" y="2723"/>
                  </a:lnTo>
                  <a:lnTo>
                    <a:pt x="24091" y="1745"/>
                  </a:lnTo>
                  <a:lnTo>
                    <a:pt x="18095" y="982"/>
                  </a:lnTo>
                  <a:lnTo>
                    <a:pt x="12077" y="436"/>
                  </a:lnTo>
                  <a:lnTo>
                    <a:pt x="6042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748" y="4659281"/>
              <a:ext cx="1776" cy="167167"/>
            </a:xfrm>
            <a:custGeom>
              <a:avLst/>
              <a:pathLst>
                <a:path w="1776" h="167167">
                  <a:moveTo>
                    <a:pt x="1776" y="0"/>
                  </a:moveTo>
                  <a:lnTo>
                    <a:pt x="0" y="9"/>
                  </a:lnTo>
                  <a:lnTo>
                    <a:pt x="177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21006" y="4659291"/>
              <a:ext cx="165518" cy="167158"/>
            </a:xfrm>
            <a:custGeom>
              <a:avLst/>
              <a:pathLst>
                <a:path w="165518" h="167158">
                  <a:moveTo>
                    <a:pt x="163742" y="0"/>
                  </a:moveTo>
                  <a:lnTo>
                    <a:pt x="158351" y="144"/>
                  </a:lnTo>
                  <a:lnTo>
                    <a:pt x="152967" y="462"/>
                  </a:lnTo>
                  <a:lnTo>
                    <a:pt x="147596" y="954"/>
                  </a:lnTo>
                  <a:lnTo>
                    <a:pt x="142244" y="1618"/>
                  </a:lnTo>
                  <a:lnTo>
                    <a:pt x="136916" y="2455"/>
                  </a:lnTo>
                  <a:lnTo>
                    <a:pt x="131618" y="3464"/>
                  </a:lnTo>
                  <a:lnTo>
                    <a:pt x="126355" y="4642"/>
                  </a:lnTo>
                  <a:lnTo>
                    <a:pt x="121133" y="5990"/>
                  </a:lnTo>
                  <a:lnTo>
                    <a:pt x="115957" y="7506"/>
                  </a:lnTo>
                  <a:lnTo>
                    <a:pt x="110833" y="9188"/>
                  </a:lnTo>
                  <a:lnTo>
                    <a:pt x="105765" y="11034"/>
                  </a:lnTo>
                  <a:lnTo>
                    <a:pt x="100760" y="13043"/>
                  </a:lnTo>
                  <a:lnTo>
                    <a:pt x="95822" y="15212"/>
                  </a:lnTo>
                  <a:lnTo>
                    <a:pt x="90957" y="17539"/>
                  </a:lnTo>
                  <a:lnTo>
                    <a:pt x="86170" y="20022"/>
                  </a:lnTo>
                  <a:lnTo>
                    <a:pt x="81465" y="22659"/>
                  </a:lnTo>
                  <a:lnTo>
                    <a:pt x="76847" y="25445"/>
                  </a:lnTo>
                  <a:lnTo>
                    <a:pt x="72322" y="28379"/>
                  </a:lnTo>
                  <a:lnTo>
                    <a:pt x="67894" y="31458"/>
                  </a:lnTo>
                  <a:lnTo>
                    <a:pt x="63567" y="34678"/>
                  </a:lnTo>
                  <a:lnTo>
                    <a:pt x="59346" y="38036"/>
                  </a:lnTo>
                  <a:lnTo>
                    <a:pt x="55236" y="41528"/>
                  </a:lnTo>
                  <a:lnTo>
                    <a:pt x="51241" y="45151"/>
                  </a:lnTo>
                  <a:lnTo>
                    <a:pt x="47365" y="48900"/>
                  </a:lnTo>
                  <a:lnTo>
                    <a:pt x="43612" y="52773"/>
                  </a:lnTo>
                  <a:lnTo>
                    <a:pt x="39985" y="56765"/>
                  </a:lnTo>
                  <a:lnTo>
                    <a:pt x="36490" y="60872"/>
                  </a:lnTo>
                  <a:lnTo>
                    <a:pt x="33128" y="65090"/>
                  </a:lnTo>
                  <a:lnTo>
                    <a:pt x="29905" y="69414"/>
                  </a:lnTo>
                  <a:lnTo>
                    <a:pt x="26822" y="73839"/>
                  </a:lnTo>
                  <a:lnTo>
                    <a:pt x="23884" y="78362"/>
                  </a:lnTo>
                  <a:lnTo>
                    <a:pt x="21093" y="82977"/>
                  </a:lnTo>
                  <a:lnTo>
                    <a:pt x="18453" y="87680"/>
                  </a:lnTo>
                  <a:lnTo>
                    <a:pt x="15966" y="92465"/>
                  </a:lnTo>
                  <a:lnTo>
                    <a:pt x="13634" y="97328"/>
                  </a:lnTo>
                  <a:lnTo>
                    <a:pt x="11460" y="102264"/>
                  </a:lnTo>
                  <a:lnTo>
                    <a:pt x="9447" y="107268"/>
                  </a:lnTo>
                  <a:lnTo>
                    <a:pt x="7597" y="112333"/>
                  </a:lnTo>
                  <a:lnTo>
                    <a:pt x="5910" y="117456"/>
                  </a:lnTo>
                  <a:lnTo>
                    <a:pt x="4390" y="122631"/>
                  </a:lnTo>
                  <a:lnTo>
                    <a:pt x="3038" y="127852"/>
                  </a:lnTo>
                  <a:lnTo>
                    <a:pt x="1854" y="133113"/>
                  </a:lnTo>
                  <a:lnTo>
                    <a:pt x="841" y="138411"/>
                  </a:lnTo>
                  <a:lnTo>
                    <a:pt x="0" y="143738"/>
                  </a:lnTo>
                  <a:lnTo>
                    <a:pt x="165518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373" y="4659281"/>
              <a:ext cx="334300" cy="334334"/>
            </a:xfrm>
            <a:custGeom>
              <a:avLst/>
              <a:pathLst>
                <a:path w="334300" h="334334">
                  <a:moveTo>
                    <a:pt x="1633" y="143747"/>
                  </a:moveTo>
                  <a:lnTo>
                    <a:pt x="973" y="149008"/>
                  </a:lnTo>
                  <a:lnTo>
                    <a:pt x="481" y="154287"/>
                  </a:lnTo>
                  <a:lnTo>
                    <a:pt x="156" y="159579"/>
                  </a:lnTo>
                  <a:lnTo>
                    <a:pt x="0" y="164879"/>
                  </a:lnTo>
                  <a:lnTo>
                    <a:pt x="11" y="170181"/>
                  </a:lnTo>
                  <a:lnTo>
                    <a:pt x="191" y="175480"/>
                  </a:lnTo>
                  <a:lnTo>
                    <a:pt x="538" y="180771"/>
                  </a:lnTo>
                  <a:lnTo>
                    <a:pt x="1054" y="186048"/>
                  </a:lnTo>
                  <a:lnTo>
                    <a:pt x="1736" y="191306"/>
                  </a:lnTo>
                  <a:lnTo>
                    <a:pt x="2585" y="196540"/>
                  </a:lnTo>
                  <a:lnTo>
                    <a:pt x="3599" y="201744"/>
                  </a:lnTo>
                  <a:lnTo>
                    <a:pt x="4778" y="206913"/>
                  </a:lnTo>
                  <a:lnTo>
                    <a:pt x="6120" y="212043"/>
                  </a:lnTo>
                  <a:lnTo>
                    <a:pt x="7624" y="217127"/>
                  </a:lnTo>
                  <a:lnTo>
                    <a:pt x="9289" y="222161"/>
                  </a:lnTo>
                  <a:lnTo>
                    <a:pt x="11112" y="227140"/>
                  </a:lnTo>
                  <a:lnTo>
                    <a:pt x="13093" y="232058"/>
                  </a:lnTo>
                  <a:lnTo>
                    <a:pt x="15228" y="236911"/>
                  </a:lnTo>
                  <a:lnTo>
                    <a:pt x="17516" y="241694"/>
                  </a:lnTo>
                  <a:lnTo>
                    <a:pt x="19955" y="246402"/>
                  </a:lnTo>
                  <a:lnTo>
                    <a:pt x="22542" y="251030"/>
                  </a:lnTo>
                  <a:lnTo>
                    <a:pt x="25274" y="255574"/>
                  </a:lnTo>
                  <a:lnTo>
                    <a:pt x="28149" y="260029"/>
                  </a:lnTo>
                  <a:lnTo>
                    <a:pt x="31164" y="264391"/>
                  </a:lnTo>
                  <a:lnTo>
                    <a:pt x="34316" y="268654"/>
                  </a:lnTo>
                  <a:lnTo>
                    <a:pt x="37601" y="272816"/>
                  </a:lnTo>
                  <a:lnTo>
                    <a:pt x="41017" y="276871"/>
                  </a:lnTo>
                  <a:lnTo>
                    <a:pt x="44559" y="280816"/>
                  </a:lnTo>
                  <a:lnTo>
                    <a:pt x="48225" y="284647"/>
                  </a:lnTo>
                  <a:lnTo>
                    <a:pt x="52011" y="288359"/>
                  </a:lnTo>
                  <a:lnTo>
                    <a:pt x="55912" y="291950"/>
                  </a:lnTo>
                  <a:lnTo>
                    <a:pt x="59925" y="295415"/>
                  </a:lnTo>
                  <a:lnTo>
                    <a:pt x="64046" y="298751"/>
                  </a:lnTo>
                  <a:lnTo>
                    <a:pt x="68271" y="301954"/>
                  </a:lnTo>
                  <a:lnTo>
                    <a:pt x="72595" y="305022"/>
                  </a:lnTo>
                  <a:lnTo>
                    <a:pt x="77015" y="307952"/>
                  </a:lnTo>
                  <a:lnTo>
                    <a:pt x="81525" y="310739"/>
                  </a:lnTo>
                  <a:lnTo>
                    <a:pt x="86121" y="313383"/>
                  </a:lnTo>
                  <a:lnTo>
                    <a:pt x="90799" y="315879"/>
                  </a:lnTo>
                  <a:lnTo>
                    <a:pt x="95553" y="318225"/>
                  </a:lnTo>
                  <a:lnTo>
                    <a:pt x="100380" y="320420"/>
                  </a:lnTo>
                  <a:lnTo>
                    <a:pt x="105274" y="322461"/>
                  </a:lnTo>
                  <a:lnTo>
                    <a:pt x="110230" y="324345"/>
                  </a:lnTo>
                  <a:lnTo>
                    <a:pt x="115243" y="326071"/>
                  </a:lnTo>
                  <a:lnTo>
                    <a:pt x="120308" y="327637"/>
                  </a:lnTo>
                  <a:lnTo>
                    <a:pt x="125421" y="329042"/>
                  </a:lnTo>
                  <a:lnTo>
                    <a:pt x="130576" y="330284"/>
                  </a:lnTo>
                  <a:lnTo>
                    <a:pt x="135767" y="331362"/>
                  </a:lnTo>
                  <a:lnTo>
                    <a:pt x="140990" y="332275"/>
                  </a:lnTo>
                  <a:lnTo>
                    <a:pt x="146239" y="333021"/>
                  </a:lnTo>
                  <a:lnTo>
                    <a:pt x="151509" y="333601"/>
                  </a:lnTo>
                  <a:lnTo>
                    <a:pt x="156796" y="334013"/>
                  </a:lnTo>
                  <a:lnTo>
                    <a:pt x="162092" y="334258"/>
                  </a:lnTo>
                  <a:lnTo>
                    <a:pt x="167394" y="334334"/>
                  </a:lnTo>
                  <a:lnTo>
                    <a:pt x="172695" y="334242"/>
                  </a:lnTo>
                  <a:lnTo>
                    <a:pt x="177991" y="333983"/>
                  </a:lnTo>
                  <a:lnTo>
                    <a:pt x="183275" y="333555"/>
                  </a:lnTo>
                  <a:lnTo>
                    <a:pt x="188544" y="332960"/>
                  </a:lnTo>
                  <a:lnTo>
                    <a:pt x="193791" y="332198"/>
                  </a:lnTo>
                  <a:lnTo>
                    <a:pt x="199011" y="331270"/>
                  </a:lnTo>
                  <a:lnTo>
                    <a:pt x="204200" y="330177"/>
                  </a:lnTo>
                  <a:lnTo>
                    <a:pt x="209351" y="328920"/>
                  </a:lnTo>
                  <a:lnTo>
                    <a:pt x="214459" y="327501"/>
                  </a:lnTo>
                  <a:lnTo>
                    <a:pt x="219520" y="325920"/>
                  </a:lnTo>
                  <a:lnTo>
                    <a:pt x="224528" y="324179"/>
                  </a:lnTo>
                  <a:lnTo>
                    <a:pt x="229479" y="322281"/>
                  </a:lnTo>
                  <a:lnTo>
                    <a:pt x="234367" y="320226"/>
                  </a:lnTo>
                  <a:lnTo>
                    <a:pt x="239187" y="318017"/>
                  </a:lnTo>
                  <a:lnTo>
                    <a:pt x="243934" y="315657"/>
                  </a:lnTo>
                  <a:lnTo>
                    <a:pt x="248605" y="313147"/>
                  </a:lnTo>
                  <a:lnTo>
                    <a:pt x="253194" y="310491"/>
                  </a:lnTo>
                  <a:lnTo>
                    <a:pt x="257695" y="307690"/>
                  </a:lnTo>
                  <a:lnTo>
                    <a:pt x="262106" y="304748"/>
                  </a:lnTo>
                  <a:lnTo>
                    <a:pt x="266422" y="301667"/>
                  </a:lnTo>
                  <a:lnTo>
                    <a:pt x="270637" y="298451"/>
                  </a:lnTo>
                  <a:lnTo>
                    <a:pt x="274749" y="295103"/>
                  </a:lnTo>
                  <a:lnTo>
                    <a:pt x="278752" y="291627"/>
                  </a:lnTo>
                  <a:lnTo>
                    <a:pt x="282643" y="288025"/>
                  </a:lnTo>
                  <a:lnTo>
                    <a:pt x="286417" y="284302"/>
                  </a:lnTo>
                  <a:lnTo>
                    <a:pt x="290072" y="280460"/>
                  </a:lnTo>
                  <a:lnTo>
                    <a:pt x="293603" y="276505"/>
                  </a:lnTo>
                  <a:lnTo>
                    <a:pt x="297007" y="272440"/>
                  </a:lnTo>
                  <a:lnTo>
                    <a:pt x="300280" y="268269"/>
                  </a:lnTo>
                  <a:lnTo>
                    <a:pt x="303420" y="263996"/>
                  </a:lnTo>
                  <a:lnTo>
                    <a:pt x="306422" y="259626"/>
                  </a:lnTo>
                  <a:lnTo>
                    <a:pt x="309284" y="255163"/>
                  </a:lnTo>
                  <a:lnTo>
                    <a:pt x="312003" y="250611"/>
                  </a:lnTo>
                  <a:lnTo>
                    <a:pt x="314577" y="245975"/>
                  </a:lnTo>
                  <a:lnTo>
                    <a:pt x="317002" y="241260"/>
                  </a:lnTo>
                  <a:lnTo>
                    <a:pt x="319276" y="236471"/>
                  </a:lnTo>
                  <a:lnTo>
                    <a:pt x="321397" y="231611"/>
                  </a:lnTo>
                  <a:lnTo>
                    <a:pt x="323364" y="226687"/>
                  </a:lnTo>
                  <a:lnTo>
                    <a:pt x="325173" y="221703"/>
                  </a:lnTo>
                  <a:lnTo>
                    <a:pt x="326823" y="216664"/>
                  </a:lnTo>
                  <a:lnTo>
                    <a:pt x="328312" y="211576"/>
                  </a:lnTo>
                  <a:lnTo>
                    <a:pt x="329639" y="206443"/>
                  </a:lnTo>
                  <a:lnTo>
                    <a:pt x="330803" y="201270"/>
                  </a:lnTo>
                  <a:lnTo>
                    <a:pt x="331802" y="196063"/>
                  </a:lnTo>
                  <a:lnTo>
                    <a:pt x="332636" y="190827"/>
                  </a:lnTo>
                  <a:lnTo>
                    <a:pt x="333303" y="185567"/>
                  </a:lnTo>
                  <a:lnTo>
                    <a:pt x="333803" y="180288"/>
                  </a:lnTo>
                  <a:lnTo>
                    <a:pt x="334135" y="174996"/>
                  </a:lnTo>
                  <a:lnTo>
                    <a:pt x="334300" y="169697"/>
                  </a:lnTo>
                  <a:lnTo>
                    <a:pt x="334296" y="164395"/>
                  </a:lnTo>
                  <a:lnTo>
                    <a:pt x="334124" y="159095"/>
                  </a:lnTo>
                  <a:lnTo>
                    <a:pt x="333784" y="153804"/>
                  </a:lnTo>
                  <a:lnTo>
                    <a:pt x="333276" y="148527"/>
                  </a:lnTo>
                  <a:lnTo>
                    <a:pt x="332601" y="143268"/>
                  </a:lnTo>
                  <a:lnTo>
                    <a:pt x="331760" y="138033"/>
                  </a:lnTo>
                  <a:lnTo>
                    <a:pt x="330754" y="132827"/>
                  </a:lnTo>
                  <a:lnTo>
                    <a:pt x="329582" y="127656"/>
                  </a:lnTo>
                  <a:lnTo>
                    <a:pt x="328248" y="122525"/>
                  </a:lnTo>
                  <a:lnTo>
                    <a:pt x="326751" y="117438"/>
                  </a:lnTo>
                  <a:lnTo>
                    <a:pt x="325093" y="112402"/>
                  </a:lnTo>
                  <a:lnTo>
                    <a:pt x="323277" y="107420"/>
                  </a:lnTo>
                  <a:lnTo>
                    <a:pt x="321304" y="102499"/>
                  </a:lnTo>
                  <a:lnTo>
                    <a:pt x="319176" y="97643"/>
                  </a:lnTo>
                  <a:lnTo>
                    <a:pt x="316894" y="92857"/>
                  </a:lnTo>
                  <a:lnTo>
                    <a:pt x="314462" y="88145"/>
                  </a:lnTo>
                  <a:lnTo>
                    <a:pt x="311882" y="83513"/>
                  </a:lnTo>
                  <a:lnTo>
                    <a:pt x="309156" y="78965"/>
                  </a:lnTo>
                  <a:lnTo>
                    <a:pt x="306288" y="74506"/>
                  </a:lnTo>
                  <a:lnTo>
                    <a:pt x="303279" y="70141"/>
                  </a:lnTo>
                  <a:lnTo>
                    <a:pt x="300134" y="65872"/>
                  </a:lnTo>
                  <a:lnTo>
                    <a:pt x="296854" y="61706"/>
                  </a:lnTo>
                  <a:lnTo>
                    <a:pt x="293445" y="57646"/>
                  </a:lnTo>
                  <a:lnTo>
                    <a:pt x="289908" y="53696"/>
                  </a:lnTo>
                  <a:lnTo>
                    <a:pt x="286248" y="49860"/>
                  </a:lnTo>
                  <a:lnTo>
                    <a:pt x="282468" y="46142"/>
                  </a:lnTo>
                  <a:lnTo>
                    <a:pt x="278571" y="42545"/>
                  </a:lnTo>
                  <a:lnTo>
                    <a:pt x="274563" y="39075"/>
                  </a:lnTo>
                  <a:lnTo>
                    <a:pt x="270447" y="35733"/>
                  </a:lnTo>
                  <a:lnTo>
                    <a:pt x="266227" y="32523"/>
                  </a:lnTo>
                  <a:lnTo>
                    <a:pt x="261907" y="29449"/>
                  </a:lnTo>
                  <a:lnTo>
                    <a:pt x="257492" y="26513"/>
                  </a:lnTo>
                  <a:lnTo>
                    <a:pt x="252986" y="23719"/>
                  </a:lnTo>
                  <a:lnTo>
                    <a:pt x="248393" y="21069"/>
                  </a:lnTo>
                  <a:lnTo>
                    <a:pt x="243719" y="18566"/>
                  </a:lnTo>
                  <a:lnTo>
                    <a:pt x="238968" y="16212"/>
                  </a:lnTo>
                  <a:lnTo>
                    <a:pt x="234145" y="14011"/>
                  </a:lnTo>
                  <a:lnTo>
                    <a:pt x="229254" y="11963"/>
                  </a:lnTo>
                  <a:lnTo>
                    <a:pt x="224301" y="10072"/>
                  </a:lnTo>
                  <a:lnTo>
                    <a:pt x="219290" y="8338"/>
                  </a:lnTo>
                  <a:lnTo>
                    <a:pt x="214227" y="6765"/>
                  </a:lnTo>
                  <a:lnTo>
                    <a:pt x="209116" y="5353"/>
                  </a:lnTo>
                  <a:lnTo>
                    <a:pt x="203963" y="4103"/>
                  </a:lnTo>
                  <a:lnTo>
                    <a:pt x="198774" y="3018"/>
                  </a:lnTo>
                  <a:lnTo>
                    <a:pt x="193552" y="2097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201" y="0"/>
                  </a:moveTo>
                  <a:lnTo>
                    <a:pt x="0" y="0"/>
                  </a:lnTo>
                  <a:lnTo>
                    <a:pt x="20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321567" y="5018213"/>
              <a:ext cx="334317" cy="334331"/>
            </a:xfrm>
            <a:custGeom>
              <a:avLst/>
              <a:pathLst>
                <a:path w="334317" h="334331">
                  <a:moveTo>
                    <a:pt x="166951" y="0"/>
                  </a:moveTo>
                  <a:lnTo>
                    <a:pt x="161660" y="90"/>
                  </a:lnTo>
                  <a:lnTo>
                    <a:pt x="156375" y="347"/>
                  </a:lnTo>
                  <a:lnTo>
                    <a:pt x="151100" y="772"/>
                  </a:lnTo>
                  <a:lnTo>
                    <a:pt x="145842" y="1363"/>
                  </a:lnTo>
                  <a:lnTo>
                    <a:pt x="140605" y="2121"/>
                  </a:lnTo>
                  <a:lnTo>
                    <a:pt x="135395" y="3044"/>
                  </a:lnTo>
                  <a:lnTo>
                    <a:pt x="130216" y="4131"/>
                  </a:lnTo>
                  <a:lnTo>
                    <a:pt x="125074" y="5382"/>
                  </a:lnTo>
                  <a:lnTo>
                    <a:pt x="119975" y="6795"/>
                  </a:lnTo>
                  <a:lnTo>
                    <a:pt x="114923" y="8368"/>
                  </a:lnTo>
                  <a:lnTo>
                    <a:pt x="109923" y="10101"/>
                  </a:lnTo>
                  <a:lnTo>
                    <a:pt x="104981" y="11991"/>
                  </a:lnTo>
                  <a:lnTo>
                    <a:pt x="100101" y="14036"/>
                  </a:lnTo>
                  <a:lnTo>
                    <a:pt x="95288" y="16235"/>
                  </a:lnTo>
                  <a:lnTo>
                    <a:pt x="90547" y="18585"/>
                  </a:lnTo>
                  <a:lnTo>
                    <a:pt x="85882" y="21084"/>
                  </a:lnTo>
                  <a:lnTo>
                    <a:pt x="81300" y="23730"/>
                  </a:lnTo>
                  <a:lnTo>
                    <a:pt x="76803" y="26519"/>
                  </a:lnTo>
                  <a:lnTo>
                    <a:pt x="72397" y="29449"/>
                  </a:lnTo>
                  <a:lnTo>
                    <a:pt x="68085" y="32517"/>
                  </a:lnTo>
                  <a:lnTo>
                    <a:pt x="63873" y="35719"/>
                  </a:lnTo>
                  <a:lnTo>
                    <a:pt x="59765" y="39054"/>
                  </a:lnTo>
                  <a:lnTo>
                    <a:pt x="55764" y="42517"/>
                  </a:lnTo>
                  <a:lnTo>
                    <a:pt x="51875" y="46105"/>
                  </a:lnTo>
                  <a:lnTo>
                    <a:pt x="48101" y="49814"/>
                  </a:lnTo>
                  <a:lnTo>
                    <a:pt x="44446" y="53641"/>
                  </a:lnTo>
                  <a:lnTo>
                    <a:pt x="40915" y="57581"/>
                  </a:lnTo>
                  <a:lnTo>
                    <a:pt x="37510" y="61632"/>
                  </a:lnTo>
                  <a:lnTo>
                    <a:pt x="34234" y="65788"/>
                  </a:lnTo>
                  <a:lnTo>
                    <a:pt x="31092" y="70045"/>
                  </a:lnTo>
                  <a:lnTo>
                    <a:pt x="28087" y="74400"/>
                  </a:lnTo>
                  <a:lnTo>
                    <a:pt x="25220" y="78848"/>
                  </a:lnTo>
                  <a:lnTo>
                    <a:pt x="22496" y="83385"/>
                  </a:lnTo>
                  <a:lnTo>
                    <a:pt x="19917" y="88005"/>
                  </a:lnTo>
                  <a:lnTo>
                    <a:pt x="17485" y="92705"/>
                  </a:lnTo>
                  <a:lnTo>
                    <a:pt x="15203" y="97479"/>
                  </a:lnTo>
                  <a:lnTo>
                    <a:pt x="13074" y="102323"/>
                  </a:lnTo>
                  <a:lnTo>
                    <a:pt x="11099" y="107232"/>
                  </a:lnTo>
                  <a:lnTo>
                    <a:pt x="9280" y="112201"/>
                  </a:lnTo>
                  <a:lnTo>
                    <a:pt x="7619" y="117225"/>
                  </a:lnTo>
                  <a:lnTo>
                    <a:pt x="6119" y="122299"/>
                  </a:lnTo>
                  <a:lnTo>
                    <a:pt x="4779" y="127418"/>
                  </a:lnTo>
                  <a:lnTo>
                    <a:pt x="3603" y="132577"/>
                  </a:lnTo>
                  <a:lnTo>
                    <a:pt x="2590" y="137771"/>
                  </a:lnTo>
                  <a:lnTo>
                    <a:pt x="1742" y="142994"/>
                  </a:lnTo>
                  <a:lnTo>
                    <a:pt x="1060" y="148242"/>
                  </a:lnTo>
                  <a:lnTo>
                    <a:pt x="544" y="153508"/>
                  </a:lnTo>
                  <a:lnTo>
                    <a:pt x="195" y="158788"/>
                  </a:lnTo>
                  <a:lnTo>
                    <a:pt x="14" y="164076"/>
                  </a:lnTo>
                  <a:lnTo>
                    <a:pt x="0" y="169368"/>
                  </a:lnTo>
                  <a:lnTo>
                    <a:pt x="153" y="174657"/>
                  </a:lnTo>
                  <a:lnTo>
                    <a:pt x="474" y="179939"/>
                  </a:lnTo>
                  <a:lnTo>
                    <a:pt x="961" y="185208"/>
                  </a:lnTo>
                  <a:lnTo>
                    <a:pt x="1616" y="190458"/>
                  </a:lnTo>
                  <a:lnTo>
                    <a:pt x="2436" y="195686"/>
                  </a:lnTo>
                  <a:lnTo>
                    <a:pt x="3421" y="200885"/>
                  </a:lnTo>
                  <a:lnTo>
                    <a:pt x="4570" y="206050"/>
                  </a:lnTo>
                  <a:lnTo>
                    <a:pt x="5882" y="211176"/>
                  </a:lnTo>
                  <a:lnTo>
                    <a:pt x="7356" y="216259"/>
                  </a:lnTo>
                  <a:lnTo>
                    <a:pt x="8990" y="221291"/>
                  </a:lnTo>
                  <a:lnTo>
                    <a:pt x="10782" y="226270"/>
                  </a:lnTo>
                  <a:lnTo>
                    <a:pt x="12731" y="231190"/>
                  </a:lnTo>
                  <a:lnTo>
                    <a:pt x="14835" y="236045"/>
                  </a:lnTo>
                  <a:lnTo>
                    <a:pt x="17091" y="240831"/>
                  </a:lnTo>
                  <a:lnTo>
                    <a:pt x="19497" y="245544"/>
                  </a:lnTo>
                  <a:lnTo>
                    <a:pt x="22052" y="250178"/>
                  </a:lnTo>
                  <a:lnTo>
                    <a:pt x="24752" y="254729"/>
                  </a:lnTo>
                  <a:lnTo>
                    <a:pt x="27595" y="259192"/>
                  </a:lnTo>
                  <a:lnTo>
                    <a:pt x="30577" y="263563"/>
                  </a:lnTo>
                  <a:lnTo>
                    <a:pt x="33696" y="267837"/>
                  </a:lnTo>
                  <a:lnTo>
                    <a:pt x="36950" y="272010"/>
                  </a:lnTo>
                  <a:lnTo>
                    <a:pt x="40333" y="276079"/>
                  </a:lnTo>
                  <a:lnTo>
                    <a:pt x="43844" y="280038"/>
                  </a:lnTo>
                  <a:lnTo>
                    <a:pt x="47478" y="283884"/>
                  </a:lnTo>
                  <a:lnTo>
                    <a:pt x="51232" y="287613"/>
                  </a:lnTo>
                  <a:lnTo>
                    <a:pt x="55102" y="291222"/>
                  </a:lnTo>
                  <a:lnTo>
                    <a:pt x="59084" y="294706"/>
                  </a:lnTo>
                  <a:lnTo>
                    <a:pt x="63175" y="298062"/>
                  </a:lnTo>
                  <a:lnTo>
                    <a:pt x="67370" y="301288"/>
                  </a:lnTo>
                  <a:lnTo>
                    <a:pt x="71665" y="304379"/>
                  </a:lnTo>
                  <a:lnTo>
                    <a:pt x="76055" y="307332"/>
                  </a:lnTo>
                  <a:lnTo>
                    <a:pt x="80537" y="310145"/>
                  </a:lnTo>
                  <a:lnTo>
                    <a:pt x="85106" y="312815"/>
                  </a:lnTo>
                  <a:lnTo>
                    <a:pt x="89757" y="315339"/>
                  </a:lnTo>
                  <a:lnTo>
                    <a:pt x="94485" y="317714"/>
                  </a:lnTo>
                  <a:lnTo>
                    <a:pt x="99286" y="319938"/>
                  </a:lnTo>
                  <a:lnTo>
                    <a:pt x="104156" y="322010"/>
                  </a:lnTo>
                  <a:lnTo>
                    <a:pt x="109088" y="323926"/>
                  </a:lnTo>
                  <a:lnTo>
                    <a:pt x="114078" y="325685"/>
                  </a:lnTo>
                  <a:lnTo>
                    <a:pt x="119122" y="327286"/>
                  </a:lnTo>
                  <a:lnTo>
                    <a:pt x="124214" y="328726"/>
                  </a:lnTo>
                  <a:lnTo>
                    <a:pt x="129349" y="330004"/>
                  </a:lnTo>
                  <a:lnTo>
                    <a:pt x="134521" y="331119"/>
                  </a:lnTo>
                  <a:lnTo>
                    <a:pt x="139727" y="332069"/>
                  </a:lnTo>
                  <a:lnTo>
                    <a:pt x="144960" y="332855"/>
                  </a:lnTo>
                  <a:lnTo>
                    <a:pt x="150215" y="333474"/>
                  </a:lnTo>
                  <a:lnTo>
                    <a:pt x="155487" y="333927"/>
                  </a:lnTo>
                  <a:lnTo>
                    <a:pt x="160770" y="334212"/>
                  </a:lnTo>
                  <a:lnTo>
                    <a:pt x="166061" y="334331"/>
                  </a:lnTo>
                  <a:lnTo>
                    <a:pt x="171352" y="334282"/>
                  </a:lnTo>
                  <a:lnTo>
                    <a:pt x="176639" y="334065"/>
                  </a:lnTo>
                  <a:lnTo>
                    <a:pt x="181916" y="333681"/>
                  </a:lnTo>
                  <a:lnTo>
                    <a:pt x="187179" y="333130"/>
                  </a:lnTo>
                  <a:lnTo>
                    <a:pt x="192422" y="332413"/>
                  </a:lnTo>
                  <a:lnTo>
                    <a:pt x="197639" y="331531"/>
                  </a:lnTo>
                  <a:lnTo>
                    <a:pt x="202826" y="330484"/>
                  </a:lnTo>
                  <a:lnTo>
                    <a:pt x="207977" y="329273"/>
                  </a:lnTo>
                  <a:lnTo>
                    <a:pt x="213087" y="327899"/>
                  </a:lnTo>
                  <a:lnTo>
                    <a:pt x="218151" y="326365"/>
                  </a:lnTo>
                  <a:lnTo>
                    <a:pt x="223164" y="324671"/>
                  </a:lnTo>
                  <a:lnTo>
                    <a:pt x="228121" y="322819"/>
                  </a:lnTo>
                  <a:lnTo>
                    <a:pt x="233017" y="320812"/>
                  </a:lnTo>
                  <a:lnTo>
                    <a:pt x="237847" y="318650"/>
                  </a:lnTo>
                  <a:lnTo>
                    <a:pt x="242606" y="316337"/>
                  </a:lnTo>
                  <a:lnTo>
                    <a:pt x="247289" y="313874"/>
                  </a:lnTo>
                  <a:lnTo>
                    <a:pt x="251893" y="311264"/>
                  </a:lnTo>
                  <a:lnTo>
                    <a:pt x="256411" y="308510"/>
                  </a:lnTo>
                  <a:lnTo>
                    <a:pt x="260840" y="305614"/>
                  </a:lnTo>
                  <a:lnTo>
                    <a:pt x="265174" y="302580"/>
                  </a:lnTo>
                  <a:lnTo>
                    <a:pt x="269411" y="299409"/>
                  </a:lnTo>
                  <a:lnTo>
                    <a:pt x="273545" y="296107"/>
                  </a:lnTo>
                  <a:lnTo>
                    <a:pt x="277573" y="292675"/>
                  </a:lnTo>
                  <a:lnTo>
                    <a:pt x="281490" y="289117"/>
                  </a:lnTo>
                  <a:lnTo>
                    <a:pt x="285292" y="285437"/>
                  </a:lnTo>
                  <a:lnTo>
                    <a:pt x="288976" y="281639"/>
                  </a:lnTo>
                  <a:lnTo>
                    <a:pt x="292538" y="277726"/>
                  </a:lnTo>
                  <a:lnTo>
                    <a:pt x="295975" y="273702"/>
                  </a:lnTo>
                  <a:lnTo>
                    <a:pt x="299282" y="269571"/>
                  </a:lnTo>
                  <a:lnTo>
                    <a:pt x="302457" y="265338"/>
                  </a:lnTo>
                  <a:lnTo>
                    <a:pt x="305496" y="261007"/>
                  </a:lnTo>
                  <a:lnTo>
                    <a:pt x="308397" y="256581"/>
                  </a:lnTo>
                  <a:lnTo>
                    <a:pt x="311156" y="252066"/>
                  </a:lnTo>
                  <a:lnTo>
                    <a:pt x="313771" y="247466"/>
                  </a:lnTo>
                  <a:lnTo>
                    <a:pt x="316239" y="242785"/>
                  </a:lnTo>
                  <a:lnTo>
                    <a:pt x="318558" y="238029"/>
                  </a:lnTo>
                  <a:lnTo>
                    <a:pt x="320725" y="233201"/>
                  </a:lnTo>
                  <a:lnTo>
                    <a:pt x="322738" y="228308"/>
                  </a:lnTo>
                  <a:lnTo>
                    <a:pt x="324595" y="223353"/>
                  </a:lnTo>
                  <a:lnTo>
                    <a:pt x="326294" y="218342"/>
                  </a:lnTo>
                  <a:lnTo>
                    <a:pt x="327834" y="213279"/>
                  </a:lnTo>
                  <a:lnTo>
                    <a:pt x="329213" y="208171"/>
                  </a:lnTo>
                  <a:lnTo>
                    <a:pt x="330430" y="203021"/>
                  </a:lnTo>
                  <a:lnTo>
                    <a:pt x="331483" y="197835"/>
                  </a:lnTo>
                  <a:lnTo>
                    <a:pt x="332371" y="192619"/>
                  </a:lnTo>
                  <a:lnTo>
                    <a:pt x="333094" y="187377"/>
                  </a:lnTo>
                  <a:lnTo>
                    <a:pt x="333650" y="182115"/>
                  </a:lnTo>
                  <a:lnTo>
                    <a:pt x="334040" y="176838"/>
                  </a:lnTo>
                  <a:lnTo>
                    <a:pt x="334262" y="171551"/>
                  </a:lnTo>
                  <a:lnTo>
                    <a:pt x="334317" y="166260"/>
                  </a:lnTo>
                  <a:lnTo>
                    <a:pt x="334205" y="160969"/>
                  </a:lnTo>
                  <a:lnTo>
                    <a:pt x="333925" y="155685"/>
                  </a:lnTo>
                  <a:lnTo>
                    <a:pt x="333478" y="150413"/>
                  </a:lnTo>
                  <a:lnTo>
                    <a:pt x="332865" y="145157"/>
                  </a:lnTo>
                  <a:lnTo>
                    <a:pt x="332085" y="139923"/>
                  </a:lnTo>
                  <a:lnTo>
                    <a:pt x="331140" y="134717"/>
                  </a:lnTo>
                  <a:lnTo>
                    <a:pt x="330031" y="129543"/>
                  </a:lnTo>
                  <a:lnTo>
                    <a:pt x="328759" y="124407"/>
                  </a:lnTo>
                  <a:lnTo>
                    <a:pt x="327324" y="119313"/>
                  </a:lnTo>
                  <a:lnTo>
                    <a:pt x="325729" y="114268"/>
                  </a:lnTo>
                  <a:lnTo>
                    <a:pt x="323976" y="109275"/>
                  </a:lnTo>
                  <a:lnTo>
                    <a:pt x="322065" y="104341"/>
                  </a:lnTo>
                  <a:lnTo>
                    <a:pt x="319999" y="99469"/>
                  </a:lnTo>
                  <a:lnTo>
                    <a:pt x="317780" y="94666"/>
                  </a:lnTo>
                  <a:lnTo>
                    <a:pt x="315410" y="89935"/>
                  </a:lnTo>
                  <a:lnTo>
                    <a:pt x="312891" y="85281"/>
                  </a:lnTo>
                  <a:lnTo>
                    <a:pt x="310226" y="80710"/>
                  </a:lnTo>
                  <a:lnTo>
                    <a:pt x="307418" y="76225"/>
                  </a:lnTo>
                  <a:lnTo>
                    <a:pt x="304470" y="71831"/>
                  </a:lnTo>
                  <a:lnTo>
                    <a:pt x="301383" y="67533"/>
                  </a:lnTo>
                  <a:lnTo>
                    <a:pt x="298163" y="63334"/>
                  </a:lnTo>
                  <a:lnTo>
                    <a:pt x="294811" y="59240"/>
                  </a:lnTo>
                  <a:lnTo>
                    <a:pt x="291331" y="55253"/>
                  </a:lnTo>
                  <a:lnTo>
                    <a:pt x="287727" y="51379"/>
                  </a:lnTo>
                  <a:lnTo>
                    <a:pt x="284002" y="47621"/>
                  </a:lnTo>
                  <a:lnTo>
                    <a:pt x="280160" y="43983"/>
                  </a:lnTo>
                  <a:lnTo>
                    <a:pt x="276204" y="40468"/>
                  </a:lnTo>
                  <a:lnTo>
                    <a:pt x="272140" y="37080"/>
                  </a:lnTo>
                  <a:lnTo>
                    <a:pt x="267970" y="33822"/>
                  </a:lnTo>
                  <a:lnTo>
                    <a:pt x="263699" y="30698"/>
                  </a:lnTo>
                  <a:lnTo>
                    <a:pt x="259331" y="27711"/>
                  </a:lnTo>
                  <a:lnTo>
                    <a:pt x="254871" y="24863"/>
                  </a:lnTo>
                  <a:lnTo>
                    <a:pt x="250324" y="22158"/>
                  </a:lnTo>
                  <a:lnTo>
                    <a:pt x="245692" y="19598"/>
                  </a:lnTo>
                  <a:lnTo>
                    <a:pt x="240983" y="17187"/>
                  </a:lnTo>
                  <a:lnTo>
                    <a:pt x="236199" y="1492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69046" cy="167167"/>
            </a:xfrm>
            <a:custGeom>
              <a:avLst/>
              <a:pathLst>
                <a:path w="69046" h="167167">
                  <a:moveTo>
                    <a:pt x="69046" y="14925"/>
                  </a:moveTo>
                  <a:lnTo>
                    <a:pt x="63602" y="12572"/>
                  </a:lnTo>
                  <a:lnTo>
                    <a:pt x="58077" y="10413"/>
                  </a:lnTo>
                  <a:lnTo>
                    <a:pt x="52480" y="8451"/>
                  </a:lnTo>
                  <a:lnTo>
                    <a:pt x="46817" y="6689"/>
                  </a:lnTo>
                  <a:lnTo>
                    <a:pt x="41094" y="5129"/>
                  </a:lnTo>
                  <a:lnTo>
                    <a:pt x="35320" y="3774"/>
                  </a:lnTo>
                  <a:lnTo>
                    <a:pt x="29502" y="2623"/>
                  </a:lnTo>
                  <a:lnTo>
                    <a:pt x="23646" y="1680"/>
                  </a:lnTo>
                  <a:lnTo>
                    <a:pt x="17760" y="946"/>
                  </a:lnTo>
                  <a:lnTo>
                    <a:pt x="11852" y="420"/>
                  </a:lnTo>
                  <a:lnTo>
                    <a:pt x="5930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8041" y="5269756"/>
              <a:ext cx="166460" cy="167167"/>
            </a:xfrm>
            <a:custGeom>
              <a:avLst/>
              <a:pathLst>
                <a:path w="166460" h="167167">
                  <a:moveTo>
                    <a:pt x="166419" y="0"/>
                  </a:moveTo>
                  <a:lnTo>
                    <a:pt x="161047" y="87"/>
                  </a:lnTo>
                  <a:lnTo>
                    <a:pt x="155681" y="347"/>
                  </a:lnTo>
                  <a:lnTo>
                    <a:pt x="150325" y="780"/>
                  </a:lnTo>
                  <a:lnTo>
                    <a:pt x="144986" y="1384"/>
                  </a:lnTo>
                  <a:lnTo>
                    <a:pt x="139670" y="2160"/>
                  </a:lnTo>
                  <a:lnTo>
                    <a:pt x="134381" y="3106"/>
                  </a:lnTo>
                  <a:lnTo>
                    <a:pt x="129125" y="4222"/>
                  </a:lnTo>
                  <a:lnTo>
                    <a:pt x="123908" y="5506"/>
                  </a:lnTo>
                  <a:lnTo>
                    <a:pt x="118735" y="6957"/>
                  </a:lnTo>
                  <a:lnTo>
                    <a:pt x="113611" y="8573"/>
                  </a:lnTo>
                  <a:lnTo>
                    <a:pt x="108541" y="10354"/>
                  </a:lnTo>
                  <a:lnTo>
                    <a:pt x="103532" y="12296"/>
                  </a:lnTo>
                  <a:lnTo>
                    <a:pt x="98587" y="14398"/>
                  </a:lnTo>
                  <a:lnTo>
                    <a:pt x="93713" y="16658"/>
                  </a:lnTo>
                  <a:lnTo>
                    <a:pt x="88914" y="19074"/>
                  </a:lnTo>
                  <a:lnTo>
                    <a:pt x="84194" y="21642"/>
                  </a:lnTo>
                  <a:lnTo>
                    <a:pt x="79560" y="24361"/>
                  </a:lnTo>
                  <a:lnTo>
                    <a:pt x="75016" y="27228"/>
                  </a:lnTo>
                  <a:lnTo>
                    <a:pt x="70566" y="30239"/>
                  </a:lnTo>
                  <a:lnTo>
                    <a:pt x="66215" y="33391"/>
                  </a:lnTo>
                  <a:lnTo>
                    <a:pt x="61968" y="36682"/>
                  </a:lnTo>
                  <a:lnTo>
                    <a:pt x="57828" y="40107"/>
                  </a:lnTo>
                  <a:lnTo>
                    <a:pt x="53801" y="43664"/>
                  </a:lnTo>
                  <a:lnTo>
                    <a:pt x="49890" y="47348"/>
                  </a:lnTo>
                  <a:lnTo>
                    <a:pt x="46100" y="51156"/>
                  </a:lnTo>
                  <a:lnTo>
                    <a:pt x="42434" y="55084"/>
                  </a:lnTo>
                  <a:lnTo>
                    <a:pt x="38896" y="59128"/>
                  </a:lnTo>
                  <a:lnTo>
                    <a:pt x="35490" y="63283"/>
                  </a:lnTo>
                  <a:lnTo>
                    <a:pt x="32219" y="67546"/>
                  </a:lnTo>
                  <a:lnTo>
                    <a:pt x="29087" y="71911"/>
                  </a:lnTo>
                  <a:lnTo>
                    <a:pt x="26097" y="76375"/>
                  </a:lnTo>
                  <a:lnTo>
                    <a:pt x="23251" y="80933"/>
                  </a:lnTo>
                  <a:lnTo>
                    <a:pt x="20554" y="85579"/>
                  </a:lnTo>
                  <a:lnTo>
                    <a:pt x="18008" y="90310"/>
                  </a:lnTo>
                  <a:lnTo>
                    <a:pt x="15614" y="95121"/>
                  </a:lnTo>
                  <a:lnTo>
                    <a:pt x="13377" y="100006"/>
                  </a:lnTo>
                  <a:lnTo>
                    <a:pt x="11298" y="104960"/>
                  </a:lnTo>
                  <a:lnTo>
                    <a:pt x="9379" y="109979"/>
                  </a:lnTo>
                  <a:lnTo>
                    <a:pt x="7622" y="115056"/>
                  </a:lnTo>
                  <a:lnTo>
                    <a:pt x="6029" y="120188"/>
                  </a:lnTo>
                  <a:lnTo>
                    <a:pt x="4603" y="125368"/>
                  </a:lnTo>
                  <a:lnTo>
                    <a:pt x="3343" y="130591"/>
                  </a:lnTo>
                  <a:lnTo>
                    <a:pt x="2252" y="135852"/>
                  </a:lnTo>
                  <a:lnTo>
                    <a:pt x="1330" y="141145"/>
                  </a:lnTo>
                  <a:lnTo>
                    <a:pt x="579" y="146465"/>
                  </a:lnTo>
                  <a:lnTo>
                    <a:pt x="0" y="151807"/>
                  </a:lnTo>
                  <a:lnTo>
                    <a:pt x="1664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34" y="5269756"/>
              <a:ext cx="334322" cy="334329"/>
            </a:xfrm>
            <a:custGeom>
              <a:avLst/>
              <a:pathLst>
                <a:path w="334322" h="334329">
                  <a:moveTo>
                    <a:pt x="706" y="151807"/>
                  </a:moveTo>
                  <a:lnTo>
                    <a:pt x="301" y="157110"/>
                  </a:lnTo>
                  <a:lnTo>
                    <a:pt x="66" y="162423"/>
                  </a:lnTo>
                  <a:lnTo>
                    <a:pt x="0" y="167741"/>
                  </a:lnTo>
                  <a:lnTo>
                    <a:pt x="102" y="173059"/>
                  </a:lnTo>
                  <a:lnTo>
                    <a:pt x="374" y="178370"/>
                  </a:lnTo>
                  <a:lnTo>
                    <a:pt x="815" y="183671"/>
                  </a:lnTo>
                  <a:lnTo>
                    <a:pt x="1424" y="188954"/>
                  </a:lnTo>
                  <a:lnTo>
                    <a:pt x="2201" y="194216"/>
                  </a:lnTo>
                  <a:lnTo>
                    <a:pt x="3145" y="199450"/>
                  </a:lnTo>
                  <a:lnTo>
                    <a:pt x="4255" y="204651"/>
                  </a:lnTo>
                  <a:lnTo>
                    <a:pt x="5530" y="209815"/>
                  </a:lnTo>
                  <a:lnTo>
                    <a:pt x="6969" y="214935"/>
                  </a:lnTo>
                  <a:lnTo>
                    <a:pt x="8569" y="220007"/>
                  </a:lnTo>
                  <a:lnTo>
                    <a:pt x="10331" y="225026"/>
                  </a:lnTo>
                  <a:lnTo>
                    <a:pt x="12251" y="229986"/>
                  </a:lnTo>
                  <a:lnTo>
                    <a:pt x="14327" y="234882"/>
                  </a:lnTo>
                  <a:lnTo>
                    <a:pt x="16559" y="239710"/>
                  </a:lnTo>
                  <a:lnTo>
                    <a:pt x="18943" y="244464"/>
                  </a:lnTo>
                  <a:lnTo>
                    <a:pt x="21477" y="249140"/>
                  </a:lnTo>
                  <a:lnTo>
                    <a:pt x="24158" y="253734"/>
                  </a:lnTo>
                  <a:lnTo>
                    <a:pt x="26985" y="258239"/>
                  </a:lnTo>
                  <a:lnTo>
                    <a:pt x="29953" y="262652"/>
                  </a:lnTo>
                  <a:lnTo>
                    <a:pt x="33060" y="266969"/>
                  </a:lnTo>
                  <a:lnTo>
                    <a:pt x="36303" y="271185"/>
                  </a:lnTo>
                  <a:lnTo>
                    <a:pt x="39678" y="275295"/>
                  </a:lnTo>
                  <a:lnTo>
                    <a:pt x="43182" y="279296"/>
                  </a:lnTo>
                  <a:lnTo>
                    <a:pt x="46812" y="283184"/>
                  </a:lnTo>
                  <a:lnTo>
                    <a:pt x="50563" y="286953"/>
                  </a:lnTo>
                  <a:lnTo>
                    <a:pt x="54433" y="290602"/>
                  </a:lnTo>
                  <a:lnTo>
                    <a:pt x="58417" y="294126"/>
                  </a:lnTo>
                  <a:lnTo>
                    <a:pt x="62511" y="297521"/>
                  </a:lnTo>
                  <a:lnTo>
                    <a:pt x="66711" y="300785"/>
                  </a:lnTo>
                  <a:lnTo>
                    <a:pt x="71012" y="303913"/>
                  </a:lnTo>
                  <a:lnTo>
                    <a:pt x="75411" y="306902"/>
                  </a:lnTo>
                  <a:lnTo>
                    <a:pt x="79902" y="309750"/>
                  </a:lnTo>
                  <a:lnTo>
                    <a:pt x="84482" y="312454"/>
                  </a:lnTo>
                  <a:lnTo>
                    <a:pt x="89146" y="315011"/>
                  </a:lnTo>
                  <a:lnTo>
                    <a:pt x="93889" y="317418"/>
                  </a:lnTo>
                  <a:lnTo>
                    <a:pt x="98706" y="319673"/>
                  </a:lnTo>
                  <a:lnTo>
                    <a:pt x="103592" y="321774"/>
                  </a:lnTo>
                  <a:lnTo>
                    <a:pt x="108542" y="323718"/>
                  </a:lnTo>
                  <a:lnTo>
                    <a:pt x="113552" y="325504"/>
                  </a:lnTo>
                  <a:lnTo>
                    <a:pt x="118616" y="327129"/>
                  </a:lnTo>
                  <a:lnTo>
                    <a:pt x="123730" y="328593"/>
                  </a:lnTo>
                  <a:lnTo>
                    <a:pt x="128887" y="329893"/>
                  </a:lnTo>
                  <a:lnTo>
                    <a:pt x="134083" y="331028"/>
                  </a:lnTo>
                  <a:lnTo>
                    <a:pt x="139312" y="331998"/>
                  </a:lnTo>
                  <a:lnTo>
                    <a:pt x="144570" y="332800"/>
                  </a:lnTo>
                  <a:lnTo>
                    <a:pt x="149851" y="333435"/>
                  </a:lnTo>
                  <a:lnTo>
                    <a:pt x="155149" y="333902"/>
                  </a:lnTo>
                  <a:lnTo>
                    <a:pt x="160459" y="334200"/>
                  </a:lnTo>
                  <a:lnTo>
                    <a:pt x="165776" y="334329"/>
                  </a:lnTo>
                  <a:lnTo>
                    <a:pt x="171094" y="334288"/>
                  </a:lnTo>
                  <a:lnTo>
                    <a:pt x="176409" y="334079"/>
                  </a:lnTo>
                  <a:lnTo>
                    <a:pt x="181714" y="333700"/>
                  </a:lnTo>
                  <a:lnTo>
                    <a:pt x="187004" y="333153"/>
                  </a:lnTo>
                  <a:lnTo>
                    <a:pt x="192275" y="332438"/>
                  </a:lnTo>
                  <a:lnTo>
                    <a:pt x="197519" y="331556"/>
                  </a:lnTo>
                  <a:lnTo>
                    <a:pt x="202734" y="330507"/>
                  </a:lnTo>
                  <a:lnTo>
                    <a:pt x="207912" y="329293"/>
                  </a:lnTo>
                  <a:lnTo>
                    <a:pt x="213049" y="327914"/>
                  </a:lnTo>
                  <a:lnTo>
                    <a:pt x="218139" y="326373"/>
                  </a:lnTo>
                  <a:lnTo>
                    <a:pt x="223178" y="324671"/>
                  </a:lnTo>
                  <a:lnTo>
                    <a:pt x="228160" y="322810"/>
                  </a:lnTo>
                  <a:lnTo>
                    <a:pt x="233081" y="320791"/>
                  </a:lnTo>
                  <a:lnTo>
                    <a:pt x="237934" y="318616"/>
                  </a:lnTo>
                  <a:lnTo>
                    <a:pt x="242716" y="316288"/>
                  </a:lnTo>
                  <a:lnTo>
                    <a:pt x="247422" y="313809"/>
                  </a:lnTo>
                  <a:lnTo>
                    <a:pt x="252046" y="311182"/>
                  </a:lnTo>
                  <a:lnTo>
                    <a:pt x="256585" y="308409"/>
                  </a:lnTo>
                  <a:lnTo>
                    <a:pt x="261033" y="305493"/>
                  </a:lnTo>
                  <a:lnTo>
                    <a:pt x="265385" y="302437"/>
                  </a:lnTo>
                  <a:lnTo>
                    <a:pt x="269639" y="299244"/>
                  </a:lnTo>
                  <a:lnTo>
                    <a:pt x="273789" y="295917"/>
                  </a:lnTo>
                  <a:lnTo>
                    <a:pt x="277830" y="292460"/>
                  </a:lnTo>
                  <a:lnTo>
                    <a:pt x="281760" y="288876"/>
                  </a:lnTo>
                  <a:lnTo>
                    <a:pt x="285574" y="285169"/>
                  </a:lnTo>
                  <a:lnTo>
                    <a:pt x="289268" y="281342"/>
                  </a:lnTo>
                  <a:lnTo>
                    <a:pt x="292838" y="277400"/>
                  </a:lnTo>
                  <a:lnTo>
                    <a:pt x="296281" y="273347"/>
                  </a:lnTo>
                  <a:lnTo>
                    <a:pt x="299594" y="269186"/>
                  </a:lnTo>
                  <a:lnTo>
                    <a:pt x="302772" y="264921"/>
                  </a:lnTo>
                  <a:lnTo>
                    <a:pt x="305813" y="260558"/>
                  </a:lnTo>
                  <a:lnTo>
                    <a:pt x="308714" y="256100"/>
                  </a:lnTo>
                  <a:lnTo>
                    <a:pt x="311472" y="251552"/>
                  </a:lnTo>
                  <a:lnTo>
                    <a:pt x="314083" y="246919"/>
                  </a:lnTo>
                  <a:lnTo>
                    <a:pt x="316546" y="242205"/>
                  </a:lnTo>
                  <a:lnTo>
                    <a:pt x="318857" y="237414"/>
                  </a:lnTo>
                  <a:lnTo>
                    <a:pt x="321015" y="232553"/>
                  </a:lnTo>
                  <a:lnTo>
                    <a:pt x="323017" y="227626"/>
                  </a:lnTo>
                  <a:lnTo>
                    <a:pt x="324862" y="222637"/>
                  </a:lnTo>
                  <a:lnTo>
                    <a:pt x="326547" y="217593"/>
                  </a:lnTo>
                  <a:lnTo>
                    <a:pt x="328070" y="212497"/>
                  </a:lnTo>
                  <a:lnTo>
                    <a:pt x="329431" y="207355"/>
                  </a:lnTo>
                  <a:lnTo>
                    <a:pt x="330627" y="202173"/>
                  </a:lnTo>
                  <a:lnTo>
                    <a:pt x="331658" y="196955"/>
                  </a:lnTo>
                  <a:lnTo>
                    <a:pt x="332522" y="191708"/>
                  </a:lnTo>
                  <a:lnTo>
                    <a:pt x="333219" y="186435"/>
                  </a:lnTo>
                  <a:lnTo>
                    <a:pt x="333748" y="181143"/>
                  </a:lnTo>
                  <a:lnTo>
                    <a:pt x="334108" y="175836"/>
                  </a:lnTo>
                  <a:lnTo>
                    <a:pt x="334300" y="170521"/>
                  </a:lnTo>
                  <a:lnTo>
                    <a:pt x="334322" y="165203"/>
                  </a:lnTo>
                  <a:lnTo>
                    <a:pt x="334175" y="159886"/>
                  </a:lnTo>
                  <a:lnTo>
                    <a:pt x="333859" y="154577"/>
                  </a:lnTo>
                  <a:lnTo>
                    <a:pt x="333374" y="149280"/>
                  </a:lnTo>
                  <a:lnTo>
                    <a:pt x="332721" y="144002"/>
                  </a:lnTo>
                  <a:lnTo>
                    <a:pt x="331900" y="138747"/>
                  </a:lnTo>
                  <a:lnTo>
                    <a:pt x="330912" y="133521"/>
                  </a:lnTo>
                  <a:lnTo>
                    <a:pt x="329759" y="128329"/>
                  </a:lnTo>
                  <a:lnTo>
                    <a:pt x="328441" y="123176"/>
                  </a:lnTo>
                  <a:lnTo>
                    <a:pt x="326960" y="118068"/>
                  </a:lnTo>
                  <a:lnTo>
                    <a:pt x="325318" y="113010"/>
                  </a:lnTo>
                  <a:lnTo>
                    <a:pt x="323515" y="108006"/>
                  </a:lnTo>
                  <a:lnTo>
                    <a:pt x="321554" y="103062"/>
                  </a:lnTo>
                  <a:lnTo>
                    <a:pt x="319436" y="98183"/>
                  </a:lnTo>
                  <a:lnTo>
                    <a:pt x="317165" y="93374"/>
                  </a:lnTo>
                  <a:lnTo>
                    <a:pt x="314741" y="88640"/>
                  </a:lnTo>
                  <a:lnTo>
                    <a:pt x="312168" y="83985"/>
                  </a:lnTo>
                  <a:lnTo>
                    <a:pt x="309449" y="79414"/>
                  </a:lnTo>
                  <a:lnTo>
                    <a:pt x="306585" y="74932"/>
                  </a:lnTo>
                  <a:lnTo>
                    <a:pt x="303580" y="70544"/>
                  </a:lnTo>
                  <a:lnTo>
                    <a:pt x="300438" y="66253"/>
                  </a:lnTo>
                  <a:lnTo>
                    <a:pt x="297160" y="62064"/>
                  </a:lnTo>
                  <a:lnTo>
                    <a:pt x="293751" y="57982"/>
                  </a:lnTo>
                  <a:lnTo>
                    <a:pt x="290213" y="54011"/>
                  </a:lnTo>
                  <a:lnTo>
                    <a:pt x="286551" y="50154"/>
                  </a:lnTo>
                  <a:lnTo>
                    <a:pt x="282768" y="46415"/>
                  </a:lnTo>
                  <a:lnTo>
                    <a:pt x="278868" y="42799"/>
                  </a:lnTo>
                  <a:lnTo>
                    <a:pt x="274856" y="39308"/>
                  </a:lnTo>
                  <a:lnTo>
                    <a:pt x="270734" y="35947"/>
                  </a:lnTo>
                  <a:lnTo>
                    <a:pt x="266507" y="32719"/>
                  </a:lnTo>
                  <a:lnTo>
                    <a:pt x="262180" y="29626"/>
                  </a:lnTo>
                  <a:lnTo>
                    <a:pt x="257756" y="26674"/>
                  </a:lnTo>
                  <a:lnTo>
                    <a:pt x="253241" y="23863"/>
                  </a:lnTo>
                  <a:lnTo>
                    <a:pt x="248638" y="21197"/>
                  </a:lnTo>
                  <a:lnTo>
                    <a:pt x="243954" y="18679"/>
                  </a:lnTo>
                  <a:lnTo>
                    <a:pt x="239191" y="16312"/>
                  </a:lnTo>
                  <a:lnTo>
                    <a:pt x="234356" y="14097"/>
                  </a:lnTo>
                  <a:lnTo>
                    <a:pt x="229452" y="12037"/>
                  </a:lnTo>
                  <a:lnTo>
                    <a:pt x="224486" y="10134"/>
                  </a:lnTo>
                  <a:lnTo>
                    <a:pt x="219461" y="8390"/>
                  </a:lnTo>
                  <a:lnTo>
                    <a:pt x="214384" y="6807"/>
                  </a:lnTo>
                  <a:lnTo>
                    <a:pt x="209258" y="5386"/>
                  </a:lnTo>
                  <a:lnTo>
                    <a:pt x="204091" y="4129"/>
                  </a:lnTo>
                  <a:lnTo>
                    <a:pt x="198885" y="3036"/>
                  </a:lnTo>
                  <a:lnTo>
                    <a:pt x="193648" y="2110"/>
                  </a:lnTo>
                  <a:lnTo>
                    <a:pt x="188384" y="1352"/>
                  </a:lnTo>
                  <a:lnTo>
                    <a:pt x="183098" y="760"/>
                  </a:lnTo>
                  <a:lnTo>
                    <a:pt x="177796" y="338"/>
                  </a:lnTo>
                  <a:lnTo>
                    <a:pt x="172484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6773" y="5399291"/>
              <a:ext cx="9442" cy="167167"/>
            </a:xfrm>
            <a:custGeom>
              <a:avLst/>
              <a:pathLst>
                <a:path w="9442" h="167167">
                  <a:moveTo>
                    <a:pt x="9442" y="0"/>
                  </a:moveTo>
                  <a:lnTo>
                    <a:pt x="0" y="266"/>
                  </a:lnTo>
                  <a:lnTo>
                    <a:pt x="94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773" y="5399558"/>
              <a:ext cx="9442" cy="166900"/>
            </a:xfrm>
            <a:custGeom>
              <a:avLst/>
              <a:pathLst>
                <a:path w="9442" h="166900">
                  <a:moveTo>
                    <a:pt x="0" y="0"/>
                  </a:moveTo>
                  <a:lnTo>
                    <a:pt x="9442" y="166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773" y="5399558"/>
              <a:ext cx="9442" cy="166900"/>
            </a:xfrm>
            <a:custGeom>
              <a:avLst/>
              <a:pathLst>
                <a:path w="9442" h="166900">
                  <a:moveTo>
                    <a:pt x="0" y="0"/>
                  </a:moveTo>
                  <a:lnTo>
                    <a:pt x="9442" y="166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773" y="5399558"/>
              <a:ext cx="9442" cy="166900"/>
            </a:xfrm>
            <a:custGeom>
              <a:avLst/>
              <a:pathLst>
                <a:path w="9442" h="166900">
                  <a:moveTo>
                    <a:pt x="0" y="0"/>
                  </a:moveTo>
                  <a:lnTo>
                    <a:pt x="9442" y="166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773" y="5399558"/>
              <a:ext cx="9442" cy="166900"/>
            </a:xfrm>
            <a:custGeom>
              <a:avLst/>
              <a:pathLst>
                <a:path w="9442" h="166900">
                  <a:moveTo>
                    <a:pt x="0" y="0"/>
                  </a:moveTo>
                  <a:lnTo>
                    <a:pt x="9442" y="166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773" y="5399558"/>
              <a:ext cx="9442" cy="166900"/>
            </a:xfrm>
            <a:custGeom>
              <a:avLst/>
              <a:pathLst>
                <a:path w="9442" h="166900">
                  <a:moveTo>
                    <a:pt x="0" y="0"/>
                  </a:moveTo>
                  <a:lnTo>
                    <a:pt x="9442" y="1669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773" y="5399558"/>
              <a:ext cx="9442" cy="166900"/>
            </a:xfrm>
            <a:custGeom>
              <a:avLst/>
              <a:pathLst>
                <a:path w="9442" h="166900">
                  <a:moveTo>
                    <a:pt x="0" y="0"/>
                  </a:moveTo>
                  <a:lnTo>
                    <a:pt x="9442" y="1669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319055" y="5399558"/>
              <a:ext cx="334320" cy="334064"/>
            </a:xfrm>
            <a:custGeom>
              <a:avLst/>
              <a:pathLst>
                <a:path w="334320" h="334064">
                  <a:moveTo>
                    <a:pt x="157718" y="0"/>
                  </a:moveTo>
                  <a:lnTo>
                    <a:pt x="152426" y="383"/>
                  </a:lnTo>
                  <a:lnTo>
                    <a:pt x="147150" y="935"/>
                  </a:lnTo>
                  <a:lnTo>
                    <a:pt x="141893" y="1653"/>
                  </a:lnTo>
                  <a:lnTo>
                    <a:pt x="136663" y="2538"/>
                  </a:lnTo>
                  <a:lnTo>
                    <a:pt x="131462" y="3589"/>
                  </a:lnTo>
                  <a:lnTo>
                    <a:pt x="126298" y="4804"/>
                  </a:lnTo>
                  <a:lnTo>
                    <a:pt x="121175" y="6182"/>
                  </a:lnTo>
                  <a:lnTo>
                    <a:pt x="116098" y="7722"/>
                  </a:lnTo>
                  <a:lnTo>
                    <a:pt x="111073" y="9423"/>
                  </a:lnTo>
                  <a:lnTo>
                    <a:pt x="106104" y="11282"/>
                  </a:lnTo>
                  <a:lnTo>
                    <a:pt x="101197" y="13297"/>
                  </a:lnTo>
                  <a:lnTo>
                    <a:pt x="96356" y="15468"/>
                  </a:lnTo>
                  <a:lnTo>
                    <a:pt x="91586" y="17791"/>
                  </a:lnTo>
                  <a:lnTo>
                    <a:pt x="86892" y="20264"/>
                  </a:lnTo>
                  <a:lnTo>
                    <a:pt x="82280" y="22885"/>
                  </a:lnTo>
                  <a:lnTo>
                    <a:pt x="77753" y="25651"/>
                  </a:lnTo>
                  <a:lnTo>
                    <a:pt x="73316" y="28559"/>
                  </a:lnTo>
                  <a:lnTo>
                    <a:pt x="68973" y="31607"/>
                  </a:lnTo>
                  <a:lnTo>
                    <a:pt x="64729" y="34791"/>
                  </a:lnTo>
                  <a:lnTo>
                    <a:pt x="60589" y="38108"/>
                  </a:lnTo>
                  <a:lnTo>
                    <a:pt x="56555" y="41554"/>
                  </a:lnTo>
                  <a:lnTo>
                    <a:pt x="52634" y="45127"/>
                  </a:lnTo>
                  <a:lnTo>
                    <a:pt x="48827" y="48823"/>
                  </a:lnTo>
                  <a:lnTo>
                    <a:pt x="45140" y="52637"/>
                  </a:lnTo>
                  <a:lnTo>
                    <a:pt x="41576" y="56566"/>
                  </a:lnTo>
                  <a:lnTo>
                    <a:pt x="38138" y="60607"/>
                  </a:lnTo>
                  <a:lnTo>
                    <a:pt x="34830" y="64755"/>
                  </a:lnTo>
                  <a:lnTo>
                    <a:pt x="31655" y="69005"/>
                  </a:lnTo>
                  <a:lnTo>
                    <a:pt x="28617" y="73355"/>
                  </a:lnTo>
                  <a:lnTo>
                    <a:pt x="25718" y="77798"/>
                  </a:lnTo>
                  <a:lnTo>
                    <a:pt x="22962" y="82331"/>
                  </a:lnTo>
                  <a:lnTo>
                    <a:pt x="20351" y="86949"/>
                  </a:lnTo>
                  <a:lnTo>
                    <a:pt x="17888" y="91648"/>
                  </a:lnTo>
                  <a:lnTo>
                    <a:pt x="15575" y="96423"/>
                  </a:lnTo>
                  <a:lnTo>
                    <a:pt x="13415" y="101268"/>
                  </a:lnTo>
                  <a:lnTo>
                    <a:pt x="11410" y="106180"/>
                  </a:lnTo>
                  <a:lnTo>
                    <a:pt x="9562" y="111153"/>
                  </a:lnTo>
                  <a:lnTo>
                    <a:pt x="7872" y="116182"/>
                  </a:lnTo>
                  <a:lnTo>
                    <a:pt x="6343" y="121262"/>
                  </a:lnTo>
                  <a:lnTo>
                    <a:pt x="4976" y="126388"/>
                  </a:lnTo>
                  <a:lnTo>
                    <a:pt x="3772" y="131555"/>
                  </a:lnTo>
                  <a:lnTo>
                    <a:pt x="2733" y="136758"/>
                  </a:lnTo>
                  <a:lnTo>
                    <a:pt x="1859" y="141990"/>
                  </a:lnTo>
                  <a:lnTo>
                    <a:pt x="1152" y="147248"/>
                  </a:lnTo>
                  <a:lnTo>
                    <a:pt x="612" y="152526"/>
                  </a:lnTo>
                  <a:lnTo>
                    <a:pt x="239" y="157818"/>
                  </a:lnTo>
                  <a:lnTo>
                    <a:pt x="35" y="163120"/>
                  </a:lnTo>
                  <a:lnTo>
                    <a:pt x="0" y="168425"/>
                  </a:lnTo>
                  <a:lnTo>
                    <a:pt x="132" y="173728"/>
                  </a:lnTo>
                  <a:lnTo>
                    <a:pt x="433" y="179025"/>
                  </a:lnTo>
                  <a:lnTo>
                    <a:pt x="902" y="184310"/>
                  </a:lnTo>
                  <a:lnTo>
                    <a:pt x="1538" y="189577"/>
                  </a:lnTo>
                  <a:lnTo>
                    <a:pt x="2341" y="194821"/>
                  </a:lnTo>
                  <a:lnTo>
                    <a:pt x="3310" y="200037"/>
                  </a:lnTo>
                  <a:lnTo>
                    <a:pt x="4444" y="205219"/>
                  </a:lnTo>
                  <a:lnTo>
                    <a:pt x="5742" y="210363"/>
                  </a:lnTo>
                  <a:lnTo>
                    <a:pt x="7202" y="215464"/>
                  </a:lnTo>
                  <a:lnTo>
                    <a:pt x="8824" y="220515"/>
                  </a:lnTo>
                  <a:lnTo>
                    <a:pt x="10605" y="225512"/>
                  </a:lnTo>
                  <a:lnTo>
                    <a:pt x="12543" y="230451"/>
                  </a:lnTo>
                  <a:lnTo>
                    <a:pt x="14638" y="235325"/>
                  </a:lnTo>
                  <a:lnTo>
                    <a:pt x="16886" y="240130"/>
                  </a:lnTo>
                  <a:lnTo>
                    <a:pt x="19285" y="244862"/>
                  </a:lnTo>
                  <a:lnTo>
                    <a:pt x="21834" y="249515"/>
                  </a:lnTo>
                  <a:lnTo>
                    <a:pt x="24529" y="254085"/>
                  </a:lnTo>
                  <a:lnTo>
                    <a:pt x="27367" y="258567"/>
                  </a:lnTo>
                  <a:lnTo>
                    <a:pt x="30346" y="262957"/>
                  </a:lnTo>
                  <a:lnTo>
                    <a:pt x="33463" y="267250"/>
                  </a:lnTo>
                  <a:lnTo>
                    <a:pt x="36715" y="271442"/>
                  </a:lnTo>
                  <a:lnTo>
                    <a:pt x="40098" y="275529"/>
                  </a:lnTo>
                  <a:lnTo>
                    <a:pt x="43609" y="279506"/>
                  </a:lnTo>
                  <a:lnTo>
                    <a:pt x="47244" y="283370"/>
                  </a:lnTo>
                  <a:lnTo>
                    <a:pt x="51001" y="287116"/>
                  </a:lnTo>
                  <a:lnTo>
                    <a:pt x="54874" y="290742"/>
                  </a:lnTo>
                  <a:lnTo>
                    <a:pt x="58860" y="294243"/>
                  </a:lnTo>
                  <a:lnTo>
                    <a:pt x="62956" y="297615"/>
                  </a:lnTo>
                  <a:lnTo>
                    <a:pt x="67156" y="300856"/>
                  </a:lnTo>
                  <a:lnTo>
                    <a:pt x="71457" y="303962"/>
                  </a:lnTo>
                  <a:lnTo>
                    <a:pt x="75855" y="306930"/>
                  </a:lnTo>
                  <a:lnTo>
                    <a:pt x="80344" y="309756"/>
                  </a:lnTo>
                  <a:lnTo>
                    <a:pt x="84921" y="312439"/>
                  </a:lnTo>
                  <a:lnTo>
                    <a:pt x="89581" y="314976"/>
                  </a:lnTo>
                  <a:lnTo>
                    <a:pt x="94318" y="317363"/>
                  </a:lnTo>
                  <a:lnTo>
                    <a:pt x="99130" y="319598"/>
                  </a:lnTo>
                  <a:lnTo>
                    <a:pt x="104009" y="321680"/>
                  </a:lnTo>
                  <a:lnTo>
                    <a:pt x="108953" y="323606"/>
                  </a:lnTo>
                  <a:lnTo>
                    <a:pt x="113955" y="325374"/>
                  </a:lnTo>
                  <a:lnTo>
                    <a:pt x="119010" y="326983"/>
                  </a:lnTo>
                  <a:lnTo>
                    <a:pt x="124114" y="328430"/>
                  </a:lnTo>
                  <a:lnTo>
                    <a:pt x="129262" y="329715"/>
                  </a:lnTo>
                  <a:lnTo>
                    <a:pt x="134447" y="330835"/>
                  </a:lnTo>
                  <a:lnTo>
                    <a:pt x="139666" y="331791"/>
                  </a:lnTo>
                  <a:lnTo>
                    <a:pt x="144912" y="332580"/>
                  </a:lnTo>
                  <a:lnTo>
                    <a:pt x="150180" y="333203"/>
                  </a:lnTo>
                  <a:lnTo>
                    <a:pt x="155466" y="333658"/>
                  </a:lnTo>
                  <a:lnTo>
                    <a:pt x="160764" y="333945"/>
                  </a:lnTo>
                  <a:lnTo>
                    <a:pt x="166068" y="334064"/>
                  </a:lnTo>
                  <a:lnTo>
                    <a:pt x="171373" y="334014"/>
                  </a:lnTo>
                  <a:lnTo>
                    <a:pt x="176673" y="333797"/>
                  </a:lnTo>
                  <a:lnTo>
                    <a:pt x="181965" y="333411"/>
                  </a:lnTo>
                  <a:lnTo>
                    <a:pt x="187241" y="332857"/>
                  </a:lnTo>
                  <a:lnTo>
                    <a:pt x="192497" y="332136"/>
                  </a:lnTo>
                  <a:lnTo>
                    <a:pt x="197728" y="331249"/>
                  </a:lnTo>
                  <a:lnTo>
                    <a:pt x="202927" y="330196"/>
                  </a:lnTo>
                  <a:lnTo>
                    <a:pt x="208091" y="328979"/>
                  </a:lnTo>
                  <a:lnTo>
                    <a:pt x="213214" y="327599"/>
                  </a:lnTo>
                  <a:lnTo>
                    <a:pt x="218290" y="326056"/>
                  </a:lnTo>
                  <a:lnTo>
                    <a:pt x="223314" y="324354"/>
                  </a:lnTo>
                  <a:lnTo>
                    <a:pt x="228282" y="322493"/>
                  </a:lnTo>
                  <a:lnTo>
                    <a:pt x="233189" y="320475"/>
                  </a:lnTo>
                  <a:lnTo>
                    <a:pt x="238029" y="318302"/>
                  </a:lnTo>
                  <a:lnTo>
                    <a:pt x="242798" y="315977"/>
                  </a:lnTo>
                  <a:lnTo>
                    <a:pt x="247490" y="313502"/>
                  </a:lnTo>
                  <a:lnTo>
                    <a:pt x="252102" y="310879"/>
                  </a:lnTo>
                  <a:lnTo>
                    <a:pt x="256628" y="308111"/>
                  </a:lnTo>
                  <a:lnTo>
                    <a:pt x="261063" y="305201"/>
                  </a:lnTo>
                  <a:lnTo>
                    <a:pt x="265405" y="302151"/>
                  </a:lnTo>
                  <a:lnTo>
                    <a:pt x="269647" y="298966"/>
                  </a:lnTo>
                  <a:lnTo>
                    <a:pt x="273786" y="295647"/>
                  </a:lnTo>
                  <a:lnTo>
                    <a:pt x="277818" y="292199"/>
                  </a:lnTo>
                  <a:lnTo>
                    <a:pt x="281738" y="288624"/>
                  </a:lnTo>
                  <a:lnTo>
                    <a:pt x="285543" y="284927"/>
                  </a:lnTo>
                  <a:lnTo>
                    <a:pt x="289229" y="281111"/>
                  </a:lnTo>
                  <a:lnTo>
                    <a:pt x="292791" y="277180"/>
                  </a:lnTo>
                  <a:lnTo>
                    <a:pt x="296228" y="273138"/>
                  </a:lnTo>
                  <a:lnTo>
                    <a:pt x="299534" y="268989"/>
                  </a:lnTo>
                  <a:lnTo>
                    <a:pt x="302707" y="264737"/>
                  </a:lnTo>
                  <a:lnTo>
                    <a:pt x="305743" y="260387"/>
                  </a:lnTo>
                  <a:lnTo>
                    <a:pt x="308640" y="255942"/>
                  </a:lnTo>
                  <a:lnTo>
                    <a:pt x="311394" y="251408"/>
                  </a:lnTo>
                  <a:lnTo>
                    <a:pt x="314003" y="246788"/>
                  </a:lnTo>
                  <a:lnTo>
                    <a:pt x="316464" y="242088"/>
                  </a:lnTo>
                  <a:lnTo>
                    <a:pt x="318775" y="237313"/>
                  </a:lnTo>
                  <a:lnTo>
                    <a:pt x="320933" y="232466"/>
                  </a:lnTo>
                  <a:lnTo>
                    <a:pt x="322936" y="227554"/>
                  </a:lnTo>
                  <a:lnTo>
                    <a:pt x="324782" y="222580"/>
                  </a:lnTo>
                  <a:lnTo>
                    <a:pt x="326470" y="217550"/>
                  </a:lnTo>
                  <a:lnTo>
                    <a:pt x="327997" y="212469"/>
                  </a:lnTo>
                  <a:lnTo>
                    <a:pt x="329362" y="207343"/>
                  </a:lnTo>
                  <a:lnTo>
                    <a:pt x="330563" y="202175"/>
                  </a:lnTo>
                  <a:lnTo>
                    <a:pt x="331600" y="196972"/>
                  </a:lnTo>
                  <a:lnTo>
                    <a:pt x="332472" y="191739"/>
                  </a:lnTo>
                  <a:lnTo>
                    <a:pt x="333177" y="186481"/>
                  </a:lnTo>
                  <a:lnTo>
                    <a:pt x="333714" y="181203"/>
                  </a:lnTo>
                  <a:lnTo>
                    <a:pt x="334084" y="175911"/>
                  </a:lnTo>
                  <a:lnTo>
                    <a:pt x="334286" y="170609"/>
                  </a:lnTo>
                  <a:lnTo>
                    <a:pt x="334320" y="165304"/>
                  </a:lnTo>
                  <a:lnTo>
                    <a:pt x="334185" y="160001"/>
                  </a:lnTo>
                  <a:lnTo>
                    <a:pt x="333882" y="154704"/>
                  </a:lnTo>
                  <a:lnTo>
                    <a:pt x="333411" y="149420"/>
                  </a:lnTo>
                  <a:lnTo>
                    <a:pt x="332773" y="144153"/>
                  </a:lnTo>
                  <a:lnTo>
                    <a:pt x="331967" y="138909"/>
                  </a:lnTo>
                  <a:lnTo>
                    <a:pt x="330996" y="133694"/>
                  </a:lnTo>
                  <a:lnTo>
                    <a:pt x="329860" y="128511"/>
                  </a:lnTo>
                  <a:lnTo>
                    <a:pt x="328560" y="123368"/>
                  </a:lnTo>
                  <a:lnTo>
                    <a:pt x="327097" y="118268"/>
                  </a:lnTo>
                  <a:lnTo>
                    <a:pt x="325473" y="113218"/>
                  </a:lnTo>
                  <a:lnTo>
                    <a:pt x="323690" y="108221"/>
                  </a:lnTo>
                  <a:lnTo>
                    <a:pt x="321749" y="103283"/>
                  </a:lnTo>
                  <a:lnTo>
                    <a:pt x="319653" y="98410"/>
                  </a:lnTo>
                  <a:lnTo>
                    <a:pt x="317403" y="93606"/>
                  </a:lnTo>
                  <a:lnTo>
                    <a:pt x="315001" y="88875"/>
                  </a:lnTo>
                  <a:lnTo>
                    <a:pt x="312451" y="84223"/>
                  </a:lnTo>
                  <a:lnTo>
                    <a:pt x="309754" y="79654"/>
                  </a:lnTo>
                  <a:lnTo>
                    <a:pt x="306914" y="75173"/>
                  </a:lnTo>
                  <a:lnTo>
                    <a:pt x="303933" y="70785"/>
                  </a:lnTo>
                  <a:lnTo>
                    <a:pt x="300814" y="66493"/>
                  </a:lnTo>
                  <a:lnTo>
                    <a:pt x="297561" y="62302"/>
                  </a:lnTo>
                  <a:lnTo>
                    <a:pt x="294176" y="58217"/>
                  </a:lnTo>
                  <a:lnTo>
                    <a:pt x="290663" y="54241"/>
                  </a:lnTo>
                  <a:lnTo>
                    <a:pt x="287026" y="50379"/>
                  </a:lnTo>
                  <a:lnTo>
                    <a:pt x="283268" y="46634"/>
                  </a:lnTo>
                  <a:lnTo>
                    <a:pt x="279393" y="43010"/>
                  </a:lnTo>
                  <a:lnTo>
                    <a:pt x="275405" y="39511"/>
                  </a:lnTo>
                  <a:lnTo>
                    <a:pt x="271309" y="36141"/>
                  </a:lnTo>
                  <a:lnTo>
                    <a:pt x="267107" y="32902"/>
                  </a:lnTo>
                  <a:lnTo>
                    <a:pt x="262805" y="29798"/>
                  </a:lnTo>
                  <a:lnTo>
                    <a:pt x="258406" y="26832"/>
                  </a:lnTo>
                  <a:lnTo>
                    <a:pt x="253915" y="24007"/>
                  </a:lnTo>
                  <a:lnTo>
                    <a:pt x="249337" y="21326"/>
                  </a:lnTo>
                  <a:lnTo>
                    <a:pt x="244676" y="18791"/>
                  </a:lnTo>
                  <a:lnTo>
                    <a:pt x="239937" y="16406"/>
                  </a:lnTo>
                  <a:lnTo>
                    <a:pt x="235125" y="14173"/>
                  </a:lnTo>
                  <a:lnTo>
                    <a:pt x="230245" y="12093"/>
                  </a:lnTo>
                  <a:lnTo>
                    <a:pt x="225301" y="10169"/>
                  </a:lnTo>
                  <a:lnTo>
                    <a:pt x="220298" y="8403"/>
                  </a:lnTo>
                  <a:lnTo>
                    <a:pt x="215242" y="6797"/>
                  </a:lnTo>
                  <a:lnTo>
                    <a:pt x="167160" y="1669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48081" cy="167167"/>
            </a:xfrm>
            <a:custGeom>
              <a:avLst/>
              <a:pathLst>
                <a:path w="48081" h="167167">
                  <a:moveTo>
                    <a:pt x="48081" y="7064"/>
                  </a:moveTo>
                  <a:lnTo>
                    <a:pt x="42212" y="5417"/>
                  </a:lnTo>
                  <a:lnTo>
                    <a:pt x="36286" y="3985"/>
                  </a:lnTo>
                  <a:lnTo>
                    <a:pt x="30312" y="2771"/>
                  </a:lnTo>
                  <a:lnTo>
                    <a:pt x="24298" y="1775"/>
                  </a:lnTo>
                  <a:lnTo>
                    <a:pt x="18252" y="999"/>
                  </a:lnTo>
                  <a:lnTo>
                    <a:pt x="12181" y="444"/>
                  </a:lnTo>
                  <a:lnTo>
                    <a:pt x="609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7594" y="5399291"/>
              <a:ext cx="85949" cy="167167"/>
            </a:xfrm>
            <a:custGeom>
              <a:avLst/>
              <a:pathLst>
                <a:path w="85949" h="167167">
                  <a:moveTo>
                    <a:pt x="85949" y="0"/>
                  </a:moveTo>
                  <a:lnTo>
                    <a:pt x="80308" y="95"/>
                  </a:lnTo>
                  <a:lnTo>
                    <a:pt x="74674" y="380"/>
                  </a:lnTo>
                  <a:lnTo>
                    <a:pt x="69052" y="856"/>
                  </a:lnTo>
                  <a:lnTo>
                    <a:pt x="63449" y="1521"/>
                  </a:lnTo>
                  <a:lnTo>
                    <a:pt x="57872" y="2374"/>
                  </a:lnTo>
                  <a:lnTo>
                    <a:pt x="52328" y="3416"/>
                  </a:lnTo>
                  <a:lnTo>
                    <a:pt x="46821" y="4643"/>
                  </a:lnTo>
                  <a:lnTo>
                    <a:pt x="41359" y="6056"/>
                  </a:lnTo>
                  <a:lnTo>
                    <a:pt x="35948" y="7653"/>
                  </a:lnTo>
                  <a:lnTo>
                    <a:pt x="30593" y="9431"/>
                  </a:lnTo>
                  <a:lnTo>
                    <a:pt x="25302" y="11389"/>
                  </a:lnTo>
                  <a:lnTo>
                    <a:pt x="20080" y="13524"/>
                  </a:lnTo>
                  <a:lnTo>
                    <a:pt x="14933" y="15834"/>
                  </a:lnTo>
                  <a:lnTo>
                    <a:pt x="9866" y="18317"/>
                  </a:lnTo>
                  <a:lnTo>
                    <a:pt x="4887" y="20969"/>
                  </a:lnTo>
                  <a:lnTo>
                    <a:pt x="0" y="23788"/>
                  </a:lnTo>
                  <a:lnTo>
                    <a:pt x="859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7594" y="5423080"/>
              <a:ext cx="85949" cy="143379"/>
            </a:xfrm>
            <a:custGeom>
              <a:avLst/>
              <a:pathLst>
                <a:path w="85949" h="143379">
                  <a:moveTo>
                    <a:pt x="0" y="0"/>
                  </a:moveTo>
                  <a:lnTo>
                    <a:pt x="85949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7594" y="5423080"/>
              <a:ext cx="85949" cy="143379"/>
            </a:xfrm>
            <a:custGeom>
              <a:avLst/>
              <a:pathLst>
                <a:path w="85949" h="143379">
                  <a:moveTo>
                    <a:pt x="0" y="0"/>
                  </a:moveTo>
                  <a:lnTo>
                    <a:pt x="85949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7594" y="5423080"/>
              <a:ext cx="85949" cy="143379"/>
            </a:xfrm>
            <a:custGeom>
              <a:avLst/>
              <a:pathLst>
                <a:path w="85949" h="143379">
                  <a:moveTo>
                    <a:pt x="0" y="0"/>
                  </a:moveTo>
                  <a:lnTo>
                    <a:pt x="85949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7594" y="5423080"/>
              <a:ext cx="85949" cy="143379"/>
            </a:xfrm>
            <a:custGeom>
              <a:avLst/>
              <a:pathLst>
                <a:path w="85949" h="143379">
                  <a:moveTo>
                    <a:pt x="0" y="0"/>
                  </a:moveTo>
                  <a:lnTo>
                    <a:pt x="85949" y="1433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7594" y="5423080"/>
              <a:ext cx="85949" cy="143379"/>
            </a:xfrm>
            <a:custGeom>
              <a:avLst/>
              <a:pathLst>
                <a:path w="85949" h="143379">
                  <a:moveTo>
                    <a:pt x="0" y="0"/>
                  </a:moveTo>
                  <a:lnTo>
                    <a:pt x="85949" y="1433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856391" y="5423080"/>
              <a:ext cx="215234" cy="310543"/>
            </a:xfrm>
            <a:custGeom>
              <a:avLst/>
              <a:pathLst>
                <a:path w="215234" h="310543">
                  <a:moveTo>
                    <a:pt x="81202" y="0"/>
                  </a:moveTo>
                  <a:lnTo>
                    <a:pt x="76688" y="2804"/>
                  </a:lnTo>
                  <a:lnTo>
                    <a:pt x="72265" y="5751"/>
                  </a:lnTo>
                  <a:lnTo>
                    <a:pt x="67937" y="8837"/>
                  </a:lnTo>
                  <a:lnTo>
                    <a:pt x="63711" y="12059"/>
                  </a:lnTo>
                  <a:lnTo>
                    <a:pt x="59588" y="15414"/>
                  </a:lnTo>
                  <a:lnTo>
                    <a:pt x="55575" y="18898"/>
                  </a:lnTo>
                  <a:lnTo>
                    <a:pt x="51674" y="22508"/>
                  </a:lnTo>
                  <a:lnTo>
                    <a:pt x="47890" y="26240"/>
                  </a:lnTo>
                  <a:lnTo>
                    <a:pt x="44227" y="30090"/>
                  </a:lnTo>
                  <a:lnTo>
                    <a:pt x="40687" y="34055"/>
                  </a:lnTo>
                  <a:lnTo>
                    <a:pt x="37276" y="38131"/>
                  </a:lnTo>
                  <a:lnTo>
                    <a:pt x="33996" y="42313"/>
                  </a:lnTo>
                  <a:lnTo>
                    <a:pt x="30850" y="46597"/>
                  </a:lnTo>
                  <a:lnTo>
                    <a:pt x="27842" y="50978"/>
                  </a:lnTo>
                  <a:lnTo>
                    <a:pt x="24976" y="55454"/>
                  </a:lnTo>
                  <a:lnTo>
                    <a:pt x="22252" y="60018"/>
                  </a:lnTo>
                  <a:lnTo>
                    <a:pt x="19676" y="64666"/>
                  </a:lnTo>
                  <a:lnTo>
                    <a:pt x="17248" y="69394"/>
                  </a:lnTo>
                  <a:lnTo>
                    <a:pt x="14972" y="74197"/>
                  </a:lnTo>
                  <a:lnTo>
                    <a:pt x="12849" y="79070"/>
                  </a:lnTo>
                  <a:lnTo>
                    <a:pt x="10883" y="84007"/>
                  </a:lnTo>
                  <a:lnTo>
                    <a:pt x="9075" y="89005"/>
                  </a:lnTo>
                  <a:lnTo>
                    <a:pt x="7426" y="94058"/>
                  </a:lnTo>
                  <a:lnTo>
                    <a:pt x="5939" y="99160"/>
                  </a:lnTo>
                  <a:lnTo>
                    <a:pt x="4615" y="104307"/>
                  </a:lnTo>
                  <a:lnTo>
                    <a:pt x="3455" y="109494"/>
                  </a:lnTo>
                  <a:lnTo>
                    <a:pt x="2460" y="114715"/>
                  </a:lnTo>
                  <a:lnTo>
                    <a:pt x="1632" y="119965"/>
                  </a:lnTo>
                  <a:lnTo>
                    <a:pt x="972" y="125239"/>
                  </a:lnTo>
                  <a:lnTo>
                    <a:pt x="479" y="130530"/>
                  </a:lnTo>
                  <a:lnTo>
                    <a:pt x="155" y="135835"/>
                  </a:lnTo>
                  <a:lnTo>
                    <a:pt x="0" y="141148"/>
                  </a:lnTo>
                  <a:lnTo>
                    <a:pt x="13" y="146463"/>
                  </a:lnTo>
                  <a:lnTo>
                    <a:pt x="196" y="151774"/>
                  </a:lnTo>
                  <a:lnTo>
                    <a:pt x="547" y="157078"/>
                  </a:lnTo>
                  <a:lnTo>
                    <a:pt x="1067" y="162367"/>
                  </a:lnTo>
                  <a:lnTo>
                    <a:pt x="1754" y="167637"/>
                  </a:lnTo>
                  <a:lnTo>
                    <a:pt x="2609" y="172883"/>
                  </a:lnTo>
                  <a:lnTo>
                    <a:pt x="3630" y="178099"/>
                  </a:lnTo>
                  <a:lnTo>
                    <a:pt x="4816" y="183279"/>
                  </a:lnTo>
                  <a:lnTo>
                    <a:pt x="6167" y="188420"/>
                  </a:lnTo>
                  <a:lnTo>
                    <a:pt x="7680" y="193515"/>
                  </a:lnTo>
                  <a:lnTo>
                    <a:pt x="9354" y="198559"/>
                  </a:lnTo>
                  <a:lnTo>
                    <a:pt x="11188" y="203547"/>
                  </a:lnTo>
                  <a:lnTo>
                    <a:pt x="13180" y="208475"/>
                  </a:lnTo>
                  <a:lnTo>
                    <a:pt x="15327" y="213336"/>
                  </a:lnTo>
                  <a:lnTo>
                    <a:pt x="17628" y="218128"/>
                  </a:lnTo>
                  <a:lnTo>
                    <a:pt x="20079" y="222843"/>
                  </a:lnTo>
                  <a:lnTo>
                    <a:pt x="22680" y="227478"/>
                  </a:lnTo>
                  <a:lnTo>
                    <a:pt x="25426" y="232028"/>
                  </a:lnTo>
                  <a:lnTo>
                    <a:pt x="28316" y="236489"/>
                  </a:lnTo>
                  <a:lnTo>
                    <a:pt x="31346" y="240855"/>
                  </a:lnTo>
                  <a:lnTo>
                    <a:pt x="34514" y="245123"/>
                  </a:lnTo>
                  <a:lnTo>
                    <a:pt x="37815" y="249288"/>
                  </a:lnTo>
                  <a:lnTo>
                    <a:pt x="41247" y="253346"/>
                  </a:lnTo>
                  <a:lnTo>
                    <a:pt x="44807" y="257293"/>
                  </a:lnTo>
                  <a:lnTo>
                    <a:pt x="48490" y="261125"/>
                  </a:lnTo>
                  <a:lnTo>
                    <a:pt x="52293" y="264838"/>
                  </a:lnTo>
                  <a:lnTo>
                    <a:pt x="56212" y="268428"/>
                  </a:lnTo>
                  <a:lnTo>
                    <a:pt x="60243" y="271891"/>
                  </a:lnTo>
                  <a:lnTo>
                    <a:pt x="64383" y="275225"/>
                  </a:lnTo>
                  <a:lnTo>
                    <a:pt x="68626" y="278425"/>
                  </a:lnTo>
                  <a:lnTo>
                    <a:pt x="72969" y="281489"/>
                  </a:lnTo>
                  <a:lnTo>
                    <a:pt x="77407" y="284413"/>
                  </a:lnTo>
                  <a:lnTo>
                    <a:pt x="81935" y="287195"/>
                  </a:lnTo>
                  <a:lnTo>
                    <a:pt x="86550" y="289831"/>
                  </a:lnTo>
                  <a:lnTo>
                    <a:pt x="91247" y="292319"/>
                  </a:lnTo>
                  <a:lnTo>
                    <a:pt x="96020" y="294657"/>
                  </a:lnTo>
                  <a:lnTo>
                    <a:pt x="100865" y="296842"/>
                  </a:lnTo>
                  <a:lnTo>
                    <a:pt x="105777" y="298871"/>
                  </a:lnTo>
                  <a:lnTo>
                    <a:pt x="110751" y="300744"/>
                  </a:lnTo>
                  <a:lnTo>
                    <a:pt x="115782" y="302457"/>
                  </a:lnTo>
                  <a:lnTo>
                    <a:pt x="120865" y="304010"/>
                  </a:lnTo>
                  <a:lnTo>
                    <a:pt x="125995" y="305400"/>
                  </a:lnTo>
                  <a:lnTo>
                    <a:pt x="131166" y="306627"/>
                  </a:lnTo>
                  <a:lnTo>
                    <a:pt x="136374" y="307688"/>
                  </a:lnTo>
                  <a:lnTo>
                    <a:pt x="141613" y="308584"/>
                  </a:lnTo>
                  <a:lnTo>
                    <a:pt x="146877" y="309312"/>
                  </a:lnTo>
                  <a:lnTo>
                    <a:pt x="152162" y="309873"/>
                  </a:lnTo>
                  <a:lnTo>
                    <a:pt x="157463" y="310265"/>
                  </a:lnTo>
                  <a:lnTo>
                    <a:pt x="162773" y="310489"/>
                  </a:lnTo>
                  <a:lnTo>
                    <a:pt x="168087" y="310543"/>
                  </a:lnTo>
                  <a:lnTo>
                    <a:pt x="173401" y="310429"/>
                  </a:lnTo>
                  <a:lnTo>
                    <a:pt x="178708" y="310146"/>
                  </a:lnTo>
                  <a:lnTo>
                    <a:pt x="184004" y="309694"/>
                  </a:lnTo>
                  <a:lnTo>
                    <a:pt x="189282" y="309075"/>
                  </a:lnTo>
                  <a:lnTo>
                    <a:pt x="194538" y="308287"/>
                  </a:lnTo>
                  <a:lnTo>
                    <a:pt x="199767" y="307334"/>
                  </a:lnTo>
                  <a:lnTo>
                    <a:pt x="204963" y="306214"/>
                  </a:lnTo>
                  <a:lnTo>
                    <a:pt x="210120" y="304930"/>
                  </a:lnTo>
                  <a:lnTo>
                    <a:pt x="215234" y="303482"/>
                  </a:lnTo>
                  <a:lnTo>
                    <a:pt x="167152" y="1433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167167" cy="327270"/>
            </a:xfrm>
            <a:custGeom>
              <a:avLst/>
              <a:pathLst>
                <a:path w="167167" h="327270">
                  <a:moveTo>
                    <a:pt x="48081" y="327270"/>
                  </a:moveTo>
                  <a:lnTo>
                    <a:pt x="53182" y="325649"/>
                  </a:lnTo>
                  <a:lnTo>
                    <a:pt x="58229" y="323865"/>
                  </a:lnTo>
                  <a:lnTo>
                    <a:pt x="63216" y="321920"/>
                  </a:lnTo>
                  <a:lnTo>
                    <a:pt x="68138" y="319817"/>
                  </a:lnTo>
                  <a:lnTo>
                    <a:pt x="72990" y="317558"/>
                  </a:lnTo>
                  <a:lnTo>
                    <a:pt x="77767" y="315144"/>
                  </a:lnTo>
                  <a:lnTo>
                    <a:pt x="82465" y="312578"/>
                  </a:lnTo>
                  <a:lnTo>
                    <a:pt x="87078" y="309863"/>
                  </a:lnTo>
                  <a:lnTo>
                    <a:pt x="91602" y="307002"/>
                  </a:lnTo>
                  <a:lnTo>
                    <a:pt x="96032" y="303998"/>
                  </a:lnTo>
                  <a:lnTo>
                    <a:pt x="100363" y="300853"/>
                  </a:lnTo>
                  <a:lnTo>
                    <a:pt x="104592" y="297572"/>
                  </a:lnTo>
                  <a:lnTo>
                    <a:pt x="108713" y="294156"/>
                  </a:lnTo>
                  <a:lnTo>
                    <a:pt x="112723" y="290611"/>
                  </a:lnTo>
                  <a:lnTo>
                    <a:pt x="116617" y="286938"/>
                  </a:lnTo>
                  <a:lnTo>
                    <a:pt x="120392" y="283144"/>
                  </a:lnTo>
                  <a:lnTo>
                    <a:pt x="124043" y="279230"/>
                  </a:lnTo>
                  <a:lnTo>
                    <a:pt x="127568" y="275201"/>
                  </a:lnTo>
                  <a:lnTo>
                    <a:pt x="130961" y="271061"/>
                  </a:lnTo>
                  <a:lnTo>
                    <a:pt x="134220" y="266815"/>
                  </a:lnTo>
                  <a:lnTo>
                    <a:pt x="137341" y="262467"/>
                  </a:lnTo>
                  <a:lnTo>
                    <a:pt x="140322" y="258021"/>
                  </a:lnTo>
                  <a:lnTo>
                    <a:pt x="143159" y="253482"/>
                  </a:lnTo>
                  <a:lnTo>
                    <a:pt x="145849" y="248855"/>
                  </a:lnTo>
                  <a:lnTo>
                    <a:pt x="148389" y="244143"/>
                  </a:lnTo>
                  <a:lnTo>
                    <a:pt x="150778" y="239353"/>
                  </a:lnTo>
                  <a:lnTo>
                    <a:pt x="153012" y="234489"/>
                  </a:lnTo>
                  <a:lnTo>
                    <a:pt x="155088" y="229556"/>
                  </a:lnTo>
                  <a:lnTo>
                    <a:pt x="157006" y="224559"/>
                  </a:lnTo>
                  <a:lnTo>
                    <a:pt x="158763" y="219503"/>
                  </a:lnTo>
                  <a:lnTo>
                    <a:pt x="160357" y="214393"/>
                  </a:lnTo>
                  <a:lnTo>
                    <a:pt x="161787" y="209235"/>
                  </a:lnTo>
                  <a:lnTo>
                    <a:pt x="163051" y="204034"/>
                  </a:lnTo>
                  <a:lnTo>
                    <a:pt x="164148" y="198795"/>
                  </a:lnTo>
                  <a:lnTo>
                    <a:pt x="165076" y="193523"/>
                  </a:lnTo>
                  <a:lnTo>
                    <a:pt x="165835" y="188225"/>
                  </a:lnTo>
                  <a:lnTo>
                    <a:pt x="166425" y="182904"/>
                  </a:lnTo>
                  <a:lnTo>
                    <a:pt x="166843" y="177568"/>
                  </a:lnTo>
                  <a:lnTo>
                    <a:pt x="167091" y="172221"/>
                  </a:lnTo>
                  <a:lnTo>
                    <a:pt x="167167" y="166869"/>
                  </a:lnTo>
                  <a:lnTo>
                    <a:pt x="167071" y="161518"/>
                  </a:lnTo>
                  <a:lnTo>
                    <a:pt x="166805" y="156172"/>
                  </a:lnTo>
                  <a:lnTo>
                    <a:pt x="166367" y="150837"/>
                  </a:lnTo>
                  <a:lnTo>
                    <a:pt x="165759" y="145519"/>
                  </a:lnTo>
                  <a:lnTo>
                    <a:pt x="164981" y="140223"/>
                  </a:lnTo>
                  <a:lnTo>
                    <a:pt x="164034" y="134955"/>
                  </a:lnTo>
                  <a:lnTo>
                    <a:pt x="162919" y="129720"/>
                  </a:lnTo>
                  <a:lnTo>
                    <a:pt x="161636" y="124523"/>
                  </a:lnTo>
                  <a:lnTo>
                    <a:pt x="160188" y="119370"/>
                  </a:lnTo>
                  <a:lnTo>
                    <a:pt x="158576" y="114266"/>
                  </a:lnTo>
                  <a:lnTo>
                    <a:pt x="156801" y="109217"/>
                  </a:lnTo>
                  <a:lnTo>
                    <a:pt x="154865" y="104226"/>
                  </a:lnTo>
                  <a:lnTo>
                    <a:pt x="152771" y="99300"/>
                  </a:lnTo>
                  <a:lnTo>
                    <a:pt x="150520" y="94444"/>
                  </a:lnTo>
                  <a:lnTo>
                    <a:pt x="148114" y="89663"/>
                  </a:lnTo>
                  <a:lnTo>
                    <a:pt x="145557" y="84960"/>
                  </a:lnTo>
                  <a:lnTo>
                    <a:pt x="142851" y="80342"/>
                  </a:lnTo>
                  <a:lnTo>
                    <a:pt x="139998" y="75814"/>
                  </a:lnTo>
                  <a:lnTo>
                    <a:pt x="137001" y="71378"/>
                  </a:lnTo>
                  <a:lnTo>
                    <a:pt x="133864" y="67041"/>
                  </a:lnTo>
                  <a:lnTo>
                    <a:pt x="130590" y="62807"/>
                  </a:lnTo>
                  <a:lnTo>
                    <a:pt x="127182" y="58679"/>
                  </a:lnTo>
                  <a:lnTo>
                    <a:pt x="123644" y="54663"/>
                  </a:lnTo>
                  <a:lnTo>
                    <a:pt x="119978" y="50762"/>
                  </a:lnTo>
                  <a:lnTo>
                    <a:pt x="116190" y="46981"/>
                  </a:lnTo>
                  <a:lnTo>
                    <a:pt x="112283" y="43323"/>
                  </a:lnTo>
                  <a:lnTo>
                    <a:pt x="108260" y="39791"/>
                  </a:lnTo>
                  <a:lnTo>
                    <a:pt x="104127" y="36391"/>
                  </a:lnTo>
                  <a:lnTo>
                    <a:pt x="99887" y="33124"/>
                  </a:lnTo>
                  <a:lnTo>
                    <a:pt x="95544" y="29995"/>
                  </a:lnTo>
                  <a:lnTo>
                    <a:pt x="91104" y="27006"/>
                  </a:lnTo>
                  <a:lnTo>
                    <a:pt x="86570" y="24161"/>
                  </a:lnTo>
                  <a:lnTo>
                    <a:pt x="81947" y="21463"/>
                  </a:lnTo>
                  <a:lnTo>
                    <a:pt x="77240" y="18914"/>
                  </a:lnTo>
                  <a:lnTo>
                    <a:pt x="72454" y="16517"/>
                  </a:lnTo>
                  <a:lnTo>
                    <a:pt x="67594" y="14275"/>
                  </a:lnTo>
                  <a:lnTo>
                    <a:pt x="62664" y="12189"/>
                  </a:lnTo>
                  <a:lnTo>
                    <a:pt x="57671" y="10263"/>
                  </a:lnTo>
                  <a:lnTo>
                    <a:pt x="52618" y="8497"/>
                  </a:lnTo>
                  <a:lnTo>
                    <a:pt x="47511" y="6893"/>
                  </a:lnTo>
                  <a:lnTo>
                    <a:pt x="42355" y="5454"/>
                  </a:lnTo>
                  <a:lnTo>
                    <a:pt x="37156" y="4181"/>
                  </a:lnTo>
                  <a:lnTo>
                    <a:pt x="31919" y="3075"/>
                  </a:lnTo>
                  <a:lnTo>
                    <a:pt x="26649" y="2137"/>
                  </a:lnTo>
                  <a:lnTo>
                    <a:pt x="21352" y="1369"/>
                  </a:lnTo>
                  <a:lnTo>
                    <a:pt x="16033" y="770"/>
                  </a:lnTo>
                  <a:lnTo>
                    <a:pt x="10698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20560" y="5269756"/>
              <a:ext cx="24698" cy="167167"/>
            </a:xfrm>
            <a:custGeom>
              <a:avLst/>
              <a:pathLst>
                <a:path w="24698" h="167167">
                  <a:moveTo>
                    <a:pt x="24698" y="0"/>
                  </a:moveTo>
                  <a:lnTo>
                    <a:pt x="16438" y="204"/>
                  </a:lnTo>
                  <a:lnTo>
                    <a:pt x="8199" y="816"/>
                  </a:lnTo>
                  <a:lnTo>
                    <a:pt x="0" y="1834"/>
                  </a:lnTo>
                  <a:lnTo>
                    <a:pt x="246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0560" y="5271590"/>
              <a:ext cx="24698" cy="165332"/>
            </a:xfrm>
            <a:custGeom>
              <a:avLst/>
              <a:pathLst>
                <a:path w="24698" h="165332">
                  <a:moveTo>
                    <a:pt x="0" y="0"/>
                  </a:moveTo>
                  <a:lnTo>
                    <a:pt x="24698" y="165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560" y="5271590"/>
              <a:ext cx="24698" cy="165332"/>
            </a:xfrm>
            <a:custGeom>
              <a:avLst/>
              <a:pathLst>
                <a:path w="24698" h="165332">
                  <a:moveTo>
                    <a:pt x="0" y="0"/>
                  </a:moveTo>
                  <a:lnTo>
                    <a:pt x="24698" y="165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560" y="5271590"/>
              <a:ext cx="24698" cy="165332"/>
            </a:xfrm>
            <a:custGeom>
              <a:avLst/>
              <a:pathLst>
                <a:path w="24698" h="165332">
                  <a:moveTo>
                    <a:pt x="0" y="0"/>
                  </a:moveTo>
                  <a:lnTo>
                    <a:pt x="24698" y="1653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20560" y="5271590"/>
              <a:ext cx="24698" cy="165332"/>
            </a:xfrm>
            <a:custGeom>
              <a:avLst/>
              <a:pathLst>
                <a:path w="24698" h="165332">
                  <a:moveTo>
                    <a:pt x="0" y="0"/>
                  </a:moveTo>
                  <a:lnTo>
                    <a:pt x="24698" y="1653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96289" y="5271590"/>
              <a:ext cx="148969" cy="165332"/>
            </a:xfrm>
            <a:custGeom>
              <a:avLst/>
              <a:pathLst>
                <a:path w="148969" h="165332">
                  <a:moveTo>
                    <a:pt x="124270" y="0"/>
                  </a:moveTo>
                  <a:lnTo>
                    <a:pt x="118860" y="899"/>
                  </a:lnTo>
                  <a:lnTo>
                    <a:pt x="113482" y="1975"/>
                  </a:lnTo>
                  <a:lnTo>
                    <a:pt x="108141" y="3227"/>
                  </a:lnTo>
                  <a:lnTo>
                    <a:pt x="102845" y="4654"/>
                  </a:lnTo>
                  <a:lnTo>
                    <a:pt x="97599" y="6253"/>
                  </a:lnTo>
                  <a:lnTo>
                    <a:pt x="92408" y="8024"/>
                  </a:lnTo>
                  <a:lnTo>
                    <a:pt x="87277" y="9965"/>
                  </a:lnTo>
                  <a:lnTo>
                    <a:pt x="82214" y="12072"/>
                  </a:lnTo>
                  <a:lnTo>
                    <a:pt x="77222" y="14345"/>
                  </a:lnTo>
                  <a:lnTo>
                    <a:pt x="72307" y="16780"/>
                  </a:lnTo>
                  <a:lnTo>
                    <a:pt x="67475" y="19375"/>
                  </a:lnTo>
                  <a:lnTo>
                    <a:pt x="62730" y="22127"/>
                  </a:lnTo>
                  <a:lnTo>
                    <a:pt x="58078" y="25033"/>
                  </a:lnTo>
                  <a:lnTo>
                    <a:pt x="53525" y="28090"/>
                  </a:lnTo>
                  <a:lnTo>
                    <a:pt x="49074" y="31295"/>
                  </a:lnTo>
                  <a:lnTo>
                    <a:pt x="44730" y="34645"/>
                  </a:lnTo>
                  <a:lnTo>
                    <a:pt x="40499" y="38135"/>
                  </a:lnTo>
                  <a:lnTo>
                    <a:pt x="36384" y="41762"/>
                  </a:lnTo>
                  <a:lnTo>
                    <a:pt x="32391" y="45522"/>
                  </a:lnTo>
                  <a:lnTo>
                    <a:pt x="28523" y="49411"/>
                  </a:lnTo>
                  <a:lnTo>
                    <a:pt x="24785" y="53425"/>
                  </a:lnTo>
                  <a:lnTo>
                    <a:pt x="21181" y="57559"/>
                  </a:lnTo>
                  <a:lnTo>
                    <a:pt x="17714" y="61809"/>
                  </a:lnTo>
                  <a:lnTo>
                    <a:pt x="14388" y="66171"/>
                  </a:lnTo>
                  <a:lnTo>
                    <a:pt x="11207" y="70639"/>
                  </a:lnTo>
                  <a:lnTo>
                    <a:pt x="8175" y="75210"/>
                  </a:lnTo>
                  <a:lnTo>
                    <a:pt x="5294" y="79877"/>
                  </a:lnTo>
                  <a:lnTo>
                    <a:pt x="2568" y="84637"/>
                  </a:lnTo>
                  <a:lnTo>
                    <a:pt x="0" y="89483"/>
                  </a:lnTo>
                  <a:lnTo>
                    <a:pt x="148969" y="1653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78094" y="5269756"/>
              <a:ext cx="334318" cy="334331"/>
            </a:xfrm>
            <a:custGeom>
              <a:avLst/>
              <a:pathLst>
                <a:path w="334318" h="334331">
                  <a:moveTo>
                    <a:pt x="18195" y="91318"/>
                  </a:moveTo>
                  <a:lnTo>
                    <a:pt x="15858" y="96092"/>
                  </a:lnTo>
                  <a:lnTo>
                    <a:pt x="13675" y="100939"/>
                  </a:lnTo>
                  <a:lnTo>
                    <a:pt x="11647" y="105853"/>
                  </a:lnTo>
                  <a:lnTo>
                    <a:pt x="9776" y="110828"/>
                  </a:lnTo>
                  <a:lnTo>
                    <a:pt x="8065" y="115861"/>
                  </a:lnTo>
                  <a:lnTo>
                    <a:pt x="6514" y="120945"/>
                  </a:lnTo>
                  <a:lnTo>
                    <a:pt x="5125" y="126076"/>
                  </a:lnTo>
                  <a:lnTo>
                    <a:pt x="3901" y="131249"/>
                  </a:lnTo>
                  <a:lnTo>
                    <a:pt x="2841" y="136458"/>
                  </a:lnTo>
                  <a:lnTo>
                    <a:pt x="1948" y="141698"/>
                  </a:lnTo>
                  <a:lnTo>
                    <a:pt x="1222" y="146964"/>
                  </a:lnTo>
                  <a:lnTo>
                    <a:pt x="663" y="152250"/>
                  </a:lnTo>
                  <a:lnTo>
                    <a:pt x="273" y="157551"/>
                  </a:lnTo>
                  <a:lnTo>
                    <a:pt x="52" y="162862"/>
                  </a:lnTo>
                  <a:lnTo>
                    <a:pt x="0" y="168177"/>
                  </a:lnTo>
                  <a:lnTo>
                    <a:pt x="116" y="173492"/>
                  </a:lnTo>
                  <a:lnTo>
                    <a:pt x="402" y="178800"/>
                  </a:lnTo>
                  <a:lnTo>
                    <a:pt x="856" y="184096"/>
                  </a:lnTo>
                  <a:lnTo>
                    <a:pt x="1478" y="189375"/>
                  </a:lnTo>
                  <a:lnTo>
                    <a:pt x="2268" y="194632"/>
                  </a:lnTo>
                  <a:lnTo>
                    <a:pt x="3225" y="199861"/>
                  </a:lnTo>
                  <a:lnTo>
                    <a:pt x="4347" y="205056"/>
                  </a:lnTo>
                  <a:lnTo>
                    <a:pt x="5634" y="210214"/>
                  </a:lnTo>
                  <a:lnTo>
                    <a:pt x="7084" y="215328"/>
                  </a:lnTo>
                  <a:lnTo>
                    <a:pt x="8696" y="220393"/>
                  </a:lnTo>
                  <a:lnTo>
                    <a:pt x="10469" y="225405"/>
                  </a:lnTo>
                  <a:lnTo>
                    <a:pt x="12400" y="230357"/>
                  </a:lnTo>
                  <a:lnTo>
                    <a:pt x="14487" y="235246"/>
                  </a:lnTo>
                  <a:lnTo>
                    <a:pt x="16729" y="240066"/>
                  </a:lnTo>
                  <a:lnTo>
                    <a:pt x="19123" y="244812"/>
                  </a:lnTo>
                  <a:lnTo>
                    <a:pt x="21666" y="249479"/>
                  </a:lnTo>
                  <a:lnTo>
                    <a:pt x="24357" y="254064"/>
                  </a:lnTo>
                  <a:lnTo>
                    <a:pt x="27192" y="258560"/>
                  </a:lnTo>
                  <a:lnTo>
                    <a:pt x="30168" y="262964"/>
                  </a:lnTo>
                  <a:lnTo>
                    <a:pt x="33283" y="267272"/>
                  </a:lnTo>
                  <a:lnTo>
                    <a:pt x="36534" y="271478"/>
                  </a:lnTo>
                  <a:lnTo>
                    <a:pt x="39916" y="275578"/>
                  </a:lnTo>
                  <a:lnTo>
                    <a:pt x="43427" y="279569"/>
                  </a:lnTo>
                  <a:lnTo>
                    <a:pt x="47064" y="283446"/>
                  </a:lnTo>
                  <a:lnTo>
                    <a:pt x="50821" y="287206"/>
                  </a:lnTo>
                  <a:lnTo>
                    <a:pt x="54697" y="290844"/>
                  </a:lnTo>
                  <a:lnTo>
                    <a:pt x="58686" y="294358"/>
                  </a:lnTo>
                  <a:lnTo>
                    <a:pt x="62785" y="297742"/>
                  </a:lnTo>
                  <a:lnTo>
                    <a:pt x="66989" y="300995"/>
                  </a:lnTo>
                  <a:lnTo>
                    <a:pt x="71295" y="304112"/>
                  </a:lnTo>
                  <a:lnTo>
                    <a:pt x="75697" y="307091"/>
                  </a:lnTo>
                  <a:lnTo>
                    <a:pt x="80192" y="309929"/>
                  </a:lnTo>
                  <a:lnTo>
                    <a:pt x="84775" y="312622"/>
                  </a:lnTo>
                  <a:lnTo>
                    <a:pt x="89441" y="315168"/>
                  </a:lnTo>
                  <a:lnTo>
                    <a:pt x="94186" y="317564"/>
                  </a:lnTo>
                  <a:lnTo>
                    <a:pt x="99005" y="319808"/>
                  </a:lnTo>
                  <a:lnTo>
                    <a:pt x="103893" y="321898"/>
                  </a:lnTo>
                  <a:lnTo>
                    <a:pt x="108844" y="323831"/>
                  </a:lnTo>
                  <a:lnTo>
                    <a:pt x="113855" y="325606"/>
                  </a:lnTo>
                  <a:lnTo>
                    <a:pt x="118919" y="327221"/>
                  </a:lnTo>
                  <a:lnTo>
                    <a:pt x="124032" y="328674"/>
                  </a:lnTo>
                  <a:lnTo>
                    <a:pt x="129189" y="329964"/>
                  </a:lnTo>
                  <a:lnTo>
                    <a:pt x="134384" y="331089"/>
                  </a:lnTo>
                  <a:lnTo>
                    <a:pt x="139613" y="332048"/>
                  </a:lnTo>
                  <a:lnTo>
                    <a:pt x="144869" y="332841"/>
                  </a:lnTo>
                  <a:lnTo>
                    <a:pt x="150148" y="333466"/>
                  </a:lnTo>
                  <a:lnTo>
                    <a:pt x="155444" y="333923"/>
                  </a:lnTo>
                  <a:lnTo>
                    <a:pt x="160751" y="334211"/>
                  </a:lnTo>
                  <a:lnTo>
                    <a:pt x="166066" y="334331"/>
                  </a:lnTo>
                  <a:lnTo>
                    <a:pt x="171381" y="334281"/>
                  </a:lnTo>
                  <a:lnTo>
                    <a:pt x="176692" y="334063"/>
                  </a:lnTo>
                  <a:lnTo>
                    <a:pt x="181994" y="333675"/>
                  </a:lnTo>
                  <a:lnTo>
                    <a:pt x="187280" y="333120"/>
                  </a:lnTo>
                  <a:lnTo>
                    <a:pt x="192546" y="332396"/>
                  </a:lnTo>
                  <a:lnTo>
                    <a:pt x="197787" y="331506"/>
                  </a:lnTo>
                  <a:lnTo>
                    <a:pt x="202996" y="330449"/>
                  </a:lnTo>
                  <a:lnTo>
                    <a:pt x="208170" y="329227"/>
                  </a:lnTo>
                  <a:lnTo>
                    <a:pt x="213302" y="327841"/>
                  </a:lnTo>
                  <a:lnTo>
                    <a:pt x="218387" y="326293"/>
                  </a:lnTo>
                  <a:lnTo>
                    <a:pt x="223420" y="324584"/>
                  </a:lnTo>
                  <a:lnTo>
                    <a:pt x="228397" y="322716"/>
                  </a:lnTo>
                  <a:lnTo>
                    <a:pt x="233311" y="320690"/>
                  </a:lnTo>
                  <a:lnTo>
                    <a:pt x="238159" y="318510"/>
                  </a:lnTo>
                  <a:lnTo>
                    <a:pt x="242935" y="316176"/>
                  </a:lnTo>
                  <a:lnTo>
                    <a:pt x="247634" y="313692"/>
                  </a:lnTo>
                  <a:lnTo>
                    <a:pt x="252252" y="311059"/>
                  </a:lnTo>
                  <a:lnTo>
                    <a:pt x="256784" y="308281"/>
                  </a:lnTo>
                  <a:lnTo>
                    <a:pt x="261226" y="305360"/>
                  </a:lnTo>
                  <a:lnTo>
                    <a:pt x="265572" y="302300"/>
                  </a:lnTo>
                  <a:lnTo>
                    <a:pt x="269818" y="299103"/>
                  </a:lnTo>
                  <a:lnTo>
                    <a:pt x="273961" y="295772"/>
                  </a:lnTo>
                  <a:lnTo>
                    <a:pt x="277996" y="292311"/>
                  </a:lnTo>
                  <a:lnTo>
                    <a:pt x="281919" y="288724"/>
                  </a:lnTo>
                  <a:lnTo>
                    <a:pt x="285726" y="285014"/>
                  </a:lnTo>
                  <a:lnTo>
                    <a:pt x="289413" y="281185"/>
                  </a:lnTo>
                  <a:lnTo>
                    <a:pt x="292976" y="277241"/>
                  </a:lnTo>
                  <a:lnTo>
                    <a:pt x="296412" y="273185"/>
                  </a:lnTo>
                  <a:lnTo>
                    <a:pt x="299718" y="269022"/>
                  </a:lnTo>
                  <a:lnTo>
                    <a:pt x="302889" y="264756"/>
                  </a:lnTo>
                  <a:lnTo>
                    <a:pt x="305923" y="260391"/>
                  </a:lnTo>
                  <a:lnTo>
                    <a:pt x="308817" y="255933"/>
                  </a:lnTo>
                  <a:lnTo>
                    <a:pt x="311568" y="251384"/>
                  </a:lnTo>
                  <a:lnTo>
                    <a:pt x="314172" y="246750"/>
                  </a:lnTo>
                  <a:lnTo>
                    <a:pt x="316628" y="242036"/>
                  </a:lnTo>
                  <a:lnTo>
                    <a:pt x="318933" y="237246"/>
                  </a:lnTo>
                  <a:lnTo>
                    <a:pt x="321084" y="232385"/>
                  </a:lnTo>
                  <a:lnTo>
                    <a:pt x="323080" y="227458"/>
                  </a:lnTo>
                  <a:lnTo>
                    <a:pt x="324918" y="222471"/>
                  </a:lnTo>
                  <a:lnTo>
                    <a:pt x="326597" y="217427"/>
                  </a:lnTo>
                  <a:lnTo>
                    <a:pt x="328114" y="212333"/>
                  </a:lnTo>
                  <a:lnTo>
                    <a:pt x="329469" y="207192"/>
                  </a:lnTo>
                  <a:lnTo>
                    <a:pt x="330659" y="202012"/>
                  </a:lnTo>
                  <a:lnTo>
                    <a:pt x="331685" y="196796"/>
                  </a:lnTo>
                  <a:lnTo>
                    <a:pt x="332543" y="191550"/>
                  </a:lnTo>
                  <a:lnTo>
                    <a:pt x="333235" y="186280"/>
                  </a:lnTo>
                  <a:lnTo>
                    <a:pt x="333759" y="180990"/>
                  </a:lnTo>
                  <a:lnTo>
                    <a:pt x="334114" y="175686"/>
                  </a:lnTo>
                  <a:lnTo>
                    <a:pt x="334301" y="170374"/>
                  </a:lnTo>
                  <a:lnTo>
                    <a:pt x="334318" y="165058"/>
                  </a:lnTo>
                  <a:lnTo>
                    <a:pt x="334166" y="159745"/>
                  </a:lnTo>
                  <a:lnTo>
                    <a:pt x="333846" y="154439"/>
                  </a:lnTo>
                  <a:lnTo>
                    <a:pt x="333357" y="149146"/>
                  </a:lnTo>
                  <a:lnTo>
                    <a:pt x="332700" y="143871"/>
                  </a:lnTo>
                  <a:lnTo>
                    <a:pt x="331876" y="138619"/>
                  </a:lnTo>
                  <a:lnTo>
                    <a:pt x="330885" y="133397"/>
                  </a:lnTo>
                  <a:lnTo>
                    <a:pt x="329728" y="128209"/>
                  </a:lnTo>
                  <a:lnTo>
                    <a:pt x="328408" y="123060"/>
                  </a:lnTo>
                  <a:lnTo>
                    <a:pt x="326924" y="117955"/>
                  </a:lnTo>
                  <a:lnTo>
                    <a:pt x="325278" y="112901"/>
                  </a:lnTo>
                  <a:lnTo>
                    <a:pt x="323473" y="107901"/>
                  </a:lnTo>
                  <a:lnTo>
                    <a:pt x="321510" y="102961"/>
                  </a:lnTo>
                  <a:lnTo>
                    <a:pt x="319390" y="98087"/>
                  </a:lnTo>
                  <a:lnTo>
                    <a:pt x="317117" y="93282"/>
                  </a:lnTo>
                  <a:lnTo>
                    <a:pt x="314692" y="88551"/>
                  </a:lnTo>
                  <a:lnTo>
                    <a:pt x="312118" y="83900"/>
                  </a:lnTo>
                  <a:lnTo>
                    <a:pt x="309397" y="79334"/>
                  </a:lnTo>
                  <a:lnTo>
                    <a:pt x="306533" y="74856"/>
                  </a:lnTo>
                  <a:lnTo>
                    <a:pt x="303527" y="70472"/>
                  </a:lnTo>
                  <a:lnTo>
                    <a:pt x="300384" y="66185"/>
                  </a:lnTo>
                  <a:lnTo>
                    <a:pt x="297106" y="62000"/>
                  </a:lnTo>
                  <a:lnTo>
                    <a:pt x="293697" y="57922"/>
                  </a:lnTo>
                  <a:lnTo>
                    <a:pt x="290159" y="53954"/>
                  </a:lnTo>
                  <a:lnTo>
                    <a:pt x="286498" y="50101"/>
                  </a:lnTo>
                  <a:lnTo>
                    <a:pt x="282715" y="46366"/>
                  </a:lnTo>
                  <a:lnTo>
                    <a:pt x="278816" y="42753"/>
                  </a:lnTo>
                  <a:lnTo>
                    <a:pt x="274804" y="39266"/>
                  </a:lnTo>
                  <a:lnTo>
                    <a:pt x="270683" y="35909"/>
                  </a:lnTo>
                  <a:lnTo>
                    <a:pt x="266457" y="32684"/>
                  </a:lnTo>
                  <a:lnTo>
                    <a:pt x="262131" y="29595"/>
                  </a:lnTo>
                  <a:lnTo>
                    <a:pt x="257709" y="26645"/>
                  </a:lnTo>
                  <a:lnTo>
                    <a:pt x="253196" y="23837"/>
                  </a:lnTo>
                  <a:lnTo>
                    <a:pt x="248595" y="21174"/>
                  </a:lnTo>
                  <a:lnTo>
                    <a:pt x="243912" y="18659"/>
                  </a:lnTo>
                  <a:lnTo>
                    <a:pt x="239152" y="16294"/>
                  </a:lnTo>
                  <a:lnTo>
                    <a:pt x="234319" y="14081"/>
                  </a:lnTo>
                  <a:lnTo>
                    <a:pt x="229417" y="12024"/>
                  </a:lnTo>
                  <a:lnTo>
                    <a:pt x="224453" y="10123"/>
                  </a:lnTo>
                  <a:lnTo>
                    <a:pt x="219431" y="8381"/>
                  </a:lnTo>
                  <a:lnTo>
                    <a:pt x="214356" y="6799"/>
                  </a:lnTo>
                  <a:lnTo>
                    <a:pt x="209234" y="5380"/>
                  </a:lnTo>
                  <a:lnTo>
                    <a:pt x="204068" y="4124"/>
                  </a:lnTo>
                  <a:lnTo>
                    <a:pt x="198866" y="3033"/>
                  </a:lnTo>
                  <a:lnTo>
                    <a:pt x="193631" y="2108"/>
                  </a:lnTo>
                  <a:lnTo>
                    <a:pt x="188370" y="1350"/>
                  </a:lnTo>
                  <a:lnTo>
                    <a:pt x="183087" y="760"/>
                  </a:lnTo>
                  <a:lnTo>
                    <a:pt x="177788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2609" y="5018213"/>
              <a:ext cx="48429" cy="167167"/>
            </a:xfrm>
            <a:custGeom>
              <a:avLst/>
              <a:pathLst>
                <a:path w="48429" h="167167">
                  <a:moveTo>
                    <a:pt x="48429" y="0"/>
                  </a:moveTo>
                  <a:lnTo>
                    <a:pt x="42289" y="112"/>
                  </a:lnTo>
                  <a:lnTo>
                    <a:pt x="36157" y="451"/>
                  </a:lnTo>
                  <a:lnTo>
                    <a:pt x="30041" y="1014"/>
                  </a:lnTo>
                  <a:lnTo>
                    <a:pt x="23950" y="1801"/>
                  </a:lnTo>
                  <a:lnTo>
                    <a:pt x="17893" y="2812"/>
                  </a:lnTo>
                  <a:lnTo>
                    <a:pt x="11876" y="4045"/>
                  </a:lnTo>
                  <a:lnTo>
                    <a:pt x="5909" y="5497"/>
                  </a:lnTo>
                  <a:lnTo>
                    <a:pt x="0" y="7168"/>
                  </a:lnTo>
                  <a:lnTo>
                    <a:pt x="484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2609" y="5025382"/>
              <a:ext cx="48429" cy="159998"/>
            </a:xfrm>
            <a:custGeom>
              <a:avLst/>
              <a:pathLst>
                <a:path w="48429" h="159998">
                  <a:moveTo>
                    <a:pt x="0" y="0"/>
                  </a:moveTo>
                  <a:lnTo>
                    <a:pt x="48429" y="159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2609" y="5025382"/>
              <a:ext cx="48429" cy="159998"/>
            </a:xfrm>
            <a:custGeom>
              <a:avLst/>
              <a:pathLst>
                <a:path w="48429" h="159998">
                  <a:moveTo>
                    <a:pt x="0" y="0"/>
                  </a:moveTo>
                  <a:lnTo>
                    <a:pt x="48429" y="159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2609" y="5025382"/>
              <a:ext cx="48429" cy="159998"/>
            </a:xfrm>
            <a:custGeom>
              <a:avLst/>
              <a:pathLst>
                <a:path w="48429" h="159998">
                  <a:moveTo>
                    <a:pt x="0" y="0"/>
                  </a:moveTo>
                  <a:lnTo>
                    <a:pt x="48429" y="159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53875" y="5025382"/>
              <a:ext cx="167163" cy="217539"/>
            </a:xfrm>
            <a:custGeom>
              <a:avLst/>
              <a:pathLst>
                <a:path w="167163" h="217539">
                  <a:moveTo>
                    <a:pt x="118734" y="0"/>
                  </a:moveTo>
                  <a:lnTo>
                    <a:pt x="113550" y="1661"/>
                  </a:lnTo>
                  <a:lnTo>
                    <a:pt x="108423" y="3491"/>
                  </a:lnTo>
                  <a:lnTo>
                    <a:pt x="103358" y="5486"/>
                  </a:lnTo>
                  <a:lnTo>
                    <a:pt x="98361" y="7646"/>
                  </a:lnTo>
                  <a:lnTo>
                    <a:pt x="93437" y="9967"/>
                  </a:lnTo>
                  <a:lnTo>
                    <a:pt x="88591" y="12447"/>
                  </a:lnTo>
                  <a:lnTo>
                    <a:pt x="83828" y="15083"/>
                  </a:lnTo>
                  <a:lnTo>
                    <a:pt x="79154" y="17873"/>
                  </a:lnTo>
                  <a:lnTo>
                    <a:pt x="74573" y="20814"/>
                  </a:lnTo>
                  <a:lnTo>
                    <a:pt x="70091" y="23903"/>
                  </a:lnTo>
                  <a:lnTo>
                    <a:pt x="65711" y="27136"/>
                  </a:lnTo>
                  <a:lnTo>
                    <a:pt x="61439" y="30509"/>
                  </a:lnTo>
                  <a:lnTo>
                    <a:pt x="57279" y="34020"/>
                  </a:lnTo>
                  <a:lnTo>
                    <a:pt x="53235" y="37665"/>
                  </a:lnTo>
                  <a:lnTo>
                    <a:pt x="49312" y="41439"/>
                  </a:lnTo>
                  <a:lnTo>
                    <a:pt x="45515" y="45339"/>
                  </a:lnTo>
                  <a:lnTo>
                    <a:pt x="41846" y="49361"/>
                  </a:lnTo>
                  <a:lnTo>
                    <a:pt x="38310" y="53500"/>
                  </a:lnTo>
                  <a:lnTo>
                    <a:pt x="34911" y="57752"/>
                  </a:lnTo>
                  <a:lnTo>
                    <a:pt x="31652" y="62112"/>
                  </a:lnTo>
                  <a:lnTo>
                    <a:pt x="28536" y="66576"/>
                  </a:lnTo>
                  <a:lnTo>
                    <a:pt x="25568" y="71140"/>
                  </a:lnTo>
                  <a:lnTo>
                    <a:pt x="22750" y="75797"/>
                  </a:lnTo>
                  <a:lnTo>
                    <a:pt x="20085" y="80544"/>
                  </a:lnTo>
                  <a:lnTo>
                    <a:pt x="17576" y="85375"/>
                  </a:lnTo>
                  <a:lnTo>
                    <a:pt x="15226" y="90285"/>
                  </a:lnTo>
                  <a:lnTo>
                    <a:pt x="13036" y="95269"/>
                  </a:lnTo>
                  <a:lnTo>
                    <a:pt x="11010" y="100321"/>
                  </a:lnTo>
                  <a:lnTo>
                    <a:pt x="9150" y="105437"/>
                  </a:lnTo>
                  <a:lnTo>
                    <a:pt x="7457" y="110611"/>
                  </a:lnTo>
                  <a:lnTo>
                    <a:pt x="5934" y="115837"/>
                  </a:lnTo>
                  <a:lnTo>
                    <a:pt x="4582" y="121110"/>
                  </a:lnTo>
                  <a:lnTo>
                    <a:pt x="3402" y="126424"/>
                  </a:lnTo>
                  <a:lnTo>
                    <a:pt x="2395" y="131774"/>
                  </a:lnTo>
                  <a:lnTo>
                    <a:pt x="1564" y="137154"/>
                  </a:lnTo>
                  <a:lnTo>
                    <a:pt x="908" y="142558"/>
                  </a:lnTo>
                  <a:lnTo>
                    <a:pt x="428" y="147980"/>
                  </a:lnTo>
                  <a:lnTo>
                    <a:pt x="125" y="153416"/>
                  </a:lnTo>
                  <a:lnTo>
                    <a:pt x="0" y="158858"/>
                  </a:lnTo>
                  <a:lnTo>
                    <a:pt x="51" y="164301"/>
                  </a:lnTo>
                  <a:lnTo>
                    <a:pt x="280" y="169740"/>
                  </a:lnTo>
                  <a:lnTo>
                    <a:pt x="685" y="175169"/>
                  </a:lnTo>
                  <a:lnTo>
                    <a:pt x="1268" y="180581"/>
                  </a:lnTo>
                  <a:lnTo>
                    <a:pt x="2026" y="185972"/>
                  </a:lnTo>
                  <a:lnTo>
                    <a:pt x="2959" y="191335"/>
                  </a:lnTo>
                  <a:lnTo>
                    <a:pt x="4066" y="196665"/>
                  </a:lnTo>
                  <a:lnTo>
                    <a:pt x="5347" y="201956"/>
                  </a:lnTo>
                  <a:lnTo>
                    <a:pt x="6799" y="207202"/>
                  </a:lnTo>
                  <a:lnTo>
                    <a:pt x="8421" y="212398"/>
                  </a:lnTo>
                  <a:lnTo>
                    <a:pt x="10211" y="217539"/>
                  </a:lnTo>
                  <a:lnTo>
                    <a:pt x="167163" y="159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64086" y="5018213"/>
              <a:ext cx="324109" cy="334326"/>
            </a:xfrm>
            <a:custGeom>
              <a:avLst/>
              <a:pathLst>
                <a:path w="324109" h="334326">
                  <a:moveTo>
                    <a:pt x="0" y="224708"/>
                  </a:moveTo>
                  <a:lnTo>
                    <a:pt x="1910" y="229674"/>
                  </a:lnTo>
                  <a:lnTo>
                    <a:pt x="3978" y="234577"/>
                  </a:lnTo>
                  <a:lnTo>
                    <a:pt x="6201" y="239412"/>
                  </a:lnTo>
                  <a:lnTo>
                    <a:pt x="8577" y="244173"/>
                  </a:lnTo>
                  <a:lnTo>
                    <a:pt x="11103" y="248856"/>
                  </a:lnTo>
                  <a:lnTo>
                    <a:pt x="13777" y="253457"/>
                  </a:lnTo>
                  <a:lnTo>
                    <a:pt x="16596" y="257970"/>
                  </a:lnTo>
                  <a:lnTo>
                    <a:pt x="19557" y="262391"/>
                  </a:lnTo>
                  <a:lnTo>
                    <a:pt x="22657" y="266715"/>
                  </a:lnTo>
                  <a:lnTo>
                    <a:pt x="25893" y="270939"/>
                  </a:lnTo>
                  <a:lnTo>
                    <a:pt x="29262" y="275058"/>
                  </a:lnTo>
                  <a:lnTo>
                    <a:pt x="32761" y="279067"/>
                  </a:lnTo>
                  <a:lnTo>
                    <a:pt x="36385" y="282963"/>
                  </a:lnTo>
                  <a:lnTo>
                    <a:pt x="40132" y="286741"/>
                  </a:lnTo>
                  <a:lnTo>
                    <a:pt x="43996" y="290399"/>
                  </a:lnTo>
                  <a:lnTo>
                    <a:pt x="47976" y="293931"/>
                  </a:lnTo>
                  <a:lnTo>
                    <a:pt x="52065" y="297335"/>
                  </a:lnTo>
                  <a:lnTo>
                    <a:pt x="56261" y="300608"/>
                  </a:lnTo>
                  <a:lnTo>
                    <a:pt x="60559" y="303745"/>
                  </a:lnTo>
                  <a:lnTo>
                    <a:pt x="64955" y="306743"/>
                  </a:lnTo>
                  <a:lnTo>
                    <a:pt x="69444" y="309601"/>
                  </a:lnTo>
                  <a:lnTo>
                    <a:pt x="74021" y="312313"/>
                  </a:lnTo>
                  <a:lnTo>
                    <a:pt x="78683" y="314879"/>
                  </a:lnTo>
                  <a:lnTo>
                    <a:pt x="83424" y="317296"/>
                  </a:lnTo>
                  <a:lnTo>
                    <a:pt x="88239" y="319560"/>
                  </a:lnTo>
                  <a:lnTo>
                    <a:pt x="93124" y="321669"/>
                  </a:lnTo>
                  <a:lnTo>
                    <a:pt x="98074" y="323622"/>
                  </a:lnTo>
                  <a:lnTo>
                    <a:pt x="103083" y="325417"/>
                  </a:lnTo>
                  <a:lnTo>
                    <a:pt x="108147" y="327051"/>
                  </a:lnTo>
                  <a:lnTo>
                    <a:pt x="113260" y="328524"/>
                  </a:lnTo>
                  <a:lnTo>
                    <a:pt x="118418" y="329833"/>
                  </a:lnTo>
                  <a:lnTo>
                    <a:pt x="123614" y="330977"/>
                  </a:lnTo>
                  <a:lnTo>
                    <a:pt x="128845" y="331955"/>
                  </a:lnTo>
                  <a:lnTo>
                    <a:pt x="134104" y="332766"/>
                  </a:lnTo>
                  <a:lnTo>
                    <a:pt x="139386" y="333409"/>
                  </a:lnTo>
                  <a:lnTo>
                    <a:pt x="144685" y="333884"/>
                  </a:lnTo>
                  <a:lnTo>
                    <a:pt x="149998" y="334190"/>
                  </a:lnTo>
                  <a:lnTo>
                    <a:pt x="155317" y="334326"/>
                  </a:lnTo>
                  <a:lnTo>
                    <a:pt x="160638" y="334294"/>
                  </a:lnTo>
                  <a:lnTo>
                    <a:pt x="165955" y="334092"/>
                  </a:lnTo>
                  <a:lnTo>
                    <a:pt x="171263" y="333721"/>
                  </a:lnTo>
                  <a:lnTo>
                    <a:pt x="176557" y="333181"/>
                  </a:lnTo>
                  <a:lnTo>
                    <a:pt x="181831" y="332473"/>
                  </a:lnTo>
                  <a:lnTo>
                    <a:pt x="187079" y="331597"/>
                  </a:lnTo>
                  <a:lnTo>
                    <a:pt x="192297" y="330555"/>
                  </a:lnTo>
                  <a:lnTo>
                    <a:pt x="197479" y="329347"/>
                  </a:lnTo>
                  <a:lnTo>
                    <a:pt x="202620" y="327975"/>
                  </a:lnTo>
                  <a:lnTo>
                    <a:pt x="207715" y="326440"/>
                  </a:lnTo>
                  <a:lnTo>
                    <a:pt x="212759" y="324744"/>
                  </a:lnTo>
                  <a:lnTo>
                    <a:pt x="217746" y="322888"/>
                  </a:lnTo>
                  <a:lnTo>
                    <a:pt x="222671" y="320874"/>
                  </a:lnTo>
                  <a:lnTo>
                    <a:pt x="227530" y="318705"/>
                  </a:lnTo>
                  <a:lnTo>
                    <a:pt x="232317" y="316382"/>
                  </a:lnTo>
                  <a:lnTo>
                    <a:pt x="237028" y="313908"/>
                  </a:lnTo>
                  <a:lnTo>
                    <a:pt x="241657" y="311285"/>
                  </a:lnTo>
                  <a:lnTo>
                    <a:pt x="246201" y="308516"/>
                  </a:lnTo>
                  <a:lnTo>
                    <a:pt x="250655" y="305604"/>
                  </a:lnTo>
                  <a:lnTo>
                    <a:pt x="255013" y="302551"/>
                  </a:lnTo>
                  <a:lnTo>
                    <a:pt x="259272" y="299362"/>
                  </a:lnTo>
                  <a:lnTo>
                    <a:pt x="263428" y="296038"/>
                  </a:lnTo>
                  <a:lnTo>
                    <a:pt x="267475" y="292584"/>
                  </a:lnTo>
                  <a:lnTo>
                    <a:pt x="271411" y="289003"/>
                  </a:lnTo>
                  <a:lnTo>
                    <a:pt x="275231" y="285298"/>
                  </a:lnTo>
                  <a:lnTo>
                    <a:pt x="278930" y="281474"/>
                  </a:lnTo>
                  <a:lnTo>
                    <a:pt x="282507" y="277534"/>
                  </a:lnTo>
                  <a:lnTo>
                    <a:pt x="285956" y="273482"/>
                  </a:lnTo>
                  <a:lnTo>
                    <a:pt x="289274" y="269322"/>
                  </a:lnTo>
                  <a:lnTo>
                    <a:pt x="292458" y="265059"/>
                  </a:lnTo>
                  <a:lnTo>
                    <a:pt x="295505" y="260697"/>
                  </a:lnTo>
                  <a:lnTo>
                    <a:pt x="298412" y="256240"/>
                  </a:lnTo>
                  <a:lnTo>
                    <a:pt x="301175" y="251693"/>
                  </a:lnTo>
                  <a:lnTo>
                    <a:pt x="303792" y="247060"/>
                  </a:lnTo>
                  <a:lnTo>
                    <a:pt x="306260" y="242346"/>
                  </a:lnTo>
                  <a:lnTo>
                    <a:pt x="308577" y="237556"/>
                  </a:lnTo>
                  <a:lnTo>
                    <a:pt x="310741" y="232694"/>
                  </a:lnTo>
                  <a:lnTo>
                    <a:pt x="312748" y="227767"/>
                  </a:lnTo>
                  <a:lnTo>
                    <a:pt x="314598" y="222777"/>
                  </a:lnTo>
                  <a:lnTo>
                    <a:pt x="316288" y="217732"/>
                  </a:lnTo>
                  <a:lnTo>
                    <a:pt x="317817" y="212635"/>
                  </a:lnTo>
                  <a:lnTo>
                    <a:pt x="319182" y="207492"/>
                  </a:lnTo>
                  <a:lnTo>
                    <a:pt x="320384" y="202308"/>
                  </a:lnTo>
                  <a:lnTo>
                    <a:pt x="321419" y="197089"/>
                  </a:lnTo>
                  <a:lnTo>
                    <a:pt x="322288" y="191840"/>
                  </a:lnTo>
                  <a:lnTo>
                    <a:pt x="322990" y="186565"/>
                  </a:lnTo>
                  <a:lnTo>
                    <a:pt x="323523" y="181271"/>
                  </a:lnTo>
                  <a:lnTo>
                    <a:pt x="323888" y="175962"/>
                  </a:lnTo>
                  <a:lnTo>
                    <a:pt x="324083" y="170645"/>
                  </a:lnTo>
                  <a:lnTo>
                    <a:pt x="324109" y="165324"/>
                  </a:lnTo>
                  <a:lnTo>
                    <a:pt x="323966" y="160005"/>
                  </a:lnTo>
                  <a:lnTo>
                    <a:pt x="323653" y="154693"/>
                  </a:lnTo>
                  <a:lnTo>
                    <a:pt x="323172" y="149393"/>
                  </a:lnTo>
                  <a:lnTo>
                    <a:pt x="322522" y="144112"/>
                  </a:lnTo>
                  <a:lnTo>
                    <a:pt x="321704" y="138854"/>
                  </a:lnTo>
                  <a:lnTo>
                    <a:pt x="320719" y="133625"/>
                  </a:lnTo>
                  <a:lnTo>
                    <a:pt x="319569" y="128430"/>
                  </a:lnTo>
                  <a:lnTo>
                    <a:pt x="318254" y="123274"/>
                  </a:lnTo>
                  <a:lnTo>
                    <a:pt x="316775" y="118163"/>
                  </a:lnTo>
                  <a:lnTo>
                    <a:pt x="315134" y="113101"/>
                  </a:lnTo>
                  <a:lnTo>
                    <a:pt x="313334" y="108094"/>
                  </a:lnTo>
                  <a:lnTo>
                    <a:pt x="311374" y="103147"/>
                  </a:lnTo>
                  <a:lnTo>
                    <a:pt x="309258" y="98264"/>
                  </a:lnTo>
                  <a:lnTo>
                    <a:pt x="306988" y="93452"/>
                  </a:lnTo>
                  <a:lnTo>
                    <a:pt x="304566" y="88714"/>
                  </a:lnTo>
                  <a:lnTo>
                    <a:pt x="301995" y="84056"/>
                  </a:lnTo>
                  <a:lnTo>
                    <a:pt x="299276" y="79481"/>
                  </a:lnTo>
                  <a:lnTo>
                    <a:pt x="296413" y="74996"/>
                  </a:lnTo>
                  <a:lnTo>
                    <a:pt x="293409" y="70604"/>
                  </a:lnTo>
                  <a:lnTo>
                    <a:pt x="290267" y="66310"/>
                  </a:lnTo>
                  <a:lnTo>
                    <a:pt x="286989" y="62118"/>
                  </a:lnTo>
                  <a:lnTo>
                    <a:pt x="283580" y="58033"/>
                  </a:lnTo>
                  <a:lnTo>
                    <a:pt x="280042" y="54058"/>
                  </a:lnTo>
                  <a:lnTo>
                    <a:pt x="276380" y="50198"/>
                  </a:lnTo>
                  <a:lnTo>
                    <a:pt x="272597" y="46456"/>
                  </a:lnTo>
                  <a:lnTo>
                    <a:pt x="268696" y="42837"/>
                  </a:lnTo>
                  <a:lnTo>
                    <a:pt x="264683" y="39343"/>
                  </a:lnTo>
                  <a:lnTo>
                    <a:pt x="260560" y="35979"/>
                  </a:lnTo>
                  <a:lnTo>
                    <a:pt x="256332" y="32748"/>
                  </a:lnTo>
                  <a:lnTo>
                    <a:pt x="252004" y="29653"/>
                  </a:lnTo>
                  <a:lnTo>
                    <a:pt x="247579" y="26698"/>
                  </a:lnTo>
                  <a:lnTo>
                    <a:pt x="243062" y="23884"/>
                  </a:lnTo>
                  <a:lnTo>
                    <a:pt x="238459" y="21216"/>
                  </a:lnTo>
                  <a:lnTo>
                    <a:pt x="233772" y="18696"/>
                  </a:lnTo>
                  <a:lnTo>
                    <a:pt x="229008" y="16327"/>
                  </a:lnTo>
                  <a:lnTo>
                    <a:pt x="224171" y="14110"/>
                  </a:lnTo>
                  <a:lnTo>
                    <a:pt x="219265" y="12048"/>
                  </a:lnTo>
                  <a:lnTo>
                    <a:pt x="214297" y="10143"/>
                  </a:lnTo>
                  <a:lnTo>
                    <a:pt x="209270" y="8398"/>
                  </a:lnTo>
                  <a:lnTo>
                    <a:pt x="204191" y="6813"/>
                  </a:lnTo>
                  <a:lnTo>
                    <a:pt x="199063" y="5391"/>
                  </a:lnTo>
                  <a:lnTo>
                    <a:pt x="193893" y="4132"/>
                  </a:lnTo>
                  <a:lnTo>
                    <a:pt x="188686" y="3039"/>
                  </a:lnTo>
                  <a:lnTo>
                    <a:pt x="183446" y="2112"/>
                  </a:lnTo>
                  <a:lnTo>
                    <a:pt x="178179" y="1353"/>
                  </a:lnTo>
                  <a:lnTo>
                    <a:pt x="172891" y="761"/>
                  </a:lnTo>
                  <a:lnTo>
                    <a:pt x="167587" y="338"/>
                  </a:lnTo>
                  <a:lnTo>
                    <a:pt x="162272" y="84"/>
                  </a:lnTo>
                  <a:lnTo>
                    <a:pt x="156952" y="0"/>
                  </a:lnTo>
                  <a:lnTo>
                    <a:pt x="1569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9495" y="4659281"/>
              <a:ext cx="103739" cy="167167"/>
            </a:xfrm>
            <a:custGeom>
              <a:avLst/>
              <a:pathLst>
                <a:path w="103739" h="167167">
                  <a:moveTo>
                    <a:pt x="103739" y="0"/>
                  </a:moveTo>
                  <a:lnTo>
                    <a:pt x="98144" y="93"/>
                  </a:lnTo>
                  <a:lnTo>
                    <a:pt x="92556" y="374"/>
                  </a:lnTo>
                  <a:lnTo>
                    <a:pt x="86980" y="842"/>
                  </a:lnTo>
                  <a:lnTo>
                    <a:pt x="81423" y="1496"/>
                  </a:lnTo>
                  <a:lnTo>
                    <a:pt x="75891" y="2335"/>
                  </a:lnTo>
                  <a:lnTo>
                    <a:pt x="70390" y="3360"/>
                  </a:lnTo>
                  <a:lnTo>
                    <a:pt x="64927" y="4568"/>
                  </a:lnTo>
                  <a:lnTo>
                    <a:pt x="59507" y="5958"/>
                  </a:lnTo>
                  <a:lnTo>
                    <a:pt x="54136" y="7528"/>
                  </a:lnTo>
                  <a:lnTo>
                    <a:pt x="48821" y="9278"/>
                  </a:lnTo>
                  <a:lnTo>
                    <a:pt x="43568" y="11204"/>
                  </a:lnTo>
                  <a:lnTo>
                    <a:pt x="38382" y="13305"/>
                  </a:lnTo>
                  <a:lnTo>
                    <a:pt x="33269" y="15579"/>
                  </a:lnTo>
                  <a:lnTo>
                    <a:pt x="28235" y="18022"/>
                  </a:lnTo>
                  <a:lnTo>
                    <a:pt x="23286" y="20633"/>
                  </a:lnTo>
                  <a:lnTo>
                    <a:pt x="18427" y="23407"/>
                  </a:lnTo>
                  <a:lnTo>
                    <a:pt x="13664" y="26343"/>
                  </a:lnTo>
                  <a:lnTo>
                    <a:pt x="9001" y="29436"/>
                  </a:lnTo>
                  <a:lnTo>
                    <a:pt x="4445" y="32684"/>
                  </a:lnTo>
                  <a:lnTo>
                    <a:pt x="0" y="36083"/>
                  </a:lnTo>
                  <a:lnTo>
                    <a:pt x="1037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9495" y="4695365"/>
              <a:ext cx="103739" cy="131084"/>
            </a:xfrm>
            <a:custGeom>
              <a:avLst/>
              <a:pathLst>
                <a:path w="103739" h="131084">
                  <a:moveTo>
                    <a:pt x="0" y="0"/>
                  </a:moveTo>
                  <a:lnTo>
                    <a:pt x="103739" y="131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9495" y="4695365"/>
              <a:ext cx="103739" cy="131084"/>
            </a:xfrm>
            <a:custGeom>
              <a:avLst/>
              <a:pathLst>
                <a:path w="103739" h="131084">
                  <a:moveTo>
                    <a:pt x="0" y="0"/>
                  </a:moveTo>
                  <a:lnTo>
                    <a:pt x="103739" y="131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56079" y="4695365"/>
              <a:ext cx="244655" cy="298249"/>
            </a:xfrm>
            <a:custGeom>
              <a:avLst/>
              <a:pathLst>
                <a:path w="244655" h="298249">
                  <a:moveTo>
                    <a:pt x="63416" y="0"/>
                  </a:moveTo>
                  <a:lnTo>
                    <a:pt x="59305" y="3360"/>
                  </a:lnTo>
                  <a:lnTo>
                    <a:pt x="55303" y="6850"/>
                  </a:lnTo>
                  <a:lnTo>
                    <a:pt x="51413" y="10465"/>
                  </a:lnTo>
                  <a:lnTo>
                    <a:pt x="47641" y="14202"/>
                  </a:lnTo>
                  <a:lnTo>
                    <a:pt x="43989" y="18057"/>
                  </a:lnTo>
                  <a:lnTo>
                    <a:pt x="40461" y="22026"/>
                  </a:lnTo>
                  <a:lnTo>
                    <a:pt x="37062" y="26104"/>
                  </a:lnTo>
                  <a:lnTo>
                    <a:pt x="33793" y="30289"/>
                  </a:lnTo>
                  <a:lnTo>
                    <a:pt x="30659" y="34576"/>
                  </a:lnTo>
                  <a:lnTo>
                    <a:pt x="27663" y="38959"/>
                  </a:lnTo>
                  <a:lnTo>
                    <a:pt x="24807" y="43436"/>
                  </a:lnTo>
                  <a:lnTo>
                    <a:pt x="22096" y="48001"/>
                  </a:lnTo>
                  <a:lnTo>
                    <a:pt x="19530" y="52650"/>
                  </a:lnTo>
                  <a:lnTo>
                    <a:pt x="17114" y="57378"/>
                  </a:lnTo>
                  <a:lnTo>
                    <a:pt x="14848" y="62181"/>
                  </a:lnTo>
                  <a:lnTo>
                    <a:pt x="12737" y="67053"/>
                  </a:lnTo>
                  <a:lnTo>
                    <a:pt x="10781" y="71990"/>
                  </a:lnTo>
                  <a:lnTo>
                    <a:pt x="8983" y="76986"/>
                  </a:lnTo>
                  <a:lnTo>
                    <a:pt x="7345" y="82037"/>
                  </a:lnTo>
                  <a:lnTo>
                    <a:pt x="5868" y="87137"/>
                  </a:lnTo>
                  <a:lnTo>
                    <a:pt x="4553" y="92282"/>
                  </a:lnTo>
                  <a:lnTo>
                    <a:pt x="3403" y="97465"/>
                  </a:lnTo>
                  <a:lnTo>
                    <a:pt x="2418" y="102683"/>
                  </a:lnTo>
                  <a:lnTo>
                    <a:pt x="1599" y="107930"/>
                  </a:lnTo>
                  <a:lnTo>
                    <a:pt x="947" y="113199"/>
                  </a:lnTo>
                  <a:lnTo>
                    <a:pt x="463" y="118487"/>
                  </a:lnTo>
                  <a:lnTo>
                    <a:pt x="147" y="123788"/>
                  </a:lnTo>
                  <a:lnTo>
                    <a:pt x="0" y="129096"/>
                  </a:lnTo>
                  <a:lnTo>
                    <a:pt x="21" y="134405"/>
                  </a:lnTo>
                  <a:lnTo>
                    <a:pt x="210" y="139712"/>
                  </a:lnTo>
                  <a:lnTo>
                    <a:pt x="569" y="145010"/>
                  </a:lnTo>
                  <a:lnTo>
                    <a:pt x="1095" y="150293"/>
                  </a:lnTo>
                  <a:lnTo>
                    <a:pt x="1789" y="155558"/>
                  </a:lnTo>
                  <a:lnTo>
                    <a:pt x="2650" y="160798"/>
                  </a:lnTo>
                  <a:lnTo>
                    <a:pt x="3676" y="166007"/>
                  </a:lnTo>
                  <a:lnTo>
                    <a:pt x="4868" y="171182"/>
                  </a:lnTo>
                  <a:lnTo>
                    <a:pt x="6223" y="176316"/>
                  </a:lnTo>
                  <a:lnTo>
                    <a:pt x="7741" y="181404"/>
                  </a:lnTo>
                  <a:lnTo>
                    <a:pt x="9420" y="186442"/>
                  </a:lnTo>
                  <a:lnTo>
                    <a:pt x="11257" y="191423"/>
                  </a:lnTo>
                  <a:lnTo>
                    <a:pt x="13253" y="196344"/>
                  </a:lnTo>
                  <a:lnTo>
                    <a:pt x="15403" y="201199"/>
                  </a:lnTo>
                  <a:lnTo>
                    <a:pt x="17706" y="205984"/>
                  </a:lnTo>
                  <a:lnTo>
                    <a:pt x="20160" y="210692"/>
                  </a:lnTo>
                  <a:lnTo>
                    <a:pt x="22763" y="215321"/>
                  </a:lnTo>
                  <a:lnTo>
                    <a:pt x="25511" y="219864"/>
                  </a:lnTo>
                  <a:lnTo>
                    <a:pt x="28402" y="224318"/>
                  </a:lnTo>
                  <a:lnTo>
                    <a:pt x="31433" y="228678"/>
                  </a:lnTo>
                  <a:lnTo>
                    <a:pt x="34602" y="232939"/>
                  </a:lnTo>
                  <a:lnTo>
                    <a:pt x="37903" y="237098"/>
                  </a:lnTo>
                  <a:lnTo>
                    <a:pt x="41336" y="241149"/>
                  </a:lnTo>
                  <a:lnTo>
                    <a:pt x="44895" y="245090"/>
                  </a:lnTo>
                  <a:lnTo>
                    <a:pt x="48577" y="248915"/>
                  </a:lnTo>
                  <a:lnTo>
                    <a:pt x="52379" y="252622"/>
                  </a:lnTo>
                  <a:lnTo>
                    <a:pt x="56297" y="256206"/>
                  </a:lnTo>
                  <a:lnTo>
                    <a:pt x="60327" y="259663"/>
                  </a:lnTo>
                  <a:lnTo>
                    <a:pt x="64465" y="262991"/>
                  </a:lnTo>
                  <a:lnTo>
                    <a:pt x="68706" y="266186"/>
                  </a:lnTo>
                  <a:lnTo>
                    <a:pt x="73046" y="269245"/>
                  </a:lnTo>
                  <a:lnTo>
                    <a:pt x="77482" y="272164"/>
                  </a:lnTo>
                  <a:lnTo>
                    <a:pt x="82008" y="274941"/>
                  </a:lnTo>
                  <a:lnTo>
                    <a:pt x="86620" y="277573"/>
                  </a:lnTo>
                  <a:lnTo>
                    <a:pt x="91313" y="280057"/>
                  </a:lnTo>
                  <a:lnTo>
                    <a:pt x="96082" y="282390"/>
                  </a:lnTo>
                  <a:lnTo>
                    <a:pt x="100924" y="284571"/>
                  </a:lnTo>
                  <a:lnTo>
                    <a:pt x="105832" y="286597"/>
                  </a:lnTo>
                  <a:lnTo>
                    <a:pt x="110802" y="288466"/>
                  </a:lnTo>
                  <a:lnTo>
                    <a:pt x="115829" y="290177"/>
                  </a:lnTo>
                  <a:lnTo>
                    <a:pt x="120908" y="291727"/>
                  </a:lnTo>
                  <a:lnTo>
                    <a:pt x="126033" y="293114"/>
                  </a:lnTo>
                  <a:lnTo>
                    <a:pt x="131200" y="294339"/>
                  </a:lnTo>
                  <a:lnTo>
                    <a:pt x="136403" y="295398"/>
                  </a:lnTo>
                  <a:lnTo>
                    <a:pt x="141637" y="296292"/>
                  </a:lnTo>
                  <a:lnTo>
                    <a:pt x="146897" y="297019"/>
                  </a:lnTo>
                  <a:lnTo>
                    <a:pt x="152177" y="297579"/>
                  </a:lnTo>
                  <a:lnTo>
                    <a:pt x="157473" y="297971"/>
                  </a:lnTo>
                  <a:lnTo>
                    <a:pt x="162778" y="298194"/>
                  </a:lnTo>
                  <a:lnTo>
                    <a:pt x="168088" y="298249"/>
                  </a:lnTo>
                  <a:lnTo>
                    <a:pt x="173396" y="298135"/>
                  </a:lnTo>
                  <a:lnTo>
                    <a:pt x="178699" y="297852"/>
                  </a:lnTo>
                  <a:lnTo>
                    <a:pt x="183989" y="297401"/>
                  </a:lnTo>
                  <a:lnTo>
                    <a:pt x="189263" y="296783"/>
                  </a:lnTo>
                  <a:lnTo>
                    <a:pt x="194515" y="295997"/>
                  </a:lnTo>
                  <a:lnTo>
                    <a:pt x="199738" y="295045"/>
                  </a:lnTo>
                  <a:lnTo>
                    <a:pt x="204929" y="293927"/>
                  </a:lnTo>
                  <a:lnTo>
                    <a:pt x="210082" y="292646"/>
                  </a:lnTo>
                  <a:lnTo>
                    <a:pt x="215192" y="291201"/>
                  </a:lnTo>
                  <a:lnTo>
                    <a:pt x="220253" y="289594"/>
                  </a:lnTo>
                  <a:lnTo>
                    <a:pt x="225260" y="287828"/>
                  </a:lnTo>
                  <a:lnTo>
                    <a:pt x="230209" y="285903"/>
                  </a:lnTo>
                  <a:lnTo>
                    <a:pt x="235095" y="283823"/>
                  </a:lnTo>
                  <a:lnTo>
                    <a:pt x="239911" y="281588"/>
                  </a:lnTo>
                  <a:lnTo>
                    <a:pt x="244655" y="279201"/>
                  </a:lnTo>
                  <a:lnTo>
                    <a:pt x="167155" y="131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167167" cy="315284"/>
            </a:xfrm>
            <a:custGeom>
              <a:avLst/>
              <a:pathLst>
                <a:path w="167167" h="315284">
                  <a:moveTo>
                    <a:pt x="77499" y="315284"/>
                  </a:moveTo>
                  <a:lnTo>
                    <a:pt x="82205" y="312725"/>
                  </a:lnTo>
                  <a:lnTo>
                    <a:pt x="86826" y="310017"/>
                  </a:lnTo>
                  <a:lnTo>
                    <a:pt x="91358" y="307162"/>
                  </a:lnTo>
                  <a:lnTo>
                    <a:pt x="95796" y="304163"/>
                  </a:lnTo>
                  <a:lnTo>
                    <a:pt x="100135" y="301024"/>
                  </a:lnTo>
                  <a:lnTo>
                    <a:pt x="104372" y="297747"/>
                  </a:lnTo>
                  <a:lnTo>
                    <a:pt x="108502" y="294337"/>
                  </a:lnTo>
                  <a:lnTo>
                    <a:pt x="112521" y="290795"/>
                  </a:lnTo>
                  <a:lnTo>
                    <a:pt x="116424" y="287127"/>
                  </a:lnTo>
                  <a:lnTo>
                    <a:pt x="120207" y="283335"/>
                  </a:lnTo>
                  <a:lnTo>
                    <a:pt x="123867" y="279425"/>
                  </a:lnTo>
                  <a:lnTo>
                    <a:pt x="127400" y="275399"/>
                  </a:lnTo>
                  <a:lnTo>
                    <a:pt x="130802" y="271262"/>
                  </a:lnTo>
                  <a:lnTo>
                    <a:pt x="134070" y="267018"/>
                  </a:lnTo>
                  <a:lnTo>
                    <a:pt x="137200" y="262671"/>
                  </a:lnTo>
                  <a:lnTo>
                    <a:pt x="140189" y="258227"/>
                  </a:lnTo>
                  <a:lnTo>
                    <a:pt x="143034" y="253689"/>
                  </a:lnTo>
                  <a:lnTo>
                    <a:pt x="145733" y="249062"/>
                  </a:lnTo>
                  <a:lnTo>
                    <a:pt x="148282" y="244351"/>
                  </a:lnTo>
                  <a:lnTo>
                    <a:pt x="150678" y="239561"/>
                  </a:lnTo>
                  <a:lnTo>
                    <a:pt x="152920" y="234696"/>
                  </a:lnTo>
                  <a:lnTo>
                    <a:pt x="155005" y="229762"/>
                  </a:lnTo>
                  <a:lnTo>
                    <a:pt x="156931" y="224764"/>
                  </a:lnTo>
                  <a:lnTo>
                    <a:pt x="158696" y="219707"/>
                  </a:lnTo>
                  <a:lnTo>
                    <a:pt x="160297" y="214596"/>
                  </a:lnTo>
                  <a:lnTo>
                    <a:pt x="161735" y="209436"/>
                  </a:lnTo>
                  <a:lnTo>
                    <a:pt x="163006" y="204233"/>
                  </a:lnTo>
                  <a:lnTo>
                    <a:pt x="164110" y="198992"/>
                  </a:lnTo>
                  <a:lnTo>
                    <a:pt x="165045" y="193718"/>
                  </a:lnTo>
                  <a:lnTo>
                    <a:pt x="165811" y="188417"/>
                  </a:lnTo>
                  <a:lnTo>
                    <a:pt x="166407" y="183093"/>
                  </a:lnTo>
                  <a:lnTo>
                    <a:pt x="166831" y="177754"/>
                  </a:lnTo>
                  <a:lnTo>
                    <a:pt x="167085" y="172404"/>
                  </a:lnTo>
                  <a:lnTo>
                    <a:pt x="167167" y="167048"/>
                  </a:lnTo>
                  <a:lnTo>
                    <a:pt x="167077" y="161693"/>
                  </a:lnTo>
                  <a:lnTo>
                    <a:pt x="166816" y="156343"/>
                  </a:lnTo>
                  <a:lnTo>
                    <a:pt x="166384" y="151004"/>
                  </a:lnTo>
                  <a:lnTo>
                    <a:pt x="165781" y="145682"/>
                  </a:lnTo>
                  <a:lnTo>
                    <a:pt x="165007" y="140382"/>
                  </a:lnTo>
                  <a:lnTo>
                    <a:pt x="164064" y="135109"/>
                  </a:lnTo>
                  <a:lnTo>
                    <a:pt x="162953" y="129870"/>
                  </a:lnTo>
                  <a:lnTo>
                    <a:pt x="161674" y="124668"/>
                  </a:lnTo>
                  <a:lnTo>
                    <a:pt x="160230" y="119510"/>
                  </a:lnTo>
                  <a:lnTo>
                    <a:pt x="158621" y="114401"/>
                  </a:lnTo>
                  <a:lnTo>
                    <a:pt x="156849" y="109347"/>
                  </a:lnTo>
                  <a:lnTo>
                    <a:pt x="154916" y="104351"/>
                  </a:lnTo>
                  <a:lnTo>
                    <a:pt x="152824" y="99421"/>
                  </a:lnTo>
                  <a:lnTo>
                    <a:pt x="150575" y="94559"/>
                  </a:lnTo>
                  <a:lnTo>
                    <a:pt x="148172" y="89773"/>
                  </a:lnTo>
                  <a:lnTo>
                    <a:pt x="145616" y="85065"/>
                  </a:lnTo>
                  <a:lnTo>
                    <a:pt x="142911" y="80442"/>
                  </a:lnTo>
                  <a:lnTo>
                    <a:pt x="140060" y="75908"/>
                  </a:lnTo>
                  <a:lnTo>
                    <a:pt x="137064" y="71468"/>
                  </a:lnTo>
                  <a:lnTo>
                    <a:pt x="133928" y="67126"/>
                  </a:lnTo>
                  <a:lnTo>
                    <a:pt x="130654" y="62887"/>
                  </a:lnTo>
                  <a:lnTo>
                    <a:pt x="127246" y="58754"/>
                  </a:lnTo>
                  <a:lnTo>
                    <a:pt x="123708" y="54734"/>
                  </a:lnTo>
                  <a:lnTo>
                    <a:pt x="120042" y="50828"/>
                  </a:lnTo>
                  <a:lnTo>
                    <a:pt x="116253" y="47042"/>
                  </a:lnTo>
                  <a:lnTo>
                    <a:pt x="112345" y="43379"/>
                  </a:lnTo>
                  <a:lnTo>
                    <a:pt x="108322" y="39843"/>
                  </a:lnTo>
                  <a:lnTo>
                    <a:pt x="104187" y="36438"/>
                  </a:lnTo>
                  <a:lnTo>
                    <a:pt x="99945" y="33168"/>
                  </a:lnTo>
                  <a:lnTo>
                    <a:pt x="95601" y="30035"/>
                  </a:lnTo>
                  <a:lnTo>
                    <a:pt x="91159" y="27042"/>
                  </a:lnTo>
                  <a:lnTo>
                    <a:pt x="86623" y="24194"/>
                  </a:lnTo>
                  <a:lnTo>
                    <a:pt x="81998" y="21492"/>
                  </a:lnTo>
                  <a:lnTo>
                    <a:pt x="77289" y="18940"/>
                  </a:lnTo>
                  <a:lnTo>
                    <a:pt x="72500" y="16540"/>
                  </a:lnTo>
                  <a:lnTo>
                    <a:pt x="67637" y="14294"/>
                  </a:lnTo>
                  <a:lnTo>
                    <a:pt x="62705" y="12206"/>
                  </a:lnTo>
                  <a:lnTo>
                    <a:pt x="57708" y="10276"/>
                  </a:lnTo>
                  <a:lnTo>
                    <a:pt x="52652" y="8508"/>
                  </a:lnTo>
                  <a:lnTo>
                    <a:pt x="47542" y="6903"/>
                  </a:lnTo>
                  <a:lnTo>
                    <a:pt x="42384" y="5462"/>
                  </a:lnTo>
                  <a:lnTo>
                    <a:pt x="37181" y="4187"/>
                  </a:lnTo>
                  <a:lnTo>
                    <a:pt x="31941" y="3079"/>
                  </a:lnTo>
                  <a:lnTo>
                    <a:pt x="26667" y="2140"/>
                  </a:lnTo>
                  <a:lnTo>
                    <a:pt x="21367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600761" y="4213821"/>
              <a:ext cx="127711" cy="167167"/>
            </a:xfrm>
            <a:custGeom>
              <a:avLst/>
              <a:pathLst>
                <a:path w="127711" h="167167">
                  <a:moveTo>
                    <a:pt x="127711" y="0"/>
                  </a:moveTo>
                  <a:lnTo>
                    <a:pt x="122121" y="93"/>
                  </a:lnTo>
                  <a:lnTo>
                    <a:pt x="116539" y="373"/>
                  </a:lnTo>
                  <a:lnTo>
                    <a:pt x="110968" y="840"/>
                  </a:lnTo>
                  <a:lnTo>
                    <a:pt x="105417" y="1493"/>
                  </a:lnTo>
                  <a:lnTo>
                    <a:pt x="99890" y="2331"/>
                  </a:lnTo>
                  <a:lnTo>
                    <a:pt x="94394" y="3353"/>
                  </a:lnTo>
                  <a:lnTo>
                    <a:pt x="88936" y="4559"/>
                  </a:lnTo>
                  <a:lnTo>
                    <a:pt x="83521" y="5946"/>
                  </a:lnTo>
                  <a:lnTo>
                    <a:pt x="78156" y="7513"/>
                  </a:lnTo>
                  <a:lnTo>
                    <a:pt x="72845" y="9259"/>
                  </a:lnTo>
                  <a:lnTo>
                    <a:pt x="67597" y="11182"/>
                  </a:lnTo>
                  <a:lnTo>
                    <a:pt x="62415" y="13279"/>
                  </a:lnTo>
                  <a:lnTo>
                    <a:pt x="57307" y="15548"/>
                  </a:lnTo>
                  <a:lnTo>
                    <a:pt x="52277" y="17987"/>
                  </a:lnTo>
                  <a:lnTo>
                    <a:pt x="47331" y="20592"/>
                  </a:lnTo>
                  <a:lnTo>
                    <a:pt x="42476" y="23362"/>
                  </a:lnTo>
                  <a:lnTo>
                    <a:pt x="37715" y="26292"/>
                  </a:lnTo>
                  <a:lnTo>
                    <a:pt x="33056" y="29379"/>
                  </a:lnTo>
                  <a:lnTo>
                    <a:pt x="28502" y="32621"/>
                  </a:lnTo>
                  <a:lnTo>
                    <a:pt x="24059" y="36013"/>
                  </a:lnTo>
                  <a:lnTo>
                    <a:pt x="19732" y="39552"/>
                  </a:lnTo>
                  <a:lnTo>
                    <a:pt x="15525" y="43234"/>
                  </a:lnTo>
                  <a:lnTo>
                    <a:pt x="11445" y="47054"/>
                  </a:lnTo>
                  <a:lnTo>
                    <a:pt x="7494" y="51008"/>
                  </a:lnTo>
                  <a:lnTo>
                    <a:pt x="3677" y="55092"/>
                  </a:lnTo>
                  <a:lnTo>
                    <a:pt x="0" y="59302"/>
                  </a:lnTo>
                  <a:lnTo>
                    <a:pt x="12771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600761" y="4273123"/>
              <a:ext cx="127711" cy="107864"/>
            </a:xfrm>
            <a:custGeom>
              <a:avLst/>
              <a:pathLst>
                <a:path w="127711" h="107864">
                  <a:moveTo>
                    <a:pt x="0" y="0"/>
                  </a:moveTo>
                  <a:lnTo>
                    <a:pt x="127711" y="1078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61306" y="4273123"/>
              <a:ext cx="333894" cy="275025"/>
            </a:xfrm>
            <a:custGeom>
              <a:avLst/>
              <a:pathLst>
                <a:path w="333894" h="275025">
                  <a:moveTo>
                    <a:pt x="39454" y="0"/>
                  </a:moveTo>
                  <a:lnTo>
                    <a:pt x="36101" y="4099"/>
                  </a:lnTo>
                  <a:lnTo>
                    <a:pt x="32880" y="8304"/>
                  </a:lnTo>
                  <a:lnTo>
                    <a:pt x="29793" y="12608"/>
                  </a:lnTo>
                  <a:lnTo>
                    <a:pt x="26845" y="17007"/>
                  </a:lnTo>
                  <a:lnTo>
                    <a:pt x="24037" y="21498"/>
                  </a:lnTo>
                  <a:lnTo>
                    <a:pt x="21372" y="26076"/>
                  </a:lnTo>
                  <a:lnTo>
                    <a:pt x="18855" y="30736"/>
                  </a:lnTo>
                  <a:lnTo>
                    <a:pt x="16486" y="35473"/>
                  </a:lnTo>
                  <a:lnTo>
                    <a:pt x="14268" y="40282"/>
                  </a:lnTo>
                  <a:lnTo>
                    <a:pt x="12204" y="45160"/>
                  </a:lnTo>
                  <a:lnTo>
                    <a:pt x="10295" y="50101"/>
                  </a:lnTo>
                  <a:lnTo>
                    <a:pt x="8544" y="55099"/>
                  </a:lnTo>
                  <a:lnTo>
                    <a:pt x="6952" y="60151"/>
                  </a:lnTo>
                  <a:lnTo>
                    <a:pt x="5521" y="65250"/>
                  </a:lnTo>
                  <a:lnTo>
                    <a:pt x="4252" y="70392"/>
                  </a:lnTo>
                  <a:lnTo>
                    <a:pt x="3147" y="75572"/>
                  </a:lnTo>
                  <a:lnTo>
                    <a:pt x="2206" y="80784"/>
                  </a:lnTo>
                  <a:lnTo>
                    <a:pt x="1431" y="86024"/>
                  </a:lnTo>
                  <a:lnTo>
                    <a:pt x="822" y="91285"/>
                  </a:lnTo>
                  <a:lnTo>
                    <a:pt x="380" y="96563"/>
                  </a:lnTo>
                  <a:lnTo>
                    <a:pt x="106" y="101853"/>
                  </a:lnTo>
                  <a:lnTo>
                    <a:pt x="0" y="107148"/>
                  </a:lnTo>
                  <a:lnTo>
                    <a:pt x="61" y="112444"/>
                  </a:lnTo>
                  <a:lnTo>
                    <a:pt x="290" y="117736"/>
                  </a:lnTo>
                  <a:lnTo>
                    <a:pt x="686" y="123017"/>
                  </a:lnTo>
                  <a:lnTo>
                    <a:pt x="1250" y="128283"/>
                  </a:lnTo>
                  <a:lnTo>
                    <a:pt x="1980" y="133529"/>
                  </a:lnTo>
                  <a:lnTo>
                    <a:pt x="2876" y="138749"/>
                  </a:lnTo>
                  <a:lnTo>
                    <a:pt x="3937" y="143939"/>
                  </a:lnTo>
                  <a:lnTo>
                    <a:pt x="5161" y="149091"/>
                  </a:lnTo>
                  <a:lnTo>
                    <a:pt x="6549" y="154203"/>
                  </a:lnTo>
                  <a:lnTo>
                    <a:pt x="8097" y="159268"/>
                  </a:lnTo>
                  <a:lnTo>
                    <a:pt x="9806" y="164281"/>
                  </a:lnTo>
                  <a:lnTo>
                    <a:pt x="11672" y="169238"/>
                  </a:lnTo>
                  <a:lnTo>
                    <a:pt x="13694" y="174133"/>
                  </a:lnTo>
                  <a:lnTo>
                    <a:pt x="15871" y="178962"/>
                  </a:lnTo>
                  <a:lnTo>
                    <a:pt x="18199" y="183719"/>
                  </a:lnTo>
                  <a:lnTo>
                    <a:pt x="20677" y="188400"/>
                  </a:lnTo>
                  <a:lnTo>
                    <a:pt x="23302" y="193001"/>
                  </a:lnTo>
                  <a:lnTo>
                    <a:pt x="26071" y="197515"/>
                  </a:lnTo>
                  <a:lnTo>
                    <a:pt x="28982" y="201940"/>
                  </a:lnTo>
                  <a:lnTo>
                    <a:pt x="32031" y="206271"/>
                  </a:lnTo>
                  <a:lnTo>
                    <a:pt x="35217" y="210502"/>
                  </a:lnTo>
                  <a:lnTo>
                    <a:pt x="38534" y="214631"/>
                  </a:lnTo>
                  <a:lnTo>
                    <a:pt x="41981" y="218652"/>
                  </a:lnTo>
                  <a:lnTo>
                    <a:pt x="45554" y="222562"/>
                  </a:lnTo>
                  <a:lnTo>
                    <a:pt x="49248" y="226357"/>
                  </a:lnTo>
                  <a:lnTo>
                    <a:pt x="53061" y="230033"/>
                  </a:lnTo>
                  <a:lnTo>
                    <a:pt x="56989" y="233587"/>
                  </a:lnTo>
                  <a:lnTo>
                    <a:pt x="61027" y="237014"/>
                  </a:lnTo>
                  <a:lnTo>
                    <a:pt x="65172" y="240312"/>
                  </a:lnTo>
                  <a:lnTo>
                    <a:pt x="69419" y="243476"/>
                  </a:lnTo>
                  <a:lnTo>
                    <a:pt x="73764" y="246505"/>
                  </a:lnTo>
                  <a:lnTo>
                    <a:pt x="78203" y="249394"/>
                  </a:lnTo>
                  <a:lnTo>
                    <a:pt x="82731" y="252141"/>
                  </a:lnTo>
                  <a:lnTo>
                    <a:pt x="87344" y="254744"/>
                  </a:lnTo>
                  <a:lnTo>
                    <a:pt x="92037" y="257199"/>
                  </a:lnTo>
                  <a:lnTo>
                    <a:pt x="96806" y="259504"/>
                  </a:lnTo>
                  <a:lnTo>
                    <a:pt x="101645" y="261657"/>
                  </a:lnTo>
                  <a:lnTo>
                    <a:pt x="106550" y="263655"/>
                  </a:lnTo>
                  <a:lnTo>
                    <a:pt x="111516" y="265497"/>
                  </a:lnTo>
                  <a:lnTo>
                    <a:pt x="116537" y="267181"/>
                  </a:lnTo>
                  <a:lnTo>
                    <a:pt x="121610" y="268705"/>
                  </a:lnTo>
                  <a:lnTo>
                    <a:pt x="126728" y="270067"/>
                  </a:lnTo>
                  <a:lnTo>
                    <a:pt x="131887" y="271267"/>
                  </a:lnTo>
                  <a:lnTo>
                    <a:pt x="137081" y="272303"/>
                  </a:lnTo>
                  <a:lnTo>
                    <a:pt x="142305" y="273173"/>
                  </a:lnTo>
                  <a:lnTo>
                    <a:pt x="147555" y="273878"/>
                  </a:lnTo>
                  <a:lnTo>
                    <a:pt x="152824" y="274416"/>
                  </a:lnTo>
                  <a:lnTo>
                    <a:pt x="158107" y="274786"/>
                  </a:lnTo>
                  <a:lnTo>
                    <a:pt x="163400" y="274989"/>
                  </a:lnTo>
                  <a:lnTo>
                    <a:pt x="168696" y="275025"/>
                  </a:lnTo>
                  <a:lnTo>
                    <a:pt x="173991" y="274893"/>
                  </a:lnTo>
                  <a:lnTo>
                    <a:pt x="179279" y="274592"/>
                  </a:lnTo>
                  <a:lnTo>
                    <a:pt x="184555" y="274125"/>
                  </a:lnTo>
                  <a:lnTo>
                    <a:pt x="189813" y="273491"/>
                  </a:lnTo>
                  <a:lnTo>
                    <a:pt x="195049" y="272690"/>
                  </a:lnTo>
                  <a:lnTo>
                    <a:pt x="200256" y="271724"/>
                  </a:lnTo>
                  <a:lnTo>
                    <a:pt x="205431" y="270593"/>
                  </a:lnTo>
                  <a:lnTo>
                    <a:pt x="210567" y="269300"/>
                  </a:lnTo>
                  <a:lnTo>
                    <a:pt x="215659" y="267844"/>
                  </a:lnTo>
                  <a:lnTo>
                    <a:pt x="220703" y="266227"/>
                  </a:lnTo>
                  <a:lnTo>
                    <a:pt x="225693" y="264452"/>
                  </a:lnTo>
                  <a:lnTo>
                    <a:pt x="230624" y="262519"/>
                  </a:lnTo>
                  <a:lnTo>
                    <a:pt x="235491" y="260431"/>
                  </a:lnTo>
                  <a:lnTo>
                    <a:pt x="240290" y="258190"/>
                  </a:lnTo>
                  <a:lnTo>
                    <a:pt x="245016" y="255798"/>
                  </a:lnTo>
                  <a:lnTo>
                    <a:pt x="249663" y="253257"/>
                  </a:lnTo>
                  <a:lnTo>
                    <a:pt x="254228" y="250571"/>
                  </a:lnTo>
                  <a:lnTo>
                    <a:pt x="258705" y="247741"/>
                  </a:lnTo>
                  <a:lnTo>
                    <a:pt x="263090" y="244771"/>
                  </a:lnTo>
                  <a:lnTo>
                    <a:pt x="267379" y="241663"/>
                  </a:lnTo>
                  <a:lnTo>
                    <a:pt x="271568" y="238422"/>
                  </a:lnTo>
                  <a:lnTo>
                    <a:pt x="275651" y="235049"/>
                  </a:lnTo>
                  <a:lnTo>
                    <a:pt x="279626" y="231548"/>
                  </a:lnTo>
                  <a:lnTo>
                    <a:pt x="283488" y="227923"/>
                  </a:lnTo>
                  <a:lnTo>
                    <a:pt x="287233" y="224178"/>
                  </a:lnTo>
                  <a:lnTo>
                    <a:pt x="290857" y="220316"/>
                  </a:lnTo>
                  <a:lnTo>
                    <a:pt x="294357" y="216341"/>
                  </a:lnTo>
                  <a:lnTo>
                    <a:pt x="297730" y="212257"/>
                  </a:lnTo>
                  <a:lnTo>
                    <a:pt x="300972" y="208068"/>
                  </a:lnTo>
                  <a:lnTo>
                    <a:pt x="304079" y="203779"/>
                  </a:lnTo>
                  <a:lnTo>
                    <a:pt x="307049" y="199394"/>
                  </a:lnTo>
                  <a:lnTo>
                    <a:pt x="309878" y="194916"/>
                  </a:lnTo>
                  <a:lnTo>
                    <a:pt x="312564" y="190352"/>
                  </a:lnTo>
                  <a:lnTo>
                    <a:pt x="315104" y="185704"/>
                  </a:lnTo>
                  <a:lnTo>
                    <a:pt x="317496" y="180978"/>
                  </a:lnTo>
                  <a:lnTo>
                    <a:pt x="319737" y="176179"/>
                  </a:lnTo>
                  <a:lnTo>
                    <a:pt x="321824" y="171312"/>
                  </a:lnTo>
                  <a:lnTo>
                    <a:pt x="323757" y="166380"/>
                  </a:lnTo>
                  <a:lnTo>
                    <a:pt x="325532" y="161390"/>
                  </a:lnTo>
                  <a:lnTo>
                    <a:pt x="327148" y="156346"/>
                  </a:lnTo>
                  <a:lnTo>
                    <a:pt x="328604" y="151254"/>
                  </a:lnTo>
                  <a:lnTo>
                    <a:pt x="329897" y="146118"/>
                  </a:lnTo>
                  <a:lnTo>
                    <a:pt x="331027" y="140943"/>
                  </a:lnTo>
                  <a:lnTo>
                    <a:pt x="331993" y="135736"/>
                  </a:lnTo>
                  <a:lnTo>
                    <a:pt x="332793" y="130500"/>
                  </a:lnTo>
                  <a:lnTo>
                    <a:pt x="333427" y="125242"/>
                  </a:lnTo>
                  <a:lnTo>
                    <a:pt x="333894" y="119966"/>
                  </a:lnTo>
                  <a:lnTo>
                    <a:pt x="167165" y="1078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167162" cy="179268"/>
            </a:xfrm>
            <a:custGeom>
              <a:avLst/>
              <a:pathLst>
                <a:path w="167162" h="179268">
                  <a:moveTo>
                    <a:pt x="166728" y="179268"/>
                  </a:moveTo>
                  <a:lnTo>
                    <a:pt x="167032" y="173891"/>
                  </a:lnTo>
                  <a:lnTo>
                    <a:pt x="167162" y="168506"/>
                  </a:lnTo>
                  <a:lnTo>
                    <a:pt x="167118" y="163121"/>
                  </a:lnTo>
                  <a:lnTo>
                    <a:pt x="166901" y="157739"/>
                  </a:lnTo>
                  <a:lnTo>
                    <a:pt x="166511" y="152367"/>
                  </a:lnTo>
                  <a:lnTo>
                    <a:pt x="165947" y="147011"/>
                  </a:lnTo>
                  <a:lnTo>
                    <a:pt x="165212" y="141675"/>
                  </a:lnTo>
                  <a:lnTo>
                    <a:pt x="164305" y="136366"/>
                  </a:lnTo>
                  <a:lnTo>
                    <a:pt x="163227" y="131089"/>
                  </a:lnTo>
                  <a:lnTo>
                    <a:pt x="161980" y="125849"/>
                  </a:lnTo>
                  <a:lnTo>
                    <a:pt x="160565" y="120652"/>
                  </a:lnTo>
                  <a:lnTo>
                    <a:pt x="158983" y="115504"/>
                  </a:lnTo>
                  <a:lnTo>
                    <a:pt x="157237" y="110409"/>
                  </a:lnTo>
                  <a:lnTo>
                    <a:pt x="155327" y="105373"/>
                  </a:lnTo>
                  <a:lnTo>
                    <a:pt x="153255" y="100401"/>
                  </a:lnTo>
                  <a:lnTo>
                    <a:pt x="151025" y="95499"/>
                  </a:lnTo>
                  <a:lnTo>
                    <a:pt x="148638" y="90671"/>
                  </a:lnTo>
                  <a:lnTo>
                    <a:pt x="146096" y="85922"/>
                  </a:lnTo>
                  <a:lnTo>
                    <a:pt x="143403" y="81258"/>
                  </a:lnTo>
                  <a:lnTo>
                    <a:pt x="140561" y="76683"/>
                  </a:lnTo>
                  <a:lnTo>
                    <a:pt x="137573" y="72201"/>
                  </a:lnTo>
                  <a:lnTo>
                    <a:pt x="134442" y="67819"/>
                  </a:lnTo>
                  <a:lnTo>
                    <a:pt x="131172" y="63539"/>
                  </a:lnTo>
                  <a:lnTo>
                    <a:pt x="127766" y="59367"/>
                  </a:lnTo>
                  <a:lnTo>
                    <a:pt x="124227" y="55307"/>
                  </a:lnTo>
                  <a:lnTo>
                    <a:pt x="120559" y="51363"/>
                  </a:lnTo>
                  <a:lnTo>
                    <a:pt x="116765" y="47540"/>
                  </a:lnTo>
                  <a:lnTo>
                    <a:pt x="112851" y="43840"/>
                  </a:lnTo>
                  <a:lnTo>
                    <a:pt x="108819" y="40269"/>
                  </a:lnTo>
                  <a:lnTo>
                    <a:pt x="104675" y="36829"/>
                  </a:lnTo>
                  <a:lnTo>
                    <a:pt x="100422" y="33524"/>
                  </a:lnTo>
                  <a:lnTo>
                    <a:pt x="96064" y="30359"/>
                  </a:lnTo>
                  <a:lnTo>
                    <a:pt x="91607" y="27335"/>
                  </a:lnTo>
                  <a:lnTo>
                    <a:pt x="87055" y="24456"/>
                  </a:lnTo>
                  <a:lnTo>
                    <a:pt x="82412" y="21726"/>
                  </a:lnTo>
                  <a:lnTo>
                    <a:pt x="77684" y="19147"/>
                  </a:lnTo>
                  <a:lnTo>
                    <a:pt x="72875" y="16721"/>
                  </a:lnTo>
                  <a:lnTo>
                    <a:pt x="67991" y="14451"/>
                  </a:lnTo>
                  <a:lnTo>
                    <a:pt x="63036" y="12340"/>
                  </a:lnTo>
                  <a:lnTo>
                    <a:pt x="58015" y="10390"/>
                  </a:lnTo>
                  <a:lnTo>
                    <a:pt x="52935" y="8602"/>
                  </a:lnTo>
                  <a:lnTo>
                    <a:pt x="47799" y="6979"/>
                  </a:lnTo>
                  <a:lnTo>
                    <a:pt x="42614" y="5522"/>
                  </a:lnTo>
                  <a:lnTo>
                    <a:pt x="37384" y="4233"/>
                  </a:lnTo>
                  <a:lnTo>
                    <a:pt x="32116" y="3114"/>
                  </a:lnTo>
                  <a:lnTo>
                    <a:pt x="26814" y="2164"/>
                  </a:lnTo>
                  <a:lnTo>
                    <a:pt x="21485" y="1386"/>
                  </a:lnTo>
                  <a:lnTo>
                    <a:pt x="16133" y="780"/>
                  </a:lnTo>
                  <a:lnTo>
                    <a:pt x="10765" y="346"/>
                  </a:lnTo>
                  <a:lnTo>
                    <a:pt x="538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845" y="3707720"/>
              <a:ext cx="167165" cy="167974"/>
            </a:xfrm>
            <a:custGeom>
              <a:avLst/>
              <a:pathLst>
                <a:path w="167165" h="167974">
                  <a:moveTo>
                    <a:pt x="167165" y="0"/>
                  </a:moveTo>
                  <a:lnTo>
                    <a:pt x="161791" y="86"/>
                  </a:lnTo>
                  <a:lnTo>
                    <a:pt x="156422" y="345"/>
                  </a:lnTo>
                  <a:lnTo>
                    <a:pt x="151064" y="777"/>
                  </a:lnTo>
                  <a:lnTo>
                    <a:pt x="145723" y="1380"/>
                  </a:lnTo>
                  <a:lnTo>
                    <a:pt x="140404" y="2155"/>
                  </a:lnTo>
                  <a:lnTo>
                    <a:pt x="135112" y="3101"/>
                  </a:lnTo>
                  <a:lnTo>
                    <a:pt x="129854" y="4216"/>
                  </a:lnTo>
                  <a:lnTo>
                    <a:pt x="124635" y="5500"/>
                  </a:lnTo>
                  <a:lnTo>
                    <a:pt x="119459" y="6951"/>
                  </a:lnTo>
                  <a:lnTo>
                    <a:pt x="114333" y="8568"/>
                  </a:lnTo>
                  <a:lnTo>
                    <a:pt x="109261" y="10348"/>
                  </a:lnTo>
                  <a:lnTo>
                    <a:pt x="104249" y="12291"/>
                  </a:lnTo>
                  <a:lnTo>
                    <a:pt x="99303" y="14394"/>
                  </a:lnTo>
                  <a:lnTo>
                    <a:pt x="94426" y="16655"/>
                  </a:lnTo>
                  <a:lnTo>
                    <a:pt x="89625" y="19071"/>
                  </a:lnTo>
                  <a:lnTo>
                    <a:pt x="84903" y="21640"/>
                  </a:lnTo>
                  <a:lnTo>
                    <a:pt x="80267" y="24360"/>
                  </a:lnTo>
                  <a:lnTo>
                    <a:pt x="75721" y="27228"/>
                  </a:lnTo>
                  <a:lnTo>
                    <a:pt x="71269" y="30240"/>
                  </a:lnTo>
                  <a:lnTo>
                    <a:pt x="66916" y="33394"/>
                  </a:lnTo>
                  <a:lnTo>
                    <a:pt x="62667" y="36686"/>
                  </a:lnTo>
                  <a:lnTo>
                    <a:pt x="58527" y="40113"/>
                  </a:lnTo>
                  <a:lnTo>
                    <a:pt x="54498" y="43672"/>
                  </a:lnTo>
                  <a:lnTo>
                    <a:pt x="50586" y="47358"/>
                  </a:lnTo>
                  <a:lnTo>
                    <a:pt x="46794" y="51168"/>
                  </a:lnTo>
                  <a:lnTo>
                    <a:pt x="43127" y="55098"/>
                  </a:lnTo>
                  <a:lnTo>
                    <a:pt x="39588" y="59143"/>
                  </a:lnTo>
                  <a:lnTo>
                    <a:pt x="36181" y="63301"/>
                  </a:lnTo>
                  <a:lnTo>
                    <a:pt x="32909" y="67566"/>
                  </a:lnTo>
                  <a:lnTo>
                    <a:pt x="29777" y="71934"/>
                  </a:lnTo>
                  <a:lnTo>
                    <a:pt x="26786" y="76400"/>
                  </a:lnTo>
                  <a:lnTo>
                    <a:pt x="23940" y="80960"/>
                  </a:lnTo>
                  <a:lnTo>
                    <a:pt x="21243" y="85609"/>
                  </a:lnTo>
                  <a:lnTo>
                    <a:pt x="18696" y="90343"/>
                  </a:lnTo>
                  <a:lnTo>
                    <a:pt x="16303" y="95156"/>
                  </a:lnTo>
                  <a:lnTo>
                    <a:pt x="14066" y="100043"/>
                  </a:lnTo>
                  <a:lnTo>
                    <a:pt x="11987" y="105000"/>
                  </a:lnTo>
                  <a:lnTo>
                    <a:pt x="10068" y="110021"/>
                  </a:lnTo>
                  <a:lnTo>
                    <a:pt x="8312" y="115101"/>
                  </a:lnTo>
                  <a:lnTo>
                    <a:pt x="6721" y="120235"/>
                  </a:lnTo>
                  <a:lnTo>
                    <a:pt x="5295" y="125418"/>
                  </a:lnTo>
                  <a:lnTo>
                    <a:pt x="4036" y="130644"/>
                  </a:lnTo>
                  <a:lnTo>
                    <a:pt x="2946" y="135907"/>
                  </a:lnTo>
                  <a:lnTo>
                    <a:pt x="2026" y="141203"/>
                  </a:lnTo>
                  <a:lnTo>
                    <a:pt x="1277" y="146526"/>
                  </a:lnTo>
                  <a:lnTo>
                    <a:pt x="699" y="151870"/>
                  </a:lnTo>
                  <a:lnTo>
                    <a:pt x="293" y="157230"/>
                  </a:lnTo>
                  <a:lnTo>
                    <a:pt x="60" y="162600"/>
                  </a:lnTo>
                  <a:lnTo>
                    <a:pt x="0" y="16797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45" y="3707741"/>
              <a:ext cx="334332" cy="334301"/>
            </a:xfrm>
            <a:custGeom>
              <a:avLst/>
              <a:pathLst>
                <a:path w="334332" h="334301">
                  <a:moveTo>
                    <a:pt x="0" y="167954"/>
                  </a:moveTo>
                  <a:lnTo>
                    <a:pt x="109" y="173252"/>
                  </a:lnTo>
                  <a:lnTo>
                    <a:pt x="387" y="178544"/>
                  </a:lnTo>
                  <a:lnTo>
                    <a:pt x="832" y="183825"/>
                  </a:lnTo>
                  <a:lnTo>
                    <a:pt x="1444" y="189088"/>
                  </a:lnTo>
                  <a:lnTo>
                    <a:pt x="2223" y="194330"/>
                  </a:lnTo>
                  <a:lnTo>
                    <a:pt x="3167" y="199544"/>
                  </a:lnTo>
                  <a:lnTo>
                    <a:pt x="4276" y="204726"/>
                  </a:lnTo>
                  <a:lnTo>
                    <a:pt x="5549" y="209870"/>
                  </a:lnTo>
                  <a:lnTo>
                    <a:pt x="6985" y="214972"/>
                  </a:lnTo>
                  <a:lnTo>
                    <a:pt x="8581" y="220025"/>
                  </a:lnTo>
                  <a:lnTo>
                    <a:pt x="10337" y="225025"/>
                  </a:lnTo>
                  <a:lnTo>
                    <a:pt x="12250" y="229967"/>
                  </a:lnTo>
                  <a:lnTo>
                    <a:pt x="14319" y="234845"/>
                  </a:lnTo>
                  <a:lnTo>
                    <a:pt x="16542" y="239656"/>
                  </a:lnTo>
                  <a:lnTo>
                    <a:pt x="18916" y="244394"/>
                  </a:lnTo>
                  <a:lnTo>
                    <a:pt x="21439" y="249054"/>
                  </a:lnTo>
                  <a:lnTo>
                    <a:pt x="24108" y="253632"/>
                  </a:lnTo>
                  <a:lnTo>
                    <a:pt x="26921" y="258123"/>
                  </a:lnTo>
                  <a:lnTo>
                    <a:pt x="29875" y="262522"/>
                  </a:lnTo>
                  <a:lnTo>
                    <a:pt x="32968" y="266826"/>
                  </a:lnTo>
                  <a:lnTo>
                    <a:pt x="36194" y="271029"/>
                  </a:lnTo>
                  <a:lnTo>
                    <a:pt x="39553" y="275128"/>
                  </a:lnTo>
                  <a:lnTo>
                    <a:pt x="43040" y="279119"/>
                  </a:lnTo>
                  <a:lnTo>
                    <a:pt x="46651" y="282997"/>
                  </a:lnTo>
                  <a:lnTo>
                    <a:pt x="50384" y="286759"/>
                  </a:lnTo>
                  <a:lnTo>
                    <a:pt x="54234" y="290400"/>
                  </a:lnTo>
                  <a:lnTo>
                    <a:pt x="58197" y="293918"/>
                  </a:lnTo>
                  <a:lnTo>
                    <a:pt x="62270" y="297308"/>
                  </a:lnTo>
                  <a:lnTo>
                    <a:pt x="66449" y="300567"/>
                  </a:lnTo>
                  <a:lnTo>
                    <a:pt x="70728" y="303693"/>
                  </a:lnTo>
                  <a:lnTo>
                    <a:pt x="75105" y="306681"/>
                  </a:lnTo>
                  <a:lnTo>
                    <a:pt x="79574" y="309529"/>
                  </a:lnTo>
                  <a:lnTo>
                    <a:pt x="84131" y="312233"/>
                  </a:lnTo>
                  <a:lnTo>
                    <a:pt x="88771" y="314792"/>
                  </a:lnTo>
                  <a:lnTo>
                    <a:pt x="93490" y="317203"/>
                  </a:lnTo>
                  <a:lnTo>
                    <a:pt x="98284" y="319463"/>
                  </a:lnTo>
                  <a:lnTo>
                    <a:pt x="103146" y="321570"/>
                  </a:lnTo>
                  <a:lnTo>
                    <a:pt x="108073" y="323521"/>
                  </a:lnTo>
                  <a:lnTo>
                    <a:pt x="113059" y="325316"/>
                  </a:lnTo>
                  <a:lnTo>
                    <a:pt x="118100" y="326951"/>
                  </a:lnTo>
                  <a:lnTo>
                    <a:pt x="123190" y="328426"/>
                  </a:lnTo>
                  <a:lnTo>
                    <a:pt x="128324" y="329739"/>
                  </a:lnTo>
                  <a:lnTo>
                    <a:pt x="133497" y="330888"/>
                  </a:lnTo>
                  <a:lnTo>
                    <a:pt x="138704" y="331873"/>
                  </a:lnTo>
                  <a:lnTo>
                    <a:pt x="143939" y="332692"/>
                  </a:lnTo>
                  <a:lnTo>
                    <a:pt x="149198" y="333345"/>
                  </a:lnTo>
                  <a:lnTo>
                    <a:pt x="154475" y="333831"/>
                  </a:lnTo>
                  <a:lnTo>
                    <a:pt x="159765" y="334150"/>
                  </a:lnTo>
                  <a:lnTo>
                    <a:pt x="165062" y="334301"/>
                  </a:lnTo>
                  <a:lnTo>
                    <a:pt x="170361" y="334283"/>
                  </a:lnTo>
                  <a:lnTo>
                    <a:pt x="175657" y="334098"/>
                  </a:lnTo>
                  <a:lnTo>
                    <a:pt x="180945" y="333745"/>
                  </a:lnTo>
                  <a:lnTo>
                    <a:pt x="186219" y="333224"/>
                  </a:lnTo>
                  <a:lnTo>
                    <a:pt x="191473" y="332537"/>
                  </a:lnTo>
                  <a:lnTo>
                    <a:pt x="196703" y="331683"/>
                  </a:lnTo>
                  <a:lnTo>
                    <a:pt x="201904" y="330664"/>
                  </a:lnTo>
                  <a:lnTo>
                    <a:pt x="207069" y="329481"/>
                  </a:lnTo>
                  <a:lnTo>
                    <a:pt x="212194" y="328135"/>
                  </a:lnTo>
                  <a:lnTo>
                    <a:pt x="217275" y="326627"/>
                  </a:lnTo>
                  <a:lnTo>
                    <a:pt x="222304" y="324958"/>
                  </a:lnTo>
                  <a:lnTo>
                    <a:pt x="227279" y="323131"/>
                  </a:lnTo>
                  <a:lnTo>
                    <a:pt x="232193" y="321147"/>
                  </a:lnTo>
                  <a:lnTo>
                    <a:pt x="237041" y="319009"/>
                  </a:lnTo>
                  <a:lnTo>
                    <a:pt x="241820" y="316718"/>
                  </a:lnTo>
                  <a:lnTo>
                    <a:pt x="246523" y="314276"/>
                  </a:lnTo>
                  <a:lnTo>
                    <a:pt x="251147" y="311687"/>
                  </a:lnTo>
                  <a:lnTo>
                    <a:pt x="255686" y="308953"/>
                  </a:lnTo>
                  <a:lnTo>
                    <a:pt x="260136" y="306075"/>
                  </a:lnTo>
                  <a:lnTo>
                    <a:pt x="264493" y="303059"/>
                  </a:lnTo>
                  <a:lnTo>
                    <a:pt x="268752" y="299906"/>
                  </a:lnTo>
                  <a:lnTo>
                    <a:pt x="272909" y="296619"/>
                  </a:lnTo>
                  <a:lnTo>
                    <a:pt x="276960" y="293202"/>
                  </a:lnTo>
                  <a:lnTo>
                    <a:pt x="280900" y="289659"/>
                  </a:lnTo>
                  <a:lnTo>
                    <a:pt x="284726" y="285992"/>
                  </a:lnTo>
                  <a:lnTo>
                    <a:pt x="288434" y="282206"/>
                  </a:lnTo>
                  <a:lnTo>
                    <a:pt x="292020" y="278305"/>
                  </a:lnTo>
                  <a:lnTo>
                    <a:pt x="295481" y="274291"/>
                  </a:lnTo>
                  <a:lnTo>
                    <a:pt x="298812" y="270170"/>
                  </a:lnTo>
                  <a:lnTo>
                    <a:pt x="302012" y="265946"/>
                  </a:lnTo>
                  <a:lnTo>
                    <a:pt x="305076" y="261622"/>
                  </a:lnTo>
                  <a:lnTo>
                    <a:pt x="308001" y="257203"/>
                  </a:lnTo>
                  <a:lnTo>
                    <a:pt x="310784" y="252694"/>
                  </a:lnTo>
                  <a:lnTo>
                    <a:pt x="313424" y="248099"/>
                  </a:lnTo>
                  <a:lnTo>
                    <a:pt x="315916" y="243422"/>
                  </a:lnTo>
                  <a:lnTo>
                    <a:pt x="318259" y="238669"/>
                  </a:lnTo>
                  <a:lnTo>
                    <a:pt x="320450" y="233844"/>
                  </a:lnTo>
                  <a:lnTo>
                    <a:pt x="322487" y="228952"/>
                  </a:lnTo>
                  <a:lnTo>
                    <a:pt x="324368" y="223998"/>
                  </a:lnTo>
                  <a:lnTo>
                    <a:pt x="326091" y="218986"/>
                  </a:lnTo>
                  <a:lnTo>
                    <a:pt x="327655" y="213923"/>
                  </a:lnTo>
                  <a:lnTo>
                    <a:pt x="329057" y="208812"/>
                  </a:lnTo>
                  <a:lnTo>
                    <a:pt x="330296" y="203660"/>
                  </a:lnTo>
                  <a:lnTo>
                    <a:pt x="331371" y="198471"/>
                  </a:lnTo>
                  <a:lnTo>
                    <a:pt x="332282" y="193250"/>
                  </a:lnTo>
                  <a:lnTo>
                    <a:pt x="333026" y="188004"/>
                  </a:lnTo>
                  <a:lnTo>
                    <a:pt x="333604" y="182736"/>
                  </a:lnTo>
                  <a:lnTo>
                    <a:pt x="334014" y="177453"/>
                  </a:lnTo>
                  <a:lnTo>
                    <a:pt x="334257" y="172159"/>
                  </a:lnTo>
                  <a:lnTo>
                    <a:pt x="334332" y="166860"/>
                  </a:lnTo>
                  <a:lnTo>
                    <a:pt x="334239" y="161562"/>
                  </a:lnTo>
                  <a:lnTo>
                    <a:pt x="333978" y="156269"/>
                  </a:lnTo>
                  <a:lnTo>
                    <a:pt x="333550" y="150987"/>
                  </a:lnTo>
                  <a:lnTo>
                    <a:pt x="332954" y="145721"/>
                  </a:lnTo>
                  <a:lnTo>
                    <a:pt x="332191" y="140477"/>
                  </a:lnTo>
                  <a:lnTo>
                    <a:pt x="331263" y="135260"/>
                  </a:lnTo>
                  <a:lnTo>
                    <a:pt x="330170" y="130074"/>
                  </a:lnTo>
                  <a:lnTo>
                    <a:pt x="328913" y="124926"/>
                  </a:lnTo>
                  <a:lnTo>
                    <a:pt x="327494" y="119821"/>
                  </a:lnTo>
                  <a:lnTo>
                    <a:pt x="325913" y="114763"/>
                  </a:lnTo>
                  <a:lnTo>
                    <a:pt x="324173" y="109757"/>
                  </a:lnTo>
                  <a:lnTo>
                    <a:pt x="322275" y="104810"/>
                  </a:lnTo>
                  <a:lnTo>
                    <a:pt x="320221" y="99924"/>
                  </a:lnTo>
                  <a:lnTo>
                    <a:pt x="318013" y="95107"/>
                  </a:lnTo>
                  <a:lnTo>
                    <a:pt x="315654" y="90362"/>
                  </a:lnTo>
                  <a:lnTo>
                    <a:pt x="313146" y="85694"/>
                  </a:lnTo>
                  <a:lnTo>
                    <a:pt x="310491" y="81108"/>
                  </a:lnTo>
                  <a:lnTo>
                    <a:pt x="307692" y="76608"/>
                  </a:lnTo>
                  <a:lnTo>
                    <a:pt x="304751" y="72199"/>
                  </a:lnTo>
                  <a:lnTo>
                    <a:pt x="301673" y="67886"/>
                  </a:lnTo>
                  <a:lnTo>
                    <a:pt x="298459" y="63672"/>
                  </a:lnTo>
                  <a:lnTo>
                    <a:pt x="295113" y="59563"/>
                  </a:lnTo>
                  <a:lnTo>
                    <a:pt x="291639" y="55561"/>
                  </a:lnTo>
                  <a:lnTo>
                    <a:pt x="288039" y="51672"/>
                  </a:lnTo>
                  <a:lnTo>
                    <a:pt x="284319" y="47899"/>
                  </a:lnTo>
                  <a:lnTo>
                    <a:pt x="280480" y="44245"/>
                  </a:lnTo>
                  <a:lnTo>
                    <a:pt x="276528" y="40715"/>
                  </a:lnTo>
                  <a:lnTo>
                    <a:pt x="272465" y="37313"/>
                  </a:lnTo>
                  <a:lnTo>
                    <a:pt x="268297" y="34040"/>
                  </a:lnTo>
                  <a:lnTo>
                    <a:pt x="264027" y="30901"/>
                  </a:lnTo>
                  <a:lnTo>
                    <a:pt x="259660" y="27900"/>
                  </a:lnTo>
                  <a:lnTo>
                    <a:pt x="255200" y="25038"/>
                  </a:lnTo>
                  <a:lnTo>
                    <a:pt x="250651" y="22319"/>
                  </a:lnTo>
                  <a:lnTo>
                    <a:pt x="246019" y="19745"/>
                  </a:lnTo>
                  <a:lnTo>
                    <a:pt x="241307" y="17320"/>
                  </a:lnTo>
                  <a:lnTo>
                    <a:pt x="236521" y="15045"/>
                  </a:lnTo>
                  <a:lnTo>
                    <a:pt x="231665" y="12923"/>
                  </a:lnTo>
                  <a:lnTo>
                    <a:pt x="226744" y="10957"/>
                  </a:lnTo>
                  <a:lnTo>
                    <a:pt x="221764" y="9147"/>
                  </a:lnTo>
                  <a:lnTo>
                    <a:pt x="216728" y="7495"/>
                  </a:lnTo>
                  <a:lnTo>
                    <a:pt x="211643" y="6005"/>
                  </a:lnTo>
                  <a:lnTo>
                    <a:pt x="206513" y="4676"/>
                  </a:lnTo>
                  <a:lnTo>
                    <a:pt x="201344" y="3510"/>
                  </a:lnTo>
                  <a:lnTo>
                    <a:pt x="196140" y="2509"/>
                  </a:lnTo>
                  <a:lnTo>
                    <a:pt x="190907" y="1673"/>
                  </a:lnTo>
                  <a:lnTo>
                    <a:pt x="185650" y="1004"/>
                  </a:lnTo>
                  <a:lnTo>
                    <a:pt x="180374" y="502"/>
                  </a:lnTo>
                  <a:lnTo>
                    <a:pt x="175086" y="167"/>
                  </a:lnTo>
                  <a:lnTo>
                    <a:pt x="169789" y="0"/>
                  </a:lnTo>
                  <a:lnTo>
                    <a:pt x="167165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2624" cy="167167"/>
            </a:xfrm>
            <a:custGeom>
              <a:avLst/>
              <a:pathLst>
                <a:path w="2624" h="167167">
                  <a:moveTo>
                    <a:pt x="2624" y="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tx76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2025-06-05T20:46:39Z</dcterms:modified>
  <cp:category/>
</cp:coreProperties>
</file>