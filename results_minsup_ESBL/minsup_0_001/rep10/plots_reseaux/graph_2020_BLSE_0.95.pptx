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23774" y="1333628"/>
              <a:ext cx="603476" cy="419609"/>
            </a:xfrm>
            <a:custGeom>
              <a:avLst/>
              <a:pathLst>
                <a:path w="603476" h="419609">
                  <a:moveTo>
                    <a:pt x="603476" y="0"/>
                  </a:moveTo>
                  <a:lnTo>
                    <a:pt x="0" y="4196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906010" y="1349502"/>
              <a:ext cx="933767" cy="833321"/>
            </a:xfrm>
            <a:custGeom>
              <a:avLst/>
              <a:pathLst>
                <a:path w="933767" h="833321">
                  <a:moveTo>
                    <a:pt x="933767" y="0"/>
                  </a:moveTo>
                  <a:lnTo>
                    <a:pt x="0" y="833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649648" y="2450578"/>
              <a:ext cx="72739" cy="193206"/>
            </a:xfrm>
            <a:custGeom>
              <a:avLst/>
              <a:pathLst>
                <a:path w="72739" h="193206">
                  <a:moveTo>
                    <a:pt x="72739" y="0"/>
                  </a:moveTo>
                  <a:lnTo>
                    <a:pt x="0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65711" y="2456508"/>
              <a:ext cx="175845" cy="718674"/>
            </a:xfrm>
            <a:custGeom>
              <a:avLst/>
              <a:pathLst>
                <a:path w="175845" h="718674">
                  <a:moveTo>
                    <a:pt x="175845" y="0"/>
                  </a:moveTo>
                  <a:lnTo>
                    <a:pt x="0" y="71867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10753" y="24600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781287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0" y="0"/>
                  </a:moveTo>
                  <a:lnTo>
                    <a:pt x="3651615" y="193059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918537" y="238956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622499" y="2948483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079939" y="2956679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650703" y="1219967"/>
              <a:ext cx="2248117" cy="2006286"/>
            </a:xfrm>
            <a:custGeom>
              <a:avLst/>
              <a:pathLst>
                <a:path w="2248117" h="2006286">
                  <a:moveTo>
                    <a:pt x="2248117" y="0"/>
                  </a:moveTo>
                  <a:lnTo>
                    <a:pt x="0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5023544" y="1275828"/>
              <a:ext cx="0" cy="4123463"/>
            </a:xfrm>
            <a:custGeom>
              <a:avLst/>
              <a:pathLst>
                <a:path w="0" h="4123463">
                  <a:moveTo>
                    <a:pt x="0" y="0"/>
                  </a:moveTo>
                  <a:lnTo>
                    <a:pt x="0" y="412346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701146" y="1234189"/>
              <a:ext cx="2212000" cy="2515170"/>
            </a:xfrm>
            <a:custGeom>
              <a:avLst/>
              <a:pathLst>
                <a:path w="2212000" h="2515170">
                  <a:moveTo>
                    <a:pt x="2212000" y="0"/>
                  </a:moveTo>
                  <a:lnTo>
                    <a:pt x="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875779" y="1246560"/>
              <a:ext cx="2053273" cy="2996528"/>
            </a:xfrm>
            <a:custGeom>
              <a:avLst/>
              <a:pathLst>
                <a:path w="2053273" h="2996528">
                  <a:moveTo>
                    <a:pt x="2053273" y="0"/>
                  </a:moveTo>
                  <a:lnTo>
                    <a:pt x="0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3163766" y="1256912"/>
              <a:ext cx="1782536" cy="3421284"/>
            </a:xfrm>
            <a:custGeom>
              <a:avLst/>
              <a:pathLst>
                <a:path w="1782536" h="3421284">
                  <a:moveTo>
                    <a:pt x="1782536" y="0"/>
                  </a:moveTo>
                  <a:lnTo>
                    <a:pt x="0" y="342128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5100785" y="1256912"/>
              <a:ext cx="1550445" cy="2975823"/>
            </a:xfrm>
            <a:custGeom>
              <a:avLst/>
              <a:pathLst>
                <a:path w="1550445" h="2975823">
                  <a:moveTo>
                    <a:pt x="0" y="0"/>
                  </a:moveTo>
                  <a:lnTo>
                    <a:pt x="1550445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063274" y="1271038"/>
              <a:ext cx="918033" cy="3751965"/>
            </a:xfrm>
            <a:custGeom>
              <a:avLst/>
              <a:pathLst>
                <a:path w="918033" h="3751965">
                  <a:moveTo>
                    <a:pt x="0" y="0"/>
                  </a:moveTo>
                  <a:lnTo>
                    <a:pt x="918033" y="37519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858529" y="1256912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2937447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0"/>
                  </a:moveTo>
                  <a:lnTo>
                    <a:pt x="0" y="93661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2688222" y="2334413"/>
              <a:ext cx="3878008" cy="962863"/>
            </a:xfrm>
            <a:custGeom>
              <a:avLst/>
              <a:pathLst>
                <a:path w="3878008" h="962863">
                  <a:moveTo>
                    <a:pt x="3878008" y="0"/>
                  </a:moveTo>
                  <a:lnTo>
                    <a:pt x="0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3651615" y="0"/>
                  </a:moveTo>
                  <a:lnTo>
                    <a:pt x="0" y="19305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6728472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6060769" y="2456508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669981" y="1349502"/>
              <a:ext cx="933767" cy="833321"/>
            </a:xfrm>
            <a:custGeom>
              <a:avLst/>
              <a:pathLst>
                <a:path w="933767" h="833321">
                  <a:moveTo>
                    <a:pt x="933767" y="8333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3547620" y="1646186"/>
              <a:ext cx="1417023" cy="3763825"/>
            </a:xfrm>
            <a:custGeom>
              <a:avLst/>
              <a:pathLst>
                <a:path w="1417023" h="3763825">
                  <a:moveTo>
                    <a:pt x="0" y="0"/>
                  </a:moveTo>
                  <a:lnTo>
                    <a:pt x="1417023" y="376382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821018" y="1652116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3613443" y="1601045"/>
              <a:ext cx="2990305" cy="2668636"/>
            </a:xfrm>
            <a:custGeom>
              <a:avLst/>
              <a:pathLst>
                <a:path w="2990305" h="2668636">
                  <a:moveTo>
                    <a:pt x="0" y="0"/>
                  </a:moveTo>
                  <a:lnTo>
                    <a:pt x="2990305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3583212" y="1627638"/>
              <a:ext cx="2343335" cy="3419842"/>
            </a:xfrm>
            <a:custGeom>
              <a:avLst/>
              <a:pathLst>
                <a:path w="2343335" h="3419842">
                  <a:moveTo>
                    <a:pt x="0" y="0"/>
                  </a:moveTo>
                  <a:lnTo>
                    <a:pt x="2343335" y="341984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37911" y="3170392"/>
              <a:ext cx="45867" cy="167167"/>
            </a:xfrm>
            <a:custGeom>
              <a:avLst/>
              <a:pathLst>
                <a:path w="45867" h="167167">
                  <a:moveTo>
                    <a:pt x="45867" y="0"/>
                  </a:moveTo>
                  <a:lnTo>
                    <a:pt x="39231" y="131"/>
                  </a:lnTo>
                  <a:lnTo>
                    <a:pt x="32606" y="526"/>
                  </a:lnTo>
                  <a:lnTo>
                    <a:pt x="26001" y="1184"/>
                  </a:lnTo>
                  <a:lnTo>
                    <a:pt x="19428" y="2104"/>
                  </a:lnTo>
                  <a:lnTo>
                    <a:pt x="12896" y="3283"/>
                  </a:lnTo>
                  <a:lnTo>
                    <a:pt x="6417" y="4721"/>
                  </a:lnTo>
                  <a:lnTo>
                    <a:pt x="0" y="6415"/>
                  </a:lnTo>
                  <a:lnTo>
                    <a:pt x="458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37911" y="3176808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816612" y="3170492"/>
              <a:ext cx="334322" cy="334224"/>
            </a:xfrm>
            <a:custGeom>
              <a:avLst/>
              <a:pathLst>
                <a:path w="334322" h="334224">
                  <a:moveTo>
                    <a:pt x="121299" y="6315"/>
                  </a:moveTo>
                  <a:lnTo>
                    <a:pt x="116244" y="7844"/>
                  </a:lnTo>
                  <a:lnTo>
                    <a:pt x="111241" y="9532"/>
                  </a:lnTo>
                  <a:lnTo>
                    <a:pt x="106293" y="11377"/>
                  </a:lnTo>
                  <a:lnTo>
                    <a:pt x="101406" y="13377"/>
                  </a:lnTo>
                  <a:lnTo>
                    <a:pt x="96584" y="15531"/>
                  </a:lnTo>
                  <a:lnTo>
                    <a:pt x="91833" y="17836"/>
                  </a:lnTo>
                  <a:lnTo>
                    <a:pt x="87157" y="20289"/>
                  </a:lnTo>
                  <a:lnTo>
                    <a:pt x="82561" y="22890"/>
                  </a:lnTo>
                  <a:lnTo>
                    <a:pt x="78050" y="25634"/>
                  </a:lnTo>
                  <a:lnTo>
                    <a:pt x="73627" y="28519"/>
                  </a:lnTo>
                  <a:lnTo>
                    <a:pt x="69298" y="31543"/>
                  </a:lnTo>
                  <a:lnTo>
                    <a:pt x="65066" y="34702"/>
                  </a:lnTo>
                  <a:lnTo>
                    <a:pt x="60936" y="37993"/>
                  </a:lnTo>
                  <a:lnTo>
                    <a:pt x="56912" y="41412"/>
                  </a:lnTo>
                  <a:lnTo>
                    <a:pt x="52999" y="44957"/>
                  </a:lnTo>
                  <a:lnTo>
                    <a:pt x="49199" y="48624"/>
                  </a:lnTo>
                  <a:lnTo>
                    <a:pt x="45517" y="52409"/>
                  </a:lnTo>
                  <a:lnTo>
                    <a:pt x="41956" y="56309"/>
                  </a:lnTo>
                  <a:lnTo>
                    <a:pt x="38520" y="60319"/>
                  </a:lnTo>
                  <a:lnTo>
                    <a:pt x="35213" y="64436"/>
                  </a:lnTo>
                  <a:lnTo>
                    <a:pt x="32037" y="68655"/>
                  </a:lnTo>
                  <a:lnTo>
                    <a:pt x="28996" y="72972"/>
                  </a:lnTo>
                  <a:lnTo>
                    <a:pt x="26093" y="77383"/>
                  </a:lnTo>
                  <a:lnTo>
                    <a:pt x="23331" y="81883"/>
                  </a:lnTo>
                  <a:lnTo>
                    <a:pt x="20712" y="86469"/>
                  </a:lnTo>
                  <a:lnTo>
                    <a:pt x="18239" y="91135"/>
                  </a:lnTo>
                  <a:lnTo>
                    <a:pt x="15915" y="95877"/>
                  </a:lnTo>
                  <a:lnTo>
                    <a:pt x="13742" y="100690"/>
                  </a:lnTo>
                  <a:lnTo>
                    <a:pt x="11722" y="105569"/>
                  </a:lnTo>
                  <a:lnTo>
                    <a:pt x="9857" y="110509"/>
                  </a:lnTo>
                  <a:lnTo>
                    <a:pt x="8149" y="115506"/>
                  </a:lnTo>
                  <a:lnTo>
                    <a:pt x="6600" y="120554"/>
                  </a:lnTo>
                  <a:lnTo>
                    <a:pt x="5211" y="125649"/>
                  </a:lnTo>
                  <a:lnTo>
                    <a:pt x="3984" y="130785"/>
                  </a:lnTo>
                  <a:lnTo>
                    <a:pt x="2919" y="135957"/>
                  </a:lnTo>
                  <a:lnTo>
                    <a:pt x="2019" y="141160"/>
                  </a:lnTo>
                  <a:lnTo>
                    <a:pt x="1283" y="146389"/>
                  </a:lnTo>
                  <a:lnTo>
                    <a:pt x="712" y="151639"/>
                  </a:lnTo>
                  <a:lnTo>
                    <a:pt x="308" y="156904"/>
                  </a:lnTo>
                  <a:lnTo>
                    <a:pt x="70" y="162180"/>
                  </a:lnTo>
                  <a:lnTo>
                    <a:pt x="0" y="167460"/>
                  </a:lnTo>
                  <a:lnTo>
                    <a:pt x="95" y="172740"/>
                  </a:lnTo>
                  <a:lnTo>
                    <a:pt x="358" y="178014"/>
                  </a:lnTo>
                  <a:lnTo>
                    <a:pt x="787" y="183277"/>
                  </a:lnTo>
                  <a:lnTo>
                    <a:pt x="1382" y="188524"/>
                  </a:lnTo>
                  <a:lnTo>
                    <a:pt x="2142" y="193750"/>
                  </a:lnTo>
                  <a:lnTo>
                    <a:pt x="3067" y="198949"/>
                  </a:lnTo>
                  <a:lnTo>
                    <a:pt x="4156" y="204116"/>
                  </a:lnTo>
                  <a:lnTo>
                    <a:pt x="5408" y="209246"/>
                  </a:lnTo>
                  <a:lnTo>
                    <a:pt x="6821" y="214334"/>
                  </a:lnTo>
                  <a:lnTo>
                    <a:pt x="8394" y="219375"/>
                  </a:lnTo>
                  <a:lnTo>
                    <a:pt x="10125" y="224364"/>
                  </a:lnTo>
                  <a:lnTo>
                    <a:pt x="12013" y="229295"/>
                  </a:lnTo>
                  <a:lnTo>
                    <a:pt x="14056" y="234165"/>
                  </a:lnTo>
                  <a:lnTo>
                    <a:pt x="16252" y="238967"/>
                  </a:lnTo>
                  <a:lnTo>
                    <a:pt x="18598" y="243698"/>
                  </a:lnTo>
                  <a:lnTo>
                    <a:pt x="21093" y="248352"/>
                  </a:lnTo>
                  <a:lnTo>
                    <a:pt x="23733" y="252926"/>
                  </a:lnTo>
                  <a:lnTo>
                    <a:pt x="26516" y="257413"/>
                  </a:lnTo>
                  <a:lnTo>
                    <a:pt x="29440" y="261811"/>
                  </a:lnTo>
                  <a:lnTo>
                    <a:pt x="32501" y="266113"/>
                  </a:lnTo>
                  <a:lnTo>
                    <a:pt x="35697" y="270317"/>
                  </a:lnTo>
                  <a:lnTo>
                    <a:pt x="39024" y="274418"/>
                  </a:lnTo>
                  <a:lnTo>
                    <a:pt x="42478" y="278412"/>
                  </a:lnTo>
                  <a:lnTo>
                    <a:pt x="46058" y="282295"/>
                  </a:lnTo>
                  <a:lnTo>
                    <a:pt x="49757" y="286063"/>
                  </a:lnTo>
                  <a:lnTo>
                    <a:pt x="53575" y="289712"/>
                  </a:lnTo>
                  <a:lnTo>
                    <a:pt x="57505" y="293238"/>
                  </a:lnTo>
                  <a:lnTo>
                    <a:pt x="61545" y="296639"/>
                  </a:lnTo>
                  <a:lnTo>
                    <a:pt x="65690" y="299910"/>
                  </a:lnTo>
                  <a:lnTo>
                    <a:pt x="69937" y="303049"/>
                  </a:lnTo>
                  <a:lnTo>
                    <a:pt x="74280" y="306052"/>
                  </a:lnTo>
                  <a:lnTo>
                    <a:pt x="78716" y="308917"/>
                  </a:lnTo>
                  <a:lnTo>
                    <a:pt x="83241" y="311640"/>
                  </a:lnTo>
                  <a:lnTo>
                    <a:pt x="87849" y="314218"/>
                  </a:lnTo>
                  <a:lnTo>
                    <a:pt x="92536" y="316650"/>
                  </a:lnTo>
                  <a:lnTo>
                    <a:pt x="97298" y="318933"/>
                  </a:lnTo>
                  <a:lnTo>
                    <a:pt x="102130" y="321064"/>
                  </a:lnTo>
                  <a:lnTo>
                    <a:pt x="107026" y="323041"/>
                  </a:lnTo>
                  <a:lnTo>
                    <a:pt x="111983" y="324863"/>
                  </a:lnTo>
                  <a:lnTo>
                    <a:pt x="116994" y="326527"/>
                  </a:lnTo>
                  <a:lnTo>
                    <a:pt x="122056" y="328032"/>
                  </a:lnTo>
                  <a:lnTo>
                    <a:pt x="127163" y="329377"/>
                  </a:lnTo>
                  <a:lnTo>
                    <a:pt x="132309" y="330559"/>
                  </a:lnTo>
                  <a:lnTo>
                    <a:pt x="137491" y="331579"/>
                  </a:lnTo>
                  <a:lnTo>
                    <a:pt x="142701" y="332434"/>
                  </a:lnTo>
                  <a:lnTo>
                    <a:pt x="147937" y="333124"/>
                  </a:lnTo>
                  <a:lnTo>
                    <a:pt x="153191" y="333649"/>
                  </a:lnTo>
                  <a:lnTo>
                    <a:pt x="158460" y="334007"/>
                  </a:lnTo>
                  <a:lnTo>
                    <a:pt x="163737" y="334199"/>
                  </a:lnTo>
                  <a:lnTo>
                    <a:pt x="169018" y="334224"/>
                  </a:lnTo>
                  <a:lnTo>
                    <a:pt x="174296" y="334082"/>
                  </a:lnTo>
                  <a:lnTo>
                    <a:pt x="179568" y="333773"/>
                  </a:lnTo>
                  <a:lnTo>
                    <a:pt x="184827" y="333298"/>
                  </a:lnTo>
                  <a:lnTo>
                    <a:pt x="190069" y="332658"/>
                  </a:lnTo>
                  <a:lnTo>
                    <a:pt x="195288" y="331852"/>
                  </a:lnTo>
                  <a:lnTo>
                    <a:pt x="200478" y="330881"/>
                  </a:lnTo>
                  <a:lnTo>
                    <a:pt x="205636" y="329747"/>
                  </a:lnTo>
                  <a:lnTo>
                    <a:pt x="210755" y="328451"/>
                  </a:lnTo>
                  <a:lnTo>
                    <a:pt x="215831" y="326994"/>
                  </a:lnTo>
                  <a:lnTo>
                    <a:pt x="220858" y="325377"/>
                  </a:lnTo>
                  <a:lnTo>
                    <a:pt x="225831" y="323602"/>
                  </a:lnTo>
                  <a:lnTo>
                    <a:pt x="230746" y="321671"/>
                  </a:lnTo>
                  <a:lnTo>
                    <a:pt x="235597" y="319586"/>
                  </a:lnTo>
                  <a:lnTo>
                    <a:pt x="240381" y="317348"/>
                  </a:lnTo>
                  <a:lnTo>
                    <a:pt x="245091" y="314961"/>
                  </a:lnTo>
                  <a:lnTo>
                    <a:pt x="249723" y="312426"/>
                  </a:lnTo>
                  <a:lnTo>
                    <a:pt x="254273" y="309746"/>
                  </a:lnTo>
                  <a:lnTo>
                    <a:pt x="258736" y="306923"/>
                  </a:lnTo>
                  <a:lnTo>
                    <a:pt x="263108" y="303961"/>
                  </a:lnTo>
                  <a:lnTo>
                    <a:pt x="267384" y="300863"/>
                  </a:lnTo>
                  <a:lnTo>
                    <a:pt x="271560" y="297631"/>
                  </a:lnTo>
                  <a:lnTo>
                    <a:pt x="275632" y="294268"/>
                  </a:lnTo>
                  <a:lnTo>
                    <a:pt x="279595" y="290779"/>
                  </a:lnTo>
                  <a:lnTo>
                    <a:pt x="283447" y="287166"/>
                  </a:lnTo>
                  <a:lnTo>
                    <a:pt x="287182" y="283433"/>
                  </a:lnTo>
                  <a:lnTo>
                    <a:pt x="290798" y="279585"/>
                  </a:lnTo>
                  <a:lnTo>
                    <a:pt x="294290" y="275624"/>
                  </a:lnTo>
                  <a:lnTo>
                    <a:pt x="297655" y="271554"/>
                  </a:lnTo>
                  <a:lnTo>
                    <a:pt x="300890" y="267381"/>
                  </a:lnTo>
                  <a:lnTo>
                    <a:pt x="303992" y="263107"/>
                  </a:lnTo>
                  <a:lnTo>
                    <a:pt x="306957" y="258737"/>
                  </a:lnTo>
                  <a:lnTo>
                    <a:pt x="309783" y="254276"/>
                  </a:lnTo>
                  <a:lnTo>
                    <a:pt x="312466" y="249728"/>
                  </a:lnTo>
                  <a:lnTo>
                    <a:pt x="315005" y="245098"/>
                  </a:lnTo>
                  <a:lnTo>
                    <a:pt x="317395" y="240389"/>
                  </a:lnTo>
                  <a:lnTo>
                    <a:pt x="319636" y="235608"/>
                  </a:lnTo>
                  <a:lnTo>
                    <a:pt x="321725" y="230758"/>
                  </a:lnTo>
                  <a:lnTo>
                    <a:pt x="323660" y="225844"/>
                  </a:lnTo>
                  <a:lnTo>
                    <a:pt x="325438" y="220872"/>
                  </a:lnTo>
                  <a:lnTo>
                    <a:pt x="327059" y="215846"/>
                  </a:lnTo>
                  <a:lnTo>
                    <a:pt x="328520" y="210772"/>
                  </a:lnTo>
                  <a:lnTo>
                    <a:pt x="329820" y="205653"/>
                  </a:lnTo>
                  <a:lnTo>
                    <a:pt x="330957" y="200497"/>
                  </a:lnTo>
                  <a:lnTo>
                    <a:pt x="331931" y="195307"/>
                  </a:lnTo>
                  <a:lnTo>
                    <a:pt x="332741" y="190089"/>
                  </a:lnTo>
                  <a:lnTo>
                    <a:pt x="333386" y="184847"/>
                  </a:lnTo>
                  <a:lnTo>
                    <a:pt x="333864" y="179588"/>
                  </a:lnTo>
                  <a:lnTo>
                    <a:pt x="334177" y="174317"/>
                  </a:lnTo>
                  <a:lnTo>
                    <a:pt x="334322" y="169038"/>
                  </a:lnTo>
                  <a:lnTo>
                    <a:pt x="334301" y="163758"/>
                  </a:lnTo>
                  <a:lnTo>
                    <a:pt x="334113" y="158480"/>
                  </a:lnTo>
                  <a:lnTo>
                    <a:pt x="333759" y="153212"/>
                  </a:lnTo>
                  <a:lnTo>
                    <a:pt x="333238" y="147957"/>
                  </a:lnTo>
                  <a:lnTo>
                    <a:pt x="332552" y="142721"/>
                  </a:lnTo>
                  <a:lnTo>
                    <a:pt x="331700" y="137509"/>
                  </a:lnTo>
                  <a:lnTo>
                    <a:pt x="330684" y="132327"/>
                  </a:lnTo>
                  <a:lnTo>
                    <a:pt x="329506" y="127180"/>
                  </a:lnTo>
                  <a:lnTo>
                    <a:pt x="328165" y="122072"/>
                  </a:lnTo>
                  <a:lnTo>
                    <a:pt x="326663" y="117010"/>
                  </a:lnTo>
                  <a:lnTo>
                    <a:pt x="325003" y="111997"/>
                  </a:lnTo>
                  <a:lnTo>
                    <a:pt x="323185" y="107039"/>
                  </a:lnTo>
                  <a:lnTo>
                    <a:pt x="321211" y="102141"/>
                  </a:lnTo>
                  <a:lnTo>
                    <a:pt x="319083" y="97308"/>
                  </a:lnTo>
                  <a:lnTo>
                    <a:pt x="316804" y="92545"/>
                  </a:lnTo>
                  <a:lnTo>
                    <a:pt x="314376" y="87855"/>
                  </a:lnTo>
                  <a:lnTo>
                    <a:pt x="311800" y="83245"/>
                  </a:lnTo>
                  <a:lnTo>
                    <a:pt x="309081" y="78719"/>
                  </a:lnTo>
                  <a:lnTo>
                    <a:pt x="306219" y="74281"/>
                  </a:lnTo>
                  <a:lnTo>
                    <a:pt x="303219" y="69935"/>
                  </a:lnTo>
                  <a:lnTo>
                    <a:pt x="300084" y="65686"/>
                  </a:lnTo>
                  <a:lnTo>
                    <a:pt x="296815" y="61538"/>
                  </a:lnTo>
                  <a:lnTo>
                    <a:pt x="293417" y="57496"/>
                  </a:lnTo>
                  <a:lnTo>
                    <a:pt x="289894" y="53563"/>
                  </a:lnTo>
                  <a:lnTo>
                    <a:pt x="286247" y="49743"/>
                  </a:lnTo>
                  <a:lnTo>
                    <a:pt x="282482" y="46041"/>
                  </a:lnTo>
                  <a:lnTo>
                    <a:pt x="278602" y="42459"/>
                  </a:lnTo>
                  <a:lnTo>
                    <a:pt x="274611" y="39001"/>
                  </a:lnTo>
                  <a:lnTo>
                    <a:pt x="270512" y="35672"/>
                  </a:lnTo>
                  <a:lnTo>
                    <a:pt x="266311" y="32473"/>
                  </a:lnTo>
                  <a:lnTo>
                    <a:pt x="262010" y="29409"/>
                  </a:lnTo>
                  <a:lnTo>
                    <a:pt x="257615" y="26482"/>
                  </a:lnTo>
                  <a:lnTo>
                    <a:pt x="253129" y="23695"/>
                  </a:lnTo>
                  <a:lnTo>
                    <a:pt x="248558" y="21051"/>
                  </a:lnTo>
                  <a:lnTo>
                    <a:pt x="243905" y="18554"/>
                  </a:lnTo>
                  <a:lnTo>
                    <a:pt x="239176" y="16204"/>
                  </a:lnTo>
                  <a:lnTo>
                    <a:pt x="234375" y="14005"/>
                  </a:lnTo>
                  <a:lnTo>
                    <a:pt x="229507" y="11958"/>
                  </a:lnTo>
                  <a:lnTo>
                    <a:pt x="224577" y="10067"/>
                  </a:lnTo>
                  <a:lnTo>
                    <a:pt x="219590" y="8332"/>
                  </a:lnTo>
                  <a:lnTo>
                    <a:pt x="214550" y="6755"/>
                  </a:lnTo>
                  <a:lnTo>
                    <a:pt x="209463" y="5338"/>
                  </a:lnTo>
                  <a:lnTo>
                    <a:pt x="204334" y="4083"/>
                  </a:lnTo>
                  <a:lnTo>
                    <a:pt x="199167" y="2991"/>
                  </a:lnTo>
                  <a:lnTo>
                    <a:pt x="193969" y="2062"/>
                  </a:lnTo>
                  <a:lnTo>
                    <a:pt x="188744" y="1297"/>
                  </a:lnTo>
                  <a:lnTo>
                    <a:pt x="183497" y="699"/>
                  </a:lnTo>
                  <a:lnTo>
                    <a:pt x="178234" y="266"/>
                  </a:lnTo>
                  <a:lnTo>
                    <a:pt x="172960" y="0"/>
                  </a:lnTo>
                  <a:lnTo>
                    <a:pt x="167166" y="1670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983779" y="3170392"/>
              <a:ext cx="5793" cy="167167"/>
            </a:xfrm>
            <a:custGeom>
              <a:avLst/>
              <a:pathLst>
                <a:path w="5793" h="167167">
                  <a:moveTo>
                    <a:pt x="5793" y="10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5966" y="2633064"/>
              <a:ext cx="163045" cy="167167"/>
            </a:xfrm>
            <a:custGeom>
              <a:avLst/>
              <a:pathLst>
                <a:path w="163045" h="167167">
                  <a:moveTo>
                    <a:pt x="163045" y="0"/>
                  </a:moveTo>
                  <a:lnTo>
                    <a:pt x="157548" y="90"/>
                  </a:lnTo>
                  <a:lnTo>
                    <a:pt x="152058" y="361"/>
                  </a:lnTo>
                  <a:lnTo>
                    <a:pt x="146580" y="812"/>
                  </a:lnTo>
                  <a:lnTo>
                    <a:pt x="141119" y="1444"/>
                  </a:lnTo>
                  <a:lnTo>
                    <a:pt x="135682" y="2254"/>
                  </a:lnTo>
                  <a:lnTo>
                    <a:pt x="130275" y="3243"/>
                  </a:lnTo>
                  <a:lnTo>
                    <a:pt x="124903" y="4409"/>
                  </a:lnTo>
                  <a:lnTo>
                    <a:pt x="119573" y="5751"/>
                  </a:lnTo>
                  <a:lnTo>
                    <a:pt x="114289" y="7267"/>
                  </a:lnTo>
                  <a:lnTo>
                    <a:pt x="109058" y="8957"/>
                  </a:lnTo>
                  <a:lnTo>
                    <a:pt x="103886" y="10817"/>
                  </a:lnTo>
                  <a:lnTo>
                    <a:pt x="98777" y="12847"/>
                  </a:lnTo>
                  <a:lnTo>
                    <a:pt x="93738" y="15043"/>
                  </a:lnTo>
                  <a:lnTo>
                    <a:pt x="88774" y="17404"/>
                  </a:lnTo>
                  <a:lnTo>
                    <a:pt x="83890" y="19927"/>
                  </a:lnTo>
                  <a:lnTo>
                    <a:pt x="79092" y="22609"/>
                  </a:lnTo>
                  <a:lnTo>
                    <a:pt x="74385" y="25448"/>
                  </a:lnTo>
                  <a:lnTo>
                    <a:pt x="69773" y="28439"/>
                  </a:lnTo>
                  <a:lnTo>
                    <a:pt x="65262" y="31581"/>
                  </a:lnTo>
                  <a:lnTo>
                    <a:pt x="60857" y="34869"/>
                  </a:lnTo>
                  <a:lnTo>
                    <a:pt x="56563" y="38300"/>
                  </a:lnTo>
                  <a:lnTo>
                    <a:pt x="52384" y="41871"/>
                  </a:lnTo>
                  <a:lnTo>
                    <a:pt x="48324" y="45577"/>
                  </a:lnTo>
                  <a:lnTo>
                    <a:pt x="44388" y="49415"/>
                  </a:lnTo>
                  <a:lnTo>
                    <a:pt x="40581" y="53379"/>
                  </a:lnTo>
                  <a:lnTo>
                    <a:pt x="36906" y="57467"/>
                  </a:lnTo>
                  <a:lnTo>
                    <a:pt x="33367" y="61674"/>
                  </a:lnTo>
                  <a:lnTo>
                    <a:pt x="29969" y="65994"/>
                  </a:lnTo>
                  <a:lnTo>
                    <a:pt x="26715" y="70424"/>
                  </a:lnTo>
                  <a:lnTo>
                    <a:pt x="23608" y="74959"/>
                  </a:lnTo>
                  <a:lnTo>
                    <a:pt x="20651" y="79593"/>
                  </a:lnTo>
                  <a:lnTo>
                    <a:pt x="17849" y="84322"/>
                  </a:lnTo>
                  <a:lnTo>
                    <a:pt x="15204" y="89141"/>
                  </a:lnTo>
                  <a:lnTo>
                    <a:pt x="12718" y="94044"/>
                  </a:lnTo>
                  <a:lnTo>
                    <a:pt x="10395" y="99026"/>
                  </a:lnTo>
                  <a:lnTo>
                    <a:pt x="8238" y="104082"/>
                  </a:lnTo>
                  <a:lnTo>
                    <a:pt x="6247" y="109205"/>
                  </a:lnTo>
                  <a:lnTo>
                    <a:pt x="4426" y="114392"/>
                  </a:lnTo>
                  <a:lnTo>
                    <a:pt x="2777" y="119636"/>
                  </a:lnTo>
                  <a:lnTo>
                    <a:pt x="1301" y="124931"/>
                  </a:lnTo>
                  <a:lnTo>
                    <a:pt x="0" y="130271"/>
                  </a:lnTo>
                  <a:lnTo>
                    <a:pt x="16304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55966" y="2763336"/>
              <a:ext cx="163045" cy="36895"/>
            </a:xfrm>
            <a:custGeom>
              <a:avLst/>
              <a:pathLst>
                <a:path w="163045" h="36895">
                  <a:moveTo>
                    <a:pt x="0" y="0"/>
                  </a:moveTo>
                  <a:lnTo>
                    <a:pt x="163045" y="368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51844" y="2688426"/>
              <a:ext cx="334334" cy="278954"/>
            </a:xfrm>
            <a:custGeom>
              <a:avLst/>
              <a:pathLst>
                <a:path w="334334" h="278954">
                  <a:moveTo>
                    <a:pt x="4122" y="74910"/>
                  </a:moveTo>
                  <a:lnTo>
                    <a:pt x="3033" y="80105"/>
                  </a:lnTo>
                  <a:lnTo>
                    <a:pt x="2109" y="85333"/>
                  </a:lnTo>
                  <a:lnTo>
                    <a:pt x="1352" y="90587"/>
                  </a:lnTo>
                  <a:lnTo>
                    <a:pt x="761" y="95863"/>
                  </a:lnTo>
                  <a:lnTo>
                    <a:pt x="339" y="101155"/>
                  </a:lnTo>
                  <a:lnTo>
                    <a:pt x="85" y="106457"/>
                  </a:lnTo>
                  <a:lnTo>
                    <a:pt x="0" y="111765"/>
                  </a:lnTo>
                  <a:lnTo>
                    <a:pt x="83" y="117073"/>
                  </a:lnTo>
                  <a:lnTo>
                    <a:pt x="334" y="122376"/>
                  </a:lnTo>
                  <a:lnTo>
                    <a:pt x="754" y="127668"/>
                  </a:lnTo>
                  <a:lnTo>
                    <a:pt x="1341" y="132944"/>
                  </a:lnTo>
                  <a:lnTo>
                    <a:pt x="2096" y="138199"/>
                  </a:lnTo>
                  <a:lnTo>
                    <a:pt x="3018" y="143427"/>
                  </a:lnTo>
                  <a:lnTo>
                    <a:pt x="4104" y="148623"/>
                  </a:lnTo>
                  <a:lnTo>
                    <a:pt x="5356" y="153782"/>
                  </a:lnTo>
                  <a:lnTo>
                    <a:pt x="6770" y="158899"/>
                  </a:lnTo>
                  <a:lnTo>
                    <a:pt x="8346" y="163968"/>
                  </a:lnTo>
                  <a:lnTo>
                    <a:pt x="10083" y="168985"/>
                  </a:lnTo>
                  <a:lnTo>
                    <a:pt x="11978" y="173944"/>
                  </a:lnTo>
                  <a:lnTo>
                    <a:pt x="14029" y="178840"/>
                  </a:lnTo>
                  <a:lnTo>
                    <a:pt x="16235" y="183669"/>
                  </a:lnTo>
                  <a:lnTo>
                    <a:pt x="18593" y="188425"/>
                  </a:lnTo>
                  <a:lnTo>
                    <a:pt x="21100" y="193104"/>
                  </a:lnTo>
                  <a:lnTo>
                    <a:pt x="23756" y="197701"/>
                  </a:lnTo>
                  <a:lnTo>
                    <a:pt x="26555" y="202211"/>
                  </a:lnTo>
                  <a:lnTo>
                    <a:pt x="29497" y="206631"/>
                  </a:lnTo>
                  <a:lnTo>
                    <a:pt x="32577" y="210954"/>
                  </a:lnTo>
                  <a:lnTo>
                    <a:pt x="35793" y="215178"/>
                  </a:lnTo>
                  <a:lnTo>
                    <a:pt x="39142" y="219297"/>
                  </a:lnTo>
                  <a:lnTo>
                    <a:pt x="42620" y="223308"/>
                  </a:lnTo>
                  <a:lnTo>
                    <a:pt x="46223" y="227206"/>
                  </a:lnTo>
                  <a:lnTo>
                    <a:pt x="49948" y="230989"/>
                  </a:lnTo>
                  <a:lnTo>
                    <a:pt x="53792" y="234650"/>
                  </a:lnTo>
                  <a:lnTo>
                    <a:pt x="57749" y="238188"/>
                  </a:lnTo>
                  <a:lnTo>
                    <a:pt x="61818" y="241599"/>
                  </a:lnTo>
                  <a:lnTo>
                    <a:pt x="65992" y="244879"/>
                  </a:lnTo>
                  <a:lnTo>
                    <a:pt x="70268" y="248024"/>
                  </a:lnTo>
                  <a:lnTo>
                    <a:pt x="74643" y="251032"/>
                  </a:lnTo>
                  <a:lnTo>
                    <a:pt x="79110" y="253900"/>
                  </a:lnTo>
                  <a:lnTo>
                    <a:pt x="83666" y="256624"/>
                  </a:lnTo>
                  <a:lnTo>
                    <a:pt x="88307" y="259203"/>
                  </a:lnTo>
                  <a:lnTo>
                    <a:pt x="93027" y="261632"/>
                  </a:lnTo>
                  <a:lnTo>
                    <a:pt x="97821" y="263911"/>
                  </a:lnTo>
                  <a:lnTo>
                    <a:pt x="102686" y="266036"/>
                  </a:lnTo>
                  <a:lnTo>
                    <a:pt x="107616" y="268006"/>
                  </a:lnTo>
                  <a:lnTo>
                    <a:pt x="112606" y="269818"/>
                  </a:lnTo>
                  <a:lnTo>
                    <a:pt x="117651" y="271471"/>
                  </a:lnTo>
                  <a:lnTo>
                    <a:pt x="122745" y="272962"/>
                  </a:lnTo>
                  <a:lnTo>
                    <a:pt x="127885" y="274292"/>
                  </a:lnTo>
                  <a:lnTo>
                    <a:pt x="133064" y="275457"/>
                  </a:lnTo>
                  <a:lnTo>
                    <a:pt x="138278" y="276457"/>
                  </a:lnTo>
                  <a:lnTo>
                    <a:pt x="143520" y="277292"/>
                  </a:lnTo>
                  <a:lnTo>
                    <a:pt x="148787" y="277959"/>
                  </a:lnTo>
                  <a:lnTo>
                    <a:pt x="154072" y="278459"/>
                  </a:lnTo>
                  <a:lnTo>
                    <a:pt x="159370" y="278791"/>
                  </a:lnTo>
                  <a:lnTo>
                    <a:pt x="164676" y="278954"/>
                  </a:lnTo>
                  <a:lnTo>
                    <a:pt x="169985" y="278949"/>
                  </a:lnTo>
                  <a:lnTo>
                    <a:pt x="175291" y="278775"/>
                  </a:lnTo>
                  <a:lnTo>
                    <a:pt x="180588" y="278433"/>
                  </a:lnTo>
                  <a:lnTo>
                    <a:pt x="185872" y="277923"/>
                  </a:lnTo>
                  <a:lnTo>
                    <a:pt x="191138" y="277245"/>
                  </a:lnTo>
                  <a:lnTo>
                    <a:pt x="196379" y="276400"/>
                  </a:lnTo>
                  <a:lnTo>
                    <a:pt x="201590" y="275390"/>
                  </a:lnTo>
                  <a:lnTo>
                    <a:pt x="206767" y="274214"/>
                  </a:lnTo>
                  <a:lnTo>
                    <a:pt x="211904" y="272875"/>
                  </a:lnTo>
                  <a:lnTo>
                    <a:pt x="216996" y="271373"/>
                  </a:lnTo>
                  <a:lnTo>
                    <a:pt x="222037" y="269711"/>
                  </a:lnTo>
                  <a:lnTo>
                    <a:pt x="227024" y="267889"/>
                  </a:lnTo>
                  <a:lnTo>
                    <a:pt x="231950" y="265909"/>
                  </a:lnTo>
                  <a:lnTo>
                    <a:pt x="236810" y="263775"/>
                  </a:lnTo>
                  <a:lnTo>
                    <a:pt x="241600" y="261487"/>
                  </a:lnTo>
                  <a:lnTo>
                    <a:pt x="246316" y="259048"/>
                  </a:lnTo>
                  <a:lnTo>
                    <a:pt x="250951" y="256460"/>
                  </a:lnTo>
                  <a:lnTo>
                    <a:pt x="255502" y="253727"/>
                  </a:lnTo>
                  <a:lnTo>
                    <a:pt x="259964" y="250851"/>
                  </a:lnTo>
                  <a:lnTo>
                    <a:pt x="264332" y="247834"/>
                  </a:lnTo>
                  <a:lnTo>
                    <a:pt x="268602" y="244680"/>
                  </a:lnTo>
                  <a:lnTo>
                    <a:pt x="272770" y="241392"/>
                  </a:lnTo>
                  <a:lnTo>
                    <a:pt x="276832" y="237974"/>
                  </a:lnTo>
                  <a:lnTo>
                    <a:pt x="280783" y="234428"/>
                  </a:lnTo>
                  <a:lnTo>
                    <a:pt x="284619" y="230759"/>
                  </a:lnTo>
                  <a:lnTo>
                    <a:pt x="288337" y="226969"/>
                  </a:lnTo>
                  <a:lnTo>
                    <a:pt x="291932" y="223064"/>
                  </a:lnTo>
                  <a:lnTo>
                    <a:pt x="295402" y="219046"/>
                  </a:lnTo>
                  <a:lnTo>
                    <a:pt x="298743" y="214920"/>
                  </a:lnTo>
                  <a:lnTo>
                    <a:pt x="301951" y="210690"/>
                  </a:lnTo>
                  <a:lnTo>
                    <a:pt x="305022" y="206361"/>
                  </a:lnTo>
                  <a:lnTo>
                    <a:pt x="307955" y="201936"/>
                  </a:lnTo>
                  <a:lnTo>
                    <a:pt x="310746" y="197420"/>
                  </a:lnTo>
                  <a:lnTo>
                    <a:pt x="313392" y="192818"/>
                  </a:lnTo>
                  <a:lnTo>
                    <a:pt x="315891" y="188134"/>
                  </a:lnTo>
                  <a:lnTo>
                    <a:pt x="318240" y="183373"/>
                  </a:lnTo>
                  <a:lnTo>
                    <a:pt x="320436" y="178540"/>
                  </a:lnTo>
                  <a:lnTo>
                    <a:pt x="322478" y="173640"/>
                  </a:lnTo>
                  <a:lnTo>
                    <a:pt x="324363" y="168677"/>
                  </a:lnTo>
                  <a:lnTo>
                    <a:pt x="326089" y="163657"/>
                  </a:lnTo>
                  <a:lnTo>
                    <a:pt x="327656" y="158585"/>
                  </a:lnTo>
                  <a:lnTo>
                    <a:pt x="329060" y="153465"/>
                  </a:lnTo>
                  <a:lnTo>
                    <a:pt x="330301" y="148304"/>
                  </a:lnTo>
                  <a:lnTo>
                    <a:pt x="331378" y="143105"/>
                  </a:lnTo>
                  <a:lnTo>
                    <a:pt x="332289" y="137876"/>
                  </a:lnTo>
                  <a:lnTo>
                    <a:pt x="333034" y="132619"/>
                  </a:lnTo>
                  <a:lnTo>
                    <a:pt x="333611" y="127342"/>
                  </a:lnTo>
                  <a:lnTo>
                    <a:pt x="334020" y="122049"/>
                  </a:lnTo>
                  <a:lnTo>
                    <a:pt x="334261" y="116746"/>
                  </a:lnTo>
                  <a:lnTo>
                    <a:pt x="334334" y="111438"/>
                  </a:lnTo>
                  <a:lnTo>
                    <a:pt x="334238" y="106130"/>
                  </a:lnTo>
                  <a:lnTo>
                    <a:pt x="333974" y="100828"/>
                  </a:lnTo>
                  <a:lnTo>
                    <a:pt x="333541" y="95537"/>
                  </a:lnTo>
                  <a:lnTo>
                    <a:pt x="332941" y="90263"/>
                  </a:lnTo>
                  <a:lnTo>
                    <a:pt x="332173" y="85010"/>
                  </a:lnTo>
                  <a:lnTo>
                    <a:pt x="331239" y="79784"/>
                  </a:lnTo>
                  <a:lnTo>
                    <a:pt x="330139" y="74590"/>
                  </a:lnTo>
                  <a:lnTo>
                    <a:pt x="328876" y="69434"/>
                  </a:lnTo>
                  <a:lnTo>
                    <a:pt x="327449" y="64321"/>
                  </a:lnTo>
                  <a:lnTo>
                    <a:pt x="325860" y="59256"/>
                  </a:lnTo>
                  <a:lnTo>
                    <a:pt x="324111" y="54243"/>
                  </a:lnTo>
                  <a:lnTo>
                    <a:pt x="322205" y="49289"/>
                  </a:lnTo>
                  <a:lnTo>
                    <a:pt x="320141" y="44398"/>
                  </a:lnTo>
                  <a:lnTo>
                    <a:pt x="317924" y="39574"/>
                  </a:lnTo>
                  <a:lnTo>
                    <a:pt x="315554" y="34824"/>
                  </a:lnTo>
                  <a:lnTo>
                    <a:pt x="313035" y="30151"/>
                  </a:lnTo>
                  <a:lnTo>
                    <a:pt x="310369" y="25560"/>
                  </a:lnTo>
                  <a:lnTo>
                    <a:pt x="307558" y="21057"/>
                  </a:lnTo>
                  <a:lnTo>
                    <a:pt x="304606" y="16645"/>
                  </a:lnTo>
                  <a:lnTo>
                    <a:pt x="301515" y="12329"/>
                  </a:lnTo>
                  <a:lnTo>
                    <a:pt x="298289" y="8113"/>
                  </a:lnTo>
                  <a:lnTo>
                    <a:pt x="294930" y="4002"/>
                  </a:lnTo>
                  <a:lnTo>
                    <a:pt x="291443" y="0"/>
                  </a:lnTo>
                  <a:lnTo>
                    <a:pt x="167167" y="1118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919011" y="2633064"/>
              <a:ext cx="124275" cy="167167"/>
            </a:xfrm>
            <a:custGeom>
              <a:avLst/>
              <a:pathLst>
                <a:path w="124275" h="167167">
                  <a:moveTo>
                    <a:pt x="124275" y="55361"/>
                  </a:moveTo>
                  <a:lnTo>
                    <a:pt x="120458" y="51258"/>
                  </a:lnTo>
                  <a:lnTo>
                    <a:pt x="116505" y="47286"/>
                  </a:lnTo>
                  <a:lnTo>
                    <a:pt x="112421" y="43448"/>
                  </a:lnTo>
                  <a:lnTo>
                    <a:pt x="108210" y="39749"/>
                  </a:lnTo>
                  <a:lnTo>
                    <a:pt x="103878" y="36193"/>
                  </a:lnTo>
                  <a:lnTo>
                    <a:pt x="99430" y="32785"/>
                  </a:lnTo>
                  <a:lnTo>
                    <a:pt x="94869" y="29527"/>
                  </a:lnTo>
                  <a:lnTo>
                    <a:pt x="90202" y="26425"/>
                  </a:lnTo>
                  <a:lnTo>
                    <a:pt x="85434" y="23480"/>
                  </a:lnTo>
                  <a:lnTo>
                    <a:pt x="80569" y="20697"/>
                  </a:lnTo>
                  <a:lnTo>
                    <a:pt x="75614" y="18079"/>
                  </a:lnTo>
                  <a:lnTo>
                    <a:pt x="70574" y="15628"/>
                  </a:lnTo>
                  <a:lnTo>
                    <a:pt x="65455" y="13347"/>
                  </a:lnTo>
                  <a:lnTo>
                    <a:pt x="60262" y="11239"/>
                  </a:lnTo>
                  <a:lnTo>
                    <a:pt x="55001" y="9307"/>
                  </a:lnTo>
                  <a:lnTo>
                    <a:pt x="49679" y="7552"/>
                  </a:lnTo>
                  <a:lnTo>
                    <a:pt x="44301" y="5976"/>
                  </a:lnTo>
                  <a:lnTo>
                    <a:pt x="38873" y="4582"/>
                  </a:lnTo>
                  <a:lnTo>
                    <a:pt x="33401" y="3370"/>
                  </a:lnTo>
                  <a:lnTo>
                    <a:pt x="27891" y="2343"/>
                  </a:lnTo>
                  <a:lnTo>
                    <a:pt x="22351" y="1500"/>
                  </a:lnTo>
                  <a:lnTo>
                    <a:pt x="16785" y="844"/>
                  </a:lnTo>
                  <a:lnTo>
                    <a:pt x="11200" y="375"/>
                  </a:lnTo>
                  <a:lnTo>
                    <a:pt x="560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662438" y="2126963"/>
              <a:ext cx="66033" cy="167167"/>
            </a:xfrm>
            <a:custGeom>
              <a:avLst/>
              <a:pathLst>
                <a:path w="66033" h="167167">
                  <a:moveTo>
                    <a:pt x="66033" y="0"/>
                  </a:moveTo>
                  <a:lnTo>
                    <a:pt x="59863" y="113"/>
                  </a:lnTo>
                  <a:lnTo>
                    <a:pt x="53702" y="455"/>
                  </a:lnTo>
                  <a:lnTo>
                    <a:pt x="47557" y="1024"/>
                  </a:lnTo>
                  <a:lnTo>
                    <a:pt x="41438" y="1819"/>
                  </a:lnTo>
                  <a:lnTo>
                    <a:pt x="35352" y="2839"/>
                  </a:lnTo>
                  <a:lnTo>
                    <a:pt x="29308" y="4084"/>
                  </a:lnTo>
                  <a:lnTo>
                    <a:pt x="23313" y="5550"/>
                  </a:lnTo>
                  <a:lnTo>
                    <a:pt x="17378" y="7237"/>
                  </a:lnTo>
                  <a:lnTo>
                    <a:pt x="11508" y="9142"/>
                  </a:lnTo>
                  <a:lnTo>
                    <a:pt x="5713" y="11262"/>
                  </a:lnTo>
                  <a:lnTo>
                    <a:pt x="0" y="13595"/>
                  </a:lnTo>
                  <a:lnTo>
                    <a:pt x="6603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62438" y="2140558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62438" y="2140558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62438" y="2140558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62438" y="2140558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62438" y="2140558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62438" y="2140558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62438" y="2140558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62438" y="2140558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62438" y="2140558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62438" y="2140558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62438" y="2140558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62438" y="2140558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62438" y="2140558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62438" y="2140558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62438" y="2140558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62438" y="2140558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62438" y="2140558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62438" y="2140558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62438" y="2140558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62438" y="2140558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62438" y="2140558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62438" y="2140558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62438" y="2140558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561322" y="2140558"/>
              <a:ext cx="235362" cy="320736"/>
            </a:xfrm>
            <a:custGeom>
              <a:avLst/>
              <a:pathLst>
                <a:path w="235362" h="320736">
                  <a:moveTo>
                    <a:pt x="101115" y="0"/>
                  </a:moveTo>
                  <a:lnTo>
                    <a:pt x="96254" y="2182"/>
                  </a:lnTo>
                  <a:lnTo>
                    <a:pt x="91465" y="4519"/>
                  </a:lnTo>
                  <a:lnTo>
                    <a:pt x="86753" y="7006"/>
                  </a:lnTo>
                  <a:lnTo>
                    <a:pt x="82122" y="9643"/>
                  </a:lnTo>
                  <a:lnTo>
                    <a:pt x="77578" y="12426"/>
                  </a:lnTo>
                  <a:lnTo>
                    <a:pt x="73125" y="15353"/>
                  </a:lnTo>
                  <a:lnTo>
                    <a:pt x="68768" y="18420"/>
                  </a:lnTo>
                  <a:lnTo>
                    <a:pt x="64510" y="21624"/>
                  </a:lnTo>
                  <a:lnTo>
                    <a:pt x="60357" y="24962"/>
                  </a:lnTo>
                  <a:lnTo>
                    <a:pt x="56312" y="28431"/>
                  </a:lnTo>
                  <a:lnTo>
                    <a:pt x="52380" y="32027"/>
                  </a:lnTo>
                  <a:lnTo>
                    <a:pt x="48564" y="35747"/>
                  </a:lnTo>
                  <a:lnTo>
                    <a:pt x="44869" y="39586"/>
                  </a:lnTo>
                  <a:lnTo>
                    <a:pt x="41299" y="43541"/>
                  </a:lnTo>
                  <a:lnTo>
                    <a:pt x="37856" y="47608"/>
                  </a:lnTo>
                  <a:lnTo>
                    <a:pt x="34544" y="51783"/>
                  </a:lnTo>
                  <a:lnTo>
                    <a:pt x="31367" y="56061"/>
                  </a:lnTo>
                  <a:lnTo>
                    <a:pt x="28328" y="60438"/>
                  </a:lnTo>
                  <a:lnTo>
                    <a:pt x="25431" y="64910"/>
                  </a:lnTo>
                  <a:lnTo>
                    <a:pt x="22677" y="69472"/>
                  </a:lnTo>
                  <a:lnTo>
                    <a:pt x="20070" y="74119"/>
                  </a:lnTo>
                  <a:lnTo>
                    <a:pt x="17612" y="78847"/>
                  </a:lnTo>
                  <a:lnTo>
                    <a:pt x="15307" y="83651"/>
                  </a:lnTo>
                  <a:lnTo>
                    <a:pt x="13155" y="88526"/>
                  </a:lnTo>
                  <a:lnTo>
                    <a:pt x="11160" y="93467"/>
                  </a:lnTo>
                  <a:lnTo>
                    <a:pt x="9324" y="98469"/>
                  </a:lnTo>
                  <a:lnTo>
                    <a:pt x="7648" y="103527"/>
                  </a:lnTo>
                  <a:lnTo>
                    <a:pt x="6134" y="108636"/>
                  </a:lnTo>
                  <a:lnTo>
                    <a:pt x="4784" y="113791"/>
                  </a:lnTo>
                  <a:lnTo>
                    <a:pt x="3598" y="118986"/>
                  </a:lnTo>
                  <a:lnTo>
                    <a:pt x="2579" y="124216"/>
                  </a:lnTo>
                  <a:lnTo>
                    <a:pt x="1727" y="129476"/>
                  </a:lnTo>
                  <a:lnTo>
                    <a:pt x="1043" y="134761"/>
                  </a:lnTo>
                  <a:lnTo>
                    <a:pt x="528" y="140064"/>
                  </a:lnTo>
                  <a:lnTo>
                    <a:pt x="182" y="145382"/>
                  </a:lnTo>
                  <a:lnTo>
                    <a:pt x="6" y="150707"/>
                  </a:lnTo>
                  <a:lnTo>
                    <a:pt x="0" y="156036"/>
                  </a:lnTo>
                  <a:lnTo>
                    <a:pt x="163" y="161362"/>
                  </a:lnTo>
                  <a:lnTo>
                    <a:pt x="496" y="166680"/>
                  </a:lnTo>
                  <a:lnTo>
                    <a:pt x="999" y="171985"/>
                  </a:lnTo>
                  <a:lnTo>
                    <a:pt x="1670" y="177271"/>
                  </a:lnTo>
                  <a:lnTo>
                    <a:pt x="2509" y="182533"/>
                  </a:lnTo>
                  <a:lnTo>
                    <a:pt x="3516" y="187766"/>
                  </a:lnTo>
                  <a:lnTo>
                    <a:pt x="4689" y="192964"/>
                  </a:lnTo>
                  <a:lnTo>
                    <a:pt x="6027" y="198122"/>
                  </a:lnTo>
                  <a:lnTo>
                    <a:pt x="7529" y="203234"/>
                  </a:lnTo>
                  <a:lnTo>
                    <a:pt x="9193" y="208296"/>
                  </a:lnTo>
                  <a:lnTo>
                    <a:pt x="11017" y="213303"/>
                  </a:lnTo>
                  <a:lnTo>
                    <a:pt x="13000" y="218249"/>
                  </a:lnTo>
                  <a:lnTo>
                    <a:pt x="15140" y="223129"/>
                  </a:lnTo>
                  <a:lnTo>
                    <a:pt x="17434" y="227938"/>
                  </a:lnTo>
                  <a:lnTo>
                    <a:pt x="19880" y="232672"/>
                  </a:lnTo>
                  <a:lnTo>
                    <a:pt x="22476" y="237326"/>
                  </a:lnTo>
                  <a:lnTo>
                    <a:pt x="25219" y="241894"/>
                  </a:lnTo>
                  <a:lnTo>
                    <a:pt x="28106" y="246373"/>
                  </a:lnTo>
                  <a:lnTo>
                    <a:pt x="31134" y="250757"/>
                  </a:lnTo>
                  <a:lnTo>
                    <a:pt x="34301" y="255043"/>
                  </a:lnTo>
                  <a:lnTo>
                    <a:pt x="37602" y="259225"/>
                  </a:lnTo>
                  <a:lnTo>
                    <a:pt x="41035" y="263301"/>
                  </a:lnTo>
                  <a:lnTo>
                    <a:pt x="44597" y="267264"/>
                  </a:lnTo>
                  <a:lnTo>
                    <a:pt x="48283" y="271112"/>
                  </a:lnTo>
                  <a:lnTo>
                    <a:pt x="52089" y="274841"/>
                  </a:lnTo>
                  <a:lnTo>
                    <a:pt x="56013" y="278447"/>
                  </a:lnTo>
                  <a:lnTo>
                    <a:pt x="60049" y="281925"/>
                  </a:lnTo>
                  <a:lnTo>
                    <a:pt x="64194" y="285274"/>
                  </a:lnTo>
                  <a:lnTo>
                    <a:pt x="68444" y="288488"/>
                  </a:lnTo>
                  <a:lnTo>
                    <a:pt x="72794" y="291565"/>
                  </a:lnTo>
                  <a:lnTo>
                    <a:pt x="77240" y="294503"/>
                  </a:lnTo>
                  <a:lnTo>
                    <a:pt x="81778" y="297296"/>
                  </a:lnTo>
                  <a:lnTo>
                    <a:pt x="86402" y="299944"/>
                  </a:lnTo>
                  <a:lnTo>
                    <a:pt x="91108" y="302444"/>
                  </a:lnTo>
                  <a:lnTo>
                    <a:pt x="95891" y="304791"/>
                  </a:lnTo>
                  <a:lnTo>
                    <a:pt x="100747" y="306986"/>
                  </a:lnTo>
                  <a:lnTo>
                    <a:pt x="105671" y="309024"/>
                  </a:lnTo>
                  <a:lnTo>
                    <a:pt x="110656" y="310905"/>
                  </a:lnTo>
                  <a:lnTo>
                    <a:pt x="115700" y="312625"/>
                  </a:lnTo>
                  <a:lnTo>
                    <a:pt x="120795" y="314184"/>
                  </a:lnTo>
                  <a:lnTo>
                    <a:pt x="125937" y="315580"/>
                  </a:lnTo>
                  <a:lnTo>
                    <a:pt x="131122" y="316811"/>
                  </a:lnTo>
                  <a:lnTo>
                    <a:pt x="136343" y="317876"/>
                  </a:lnTo>
                  <a:lnTo>
                    <a:pt x="141595" y="318775"/>
                  </a:lnTo>
                  <a:lnTo>
                    <a:pt x="146873" y="319505"/>
                  </a:lnTo>
                  <a:lnTo>
                    <a:pt x="152172" y="320067"/>
                  </a:lnTo>
                  <a:lnTo>
                    <a:pt x="157486" y="320460"/>
                  </a:lnTo>
                  <a:lnTo>
                    <a:pt x="162810" y="320683"/>
                  </a:lnTo>
                  <a:lnTo>
                    <a:pt x="168139" y="320736"/>
                  </a:lnTo>
                  <a:lnTo>
                    <a:pt x="173466" y="320620"/>
                  </a:lnTo>
                  <a:lnTo>
                    <a:pt x="178787" y="320334"/>
                  </a:lnTo>
                  <a:lnTo>
                    <a:pt x="184096" y="319878"/>
                  </a:lnTo>
                  <a:lnTo>
                    <a:pt x="189388" y="319253"/>
                  </a:lnTo>
                  <a:lnTo>
                    <a:pt x="194657" y="318460"/>
                  </a:lnTo>
                  <a:lnTo>
                    <a:pt x="199898" y="317500"/>
                  </a:lnTo>
                  <a:lnTo>
                    <a:pt x="205106" y="316373"/>
                  </a:lnTo>
                  <a:lnTo>
                    <a:pt x="210276" y="315080"/>
                  </a:lnTo>
                  <a:lnTo>
                    <a:pt x="215401" y="313624"/>
                  </a:lnTo>
                  <a:lnTo>
                    <a:pt x="220478" y="312005"/>
                  </a:lnTo>
                  <a:lnTo>
                    <a:pt x="225500" y="310224"/>
                  </a:lnTo>
                  <a:lnTo>
                    <a:pt x="230464" y="308285"/>
                  </a:lnTo>
                  <a:lnTo>
                    <a:pt x="235362" y="306189"/>
                  </a:lnTo>
                  <a:lnTo>
                    <a:pt x="167149" y="1535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728472" y="2126963"/>
              <a:ext cx="167167" cy="319784"/>
            </a:xfrm>
            <a:custGeom>
              <a:avLst/>
              <a:pathLst>
                <a:path w="167167" h="319784">
                  <a:moveTo>
                    <a:pt x="68213" y="319784"/>
                  </a:moveTo>
                  <a:lnTo>
                    <a:pt x="73063" y="317522"/>
                  </a:lnTo>
                  <a:lnTo>
                    <a:pt x="77839" y="315106"/>
                  </a:lnTo>
                  <a:lnTo>
                    <a:pt x="82534" y="312539"/>
                  </a:lnTo>
                  <a:lnTo>
                    <a:pt x="87145" y="309822"/>
                  </a:lnTo>
                  <a:lnTo>
                    <a:pt x="91667" y="306960"/>
                  </a:lnTo>
                  <a:lnTo>
                    <a:pt x="96095" y="303954"/>
                  </a:lnTo>
                  <a:lnTo>
                    <a:pt x="100424" y="300808"/>
                  </a:lnTo>
                  <a:lnTo>
                    <a:pt x="104650" y="297525"/>
                  </a:lnTo>
                  <a:lnTo>
                    <a:pt x="108769" y="294108"/>
                  </a:lnTo>
                  <a:lnTo>
                    <a:pt x="112777" y="290562"/>
                  </a:lnTo>
                  <a:lnTo>
                    <a:pt x="116669" y="286888"/>
                  </a:lnTo>
                  <a:lnTo>
                    <a:pt x="120441" y="283092"/>
                  </a:lnTo>
                  <a:lnTo>
                    <a:pt x="124090" y="279178"/>
                  </a:lnTo>
                  <a:lnTo>
                    <a:pt x="127612" y="275148"/>
                  </a:lnTo>
                  <a:lnTo>
                    <a:pt x="131003" y="271008"/>
                  </a:lnTo>
                  <a:lnTo>
                    <a:pt x="134260" y="266762"/>
                  </a:lnTo>
                  <a:lnTo>
                    <a:pt x="137379" y="262413"/>
                  </a:lnTo>
                  <a:lnTo>
                    <a:pt x="140357" y="257967"/>
                  </a:lnTo>
                  <a:lnTo>
                    <a:pt x="143192" y="253427"/>
                  </a:lnTo>
                  <a:lnTo>
                    <a:pt x="145880" y="248800"/>
                  </a:lnTo>
                  <a:lnTo>
                    <a:pt x="148418" y="244088"/>
                  </a:lnTo>
                  <a:lnTo>
                    <a:pt x="150804" y="239298"/>
                  </a:lnTo>
                  <a:lnTo>
                    <a:pt x="153036" y="234434"/>
                  </a:lnTo>
                  <a:lnTo>
                    <a:pt x="155111" y="229501"/>
                  </a:lnTo>
                  <a:lnTo>
                    <a:pt x="157026" y="224504"/>
                  </a:lnTo>
                  <a:lnTo>
                    <a:pt x="158781" y="219448"/>
                  </a:lnTo>
                  <a:lnTo>
                    <a:pt x="160373" y="214339"/>
                  </a:lnTo>
                  <a:lnTo>
                    <a:pt x="161801" y="209181"/>
                  </a:lnTo>
                  <a:lnTo>
                    <a:pt x="163063" y="203981"/>
                  </a:lnTo>
                  <a:lnTo>
                    <a:pt x="164158" y="198742"/>
                  </a:lnTo>
                  <a:lnTo>
                    <a:pt x="165084" y="193471"/>
                  </a:lnTo>
                  <a:lnTo>
                    <a:pt x="165842" y="188174"/>
                  </a:lnTo>
                  <a:lnTo>
                    <a:pt x="166429" y="182854"/>
                  </a:lnTo>
                  <a:lnTo>
                    <a:pt x="166846" y="177519"/>
                  </a:lnTo>
                  <a:lnTo>
                    <a:pt x="167092" y="172173"/>
                  </a:lnTo>
                  <a:lnTo>
                    <a:pt x="167167" y="166822"/>
                  </a:lnTo>
                  <a:lnTo>
                    <a:pt x="167070" y="161471"/>
                  </a:lnTo>
                  <a:lnTo>
                    <a:pt x="166802" y="156126"/>
                  </a:lnTo>
                  <a:lnTo>
                    <a:pt x="166363" y="150793"/>
                  </a:lnTo>
                  <a:lnTo>
                    <a:pt x="165754" y="145476"/>
                  </a:lnTo>
                  <a:lnTo>
                    <a:pt x="164974" y="140181"/>
                  </a:lnTo>
                  <a:lnTo>
                    <a:pt x="164026" y="134914"/>
                  </a:lnTo>
                  <a:lnTo>
                    <a:pt x="162910" y="129680"/>
                  </a:lnTo>
                  <a:lnTo>
                    <a:pt x="161626" y="124485"/>
                  </a:lnTo>
                  <a:lnTo>
                    <a:pt x="160177" y="119333"/>
                  </a:lnTo>
                  <a:lnTo>
                    <a:pt x="158564" y="114230"/>
                  </a:lnTo>
                  <a:lnTo>
                    <a:pt x="156788" y="109182"/>
                  </a:lnTo>
                  <a:lnTo>
                    <a:pt x="154852" y="104193"/>
                  </a:lnTo>
                  <a:lnTo>
                    <a:pt x="152757" y="99269"/>
                  </a:lnTo>
                  <a:lnTo>
                    <a:pt x="150505" y="94414"/>
                  </a:lnTo>
                  <a:lnTo>
                    <a:pt x="148099" y="89633"/>
                  </a:lnTo>
                  <a:lnTo>
                    <a:pt x="145541" y="84932"/>
                  </a:lnTo>
                  <a:lnTo>
                    <a:pt x="142835" y="80316"/>
                  </a:lnTo>
                  <a:lnTo>
                    <a:pt x="139981" y="75788"/>
                  </a:lnTo>
                  <a:lnTo>
                    <a:pt x="136985" y="71354"/>
                  </a:lnTo>
                  <a:lnTo>
                    <a:pt x="133847" y="67019"/>
                  </a:lnTo>
                  <a:lnTo>
                    <a:pt x="130573" y="62786"/>
                  </a:lnTo>
                  <a:lnTo>
                    <a:pt x="127165" y="58660"/>
                  </a:lnTo>
                  <a:lnTo>
                    <a:pt x="123627" y="54645"/>
                  </a:lnTo>
                  <a:lnTo>
                    <a:pt x="119962" y="50745"/>
                  </a:lnTo>
                  <a:lnTo>
                    <a:pt x="116173" y="46965"/>
                  </a:lnTo>
                  <a:lnTo>
                    <a:pt x="112266" y="43308"/>
                  </a:lnTo>
                  <a:lnTo>
                    <a:pt x="108244" y="39778"/>
                  </a:lnTo>
                  <a:lnTo>
                    <a:pt x="104111" y="36378"/>
                  </a:lnTo>
                  <a:lnTo>
                    <a:pt x="99871" y="33112"/>
                  </a:lnTo>
                  <a:lnTo>
                    <a:pt x="95529" y="29984"/>
                  </a:lnTo>
                  <a:lnTo>
                    <a:pt x="91089" y="26997"/>
                  </a:lnTo>
                  <a:lnTo>
                    <a:pt x="86555" y="24153"/>
                  </a:lnTo>
                  <a:lnTo>
                    <a:pt x="81933" y="21456"/>
                  </a:lnTo>
                  <a:lnTo>
                    <a:pt x="77227" y="18908"/>
                  </a:lnTo>
                  <a:lnTo>
                    <a:pt x="72442" y="16512"/>
                  </a:lnTo>
                  <a:lnTo>
                    <a:pt x="67582" y="14270"/>
                  </a:lnTo>
                  <a:lnTo>
                    <a:pt x="62654" y="12185"/>
                  </a:lnTo>
                  <a:lnTo>
                    <a:pt x="57661" y="10259"/>
                  </a:lnTo>
                  <a:lnTo>
                    <a:pt x="52608" y="8494"/>
                  </a:lnTo>
                  <a:lnTo>
                    <a:pt x="47502" y="6891"/>
                  </a:lnTo>
                  <a:lnTo>
                    <a:pt x="42348" y="5452"/>
                  </a:lnTo>
                  <a:lnTo>
                    <a:pt x="37150" y="4180"/>
                  </a:lnTo>
                  <a:lnTo>
                    <a:pt x="31914" y="3074"/>
                  </a:lnTo>
                  <a:lnTo>
                    <a:pt x="26645" y="2137"/>
                  </a:lnTo>
                  <a:lnTo>
                    <a:pt x="21348" y="1368"/>
                  </a:lnTo>
                  <a:lnTo>
                    <a:pt x="16030" y="770"/>
                  </a:lnTo>
                  <a:lnTo>
                    <a:pt x="10696" y="342"/>
                  </a:lnTo>
                  <a:lnTo>
                    <a:pt x="535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373006" y="1681503"/>
              <a:ext cx="50228" cy="167167"/>
            </a:xfrm>
            <a:custGeom>
              <a:avLst/>
              <a:pathLst>
                <a:path w="50228" h="167167">
                  <a:moveTo>
                    <a:pt x="50228" y="0"/>
                  </a:moveTo>
                  <a:lnTo>
                    <a:pt x="43852" y="121"/>
                  </a:lnTo>
                  <a:lnTo>
                    <a:pt x="37486" y="486"/>
                  </a:lnTo>
                  <a:lnTo>
                    <a:pt x="31138" y="1093"/>
                  </a:lnTo>
                  <a:lnTo>
                    <a:pt x="24818" y="1942"/>
                  </a:lnTo>
                  <a:lnTo>
                    <a:pt x="18536" y="3031"/>
                  </a:lnTo>
                  <a:lnTo>
                    <a:pt x="12299" y="4359"/>
                  </a:lnTo>
                  <a:lnTo>
                    <a:pt x="6117" y="5924"/>
                  </a:lnTo>
                  <a:lnTo>
                    <a:pt x="0" y="7724"/>
                  </a:lnTo>
                  <a:lnTo>
                    <a:pt x="5022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373006" y="1689227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373006" y="1689227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373006" y="1689227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373006" y="1689227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373006" y="1689227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373006" y="1689227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373006" y="1689227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373006" y="1689227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373006" y="1689227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373006" y="1689227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373006" y="1689227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373006" y="1689227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373006" y="1689227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373006" y="1689227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373006" y="1689227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373006" y="1689227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373006" y="1689227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373006" y="1689227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373006" y="1689227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373006" y="1689227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373006" y="1689227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373006" y="1689227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256069" y="1689227"/>
              <a:ext cx="334330" cy="326601"/>
            </a:xfrm>
            <a:custGeom>
              <a:avLst/>
              <a:pathLst>
                <a:path w="334330" h="326601">
                  <a:moveTo>
                    <a:pt x="116937" y="0"/>
                  </a:moveTo>
                  <a:lnTo>
                    <a:pt x="111901" y="1674"/>
                  </a:lnTo>
                  <a:lnTo>
                    <a:pt x="106920" y="3508"/>
                  </a:lnTo>
                  <a:lnTo>
                    <a:pt x="102000" y="5499"/>
                  </a:lnTo>
                  <a:lnTo>
                    <a:pt x="97146" y="7646"/>
                  </a:lnTo>
                  <a:lnTo>
                    <a:pt x="92362" y="9945"/>
                  </a:lnTo>
                  <a:lnTo>
                    <a:pt x="87654" y="12395"/>
                  </a:lnTo>
                  <a:lnTo>
                    <a:pt x="83026" y="14993"/>
                  </a:lnTo>
                  <a:lnTo>
                    <a:pt x="78483" y="17737"/>
                  </a:lnTo>
                  <a:lnTo>
                    <a:pt x="74029" y="20624"/>
                  </a:lnTo>
                  <a:lnTo>
                    <a:pt x="69669" y="23651"/>
                  </a:lnTo>
                  <a:lnTo>
                    <a:pt x="65407" y="26814"/>
                  </a:lnTo>
                  <a:lnTo>
                    <a:pt x="61248" y="30111"/>
                  </a:lnTo>
                  <a:lnTo>
                    <a:pt x="57196" y="33539"/>
                  </a:lnTo>
                  <a:lnTo>
                    <a:pt x="53254" y="37094"/>
                  </a:lnTo>
                  <a:lnTo>
                    <a:pt x="49428" y="40771"/>
                  </a:lnTo>
                  <a:lnTo>
                    <a:pt x="45720" y="44569"/>
                  </a:lnTo>
                  <a:lnTo>
                    <a:pt x="42134" y="48482"/>
                  </a:lnTo>
                  <a:lnTo>
                    <a:pt x="38675" y="52507"/>
                  </a:lnTo>
                  <a:lnTo>
                    <a:pt x="35345" y="56640"/>
                  </a:lnTo>
                  <a:lnTo>
                    <a:pt x="32148" y="60877"/>
                  </a:lnTo>
                  <a:lnTo>
                    <a:pt x="29087" y="65213"/>
                  </a:lnTo>
                  <a:lnTo>
                    <a:pt x="26165" y="69644"/>
                  </a:lnTo>
                  <a:lnTo>
                    <a:pt x="23385" y="74165"/>
                  </a:lnTo>
                  <a:lnTo>
                    <a:pt x="20750" y="78772"/>
                  </a:lnTo>
                  <a:lnTo>
                    <a:pt x="18263" y="83461"/>
                  </a:lnTo>
                  <a:lnTo>
                    <a:pt x="15926" y="88226"/>
                  </a:lnTo>
                  <a:lnTo>
                    <a:pt x="13742" y="93064"/>
                  </a:lnTo>
                  <a:lnTo>
                    <a:pt x="11712" y="97968"/>
                  </a:lnTo>
                  <a:lnTo>
                    <a:pt x="9839" y="102933"/>
                  </a:lnTo>
                  <a:lnTo>
                    <a:pt x="8124" y="107956"/>
                  </a:lnTo>
                  <a:lnTo>
                    <a:pt x="6570" y="113031"/>
                  </a:lnTo>
                  <a:lnTo>
                    <a:pt x="5177" y="118153"/>
                  </a:lnTo>
                  <a:lnTo>
                    <a:pt x="3948" y="123316"/>
                  </a:lnTo>
                  <a:lnTo>
                    <a:pt x="2884" y="128516"/>
                  </a:lnTo>
                  <a:lnTo>
                    <a:pt x="1985" y="133747"/>
                  </a:lnTo>
                  <a:lnTo>
                    <a:pt x="1252" y="139003"/>
                  </a:lnTo>
                  <a:lnTo>
                    <a:pt x="687" y="144281"/>
                  </a:lnTo>
                  <a:lnTo>
                    <a:pt x="289" y="149573"/>
                  </a:lnTo>
                  <a:lnTo>
                    <a:pt x="60" y="154876"/>
                  </a:lnTo>
                  <a:lnTo>
                    <a:pt x="0" y="160183"/>
                  </a:lnTo>
                  <a:lnTo>
                    <a:pt x="107" y="165490"/>
                  </a:lnTo>
                  <a:lnTo>
                    <a:pt x="383" y="170790"/>
                  </a:lnTo>
                  <a:lnTo>
                    <a:pt x="828" y="176079"/>
                  </a:lnTo>
                  <a:lnTo>
                    <a:pt x="1440" y="181351"/>
                  </a:lnTo>
                  <a:lnTo>
                    <a:pt x="2219" y="186601"/>
                  </a:lnTo>
                  <a:lnTo>
                    <a:pt x="3164" y="191824"/>
                  </a:lnTo>
                  <a:lnTo>
                    <a:pt x="4275" y="197014"/>
                  </a:lnTo>
                  <a:lnTo>
                    <a:pt x="5549" y="202166"/>
                  </a:lnTo>
                  <a:lnTo>
                    <a:pt x="6987" y="207275"/>
                  </a:lnTo>
                  <a:lnTo>
                    <a:pt x="8586" y="212336"/>
                  </a:lnTo>
                  <a:lnTo>
                    <a:pt x="10345" y="217343"/>
                  </a:lnTo>
                  <a:lnTo>
                    <a:pt x="12263" y="222292"/>
                  </a:lnTo>
                  <a:lnTo>
                    <a:pt x="14336" y="227178"/>
                  </a:lnTo>
                  <a:lnTo>
                    <a:pt x="16563" y="231996"/>
                  </a:lnTo>
                  <a:lnTo>
                    <a:pt x="18942" y="236740"/>
                  </a:lnTo>
                  <a:lnTo>
                    <a:pt x="21471" y="241407"/>
                  </a:lnTo>
                  <a:lnTo>
                    <a:pt x="24146" y="245991"/>
                  </a:lnTo>
                  <a:lnTo>
                    <a:pt x="26966" y="250487"/>
                  </a:lnTo>
                  <a:lnTo>
                    <a:pt x="29927" y="254892"/>
                  </a:lnTo>
                  <a:lnTo>
                    <a:pt x="33026" y="259201"/>
                  </a:lnTo>
                  <a:lnTo>
                    <a:pt x="36261" y="263409"/>
                  </a:lnTo>
                  <a:lnTo>
                    <a:pt x="39627" y="267512"/>
                  </a:lnTo>
                  <a:lnTo>
                    <a:pt x="43122" y="271506"/>
                  </a:lnTo>
                  <a:lnTo>
                    <a:pt x="46742" y="275388"/>
                  </a:lnTo>
                  <a:lnTo>
                    <a:pt x="50484" y="279152"/>
                  </a:lnTo>
                  <a:lnTo>
                    <a:pt x="54343" y="282796"/>
                  </a:lnTo>
                  <a:lnTo>
                    <a:pt x="58316" y="286315"/>
                  </a:lnTo>
                  <a:lnTo>
                    <a:pt x="62398" y="289707"/>
                  </a:lnTo>
                  <a:lnTo>
                    <a:pt x="66586" y="292967"/>
                  </a:lnTo>
                  <a:lnTo>
                    <a:pt x="70876" y="296093"/>
                  </a:lnTo>
                  <a:lnTo>
                    <a:pt x="75263" y="299081"/>
                  </a:lnTo>
                  <a:lnTo>
                    <a:pt x="79742" y="301928"/>
                  </a:lnTo>
                  <a:lnTo>
                    <a:pt x="84309" y="304631"/>
                  </a:lnTo>
                  <a:lnTo>
                    <a:pt x="88960" y="307189"/>
                  </a:lnTo>
                  <a:lnTo>
                    <a:pt x="93690" y="309597"/>
                  </a:lnTo>
                  <a:lnTo>
                    <a:pt x="98494" y="311854"/>
                  </a:lnTo>
                  <a:lnTo>
                    <a:pt x="103367" y="313957"/>
                  </a:lnTo>
                  <a:lnTo>
                    <a:pt x="108304" y="315904"/>
                  </a:lnTo>
                  <a:lnTo>
                    <a:pt x="113301" y="317694"/>
                  </a:lnTo>
                  <a:lnTo>
                    <a:pt x="118352" y="319324"/>
                  </a:lnTo>
                  <a:lnTo>
                    <a:pt x="123452" y="320793"/>
                  </a:lnTo>
                  <a:lnTo>
                    <a:pt x="128596" y="322100"/>
                  </a:lnTo>
                  <a:lnTo>
                    <a:pt x="133779" y="323242"/>
                  </a:lnTo>
                  <a:lnTo>
                    <a:pt x="138996" y="324219"/>
                  </a:lnTo>
                  <a:lnTo>
                    <a:pt x="144241" y="325031"/>
                  </a:lnTo>
                  <a:lnTo>
                    <a:pt x="149509" y="325675"/>
                  </a:lnTo>
                  <a:lnTo>
                    <a:pt x="154795" y="326152"/>
                  </a:lnTo>
                  <a:lnTo>
                    <a:pt x="160094" y="326460"/>
                  </a:lnTo>
                  <a:lnTo>
                    <a:pt x="165400" y="326601"/>
                  </a:lnTo>
                  <a:lnTo>
                    <a:pt x="170707" y="326572"/>
                  </a:lnTo>
                  <a:lnTo>
                    <a:pt x="176011" y="326376"/>
                  </a:lnTo>
                  <a:lnTo>
                    <a:pt x="181306" y="326011"/>
                  </a:lnTo>
                  <a:lnTo>
                    <a:pt x="186587" y="325478"/>
                  </a:lnTo>
                  <a:lnTo>
                    <a:pt x="191848" y="324778"/>
                  </a:lnTo>
                  <a:lnTo>
                    <a:pt x="197084" y="323911"/>
                  </a:lnTo>
                  <a:lnTo>
                    <a:pt x="202290" y="322878"/>
                  </a:lnTo>
                  <a:lnTo>
                    <a:pt x="207461" y="321681"/>
                  </a:lnTo>
                  <a:lnTo>
                    <a:pt x="212591" y="320320"/>
                  </a:lnTo>
                  <a:lnTo>
                    <a:pt x="217675" y="318796"/>
                  </a:lnTo>
                  <a:lnTo>
                    <a:pt x="222708" y="317113"/>
                  </a:lnTo>
                  <a:lnTo>
                    <a:pt x="227686" y="315270"/>
                  </a:lnTo>
                  <a:lnTo>
                    <a:pt x="232602" y="313270"/>
                  </a:lnTo>
                  <a:lnTo>
                    <a:pt x="237453" y="311115"/>
                  </a:lnTo>
                  <a:lnTo>
                    <a:pt x="242232" y="308808"/>
                  </a:lnTo>
                  <a:lnTo>
                    <a:pt x="246936" y="306349"/>
                  </a:lnTo>
                  <a:lnTo>
                    <a:pt x="251559" y="303743"/>
                  </a:lnTo>
                  <a:lnTo>
                    <a:pt x="256098" y="300991"/>
                  </a:lnTo>
                  <a:lnTo>
                    <a:pt x="260547" y="298096"/>
                  </a:lnTo>
                  <a:lnTo>
                    <a:pt x="264901" y="295062"/>
                  </a:lnTo>
                  <a:lnTo>
                    <a:pt x="269157" y="291891"/>
                  </a:lnTo>
                  <a:lnTo>
                    <a:pt x="273311" y="288586"/>
                  </a:lnTo>
                  <a:lnTo>
                    <a:pt x="277357" y="285152"/>
                  </a:lnTo>
                  <a:lnTo>
                    <a:pt x="281292" y="281590"/>
                  </a:lnTo>
                  <a:lnTo>
                    <a:pt x="285112" y="277905"/>
                  </a:lnTo>
                  <a:lnTo>
                    <a:pt x="288813" y="274101"/>
                  </a:lnTo>
                  <a:lnTo>
                    <a:pt x="292392" y="270182"/>
                  </a:lnTo>
                  <a:lnTo>
                    <a:pt x="295844" y="266151"/>
                  </a:lnTo>
                  <a:lnTo>
                    <a:pt x="299167" y="262012"/>
                  </a:lnTo>
                  <a:lnTo>
                    <a:pt x="302357" y="257770"/>
                  </a:lnTo>
                  <a:lnTo>
                    <a:pt x="305410" y="253428"/>
                  </a:lnTo>
                  <a:lnTo>
                    <a:pt x="308324" y="248992"/>
                  </a:lnTo>
                  <a:lnTo>
                    <a:pt x="311096" y="244466"/>
                  </a:lnTo>
                  <a:lnTo>
                    <a:pt x="313722" y="239854"/>
                  </a:lnTo>
                  <a:lnTo>
                    <a:pt x="316201" y="235161"/>
                  </a:lnTo>
                  <a:lnTo>
                    <a:pt x="318530" y="230391"/>
                  </a:lnTo>
                  <a:lnTo>
                    <a:pt x="320706" y="225550"/>
                  </a:lnTo>
                  <a:lnTo>
                    <a:pt x="322727" y="220643"/>
                  </a:lnTo>
                  <a:lnTo>
                    <a:pt x="324592" y="215674"/>
                  </a:lnTo>
                  <a:lnTo>
                    <a:pt x="326297" y="210648"/>
                  </a:lnTo>
                  <a:lnTo>
                    <a:pt x="327843" y="205570"/>
                  </a:lnTo>
                  <a:lnTo>
                    <a:pt x="329226" y="200446"/>
                  </a:lnTo>
                  <a:lnTo>
                    <a:pt x="330446" y="195281"/>
                  </a:lnTo>
                  <a:lnTo>
                    <a:pt x="331501" y="190079"/>
                  </a:lnTo>
                  <a:lnTo>
                    <a:pt x="332391" y="184847"/>
                  </a:lnTo>
                  <a:lnTo>
                    <a:pt x="333114" y="179589"/>
                  </a:lnTo>
                  <a:lnTo>
                    <a:pt x="333670" y="174310"/>
                  </a:lnTo>
                  <a:lnTo>
                    <a:pt x="334058" y="169017"/>
                  </a:lnTo>
                  <a:lnTo>
                    <a:pt x="334278" y="163714"/>
                  </a:lnTo>
                  <a:lnTo>
                    <a:pt x="334330" y="158407"/>
                  </a:lnTo>
                  <a:lnTo>
                    <a:pt x="334212" y="153101"/>
                  </a:lnTo>
                  <a:lnTo>
                    <a:pt x="333927" y="147801"/>
                  </a:lnTo>
                  <a:lnTo>
                    <a:pt x="333473" y="142513"/>
                  </a:lnTo>
                  <a:lnTo>
                    <a:pt x="332852" y="137242"/>
                  </a:lnTo>
                  <a:lnTo>
                    <a:pt x="332064" y="131993"/>
                  </a:lnTo>
                  <a:lnTo>
                    <a:pt x="331109" y="126772"/>
                  </a:lnTo>
                  <a:lnTo>
                    <a:pt x="329989" y="121584"/>
                  </a:lnTo>
                  <a:lnTo>
                    <a:pt x="328705" y="116434"/>
                  </a:lnTo>
                  <a:lnTo>
                    <a:pt x="327259" y="111327"/>
                  </a:lnTo>
                  <a:lnTo>
                    <a:pt x="325651" y="106269"/>
                  </a:lnTo>
                  <a:lnTo>
                    <a:pt x="323883" y="101265"/>
                  </a:lnTo>
                  <a:lnTo>
                    <a:pt x="321957" y="96319"/>
                  </a:lnTo>
                  <a:lnTo>
                    <a:pt x="319875" y="91437"/>
                  </a:lnTo>
                  <a:lnTo>
                    <a:pt x="317639" y="86623"/>
                  </a:lnTo>
                  <a:lnTo>
                    <a:pt x="315251" y="81883"/>
                  </a:lnTo>
                  <a:lnTo>
                    <a:pt x="312715" y="77221"/>
                  </a:lnTo>
                  <a:lnTo>
                    <a:pt x="310031" y="72642"/>
                  </a:lnTo>
                  <a:lnTo>
                    <a:pt x="307204" y="68150"/>
                  </a:lnTo>
                  <a:lnTo>
                    <a:pt x="304235" y="63751"/>
                  </a:lnTo>
                  <a:lnTo>
                    <a:pt x="301128" y="59448"/>
                  </a:lnTo>
                  <a:lnTo>
                    <a:pt x="297886" y="55245"/>
                  </a:lnTo>
                  <a:lnTo>
                    <a:pt x="294512" y="51148"/>
                  </a:lnTo>
                  <a:lnTo>
                    <a:pt x="291010" y="47160"/>
                  </a:lnTo>
                  <a:lnTo>
                    <a:pt x="287383" y="43285"/>
                  </a:lnTo>
                  <a:lnTo>
                    <a:pt x="283635" y="39527"/>
                  </a:lnTo>
                  <a:lnTo>
                    <a:pt x="279770" y="35890"/>
                  </a:lnTo>
                  <a:lnTo>
                    <a:pt x="275791" y="32378"/>
                  </a:lnTo>
                  <a:lnTo>
                    <a:pt x="271702" y="28993"/>
                  </a:lnTo>
                  <a:lnTo>
                    <a:pt x="267508" y="25740"/>
                  </a:lnTo>
                  <a:lnTo>
                    <a:pt x="263213" y="22622"/>
                  </a:lnTo>
                  <a:lnTo>
                    <a:pt x="258821" y="19642"/>
                  </a:lnTo>
                  <a:lnTo>
                    <a:pt x="254337" y="16803"/>
                  </a:lnTo>
                  <a:lnTo>
                    <a:pt x="249765" y="14108"/>
                  </a:lnTo>
                  <a:lnTo>
                    <a:pt x="245110" y="11559"/>
                  </a:lnTo>
                  <a:lnTo>
                    <a:pt x="240376" y="9159"/>
                  </a:lnTo>
                  <a:lnTo>
                    <a:pt x="235568" y="6910"/>
                  </a:lnTo>
                  <a:lnTo>
                    <a:pt x="167165" y="1594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423235" y="1681503"/>
              <a:ext cx="68402" cy="167167"/>
            </a:xfrm>
            <a:custGeom>
              <a:avLst/>
              <a:pathLst>
                <a:path w="68402" h="167167">
                  <a:moveTo>
                    <a:pt x="68402" y="14635"/>
                  </a:moveTo>
                  <a:lnTo>
                    <a:pt x="63002" y="12326"/>
                  </a:lnTo>
                  <a:lnTo>
                    <a:pt x="57525" y="10209"/>
                  </a:lnTo>
                  <a:lnTo>
                    <a:pt x="51977" y="8286"/>
                  </a:lnTo>
                  <a:lnTo>
                    <a:pt x="46364" y="6558"/>
                  </a:lnTo>
                  <a:lnTo>
                    <a:pt x="40695" y="5029"/>
                  </a:lnTo>
                  <a:lnTo>
                    <a:pt x="34975" y="3699"/>
                  </a:lnTo>
                  <a:lnTo>
                    <a:pt x="29212" y="2572"/>
                  </a:lnTo>
                  <a:lnTo>
                    <a:pt x="23413" y="1647"/>
                  </a:lnTo>
                  <a:lnTo>
                    <a:pt x="17585" y="927"/>
                  </a:lnTo>
                  <a:lnTo>
                    <a:pt x="11735" y="412"/>
                  </a:lnTo>
                  <a:lnTo>
                    <a:pt x="5871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5853883" y="1322571"/>
              <a:ext cx="334321" cy="334329"/>
            </a:xfrm>
            <a:custGeom>
              <a:avLst/>
              <a:pathLst>
                <a:path w="334321" h="334329">
                  <a:moveTo>
                    <a:pt x="167155" y="0"/>
                  </a:moveTo>
                  <a:lnTo>
                    <a:pt x="161865" y="83"/>
                  </a:lnTo>
                  <a:lnTo>
                    <a:pt x="156579" y="334"/>
                  </a:lnTo>
                  <a:lnTo>
                    <a:pt x="151305" y="753"/>
                  </a:lnTo>
                  <a:lnTo>
                    <a:pt x="146046" y="1338"/>
                  </a:lnTo>
                  <a:lnTo>
                    <a:pt x="140808" y="2089"/>
                  </a:lnTo>
                  <a:lnTo>
                    <a:pt x="135597" y="3005"/>
                  </a:lnTo>
                  <a:lnTo>
                    <a:pt x="130417" y="4086"/>
                  </a:lnTo>
                  <a:lnTo>
                    <a:pt x="125274" y="5331"/>
                  </a:lnTo>
                  <a:lnTo>
                    <a:pt x="120174" y="6737"/>
                  </a:lnTo>
                  <a:lnTo>
                    <a:pt x="115120" y="8305"/>
                  </a:lnTo>
                  <a:lnTo>
                    <a:pt x="110118" y="10031"/>
                  </a:lnTo>
                  <a:lnTo>
                    <a:pt x="105173" y="11915"/>
                  </a:lnTo>
                  <a:lnTo>
                    <a:pt x="100291" y="13954"/>
                  </a:lnTo>
                  <a:lnTo>
                    <a:pt x="95476" y="16147"/>
                  </a:lnTo>
                  <a:lnTo>
                    <a:pt x="90732" y="18491"/>
                  </a:lnTo>
                  <a:lnTo>
                    <a:pt x="86065" y="20984"/>
                  </a:lnTo>
                  <a:lnTo>
                    <a:pt x="81479" y="23624"/>
                  </a:lnTo>
                  <a:lnTo>
                    <a:pt x="76979" y="26407"/>
                  </a:lnTo>
                  <a:lnTo>
                    <a:pt x="72569" y="29332"/>
                  </a:lnTo>
                  <a:lnTo>
                    <a:pt x="68255" y="32394"/>
                  </a:lnTo>
                  <a:lnTo>
                    <a:pt x="64039" y="35592"/>
                  </a:lnTo>
                  <a:lnTo>
                    <a:pt x="59926" y="38921"/>
                  </a:lnTo>
                  <a:lnTo>
                    <a:pt x="55921" y="42379"/>
                  </a:lnTo>
                  <a:lnTo>
                    <a:pt x="52028" y="45962"/>
                  </a:lnTo>
                  <a:lnTo>
                    <a:pt x="48249" y="49666"/>
                  </a:lnTo>
                  <a:lnTo>
                    <a:pt x="44590" y="53488"/>
                  </a:lnTo>
                  <a:lnTo>
                    <a:pt x="41054" y="57424"/>
                  </a:lnTo>
                  <a:lnTo>
                    <a:pt x="37644" y="61470"/>
                  </a:lnTo>
                  <a:lnTo>
                    <a:pt x="34364" y="65622"/>
                  </a:lnTo>
                  <a:lnTo>
                    <a:pt x="31216" y="69876"/>
                  </a:lnTo>
                  <a:lnTo>
                    <a:pt x="28205" y="74226"/>
                  </a:lnTo>
                  <a:lnTo>
                    <a:pt x="25334" y="78671"/>
                  </a:lnTo>
                  <a:lnTo>
                    <a:pt x="22604" y="83203"/>
                  </a:lnTo>
                  <a:lnTo>
                    <a:pt x="20019" y="87820"/>
                  </a:lnTo>
                  <a:lnTo>
                    <a:pt x="17581" y="92517"/>
                  </a:lnTo>
                  <a:lnTo>
                    <a:pt x="15294" y="97288"/>
                  </a:lnTo>
                  <a:lnTo>
                    <a:pt x="13158" y="102129"/>
                  </a:lnTo>
                  <a:lnTo>
                    <a:pt x="11177" y="107035"/>
                  </a:lnTo>
                  <a:lnTo>
                    <a:pt x="9352" y="112002"/>
                  </a:lnTo>
                  <a:lnTo>
                    <a:pt x="7685" y="117024"/>
                  </a:lnTo>
                  <a:lnTo>
                    <a:pt x="6178" y="122096"/>
                  </a:lnTo>
                  <a:lnTo>
                    <a:pt x="4833" y="127213"/>
                  </a:lnTo>
                  <a:lnTo>
                    <a:pt x="3649" y="132370"/>
                  </a:lnTo>
                  <a:lnTo>
                    <a:pt x="2630" y="137562"/>
                  </a:lnTo>
                  <a:lnTo>
                    <a:pt x="1775" y="142784"/>
                  </a:lnTo>
                  <a:lnTo>
                    <a:pt x="1087" y="148030"/>
                  </a:lnTo>
                  <a:lnTo>
                    <a:pt x="564" y="153296"/>
                  </a:lnTo>
                  <a:lnTo>
                    <a:pt x="209" y="158575"/>
                  </a:lnTo>
                  <a:lnTo>
                    <a:pt x="20" y="163863"/>
                  </a:lnTo>
                  <a:lnTo>
                    <a:pt x="0" y="169154"/>
                  </a:lnTo>
                  <a:lnTo>
                    <a:pt x="146" y="174443"/>
                  </a:lnTo>
                  <a:lnTo>
                    <a:pt x="460" y="179725"/>
                  </a:lnTo>
                  <a:lnTo>
                    <a:pt x="941" y="184995"/>
                  </a:lnTo>
                  <a:lnTo>
                    <a:pt x="1589" y="190246"/>
                  </a:lnTo>
                  <a:lnTo>
                    <a:pt x="2402" y="195474"/>
                  </a:lnTo>
                  <a:lnTo>
                    <a:pt x="3380" y="200674"/>
                  </a:lnTo>
                  <a:lnTo>
                    <a:pt x="4523" y="205841"/>
                  </a:lnTo>
                  <a:lnTo>
                    <a:pt x="5828" y="210969"/>
                  </a:lnTo>
                  <a:lnTo>
                    <a:pt x="7295" y="216052"/>
                  </a:lnTo>
                  <a:lnTo>
                    <a:pt x="8923" y="221087"/>
                  </a:lnTo>
                  <a:lnTo>
                    <a:pt x="10708" y="226068"/>
                  </a:lnTo>
                  <a:lnTo>
                    <a:pt x="12651" y="230990"/>
                  </a:lnTo>
                  <a:lnTo>
                    <a:pt x="14748" y="235848"/>
                  </a:lnTo>
                  <a:lnTo>
                    <a:pt x="16998" y="240637"/>
                  </a:lnTo>
                  <a:lnTo>
                    <a:pt x="19398" y="245352"/>
                  </a:lnTo>
                  <a:lnTo>
                    <a:pt x="21947" y="249989"/>
                  </a:lnTo>
                  <a:lnTo>
                    <a:pt x="24641" y="254543"/>
                  </a:lnTo>
                  <a:lnTo>
                    <a:pt x="27478" y="259010"/>
                  </a:lnTo>
                  <a:lnTo>
                    <a:pt x="30454" y="263384"/>
                  </a:lnTo>
                  <a:lnTo>
                    <a:pt x="33568" y="267663"/>
                  </a:lnTo>
                  <a:lnTo>
                    <a:pt x="36815" y="271840"/>
                  </a:lnTo>
                  <a:lnTo>
                    <a:pt x="40193" y="275913"/>
                  </a:lnTo>
                  <a:lnTo>
                    <a:pt x="43699" y="279876"/>
                  </a:lnTo>
                  <a:lnTo>
                    <a:pt x="47327" y="283727"/>
                  </a:lnTo>
                  <a:lnTo>
                    <a:pt x="51076" y="287461"/>
                  </a:lnTo>
                  <a:lnTo>
                    <a:pt x="54942" y="291075"/>
                  </a:lnTo>
                  <a:lnTo>
                    <a:pt x="58919" y="294564"/>
                  </a:lnTo>
                  <a:lnTo>
                    <a:pt x="63005" y="297926"/>
                  </a:lnTo>
                  <a:lnTo>
                    <a:pt x="67196" y="301156"/>
                  </a:lnTo>
                  <a:lnTo>
                    <a:pt x="71487" y="304253"/>
                  </a:lnTo>
                  <a:lnTo>
                    <a:pt x="75873" y="307212"/>
                  </a:lnTo>
                  <a:lnTo>
                    <a:pt x="80351" y="310030"/>
                  </a:lnTo>
                  <a:lnTo>
                    <a:pt x="84916" y="312706"/>
                  </a:lnTo>
                  <a:lnTo>
                    <a:pt x="89563" y="315236"/>
                  </a:lnTo>
                  <a:lnTo>
                    <a:pt x="94288" y="317617"/>
                  </a:lnTo>
                  <a:lnTo>
                    <a:pt x="99086" y="319848"/>
                  </a:lnTo>
                  <a:lnTo>
                    <a:pt x="103952" y="321926"/>
                  </a:lnTo>
                  <a:lnTo>
                    <a:pt x="108882" y="323849"/>
                  </a:lnTo>
                  <a:lnTo>
                    <a:pt x="113870" y="325614"/>
                  </a:lnTo>
                  <a:lnTo>
                    <a:pt x="118911" y="327222"/>
                  </a:lnTo>
                  <a:lnTo>
                    <a:pt x="124001" y="328668"/>
                  </a:lnTo>
                  <a:lnTo>
                    <a:pt x="129134" y="329953"/>
                  </a:lnTo>
                  <a:lnTo>
                    <a:pt x="134305" y="331075"/>
                  </a:lnTo>
                  <a:lnTo>
                    <a:pt x="139508" y="332032"/>
                  </a:lnTo>
                  <a:lnTo>
                    <a:pt x="144740" y="332825"/>
                  </a:lnTo>
                  <a:lnTo>
                    <a:pt x="149994" y="333451"/>
                  </a:lnTo>
                  <a:lnTo>
                    <a:pt x="155265" y="333911"/>
                  </a:lnTo>
                  <a:lnTo>
                    <a:pt x="160548" y="334204"/>
                  </a:lnTo>
                  <a:lnTo>
                    <a:pt x="165838" y="334329"/>
                  </a:lnTo>
                  <a:lnTo>
                    <a:pt x="171129" y="334287"/>
                  </a:lnTo>
                  <a:lnTo>
                    <a:pt x="176416" y="334078"/>
                  </a:lnTo>
                  <a:lnTo>
                    <a:pt x="181694" y="333701"/>
                  </a:lnTo>
                  <a:lnTo>
                    <a:pt x="186957" y="333157"/>
                  </a:lnTo>
                  <a:lnTo>
                    <a:pt x="192201" y="332448"/>
                  </a:lnTo>
                  <a:lnTo>
                    <a:pt x="197419" y="331572"/>
                  </a:lnTo>
                  <a:lnTo>
                    <a:pt x="202607" y="330532"/>
                  </a:lnTo>
                  <a:lnTo>
                    <a:pt x="207760" y="329328"/>
                  </a:lnTo>
                  <a:lnTo>
                    <a:pt x="212871" y="327962"/>
                  </a:lnTo>
                  <a:lnTo>
                    <a:pt x="217937" y="326434"/>
                  </a:lnTo>
                  <a:lnTo>
                    <a:pt x="222953" y="324747"/>
                  </a:lnTo>
                  <a:lnTo>
                    <a:pt x="227912" y="322903"/>
                  </a:lnTo>
                  <a:lnTo>
                    <a:pt x="232810" y="320902"/>
                  </a:lnTo>
                  <a:lnTo>
                    <a:pt x="237643" y="318747"/>
                  </a:lnTo>
                  <a:lnTo>
                    <a:pt x="242405" y="316440"/>
                  </a:lnTo>
                  <a:lnTo>
                    <a:pt x="247091" y="313984"/>
                  </a:lnTo>
                  <a:lnTo>
                    <a:pt x="251698" y="311380"/>
                  </a:lnTo>
                  <a:lnTo>
                    <a:pt x="256219" y="308632"/>
                  </a:lnTo>
                  <a:lnTo>
                    <a:pt x="260652" y="305743"/>
                  </a:lnTo>
                  <a:lnTo>
                    <a:pt x="264991" y="302714"/>
                  </a:lnTo>
                  <a:lnTo>
                    <a:pt x="269232" y="299550"/>
                  </a:lnTo>
                  <a:lnTo>
                    <a:pt x="273370" y="296253"/>
                  </a:lnTo>
                  <a:lnTo>
                    <a:pt x="277402" y="292827"/>
                  </a:lnTo>
                  <a:lnTo>
                    <a:pt x="281324" y="289275"/>
                  </a:lnTo>
                  <a:lnTo>
                    <a:pt x="285132" y="285601"/>
                  </a:lnTo>
                  <a:lnTo>
                    <a:pt x="288821" y="281807"/>
                  </a:lnTo>
                  <a:lnTo>
                    <a:pt x="292388" y="277900"/>
                  </a:lnTo>
                  <a:lnTo>
                    <a:pt x="295830" y="273881"/>
                  </a:lnTo>
                  <a:lnTo>
                    <a:pt x="299143" y="269755"/>
                  </a:lnTo>
                  <a:lnTo>
                    <a:pt x="302323" y="265526"/>
                  </a:lnTo>
                  <a:lnTo>
                    <a:pt x="305368" y="261199"/>
                  </a:lnTo>
                  <a:lnTo>
                    <a:pt x="308275" y="256778"/>
                  </a:lnTo>
                  <a:lnTo>
                    <a:pt x="311040" y="252267"/>
                  </a:lnTo>
                  <a:lnTo>
                    <a:pt x="313662" y="247670"/>
                  </a:lnTo>
                  <a:lnTo>
                    <a:pt x="316136" y="242993"/>
                  </a:lnTo>
                  <a:lnTo>
                    <a:pt x="318461" y="238240"/>
                  </a:lnTo>
                  <a:lnTo>
                    <a:pt x="320635" y="233416"/>
                  </a:lnTo>
                  <a:lnTo>
                    <a:pt x="322655" y="228526"/>
                  </a:lnTo>
                  <a:lnTo>
                    <a:pt x="324519" y="223573"/>
                  </a:lnTo>
                  <a:lnTo>
                    <a:pt x="326225" y="218565"/>
                  </a:lnTo>
                  <a:lnTo>
                    <a:pt x="327772" y="213505"/>
                  </a:lnTo>
                  <a:lnTo>
                    <a:pt x="329158" y="208398"/>
                  </a:lnTo>
                  <a:lnTo>
                    <a:pt x="330382" y="203251"/>
                  </a:lnTo>
                  <a:lnTo>
                    <a:pt x="331442" y="198067"/>
                  </a:lnTo>
                  <a:lnTo>
                    <a:pt x="332338" y="192852"/>
                  </a:lnTo>
                  <a:lnTo>
                    <a:pt x="333068" y="187611"/>
                  </a:lnTo>
                  <a:lnTo>
                    <a:pt x="333632" y="182350"/>
                  </a:lnTo>
                  <a:lnTo>
                    <a:pt x="334029" y="177074"/>
                  </a:lnTo>
                  <a:lnTo>
                    <a:pt x="334259" y="171787"/>
                  </a:lnTo>
                  <a:lnTo>
                    <a:pt x="334321" y="166497"/>
                  </a:lnTo>
                  <a:lnTo>
                    <a:pt x="334216" y="161206"/>
                  </a:lnTo>
                  <a:lnTo>
                    <a:pt x="333944" y="155922"/>
                  </a:lnTo>
                  <a:lnTo>
                    <a:pt x="333505" y="150649"/>
                  </a:lnTo>
                  <a:lnTo>
                    <a:pt x="332898" y="145393"/>
                  </a:lnTo>
                  <a:lnTo>
                    <a:pt x="332126" y="140158"/>
                  </a:lnTo>
                  <a:lnTo>
                    <a:pt x="331189" y="134951"/>
                  </a:lnTo>
                  <a:lnTo>
                    <a:pt x="330087" y="129775"/>
                  </a:lnTo>
                  <a:lnTo>
                    <a:pt x="328822" y="124638"/>
                  </a:lnTo>
                  <a:lnTo>
                    <a:pt x="327395" y="119542"/>
                  </a:lnTo>
                  <a:lnTo>
                    <a:pt x="325808" y="114495"/>
                  </a:lnTo>
                  <a:lnTo>
                    <a:pt x="324061" y="109500"/>
                  </a:lnTo>
                  <a:lnTo>
                    <a:pt x="322157" y="104563"/>
                  </a:lnTo>
                  <a:lnTo>
                    <a:pt x="320099" y="99689"/>
                  </a:lnTo>
                  <a:lnTo>
                    <a:pt x="317886" y="94882"/>
                  </a:lnTo>
                  <a:lnTo>
                    <a:pt x="315523" y="90148"/>
                  </a:lnTo>
                  <a:lnTo>
                    <a:pt x="313011" y="85491"/>
                  </a:lnTo>
                  <a:lnTo>
                    <a:pt x="310353" y="80916"/>
                  </a:lnTo>
                  <a:lnTo>
                    <a:pt x="307552" y="76427"/>
                  </a:lnTo>
                  <a:lnTo>
                    <a:pt x="304610" y="72029"/>
                  </a:lnTo>
                  <a:lnTo>
                    <a:pt x="301530" y="67727"/>
                  </a:lnTo>
                  <a:lnTo>
                    <a:pt x="298316" y="63524"/>
                  </a:lnTo>
                  <a:lnTo>
                    <a:pt x="294970" y="59425"/>
                  </a:lnTo>
                  <a:lnTo>
                    <a:pt x="291496" y="55434"/>
                  </a:lnTo>
                  <a:lnTo>
                    <a:pt x="287897" y="51554"/>
                  </a:lnTo>
                  <a:lnTo>
                    <a:pt x="284178" y="47791"/>
                  </a:lnTo>
                  <a:lnTo>
                    <a:pt x="280341" y="44147"/>
                  </a:lnTo>
                  <a:lnTo>
                    <a:pt x="276391" y="40627"/>
                  </a:lnTo>
                  <a:lnTo>
                    <a:pt x="272332" y="37233"/>
                  </a:lnTo>
                  <a:lnTo>
                    <a:pt x="268167" y="33969"/>
                  </a:lnTo>
                  <a:lnTo>
                    <a:pt x="263901" y="30839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21039" y="1353411"/>
              <a:ext cx="96745" cy="136327"/>
            </a:xfrm>
            <a:custGeom>
              <a:avLst/>
              <a:pathLst>
                <a:path w="96745" h="136327">
                  <a:moveTo>
                    <a:pt x="96745" y="0"/>
                  </a:moveTo>
                  <a:lnTo>
                    <a:pt x="0" y="1363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21039" y="1353411"/>
              <a:ext cx="96745" cy="136327"/>
            </a:xfrm>
            <a:custGeom>
              <a:avLst/>
              <a:pathLst>
                <a:path w="96745" h="136327">
                  <a:moveTo>
                    <a:pt x="96745" y="0"/>
                  </a:moveTo>
                  <a:lnTo>
                    <a:pt x="0" y="1363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21039" y="1353411"/>
              <a:ext cx="96745" cy="136327"/>
            </a:xfrm>
            <a:custGeom>
              <a:avLst/>
              <a:pathLst>
                <a:path w="96745" h="136327">
                  <a:moveTo>
                    <a:pt x="96745" y="0"/>
                  </a:moveTo>
                  <a:lnTo>
                    <a:pt x="0" y="1363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21039" y="1353411"/>
              <a:ext cx="96745" cy="136327"/>
            </a:xfrm>
            <a:custGeom>
              <a:avLst/>
              <a:pathLst>
                <a:path w="96745" h="136327">
                  <a:moveTo>
                    <a:pt x="96745" y="0"/>
                  </a:moveTo>
                  <a:lnTo>
                    <a:pt x="0" y="1363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21039" y="1353411"/>
              <a:ext cx="96745" cy="136327"/>
            </a:xfrm>
            <a:custGeom>
              <a:avLst/>
              <a:pathLst>
                <a:path w="96745" h="136327">
                  <a:moveTo>
                    <a:pt x="96745" y="0"/>
                  </a:moveTo>
                  <a:lnTo>
                    <a:pt x="0" y="1363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21039" y="1353411"/>
              <a:ext cx="96745" cy="136327"/>
            </a:xfrm>
            <a:custGeom>
              <a:avLst/>
              <a:pathLst>
                <a:path w="96745" h="136327">
                  <a:moveTo>
                    <a:pt x="96745" y="0"/>
                  </a:moveTo>
                  <a:lnTo>
                    <a:pt x="0" y="1363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21039" y="1353411"/>
              <a:ext cx="96745" cy="136327"/>
            </a:xfrm>
            <a:custGeom>
              <a:avLst/>
              <a:pathLst>
                <a:path w="96745" h="136327">
                  <a:moveTo>
                    <a:pt x="96745" y="0"/>
                  </a:moveTo>
                  <a:lnTo>
                    <a:pt x="0" y="1363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21039" y="1353411"/>
              <a:ext cx="96745" cy="136327"/>
            </a:xfrm>
            <a:custGeom>
              <a:avLst/>
              <a:pathLst>
                <a:path w="96745" h="136327">
                  <a:moveTo>
                    <a:pt x="96745" y="0"/>
                  </a:moveTo>
                  <a:lnTo>
                    <a:pt x="0" y="1363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21039" y="1353411"/>
              <a:ext cx="96745" cy="136327"/>
            </a:xfrm>
            <a:custGeom>
              <a:avLst/>
              <a:pathLst>
                <a:path w="96745" h="136327">
                  <a:moveTo>
                    <a:pt x="96745" y="0"/>
                  </a:moveTo>
                  <a:lnTo>
                    <a:pt x="0" y="1363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21039" y="1353411"/>
              <a:ext cx="96745" cy="136327"/>
            </a:xfrm>
            <a:custGeom>
              <a:avLst/>
              <a:pathLst>
                <a:path w="96745" h="136327">
                  <a:moveTo>
                    <a:pt x="96745" y="0"/>
                  </a:moveTo>
                  <a:lnTo>
                    <a:pt x="0" y="1363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21039" y="1353411"/>
              <a:ext cx="96745" cy="136327"/>
            </a:xfrm>
            <a:custGeom>
              <a:avLst/>
              <a:pathLst>
                <a:path w="96745" h="136327">
                  <a:moveTo>
                    <a:pt x="96745" y="0"/>
                  </a:moveTo>
                  <a:lnTo>
                    <a:pt x="0" y="1363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21039" y="1353411"/>
              <a:ext cx="96745" cy="136327"/>
            </a:xfrm>
            <a:custGeom>
              <a:avLst/>
              <a:pathLst>
                <a:path w="96745" h="136327">
                  <a:moveTo>
                    <a:pt x="96745" y="0"/>
                  </a:moveTo>
                  <a:lnTo>
                    <a:pt x="0" y="1363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21039" y="1353411"/>
              <a:ext cx="96745" cy="136327"/>
            </a:xfrm>
            <a:custGeom>
              <a:avLst/>
              <a:pathLst>
                <a:path w="96745" h="136327">
                  <a:moveTo>
                    <a:pt x="96745" y="0"/>
                  </a:moveTo>
                  <a:lnTo>
                    <a:pt x="0" y="1363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21039" y="1353411"/>
              <a:ext cx="96745" cy="136327"/>
            </a:xfrm>
            <a:custGeom>
              <a:avLst/>
              <a:pathLst>
                <a:path w="96745" h="136327">
                  <a:moveTo>
                    <a:pt x="96745" y="0"/>
                  </a:moveTo>
                  <a:lnTo>
                    <a:pt x="0" y="1363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21039" y="1353411"/>
              <a:ext cx="96745" cy="136327"/>
            </a:xfrm>
            <a:custGeom>
              <a:avLst/>
              <a:pathLst>
                <a:path w="96745" h="136327">
                  <a:moveTo>
                    <a:pt x="96745" y="0"/>
                  </a:moveTo>
                  <a:lnTo>
                    <a:pt x="0" y="1363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21039" y="1353411"/>
              <a:ext cx="96745" cy="136327"/>
            </a:xfrm>
            <a:custGeom>
              <a:avLst/>
              <a:pathLst>
                <a:path w="96745" h="136327">
                  <a:moveTo>
                    <a:pt x="96745" y="0"/>
                  </a:moveTo>
                  <a:lnTo>
                    <a:pt x="0" y="1363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21039" y="1353411"/>
              <a:ext cx="96745" cy="136327"/>
            </a:xfrm>
            <a:custGeom>
              <a:avLst/>
              <a:pathLst>
                <a:path w="96745" h="136327">
                  <a:moveTo>
                    <a:pt x="96745" y="0"/>
                  </a:moveTo>
                  <a:lnTo>
                    <a:pt x="0" y="1363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21039" y="1353411"/>
              <a:ext cx="96745" cy="136327"/>
            </a:xfrm>
            <a:custGeom>
              <a:avLst/>
              <a:pathLst>
                <a:path w="96745" h="136327">
                  <a:moveTo>
                    <a:pt x="96745" y="0"/>
                  </a:moveTo>
                  <a:lnTo>
                    <a:pt x="0" y="1363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21039" y="1353411"/>
              <a:ext cx="96745" cy="136327"/>
            </a:xfrm>
            <a:custGeom>
              <a:avLst/>
              <a:pathLst>
                <a:path w="96745" h="136327">
                  <a:moveTo>
                    <a:pt x="96745" y="0"/>
                  </a:moveTo>
                  <a:lnTo>
                    <a:pt x="0" y="1363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21039" y="1353411"/>
              <a:ext cx="96745" cy="136327"/>
            </a:xfrm>
            <a:custGeom>
              <a:avLst/>
              <a:pathLst>
                <a:path w="96745" h="136327">
                  <a:moveTo>
                    <a:pt x="96745" y="0"/>
                  </a:moveTo>
                  <a:lnTo>
                    <a:pt x="0" y="1363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21039" y="1353411"/>
              <a:ext cx="96745" cy="136327"/>
            </a:xfrm>
            <a:custGeom>
              <a:avLst/>
              <a:pathLst>
                <a:path w="96745" h="136327">
                  <a:moveTo>
                    <a:pt x="96745" y="0"/>
                  </a:moveTo>
                  <a:lnTo>
                    <a:pt x="0" y="1363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21039" y="1351989"/>
              <a:ext cx="96745" cy="137749"/>
            </a:xfrm>
            <a:custGeom>
              <a:avLst/>
              <a:pathLst>
                <a:path w="96745" h="137749">
                  <a:moveTo>
                    <a:pt x="96745" y="1422"/>
                  </a:moveTo>
                  <a:lnTo>
                    <a:pt x="94709" y="0"/>
                  </a:lnTo>
                  <a:lnTo>
                    <a:pt x="0" y="1377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21039" y="1322571"/>
              <a:ext cx="94709" cy="167167"/>
            </a:xfrm>
            <a:custGeom>
              <a:avLst/>
              <a:pathLst>
                <a:path w="94709" h="167167">
                  <a:moveTo>
                    <a:pt x="94709" y="29417"/>
                  </a:moveTo>
                  <a:lnTo>
                    <a:pt x="90047" y="26325"/>
                  </a:lnTo>
                  <a:lnTo>
                    <a:pt x="85285" y="23392"/>
                  </a:lnTo>
                  <a:lnTo>
                    <a:pt x="80427" y="20619"/>
                  </a:lnTo>
                  <a:lnTo>
                    <a:pt x="75479" y="18010"/>
                  </a:lnTo>
                  <a:lnTo>
                    <a:pt x="70447" y="15568"/>
                  </a:lnTo>
                  <a:lnTo>
                    <a:pt x="65336" y="13296"/>
                  </a:lnTo>
                  <a:lnTo>
                    <a:pt x="60151" y="11197"/>
                  </a:lnTo>
                  <a:lnTo>
                    <a:pt x="54899" y="9272"/>
                  </a:lnTo>
                  <a:lnTo>
                    <a:pt x="49586" y="7523"/>
                  </a:lnTo>
                  <a:lnTo>
                    <a:pt x="44217" y="5954"/>
                  </a:lnTo>
                  <a:lnTo>
                    <a:pt x="38799" y="4564"/>
                  </a:lnTo>
                  <a:lnTo>
                    <a:pt x="33337" y="3357"/>
                  </a:lnTo>
                  <a:lnTo>
                    <a:pt x="27838" y="2334"/>
                  </a:lnTo>
                  <a:lnTo>
                    <a:pt x="22308" y="1495"/>
                  </a:lnTo>
                  <a:lnTo>
                    <a:pt x="16753" y="841"/>
                  </a:lnTo>
                  <a:lnTo>
                    <a:pt x="11179" y="374"/>
                  </a:lnTo>
                  <a:lnTo>
                    <a:pt x="5592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378101" y="1071028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4" y="334"/>
                  </a:lnTo>
                  <a:lnTo>
                    <a:pt x="151311" y="752"/>
                  </a:lnTo>
                  <a:lnTo>
                    <a:pt x="146054" y="1337"/>
                  </a:lnTo>
                  <a:lnTo>
                    <a:pt x="140818" y="2087"/>
                  </a:lnTo>
                  <a:lnTo>
                    <a:pt x="135609" y="3003"/>
                  </a:lnTo>
                  <a:lnTo>
                    <a:pt x="130431" y="4083"/>
                  </a:lnTo>
                  <a:lnTo>
                    <a:pt x="125290" y="5327"/>
                  </a:lnTo>
                  <a:lnTo>
                    <a:pt x="120191" y="6733"/>
                  </a:lnTo>
                  <a:lnTo>
                    <a:pt x="115138" y="8299"/>
                  </a:lnTo>
                  <a:lnTo>
                    <a:pt x="110138" y="10024"/>
                  </a:lnTo>
                  <a:lnTo>
                    <a:pt x="105195" y="11907"/>
                  </a:lnTo>
                  <a:lnTo>
                    <a:pt x="100314" y="13945"/>
                  </a:lnTo>
                  <a:lnTo>
                    <a:pt x="95500" y="16136"/>
                  </a:lnTo>
                  <a:lnTo>
                    <a:pt x="90758" y="18479"/>
                  </a:lnTo>
                  <a:lnTo>
                    <a:pt x="86092" y="20970"/>
                  </a:lnTo>
                  <a:lnTo>
                    <a:pt x="81507" y="23608"/>
                  </a:lnTo>
                  <a:lnTo>
                    <a:pt x="77008" y="26389"/>
                  </a:lnTo>
                  <a:lnTo>
                    <a:pt x="72600" y="29312"/>
                  </a:lnTo>
                  <a:lnTo>
                    <a:pt x="68286" y="32372"/>
                  </a:lnTo>
                  <a:lnTo>
                    <a:pt x="64071" y="35568"/>
                  </a:lnTo>
                  <a:lnTo>
                    <a:pt x="59959" y="38895"/>
                  </a:lnTo>
                  <a:lnTo>
                    <a:pt x="55954" y="42351"/>
                  </a:lnTo>
                  <a:lnTo>
                    <a:pt x="52061" y="45931"/>
                  </a:lnTo>
                  <a:lnTo>
                    <a:pt x="48283" y="49633"/>
                  </a:lnTo>
                  <a:lnTo>
                    <a:pt x="44624" y="53453"/>
                  </a:lnTo>
                  <a:lnTo>
                    <a:pt x="41088" y="57387"/>
                  </a:lnTo>
                  <a:lnTo>
                    <a:pt x="37678" y="61430"/>
                  </a:lnTo>
                  <a:lnTo>
                    <a:pt x="34397" y="65579"/>
                  </a:lnTo>
                  <a:lnTo>
                    <a:pt x="31250" y="69830"/>
                  </a:lnTo>
                  <a:lnTo>
                    <a:pt x="28239" y="74179"/>
                  </a:lnTo>
                  <a:lnTo>
                    <a:pt x="25366" y="78620"/>
                  </a:lnTo>
                  <a:lnTo>
                    <a:pt x="22636" y="83150"/>
                  </a:lnTo>
                  <a:lnTo>
                    <a:pt x="20050" y="87765"/>
                  </a:lnTo>
                  <a:lnTo>
                    <a:pt x="17612" y="92458"/>
                  </a:lnTo>
                  <a:lnTo>
                    <a:pt x="15323" y="97227"/>
                  </a:lnTo>
                  <a:lnTo>
                    <a:pt x="13186" y="102066"/>
                  </a:lnTo>
                  <a:lnTo>
                    <a:pt x="11204" y="106969"/>
                  </a:lnTo>
                  <a:lnTo>
                    <a:pt x="9377" y="111933"/>
                  </a:lnTo>
                  <a:lnTo>
                    <a:pt x="7709" y="116953"/>
                  </a:lnTo>
                  <a:lnTo>
                    <a:pt x="6200" y="122022"/>
                  </a:lnTo>
                  <a:lnTo>
                    <a:pt x="4852" y="127137"/>
                  </a:lnTo>
                  <a:lnTo>
                    <a:pt x="3667" y="132292"/>
                  </a:lnTo>
                  <a:lnTo>
                    <a:pt x="2646" y="137482"/>
                  </a:lnTo>
                  <a:lnTo>
                    <a:pt x="1789" y="142701"/>
                  </a:lnTo>
                  <a:lnTo>
                    <a:pt x="1098" y="147946"/>
                  </a:lnTo>
                  <a:lnTo>
                    <a:pt x="573" y="153209"/>
                  </a:lnTo>
                  <a:lnTo>
                    <a:pt x="214" y="158486"/>
                  </a:lnTo>
                  <a:lnTo>
                    <a:pt x="23" y="163772"/>
                  </a:lnTo>
                  <a:lnTo>
                    <a:pt x="0" y="169061"/>
                  </a:lnTo>
                  <a:lnTo>
                    <a:pt x="143" y="174349"/>
                  </a:lnTo>
                  <a:lnTo>
                    <a:pt x="454" y="179629"/>
                  </a:lnTo>
                  <a:lnTo>
                    <a:pt x="932" y="184897"/>
                  </a:lnTo>
                  <a:lnTo>
                    <a:pt x="1576" y="190147"/>
                  </a:lnTo>
                  <a:lnTo>
                    <a:pt x="2386" y="195374"/>
                  </a:lnTo>
                  <a:lnTo>
                    <a:pt x="3361" y="200573"/>
                  </a:lnTo>
                  <a:lnTo>
                    <a:pt x="4499" y="205738"/>
                  </a:lnTo>
                  <a:lnTo>
                    <a:pt x="5801" y="210865"/>
                  </a:lnTo>
                  <a:lnTo>
                    <a:pt x="7264" y="215948"/>
                  </a:lnTo>
                  <a:lnTo>
                    <a:pt x="8888" y="220982"/>
                  </a:lnTo>
                  <a:lnTo>
                    <a:pt x="10669" y="225962"/>
                  </a:lnTo>
                  <a:lnTo>
                    <a:pt x="12608" y="230883"/>
                  </a:lnTo>
                  <a:lnTo>
                    <a:pt x="14701" y="235741"/>
                  </a:lnTo>
                  <a:lnTo>
                    <a:pt x="16947" y="240530"/>
                  </a:lnTo>
                  <a:lnTo>
                    <a:pt x="19343" y="245245"/>
                  </a:lnTo>
                  <a:lnTo>
                    <a:pt x="21887" y="249883"/>
                  </a:lnTo>
                  <a:lnTo>
                    <a:pt x="24577" y="254437"/>
                  </a:lnTo>
                  <a:lnTo>
                    <a:pt x="27409" y="258904"/>
                  </a:lnTo>
                  <a:lnTo>
                    <a:pt x="30382" y="263280"/>
                  </a:lnTo>
                  <a:lnTo>
                    <a:pt x="33491" y="267559"/>
                  </a:lnTo>
                  <a:lnTo>
                    <a:pt x="36734" y="271737"/>
                  </a:lnTo>
                  <a:lnTo>
                    <a:pt x="40107" y="275811"/>
                  </a:lnTo>
                  <a:lnTo>
                    <a:pt x="43608" y="279776"/>
                  </a:lnTo>
                  <a:lnTo>
                    <a:pt x="47233" y="283629"/>
                  </a:lnTo>
                  <a:lnTo>
                    <a:pt x="50977" y="287364"/>
                  </a:lnTo>
                  <a:lnTo>
                    <a:pt x="54838" y="290980"/>
                  </a:lnTo>
                  <a:lnTo>
                    <a:pt x="58811" y="294471"/>
                  </a:lnTo>
                  <a:lnTo>
                    <a:pt x="62893" y="297835"/>
                  </a:lnTo>
                  <a:lnTo>
                    <a:pt x="67079" y="301068"/>
                  </a:lnTo>
                  <a:lnTo>
                    <a:pt x="71366" y="304168"/>
                  </a:lnTo>
                  <a:lnTo>
                    <a:pt x="75748" y="307129"/>
                  </a:lnTo>
                  <a:lnTo>
                    <a:pt x="80222" y="309951"/>
                  </a:lnTo>
                  <a:lnTo>
                    <a:pt x="84783" y="312630"/>
                  </a:lnTo>
                  <a:lnTo>
                    <a:pt x="89426" y="315163"/>
                  </a:lnTo>
                  <a:lnTo>
                    <a:pt x="94147" y="317549"/>
                  </a:lnTo>
                  <a:lnTo>
                    <a:pt x="98941" y="319783"/>
                  </a:lnTo>
                  <a:lnTo>
                    <a:pt x="103804" y="321865"/>
                  </a:lnTo>
                  <a:lnTo>
                    <a:pt x="108730" y="323792"/>
                  </a:lnTo>
                  <a:lnTo>
                    <a:pt x="113714" y="325562"/>
                  </a:lnTo>
                  <a:lnTo>
                    <a:pt x="118752" y="327173"/>
                  </a:lnTo>
                  <a:lnTo>
                    <a:pt x="123839" y="328624"/>
                  </a:lnTo>
                  <a:lnTo>
                    <a:pt x="128968" y="329914"/>
                  </a:lnTo>
                  <a:lnTo>
                    <a:pt x="134136" y="331041"/>
                  </a:lnTo>
                  <a:lnTo>
                    <a:pt x="139337" y="332003"/>
                  </a:lnTo>
                  <a:lnTo>
                    <a:pt x="144566" y="332801"/>
                  </a:lnTo>
                  <a:lnTo>
                    <a:pt x="149818" y="333433"/>
                  </a:lnTo>
                  <a:lnTo>
                    <a:pt x="155087" y="333898"/>
                  </a:lnTo>
                  <a:lnTo>
                    <a:pt x="160368" y="334196"/>
                  </a:lnTo>
                  <a:lnTo>
                    <a:pt x="165655" y="334328"/>
                  </a:lnTo>
                  <a:lnTo>
                    <a:pt x="170945" y="334291"/>
                  </a:lnTo>
                  <a:lnTo>
                    <a:pt x="176230" y="334088"/>
                  </a:lnTo>
                  <a:lnTo>
                    <a:pt x="181507" y="333717"/>
                  </a:lnTo>
                  <a:lnTo>
                    <a:pt x="186769" y="333180"/>
                  </a:lnTo>
                  <a:lnTo>
                    <a:pt x="192011" y="332476"/>
                  </a:lnTo>
                  <a:lnTo>
                    <a:pt x="197228" y="331607"/>
                  </a:lnTo>
                  <a:lnTo>
                    <a:pt x="202416" y="330574"/>
                  </a:lnTo>
                  <a:lnTo>
                    <a:pt x="207568" y="329376"/>
                  </a:lnTo>
                  <a:lnTo>
                    <a:pt x="212680" y="328016"/>
                  </a:lnTo>
                  <a:lnTo>
                    <a:pt x="217746" y="326496"/>
                  </a:lnTo>
                  <a:lnTo>
                    <a:pt x="222761" y="324815"/>
                  </a:lnTo>
                  <a:lnTo>
                    <a:pt x="227721" y="322977"/>
                  </a:lnTo>
                  <a:lnTo>
                    <a:pt x="232620" y="320983"/>
                  </a:lnTo>
                  <a:lnTo>
                    <a:pt x="237453" y="318835"/>
                  </a:lnTo>
                  <a:lnTo>
                    <a:pt x="242217" y="316535"/>
                  </a:lnTo>
                  <a:lnTo>
                    <a:pt x="246905" y="314086"/>
                  </a:lnTo>
                  <a:lnTo>
                    <a:pt x="251513" y="311489"/>
                  </a:lnTo>
                  <a:lnTo>
                    <a:pt x="256037" y="308748"/>
                  </a:lnTo>
                  <a:lnTo>
                    <a:pt x="260471" y="305865"/>
                  </a:lnTo>
                  <a:lnTo>
                    <a:pt x="264813" y="302844"/>
                  </a:lnTo>
                  <a:lnTo>
                    <a:pt x="269056" y="299686"/>
                  </a:lnTo>
                  <a:lnTo>
                    <a:pt x="273198" y="296396"/>
                  </a:lnTo>
                  <a:lnTo>
                    <a:pt x="277233" y="292976"/>
                  </a:lnTo>
                  <a:lnTo>
                    <a:pt x="281158" y="289431"/>
                  </a:lnTo>
                  <a:lnTo>
                    <a:pt x="284969" y="285763"/>
                  </a:lnTo>
                  <a:lnTo>
                    <a:pt x="288662" y="281976"/>
                  </a:lnTo>
                  <a:lnTo>
                    <a:pt x="292234" y="278075"/>
                  </a:lnTo>
                  <a:lnTo>
                    <a:pt x="295680" y="274062"/>
                  </a:lnTo>
                  <a:lnTo>
                    <a:pt x="298998" y="269942"/>
                  </a:lnTo>
                  <a:lnTo>
                    <a:pt x="302183" y="265720"/>
                  </a:lnTo>
                  <a:lnTo>
                    <a:pt x="305233" y="261399"/>
                  </a:lnTo>
                  <a:lnTo>
                    <a:pt x="308146" y="256983"/>
                  </a:lnTo>
                  <a:lnTo>
                    <a:pt x="310917" y="252478"/>
                  </a:lnTo>
                  <a:lnTo>
                    <a:pt x="313544" y="247887"/>
                  </a:lnTo>
                  <a:lnTo>
                    <a:pt x="316024" y="243215"/>
                  </a:lnTo>
                  <a:lnTo>
                    <a:pt x="318356" y="238467"/>
                  </a:lnTo>
                  <a:lnTo>
                    <a:pt x="320536" y="233648"/>
                  </a:lnTo>
                  <a:lnTo>
                    <a:pt x="322562" y="228762"/>
                  </a:lnTo>
                  <a:lnTo>
                    <a:pt x="324433" y="223815"/>
                  </a:lnTo>
                  <a:lnTo>
                    <a:pt x="326146" y="218811"/>
                  </a:lnTo>
                  <a:lnTo>
                    <a:pt x="327701" y="213755"/>
                  </a:lnTo>
                  <a:lnTo>
                    <a:pt x="329094" y="208652"/>
                  </a:lnTo>
                  <a:lnTo>
                    <a:pt x="330326" y="203508"/>
                  </a:lnTo>
                  <a:lnTo>
                    <a:pt x="331394" y="198328"/>
                  </a:lnTo>
                  <a:lnTo>
                    <a:pt x="332297" y="193116"/>
                  </a:lnTo>
                  <a:lnTo>
                    <a:pt x="333036" y="187878"/>
                  </a:lnTo>
                  <a:lnTo>
                    <a:pt x="333608" y="182620"/>
                  </a:lnTo>
                  <a:lnTo>
                    <a:pt x="334013" y="177346"/>
                  </a:lnTo>
                  <a:lnTo>
                    <a:pt x="334252" y="172062"/>
                  </a:lnTo>
                  <a:lnTo>
                    <a:pt x="334323" y="166773"/>
                  </a:lnTo>
                  <a:lnTo>
                    <a:pt x="334227" y="161485"/>
                  </a:lnTo>
                  <a:lnTo>
                    <a:pt x="333964" y="156202"/>
                  </a:lnTo>
                  <a:lnTo>
                    <a:pt x="333533" y="150930"/>
                  </a:lnTo>
                  <a:lnTo>
                    <a:pt x="332936" y="145675"/>
                  </a:lnTo>
                  <a:lnTo>
                    <a:pt x="332173" y="140441"/>
                  </a:lnTo>
                  <a:lnTo>
                    <a:pt x="331245" y="135233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545258" y="1206262"/>
              <a:ext cx="164088" cy="31933"/>
            </a:xfrm>
            <a:custGeom>
              <a:avLst/>
              <a:pathLst>
                <a:path w="164088" h="31933">
                  <a:moveTo>
                    <a:pt x="164088" y="0"/>
                  </a:moveTo>
                  <a:lnTo>
                    <a:pt x="0" y="319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545258" y="1206262"/>
              <a:ext cx="164088" cy="31933"/>
            </a:xfrm>
            <a:custGeom>
              <a:avLst/>
              <a:pathLst>
                <a:path w="164088" h="31933">
                  <a:moveTo>
                    <a:pt x="164088" y="0"/>
                  </a:moveTo>
                  <a:lnTo>
                    <a:pt x="0" y="319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545258" y="1206262"/>
              <a:ext cx="164088" cy="31933"/>
            </a:xfrm>
            <a:custGeom>
              <a:avLst/>
              <a:pathLst>
                <a:path w="164088" h="31933">
                  <a:moveTo>
                    <a:pt x="164088" y="0"/>
                  </a:moveTo>
                  <a:lnTo>
                    <a:pt x="0" y="319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545258" y="1206262"/>
              <a:ext cx="164088" cy="31933"/>
            </a:xfrm>
            <a:custGeom>
              <a:avLst/>
              <a:pathLst>
                <a:path w="164088" h="31933">
                  <a:moveTo>
                    <a:pt x="164088" y="0"/>
                  </a:moveTo>
                  <a:lnTo>
                    <a:pt x="0" y="319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545258" y="1206262"/>
              <a:ext cx="164088" cy="31933"/>
            </a:xfrm>
            <a:custGeom>
              <a:avLst/>
              <a:pathLst>
                <a:path w="164088" h="31933">
                  <a:moveTo>
                    <a:pt x="164088" y="0"/>
                  </a:moveTo>
                  <a:lnTo>
                    <a:pt x="0" y="319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545258" y="1206262"/>
              <a:ext cx="164088" cy="31933"/>
            </a:xfrm>
            <a:custGeom>
              <a:avLst/>
              <a:pathLst>
                <a:path w="164088" h="31933">
                  <a:moveTo>
                    <a:pt x="164088" y="0"/>
                  </a:moveTo>
                  <a:lnTo>
                    <a:pt x="0" y="319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545258" y="1206262"/>
              <a:ext cx="164088" cy="31933"/>
            </a:xfrm>
            <a:custGeom>
              <a:avLst/>
              <a:pathLst>
                <a:path w="164088" h="31933">
                  <a:moveTo>
                    <a:pt x="164088" y="0"/>
                  </a:moveTo>
                  <a:lnTo>
                    <a:pt x="0" y="319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545258" y="1206262"/>
              <a:ext cx="164088" cy="31933"/>
            </a:xfrm>
            <a:custGeom>
              <a:avLst/>
              <a:pathLst>
                <a:path w="164088" h="31933">
                  <a:moveTo>
                    <a:pt x="164088" y="0"/>
                  </a:moveTo>
                  <a:lnTo>
                    <a:pt x="0" y="319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545258" y="1206262"/>
              <a:ext cx="164088" cy="31933"/>
            </a:xfrm>
            <a:custGeom>
              <a:avLst/>
              <a:pathLst>
                <a:path w="164088" h="31933">
                  <a:moveTo>
                    <a:pt x="164088" y="0"/>
                  </a:moveTo>
                  <a:lnTo>
                    <a:pt x="0" y="319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545258" y="1206262"/>
              <a:ext cx="164088" cy="31933"/>
            </a:xfrm>
            <a:custGeom>
              <a:avLst/>
              <a:pathLst>
                <a:path w="164088" h="31933">
                  <a:moveTo>
                    <a:pt x="164088" y="0"/>
                  </a:moveTo>
                  <a:lnTo>
                    <a:pt x="0" y="319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545258" y="1206262"/>
              <a:ext cx="164088" cy="31933"/>
            </a:xfrm>
            <a:custGeom>
              <a:avLst/>
              <a:pathLst>
                <a:path w="164088" h="31933">
                  <a:moveTo>
                    <a:pt x="164088" y="0"/>
                  </a:moveTo>
                  <a:lnTo>
                    <a:pt x="0" y="319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545258" y="1206262"/>
              <a:ext cx="164088" cy="31933"/>
            </a:xfrm>
            <a:custGeom>
              <a:avLst/>
              <a:pathLst>
                <a:path w="164088" h="31933">
                  <a:moveTo>
                    <a:pt x="164088" y="0"/>
                  </a:moveTo>
                  <a:lnTo>
                    <a:pt x="0" y="319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545258" y="1206262"/>
              <a:ext cx="164088" cy="31933"/>
            </a:xfrm>
            <a:custGeom>
              <a:avLst/>
              <a:pathLst>
                <a:path w="164088" h="31933">
                  <a:moveTo>
                    <a:pt x="164088" y="0"/>
                  </a:moveTo>
                  <a:lnTo>
                    <a:pt x="0" y="319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545258" y="1206262"/>
              <a:ext cx="164088" cy="31933"/>
            </a:xfrm>
            <a:custGeom>
              <a:avLst/>
              <a:pathLst>
                <a:path w="164088" h="31933">
                  <a:moveTo>
                    <a:pt x="164088" y="0"/>
                  </a:moveTo>
                  <a:lnTo>
                    <a:pt x="0" y="319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545258" y="1206262"/>
              <a:ext cx="164088" cy="31933"/>
            </a:xfrm>
            <a:custGeom>
              <a:avLst/>
              <a:pathLst>
                <a:path w="164088" h="31933">
                  <a:moveTo>
                    <a:pt x="164088" y="0"/>
                  </a:moveTo>
                  <a:lnTo>
                    <a:pt x="0" y="319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545258" y="1206262"/>
              <a:ext cx="164088" cy="31933"/>
            </a:xfrm>
            <a:custGeom>
              <a:avLst/>
              <a:pathLst>
                <a:path w="164088" h="31933">
                  <a:moveTo>
                    <a:pt x="164088" y="0"/>
                  </a:moveTo>
                  <a:lnTo>
                    <a:pt x="0" y="319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545258" y="1206262"/>
              <a:ext cx="164088" cy="31933"/>
            </a:xfrm>
            <a:custGeom>
              <a:avLst/>
              <a:pathLst>
                <a:path w="164088" h="31933">
                  <a:moveTo>
                    <a:pt x="164088" y="0"/>
                  </a:moveTo>
                  <a:lnTo>
                    <a:pt x="0" y="319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545258" y="1206262"/>
              <a:ext cx="164088" cy="31933"/>
            </a:xfrm>
            <a:custGeom>
              <a:avLst/>
              <a:pathLst>
                <a:path w="164088" h="31933">
                  <a:moveTo>
                    <a:pt x="164088" y="0"/>
                  </a:moveTo>
                  <a:lnTo>
                    <a:pt x="0" y="319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545258" y="1206262"/>
              <a:ext cx="164088" cy="31933"/>
            </a:xfrm>
            <a:custGeom>
              <a:avLst/>
              <a:pathLst>
                <a:path w="164088" h="31933">
                  <a:moveTo>
                    <a:pt x="164088" y="0"/>
                  </a:moveTo>
                  <a:lnTo>
                    <a:pt x="0" y="319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545258" y="1206262"/>
              <a:ext cx="164088" cy="31933"/>
            </a:xfrm>
            <a:custGeom>
              <a:avLst/>
              <a:pathLst>
                <a:path w="164088" h="31933">
                  <a:moveTo>
                    <a:pt x="164088" y="0"/>
                  </a:moveTo>
                  <a:lnTo>
                    <a:pt x="0" y="319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545258" y="1203524"/>
              <a:ext cx="164088" cy="34671"/>
            </a:xfrm>
            <a:custGeom>
              <a:avLst/>
              <a:pathLst>
                <a:path w="164088" h="34671">
                  <a:moveTo>
                    <a:pt x="164088" y="2737"/>
                  </a:moveTo>
                  <a:lnTo>
                    <a:pt x="163532" y="0"/>
                  </a:lnTo>
                  <a:lnTo>
                    <a:pt x="0" y="346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545258" y="1071028"/>
              <a:ext cx="163532" cy="167167"/>
            </a:xfrm>
            <a:custGeom>
              <a:avLst/>
              <a:pathLst>
                <a:path w="163532" h="167167">
                  <a:moveTo>
                    <a:pt x="163532" y="132495"/>
                  </a:moveTo>
                  <a:lnTo>
                    <a:pt x="162322" y="127212"/>
                  </a:lnTo>
                  <a:lnTo>
                    <a:pt x="160941" y="121970"/>
                  </a:lnTo>
                  <a:lnTo>
                    <a:pt x="159391" y="116776"/>
                  </a:lnTo>
                  <a:lnTo>
                    <a:pt x="157674" y="111635"/>
                  </a:lnTo>
                  <a:lnTo>
                    <a:pt x="155791" y="106553"/>
                  </a:lnTo>
                  <a:lnTo>
                    <a:pt x="153744" y="101534"/>
                  </a:lnTo>
                  <a:lnTo>
                    <a:pt x="151535" y="96584"/>
                  </a:lnTo>
                  <a:lnTo>
                    <a:pt x="149167" y="91708"/>
                  </a:lnTo>
                  <a:lnTo>
                    <a:pt x="146642" y="86912"/>
                  </a:lnTo>
                  <a:lnTo>
                    <a:pt x="143963" y="82200"/>
                  </a:lnTo>
                  <a:lnTo>
                    <a:pt x="141133" y="77578"/>
                  </a:lnTo>
                  <a:lnTo>
                    <a:pt x="138154" y="73049"/>
                  </a:lnTo>
                  <a:lnTo>
                    <a:pt x="135031" y="68620"/>
                  </a:lnTo>
                  <a:lnTo>
                    <a:pt x="131765" y="64294"/>
                  </a:lnTo>
                  <a:lnTo>
                    <a:pt x="128360" y="60076"/>
                  </a:lnTo>
                  <a:lnTo>
                    <a:pt x="124821" y="55971"/>
                  </a:lnTo>
                  <a:lnTo>
                    <a:pt x="121150" y="51983"/>
                  </a:lnTo>
                  <a:lnTo>
                    <a:pt x="117352" y="48115"/>
                  </a:lnTo>
                  <a:lnTo>
                    <a:pt x="113431" y="44373"/>
                  </a:lnTo>
                  <a:lnTo>
                    <a:pt x="109390" y="40761"/>
                  </a:lnTo>
                  <a:lnTo>
                    <a:pt x="105235" y="37281"/>
                  </a:lnTo>
                  <a:lnTo>
                    <a:pt x="100969" y="33937"/>
                  </a:lnTo>
                  <a:lnTo>
                    <a:pt x="96596" y="30734"/>
                  </a:lnTo>
                  <a:lnTo>
                    <a:pt x="92122" y="27674"/>
                  </a:lnTo>
                  <a:lnTo>
                    <a:pt x="87552" y="24761"/>
                  </a:lnTo>
                  <a:lnTo>
                    <a:pt x="82889" y="21997"/>
                  </a:lnTo>
                  <a:lnTo>
                    <a:pt x="78139" y="19386"/>
                  </a:lnTo>
                  <a:lnTo>
                    <a:pt x="73307" y="16930"/>
                  </a:lnTo>
                  <a:lnTo>
                    <a:pt x="68398" y="14633"/>
                  </a:lnTo>
                  <a:lnTo>
                    <a:pt x="63416" y="12496"/>
                  </a:lnTo>
                  <a:lnTo>
                    <a:pt x="58369" y="10521"/>
                  </a:lnTo>
                  <a:lnTo>
                    <a:pt x="53260" y="8711"/>
                  </a:lnTo>
                  <a:lnTo>
                    <a:pt x="48094" y="7068"/>
                  </a:lnTo>
                  <a:lnTo>
                    <a:pt x="42879" y="5592"/>
                  </a:lnTo>
                  <a:lnTo>
                    <a:pt x="37618" y="4287"/>
                  </a:lnTo>
                  <a:lnTo>
                    <a:pt x="32318" y="3153"/>
                  </a:lnTo>
                  <a:lnTo>
                    <a:pt x="26983" y="2192"/>
                  </a:lnTo>
                  <a:lnTo>
                    <a:pt x="21621" y="1404"/>
                  </a:lnTo>
                  <a:lnTo>
                    <a:pt x="16235" y="790"/>
                  </a:lnTo>
                  <a:lnTo>
                    <a:pt x="10833" y="351"/>
                  </a:lnTo>
                  <a:lnTo>
                    <a:pt x="5419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899406" y="941493"/>
              <a:ext cx="124137" cy="167167"/>
            </a:xfrm>
            <a:custGeom>
              <a:avLst/>
              <a:pathLst>
                <a:path w="124137" h="167167">
                  <a:moveTo>
                    <a:pt x="124137" y="0"/>
                  </a:moveTo>
                  <a:lnTo>
                    <a:pt x="118541" y="93"/>
                  </a:lnTo>
                  <a:lnTo>
                    <a:pt x="112952" y="374"/>
                  </a:lnTo>
                  <a:lnTo>
                    <a:pt x="107376" y="842"/>
                  </a:lnTo>
                  <a:lnTo>
                    <a:pt x="101818" y="1496"/>
                  </a:lnTo>
                  <a:lnTo>
                    <a:pt x="96286" y="2336"/>
                  </a:lnTo>
                  <a:lnTo>
                    <a:pt x="90784" y="3360"/>
                  </a:lnTo>
                  <a:lnTo>
                    <a:pt x="85320" y="4569"/>
                  </a:lnTo>
                  <a:lnTo>
                    <a:pt x="79900" y="5959"/>
                  </a:lnTo>
                  <a:lnTo>
                    <a:pt x="74529" y="7530"/>
                  </a:lnTo>
                  <a:lnTo>
                    <a:pt x="69213" y="9280"/>
                  </a:lnTo>
                  <a:lnTo>
                    <a:pt x="63959" y="11207"/>
                  </a:lnTo>
                  <a:lnTo>
                    <a:pt x="58773" y="13308"/>
                  </a:lnTo>
                  <a:lnTo>
                    <a:pt x="53660" y="15582"/>
                  </a:lnTo>
                  <a:lnTo>
                    <a:pt x="48625" y="18026"/>
                  </a:lnTo>
                  <a:lnTo>
                    <a:pt x="43676" y="20637"/>
                  </a:lnTo>
                  <a:lnTo>
                    <a:pt x="38816" y="23412"/>
                  </a:lnTo>
                  <a:lnTo>
                    <a:pt x="34053" y="26349"/>
                  </a:lnTo>
                  <a:lnTo>
                    <a:pt x="29390" y="29443"/>
                  </a:lnTo>
                  <a:lnTo>
                    <a:pt x="24833" y="32691"/>
                  </a:lnTo>
                  <a:lnTo>
                    <a:pt x="20388" y="36090"/>
                  </a:lnTo>
                  <a:lnTo>
                    <a:pt x="16058" y="39636"/>
                  </a:lnTo>
                  <a:lnTo>
                    <a:pt x="11850" y="43325"/>
                  </a:lnTo>
                  <a:lnTo>
                    <a:pt x="7768" y="47153"/>
                  </a:lnTo>
                  <a:lnTo>
                    <a:pt x="3816" y="51115"/>
                  </a:lnTo>
                  <a:lnTo>
                    <a:pt x="0" y="55208"/>
                  </a:lnTo>
                  <a:lnTo>
                    <a:pt x="12413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899406" y="996701"/>
              <a:ext cx="124137" cy="111959"/>
            </a:xfrm>
            <a:custGeom>
              <a:avLst/>
              <a:pathLst>
                <a:path w="124137" h="111959">
                  <a:moveTo>
                    <a:pt x="0" y="0"/>
                  </a:moveTo>
                  <a:lnTo>
                    <a:pt x="124137" y="1119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899406" y="996701"/>
              <a:ext cx="124137" cy="111959"/>
            </a:xfrm>
            <a:custGeom>
              <a:avLst/>
              <a:pathLst>
                <a:path w="124137" h="111959">
                  <a:moveTo>
                    <a:pt x="0" y="0"/>
                  </a:moveTo>
                  <a:lnTo>
                    <a:pt x="124137" y="1119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899406" y="996701"/>
              <a:ext cx="124137" cy="111959"/>
            </a:xfrm>
            <a:custGeom>
              <a:avLst/>
              <a:pathLst>
                <a:path w="124137" h="111959">
                  <a:moveTo>
                    <a:pt x="0" y="0"/>
                  </a:moveTo>
                  <a:lnTo>
                    <a:pt x="124137" y="1119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899406" y="996701"/>
              <a:ext cx="124137" cy="111959"/>
            </a:xfrm>
            <a:custGeom>
              <a:avLst/>
              <a:pathLst>
                <a:path w="124137" h="111959">
                  <a:moveTo>
                    <a:pt x="0" y="0"/>
                  </a:moveTo>
                  <a:lnTo>
                    <a:pt x="124137" y="1119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899406" y="996701"/>
              <a:ext cx="124137" cy="111959"/>
            </a:xfrm>
            <a:custGeom>
              <a:avLst/>
              <a:pathLst>
                <a:path w="124137" h="111959">
                  <a:moveTo>
                    <a:pt x="0" y="0"/>
                  </a:moveTo>
                  <a:lnTo>
                    <a:pt x="124137" y="1119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899406" y="996701"/>
              <a:ext cx="124137" cy="111959"/>
            </a:xfrm>
            <a:custGeom>
              <a:avLst/>
              <a:pathLst>
                <a:path w="124137" h="111959">
                  <a:moveTo>
                    <a:pt x="0" y="0"/>
                  </a:moveTo>
                  <a:lnTo>
                    <a:pt x="124137" y="1119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899406" y="996701"/>
              <a:ext cx="124137" cy="111959"/>
            </a:xfrm>
            <a:custGeom>
              <a:avLst/>
              <a:pathLst>
                <a:path w="124137" h="111959">
                  <a:moveTo>
                    <a:pt x="0" y="0"/>
                  </a:moveTo>
                  <a:lnTo>
                    <a:pt x="124137" y="1119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899406" y="996701"/>
              <a:ext cx="124137" cy="111959"/>
            </a:xfrm>
            <a:custGeom>
              <a:avLst/>
              <a:pathLst>
                <a:path w="124137" h="111959">
                  <a:moveTo>
                    <a:pt x="0" y="0"/>
                  </a:moveTo>
                  <a:lnTo>
                    <a:pt x="124137" y="1119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899406" y="996701"/>
              <a:ext cx="124137" cy="111959"/>
            </a:xfrm>
            <a:custGeom>
              <a:avLst/>
              <a:pathLst>
                <a:path w="124137" h="111959">
                  <a:moveTo>
                    <a:pt x="0" y="0"/>
                  </a:moveTo>
                  <a:lnTo>
                    <a:pt x="124137" y="1119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899406" y="996701"/>
              <a:ext cx="124137" cy="111959"/>
            </a:xfrm>
            <a:custGeom>
              <a:avLst/>
              <a:pathLst>
                <a:path w="124137" h="111959">
                  <a:moveTo>
                    <a:pt x="0" y="0"/>
                  </a:moveTo>
                  <a:lnTo>
                    <a:pt x="124137" y="1119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899406" y="996701"/>
              <a:ext cx="124137" cy="111959"/>
            </a:xfrm>
            <a:custGeom>
              <a:avLst/>
              <a:pathLst>
                <a:path w="124137" h="111959">
                  <a:moveTo>
                    <a:pt x="0" y="0"/>
                  </a:moveTo>
                  <a:lnTo>
                    <a:pt x="124137" y="1119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899406" y="996701"/>
              <a:ext cx="124137" cy="111959"/>
            </a:xfrm>
            <a:custGeom>
              <a:avLst/>
              <a:pathLst>
                <a:path w="124137" h="111959">
                  <a:moveTo>
                    <a:pt x="0" y="0"/>
                  </a:moveTo>
                  <a:lnTo>
                    <a:pt x="124137" y="1119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899406" y="996701"/>
              <a:ext cx="124137" cy="111959"/>
            </a:xfrm>
            <a:custGeom>
              <a:avLst/>
              <a:pathLst>
                <a:path w="124137" h="111959">
                  <a:moveTo>
                    <a:pt x="0" y="0"/>
                  </a:moveTo>
                  <a:lnTo>
                    <a:pt x="124137" y="1119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899406" y="996701"/>
              <a:ext cx="124137" cy="111959"/>
            </a:xfrm>
            <a:custGeom>
              <a:avLst/>
              <a:pathLst>
                <a:path w="124137" h="111959">
                  <a:moveTo>
                    <a:pt x="0" y="0"/>
                  </a:moveTo>
                  <a:lnTo>
                    <a:pt x="124137" y="1119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899406" y="996701"/>
              <a:ext cx="124137" cy="111959"/>
            </a:xfrm>
            <a:custGeom>
              <a:avLst/>
              <a:pathLst>
                <a:path w="124137" h="111959">
                  <a:moveTo>
                    <a:pt x="0" y="0"/>
                  </a:moveTo>
                  <a:lnTo>
                    <a:pt x="124137" y="1119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899406" y="996701"/>
              <a:ext cx="124137" cy="111959"/>
            </a:xfrm>
            <a:custGeom>
              <a:avLst/>
              <a:pathLst>
                <a:path w="124137" h="111959">
                  <a:moveTo>
                    <a:pt x="0" y="0"/>
                  </a:moveTo>
                  <a:lnTo>
                    <a:pt x="124137" y="1119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899406" y="996701"/>
              <a:ext cx="124137" cy="111959"/>
            </a:xfrm>
            <a:custGeom>
              <a:avLst/>
              <a:pathLst>
                <a:path w="124137" h="111959">
                  <a:moveTo>
                    <a:pt x="0" y="0"/>
                  </a:moveTo>
                  <a:lnTo>
                    <a:pt x="124137" y="1119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899406" y="996701"/>
              <a:ext cx="124137" cy="111959"/>
            </a:xfrm>
            <a:custGeom>
              <a:avLst/>
              <a:pathLst>
                <a:path w="124137" h="111959">
                  <a:moveTo>
                    <a:pt x="0" y="0"/>
                  </a:moveTo>
                  <a:lnTo>
                    <a:pt x="124137" y="1119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899406" y="996701"/>
              <a:ext cx="124137" cy="111959"/>
            </a:xfrm>
            <a:custGeom>
              <a:avLst/>
              <a:pathLst>
                <a:path w="124137" h="111959">
                  <a:moveTo>
                    <a:pt x="0" y="0"/>
                  </a:moveTo>
                  <a:lnTo>
                    <a:pt x="124137" y="1119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856377" y="969175"/>
              <a:ext cx="334333" cy="306632"/>
            </a:xfrm>
            <a:custGeom>
              <a:avLst/>
              <a:pathLst>
                <a:path w="334333" h="306632">
                  <a:moveTo>
                    <a:pt x="43029" y="27525"/>
                  </a:moveTo>
                  <a:lnTo>
                    <a:pt x="39534" y="31526"/>
                  </a:lnTo>
                  <a:lnTo>
                    <a:pt x="36168" y="35636"/>
                  </a:lnTo>
                  <a:lnTo>
                    <a:pt x="32934" y="39851"/>
                  </a:lnTo>
                  <a:lnTo>
                    <a:pt x="29836" y="44167"/>
                  </a:lnTo>
                  <a:lnTo>
                    <a:pt x="26877" y="48579"/>
                  </a:lnTo>
                  <a:lnTo>
                    <a:pt x="24059" y="53083"/>
                  </a:lnTo>
                  <a:lnTo>
                    <a:pt x="21386" y="57674"/>
                  </a:lnTo>
                  <a:lnTo>
                    <a:pt x="18860" y="62347"/>
                  </a:lnTo>
                  <a:lnTo>
                    <a:pt x="16484" y="67099"/>
                  </a:lnTo>
                  <a:lnTo>
                    <a:pt x="14260" y="71923"/>
                  </a:lnTo>
                  <a:lnTo>
                    <a:pt x="12190" y="76816"/>
                  </a:lnTo>
                  <a:lnTo>
                    <a:pt x="10277" y="81772"/>
                  </a:lnTo>
                  <a:lnTo>
                    <a:pt x="8522" y="86787"/>
                  </a:lnTo>
                  <a:lnTo>
                    <a:pt x="6928" y="91854"/>
                  </a:lnTo>
                  <a:lnTo>
                    <a:pt x="5495" y="96970"/>
                  </a:lnTo>
                  <a:lnTo>
                    <a:pt x="4226" y="102129"/>
                  </a:lnTo>
                  <a:lnTo>
                    <a:pt x="3121" y="107325"/>
                  </a:lnTo>
                  <a:lnTo>
                    <a:pt x="2182" y="112554"/>
                  </a:lnTo>
                  <a:lnTo>
                    <a:pt x="1410" y="117810"/>
                  </a:lnTo>
                  <a:lnTo>
                    <a:pt x="805" y="123088"/>
                  </a:lnTo>
                  <a:lnTo>
                    <a:pt x="368" y="128383"/>
                  </a:lnTo>
                  <a:lnTo>
                    <a:pt x="99" y="133688"/>
                  </a:lnTo>
                  <a:lnTo>
                    <a:pt x="0" y="139000"/>
                  </a:lnTo>
                  <a:lnTo>
                    <a:pt x="69" y="144312"/>
                  </a:lnTo>
                  <a:lnTo>
                    <a:pt x="306" y="149619"/>
                  </a:lnTo>
                  <a:lnTo>
                    <a:pt x="713" y="154916"/>
                  </a:lnTo>
                  <a:lnTo>
                    <a:pt x="1287" y="160198"/>
                  </a:lnTo>
                  <a:lnTo>
                    <a:pt x="2029" y="165458"/>
                  </a:lnTo>
                  <a:lnTo>
                    <a:pt x="2938" y="170692"/>
                  </a:lnTo>
                  <a:lnTo>
                    <a:pt x="4012" y="175895"/>
                  </a:lnTo>
                  <a:lnTo>
                    <a:pt x="5252" y="181061"/>
                  </a:lnTo>
                  <a:lnTo>
                    <a:pt x="6654" y="186185"/>
                  </a:lnTo>
                  <a:lnTo>
                    <a:pt x="8219" y="191262"/>
                  </a:lnTo>
                  <a:lnTo>
                    <a:pt x="9945" y="196286"/>
                  </a:lnTo>
                  <a:lnTo>
                    <a:pt x="11829" y="201253"/>
                  </a:lnTo>
                  <a:lnTo>
                    <a:pt x="13870" y="206158"/>
                  </a:lnTo>
                  <a:lnTo>
                    <a:pt x="16067" y="210995"/>
                  </a:lnTo>
                  <a:lnTo>
                    <a:pt x="18415" y="215761"/>
                  </a:lnTo>
                  <a:lnTo>
                    <a:pt x="20914" y="220449"/>
                  </a:lnTo>
                  <a:lnTo>
                    <a:pt x="23561" y="225055"/>
                  </a:lnTo>
                  <a:lnTo>
                    <a:pt x="26352" y="229575"/>
                  </a:lnTo>
                  <a:lnTo>
                    <a:pt x="29286" y="234004"/>
                  </a:lnTo>
                  <a:lnTo>
                    <a:pt x="32359" y="238338"/>
                  </a:lnTo>
                  <a:lnTo>
                    <a:pt x="35568" y="242571"/>
                  </a:lnTo>
                  <a:lnTo>
                    <a:pt x="38910" y="246701"/>
                  </a:lnTo>
                  <a:lnTo>
                    <a:pt x="42382" y="250722"/>
                  </a:lnTo>
                  <a:lnTo>
                    <a:pt x="45980" y="254631"/>
                  </a:lnTo>
                  <a:lnTo>
                    <a:pt x="49700" y="258424"/>
                  </a:lnTo>
                  <a:lnTo>
                    <a:pt x="53538" y="262096"/>
                  </a:lnTo>
                  <a:lnTo>
                    <a:pt x="57492" y="265645"/>
                  </a:lnTo>
                  <a:lnTo>
                    <a:pt x="61556" y="269066"/>
                  </a:lnTo>
                  <a:lnTo>
                    <a:pt x="65727" y="272357"/>
                  </a:lnTo>
                  <a:lnTo>
                    <a:pt x="70000" y="275513"/>
                  </a:lnTo>
                  <a:lnTo>
                    <a:pt x="74372" y="278532"/>
                  </a:lnTo>
                  <a:lnTo>
                    <a:pt x="78837" y="281410"/>
                  </a:lnTo>
                  <a:lnTo>
                    <a:pt x="83391" y="284145"/>
                  </a:lnTo>
                  <a:lnTo>
                    <a:pt x="88030" y="286734"/>
                  </a:lnTo>
                  <a:lnTo>
                    <a:pt x="92749" y="289174"/>
                  </a:lnTo>
                  <a:lnTo>
                    <a:pt x="97543" y="291463"/>
                  </a:lnTo>
                  <a:lnTo>
                    <a:pt x="102408" y="293599"/>
                  </a:lnTo>
                  <a:lnTo>
                    <a:pt x="107338" y="295579"/>
                  </a:lnTo>
                  <a:lnTo>
                    <a:pt x="112328" y="297401"/>
                  </a:lnTo>
                  <a:lnTo>
                    <a:pt x="117373" y="299064"/>
                  </a:lnTo>
                  <a:lnTo>
                    <a:pt x="122469" y="300566"/>
                  </a:lnTo>
                  <a:lnTo>
                    <a:pt x="127610" y="301905"/>
                  </a:lnTo>
                  <a:lnTo>
                    <a:pt x="132791" y="303079"/>
                  </a:lnTo>
                  <a:lnTo>
                    <a:pt x="138007" y="304089"/>
                  </a:lnTo>
                  <a:lnTo>
                    <a:pt x="143252" y="304933"/>
                  </a:lnTo>
                  <a:lnTo>
                    <a:pt x="148522" y="305609"/>
                  </a:lnTo>
                  <a:lnTo>
                    <a:pt x="153810" y="306117"/>
                  </a:lnTo>
                  <a:lnTo>
                    <a:pt x="159111" y="306458"/>
                  </a:lnTo>
                  <a:lnTo>
                    <a:pt x="164421" y="306629"/>
                  </a:lnTo>
                  <a:lnTo>
                    <a:pt x="169734" y="306632"/>
                  </a:lnTo>
                  <a:lnTo>
                    <a:pt x="175044" y="306466"/>
                  </a:lnTo>
                  <a:lnTo>
                    <a:pt x="180346" y="306132"/>
                  </a:lnTo>
                  <a:lnTo>
                    <a:pt x="185634" y="305629"/>
                  </a:lnTo>
                  <a:lnTo>
                    <a:pt x="190904" y="304958"/>
                  </a:lnTo>
                  <a:lnTo>
                    <a:pt x="196150" y="304120"/>
                  </a:lnTo>
                  <a:lnTo>
                    <a:pt x="201367" y="303116"/>
                  </a:lnTo>
                  <a:lnTo>
                    <a:pt x="206549" y="301947"/>
                  </a:lnTo>
                  <a:lnTo>
                    <a:pt x="211692" y="300613"/>
                  </a:lnTo>
                  <a:lnTo>
                    <a:pt x="216789" y="299117"/>
                  </a:lnTo>
                  <a:lnTo>
                    <a:pt x="221837" y="297459"/>
                  </a:lnTo>
                  <a:lnTo>
                    <a:pt x="226829" y="295643"/>
                  </a:lnTo>
                  <a:lnTo>
                    <a:pt x="231761" y="293668"/>
                  </a:lnTo>
                  <a:lnTo>
                    <a:pt x="236627" y="291537"/>
                  </a:lnTo>
                  <a:lnTo>
                    <a:pt x="241424" y="289253"/>
                  </a:lnTo>
                  <a:lnTo>
                    <a:pt x="246145" y="286818"/>
                  </a:lnTo>
                  <a:lnTo>
                    <a:pt x="250787" y="284234"/>
                  </a:lnTo>
                  <a:lnTo>
                    <a:pt x="255344" y="281504"/>
                  </a:lnTo>
                  <a:lnTo>
                    <a:pt x="259813" y="278630"/>
                  </a:lnTo>
                  <a:lnTo>
                    <a:pt x="264187" y="275616"/>
                  </a:lnTo>
                  <a:lnTo>
                    <a:pt x="268464" y="272465"/>
                  </a:lnTo>
                  <a:lnTo>
                    <a:pt x="272638" y="269179"/>
                  </a:lnTo>
                  <a:lnTo>
                    <a:pt x="276706" y="265762"/>
                  </a:lnTo>
                  <a:lnTo>
                    <a:pt x="280664" y="262217"/>
                  </a:lnTo>
                  <a:lnTo>
                    <a:pt x="284506" y="258549"/>
                  </a:lnTo>
                  <a:lnTo>
                    <a:pt x="288230" y="254760"/>
                  </a:lnTo>
                  <a:lnTo>
                    <a:pt x="291832" y="250855"/>
                  </a:lnTo>
                  <a:lnTo>
                    <a:pt x="295308" y="246837"/>
                  </a:lnTo>
                  <a:lnTo>
                    <a:pt x="298655" y="242711"/>
                  </a:lnTo>
                  <a:lnTo>
                    <a:pt x="301868" y="238481"/>
                  </a:lnTo>
                  <a:lnTo>
                    <a:pt x="304946" y="234151"/>
                  </a:lnTo>
                  <a:lnTo>
                    <a:pt x="307884" y="229725"/>
                  </a:lnTo>
                  <a:lnTo>
                    <a:pt x="310681" y="225208"/>
                  </a:lnTo>
                  <a:lnTo>
                    <a:pt x="313332" y="220604"/>
                  </a:lnTo>
                  <a:lnTo>
                    <a:pt x="315836" y="215919"/>
                  </a:lnTo>
                  <a:lnTo>
                    <a:pt x="318190" y="211156"/>
                  </a:lnTo>
                  <a:lnTo>
                    <a:pt x="320391" y="206321"/>
                  </a:lnTo>
                  <a:lnTo>
                    <a:pt x="322437" y="201419"/>
                  </a:lnTo>
                  <a:lnTo>
                    <a:pt x="324327" y="196453"/>
                  </a:lnTo>
                  <a:lnTo>
                    <a:pt x="326058" y="191431"/>
                  </a:lnTo>
                  <a:lnTo>
                    <a:pt x="327628" y="186356"/>
                  </a:lnTo>
                  <a:lnTo>
                    <a:pt x="329037" y="181233"/>
                  </a:lnTo>
                  <a:lnTo>
                    <a:pt x="330281" y="176069"/>
                  </a:lnTo>
                  <a:lnTo>
                    <a:pt x="331362" y="170867"/>
                  </a:lnTo>
                  <a:lnTo>
                    <a:pt x="332276" y="165634"/>
                  </a:lnTo>
                  <a:lnTo>
                    <a:pt x="333023" y="160374"/>
                  </a:lnTo>
                  <a:lnTo>
                    <a:pt x="333603" y="155093"/>
                  </a:lnTo>
                  <a:lnTo>
                    <a:pt x="334015" y="149797"/>
                  </a:lnTo>
                  <a:lnTo>
                    <a:pt x="334259" y="144490"/>
                  </a:lnTo>
                  <a:lnTo>
                    <a:pt x="334333" y="139178"/>
                  </a:lnTo>
                  <a:lnTo>
                    <a:pt x="334239" y="133866"/>
                  </a:lnTo>
                  <a:lnTo>
                    <a:pt x="333976" y="128560"/>
                  </a:lnTo>
                  <a:lnTo>
                    <a:pt x="333545" y="123265"/>
                  </a:lnTo>
                  <a:lnTo>
                    <a:pt x="332946" y="117986"/>
                  </a:lnTo>
                  <a:lnTo>
                    <a:pt x="332179" y="112729"/>
                  </a:lnTo>
                  <a:lnTo>
                    <a:pt x="331245" y="107500"/>
                  </a:lnTo>
                  <a:lnTo>
                    <a:pt x="330146" y="102302"/>
                  </a:lnTo>
                  <a:lnTo>
                    <a:pt x="328882" y="97142"/>
                  </a:lnTo>
                  <a:lnTo>
                    <a:pt x="327455" y="92025"/>
                  </a:lnTo>
                  <a:lnTo>
                    <a:pt x="325866" y="86955"/>
                  </a:lnTo>
                  <a:lnTo>
                    <a:pt x="324117" y="81939"/>
                  </a:lnTo>
                  <a:lnTo>
                    <a:pt x="322209" y="76981"/>
                  </a:lnTo>
                  <a:lnTo>
                    <a:pt x="320145" y="72086"/>
                  </a:lnTo>
                  <a:lnTo>
                    <a:pt x="317926" y="67259"/>
                  </a:lnTo>
                  <a:lnTo>
                    <a:pt x="315555" y="62505"/>
                  </a:lnTo>
                  <a:lnTo>
                    <a:pt x="313034" y="57829"/>
                  </a:lnTo>
                  <a:lnTo>
                    <a:pt x="310365" y="53235"/>
                  </a:lnTo>
                  <a:lnTo>
                    <a:pt x="307552" y="48728"/>
                  </a:lnTo>
                  <a:lnTo>
                    <a:pt x="304598" y="44313"/>
                  </a:lnTo>
                  <a:lnTo>
                    <a:pt x="301504" y="39994"/>
                  </a:lnTo>
                  <a:lnTo>
                    <a:pt x="298275" y="35776"/>
                  </a:lnTo>
                  <a:lnTo>
                    <a:pt x="294913" y="31662"/>
                  </a:lnTo>
                  <a:lnTo>
                    <a:pt x="291423" y="27657"/>
                  </a:lnTo>
                  <a:lnTo>
                    <a:pt x="287806" y="23765"/>
                  </a:lnTo>
                  <a:lnTo>
                    <a:pt x="284068" y="19990"/>
                  </a:lnTo>
                  <a:lnTo>
                    <a:pt x="280212" y="16336"/>
                  </a:lnTo>
                  <a:lnTo>
                    <a:pt x="276242" y="12806"/>
                  </a:lnTo>
                  <a:lnTo>
                    <a:pt x="272162" y="9404"/>
                  </a:lnTo>
                  <a:lnTo>
                    <a:pt x="267975" y="6134"/>
                  </a:lnTo>
                  <a:lnTo>
                    <a:pt x="263687" y="2998"/>
                  </a:lnTo>
                  <a:lnTo>
                    <a:pt x="259301" y="0"/>
                  </a:lnTo>
                  <a:lnTo>
                    <a:pt x="167166" y="1394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023544" y="941493"/>
              <a:ext cx="92135" cy="167167"/>
            </a:xfrm>
            <a:custGeom>
              <a:avLst/>
              <a:pathLst>
                <a:path w="92135" h="167167">
                  <a:moveTo>
                    <a:pt x="92135" y="27682"/>
                  </a:moveTo>
                  <a:lnTo>
                    <a:pt x="87292" y="24601"/>
                  </a:lnTo>
                  <a:lnTo>
                    <a:pt x="82346" y="21688"/>
                  </a:lnTo>
                  <a:lnTo>
                    <a:pt x="77303" y="18947"/>
                  </a:lnTo>
                  <a:lnTo>
                    <a:pt x="72169" y="16380"/>
                  </a:lnTo>
                  <a:lnTo>
                    <a:pt x="66949" y="13992"/>
                  </a:lnTo>
                  <a:lnTo>
                    <a:pt x="61651" y="11783"/>
                  </a:lnTo>
                  <a:lnTo>
                    <a:pt x="56280" y="9758"/>
                  </a:lnTo>
                  <a:lnTo>
                    <a:pt x="50843" y="7919"/>
                  </a:lnTo>
                  <a:lnTo>
                    <a:pt x="45346" y="6267"/>
                  </a:lnTo>
                  <a:lnTo>
                    <a:pt x="39795" y="4805"/>
                  </a:lnTo>
                  <a:lnTo>
                    <a:pt x="34198" y="3535"/>
                  </a:lnTo>
                  <a:lnTo>
                    <a:pt x="28560" y="2457"/>
                  </a:lnTo>
                  <a:lnTo>
                    <a:pt x="22888" y="1574"/>
                  </a:lnTo>
                  <a:lnTo>
                    <a:pt x="17190" y="886"/>
                  </a:lnTo>
                  <a:lnTo>
                    <a:pt x="11471" y="394"/>
                  </a:lnTo>
                  <a:lnTo>
                    <a:pt x="5739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377954" y="941493"/>
              <a:ext cx="108261" cy="167167"/>
            </a:xfrm>
            <a:custGeom>
              <a:avLst/>
              <a:pathLst>
                <a:path w="108261" h="167167">
                  <a:moveTo>
                    <a:pt x="108261" y="0"/>
                  </a:moveTo>
                  <a:lnTo>
                    <a:pt x="102654" y="94"/>
                  </a:lnTo>
                  <a:lnTo>
                    <a:pt x="97054" y="376"/>
                  </a:lnTo>
                  <a:lnTo>
                    <a:pt x="91466" y="845"/>
                  </a:lnTo>
                  <a:lnTo>
                    <a:pt x="85897" y="1502"/>
                  </a:lnTo>
                  <a:lnTo>
                    <a:pt x="80353" y="2345"/>
                  </a:lnTo>
                  <a:lnTo>
                    <a:pt x="74841" y="3374"/>
                  </a:lnTo>
                  <a:lnTo>
                    <a:pt x="69366" y="4587"/>
                  </a:lnTo>
                  <a:lnTo>
                    <a:pt x="63935" y="5983"/>
                  </a:lnTo>
                  <a:lnTo>
                    <a:pt x="58554" y="7560"/>
                  </a:lnTo>
                  <a:lnTo>
                    <a:pt x="53229" y="9317"/>
                  </a:lnTo>
                  <a:lnTo>
                    <a:pt x="47966" y="11252"/>
                  </a:lnTo>
                  <a:lnTo>
                    <a:pt x="42771" y="13362"/>
                  </a:lnTo>
                  <a:lnTo>
                    <a:pt x="37649" y="15645"/>
                  </a:lnTo>
                  <a:lnTo>
                    <a:pt x="32607" y="18098"/>
                  </a:lnTo>
                  <a:lnTo>
                    <a:pt x="27650" y="20720"/>
                  </a:lnTo>
                  <a:lnTo>
                    <a:pt x="22783" y="23506"/>
                  </a:lnTo>
                  <a:lnTo>
                    <a:pt x="18013" y="26453"/>
                  </a:lnTo>
                  <a:lnTo>
                    <a:pt x="13344" y="29560"/>
                  </a:lnTo>
                  <a:lnTo>
                    <a:pt x="8782" y="32820"/>
                  </a:lnTo>
                  <a:lnTo>
                    <a:pt x="4332" y="36232"/>
                  </a:lnTo>
                  <a:lnTo>
                    <a:pt x="0" y="39792"/>
                  </a:lnTo>
                  <a:lnTo>
                    <a:pt x="1082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377954" y="981285"/>
              <a:ext cx="108261" cy="127375"/>
            </a:xfrm>
            <a:custGeom>
              <a:avLst/>
              <a:pathLst>
                <a:path w="108261" h="127375">
                  <a:moveTo>
                    <a:pt x="0" y="0"/>
                  </a:moveTo>
                  <a:lnTo>
                    <a:pt x="108261" y="1273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377954" y="981285"/>
              <a:ext cx="108261" cy="127375"/>
            </a:xfrm>
            <a:custGeom>
              <a:avLst/>
              <a:pathLst>
                <a:path w="108261" h="127375">
                  <a:moveTo>
                    <a:pt x="0" y="0"/>
                  </a:moveTo>
                  <a:lnTo>
                    <a:pt x="108261" y="1273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377954" y="981285"/>
              <a:ext cx="108261" cy="127375"/>
            </a:xfrm>
            <a:custGeom>
              <a:avLst/>
              <a:pathLst>
                <a:path w="108261" h="127375">
                  <a:moveTo>
                    <a:pt x="0" y="0"/>
                  </a:moveTo>
                  <a:lnTo>
                    <a:pt x="108261" y="1273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377954" y="981285"/>
              <a:ext cx="108261" cy="127375"/>
            </a:xfrm>
            <a:custGeom>
              <a:avLst/>
              <a:pathLst>
                <a:path w="108261" h="127375">
                  <a:moveTo>
                    <a:pt x="0" y="0"/>
                  </a:moveTo>
                  <a:lnTo>
                    <a:pt x="108261" y="1273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377954" y="981285"/>
              <a:ext cx="108261" cy="127375"/>
            </a:xfrm>
            <a:custGeom>
              <a:avLst/>
              <a:pathLst>
                <a:path w="108261" h="127375">
                  <a:moveTo>
                    <a:pt x="0" y="0"/>
                  </a:moveTo>
                  <a:lnTo>
                    <a:pt x="108261" y="1273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377954" y="981285"/>
              <a:ext cx="108261" cy="127375"/>
            </a:xfrm>
            <a:custGeom>
              <a:avLst/>
              <a:pathLst>
                <a:path w="108261" h="127375">
                  <a:moveTo>
                    <a:pt x="0" y="0"/>
                  </a:moveTo>
                  <a:lnTo>
                    <a:pt x="108261" y="1273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377954" y="981285"/>
              <a:ext cx="108261" cy="127375"/>
            </a:xfrm>
            <a:custGeom>
              <a:avLst/>
              <a:pathLst>
                <a:path w="108261" h="127375">
                  <a:moveTo>
                    <a:pt x="0" y="0"/>
                  </a:moveTo>
                  <a:lnTo>
                    <a:pt x="108261" y="1273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377954" y="981285"/>
              <a:ext cx="108261" cy="127375"/>
            </a:xfrm>
            <a:custGeom>
              <a:avLst/>
              <a:pathLst>
                <a:path w="108261" h="127375">
                  <a:moveTo>
                    <a:pt x="0" y="0"/>
                  </a:moveTo>
                  <a:lnTo>
                    <a:pt x="108261" y="1273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377954" y="981285"/>
              <a:ext cx="108261" cy="127375"/>
            </a:xfrm>
            <a:custGeom>
              <a:avLst/>
              <a:pathLst>
                <a:path w="108261" h="127375">
                  <a:moveTo>
                    <a:pt x="0" y="0"/>
                  </a:moveTo>
                  <a:lnTo>
                    <a:pt x="108261" y="1273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377954" y="981285"/>
              <a:ext cx="108261" cy="127375"/>
            </a:xfrm>
            <a:custGeom>
              <a:avLst/>
              <a:pathLst>
                <a:path w="108261" h="127375">
                  <a:moveTo>
                    <a:pt x="0" y="0"/>
                  </a:moveTo>
                  <a:lnTo>
                    <a:pt x="108261" y="1273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377954" y="981285"/>
              <a:ext cx="108261" cy="127375"/>
            </a:xfrm>
            <a:custGeom>
              <a:avLst/>
              <a:pathLst>
                <a:path w="108261" h="127375">
                  <a:moveTo>
                    <a:pt x="0" y="0"/>
                  </a:moveTo>
                  <a:lnTo>
                    <a:pt x="108261" y="1273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377954" y="981285"/>
              <a:ext cx="108261" cy="127375"/>
            </a:xfrm>
            <a:custGeom>
              <a:avLst/>
              <a:pathLst>
                <a:path w="108261" h="127375">
                  <a:moveTo>
                    <a:pt x="0" y="0"/>
                  </a:moveTo>
                  <a:lnTo>
                    <a:pt x="108261" y="1273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377954" y="981285"/>
              <a:ext cx="108261" cy="127375"/>
            </a:xfrm>
            <a:custGeom>
              <a:avLst/>
              <a:pathLst>
                <a:path w="108261" h="127375">
                  <a:moveTo>
                    <a:pt x="0" y="0"/>
                  </a:moveTo>
                  <a:lnTo>
                    <a:pt x="108261" y="1273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377954" y="981285"/>
              <a:ext cx="108261" cy="127375"/>
            </a:xfrm>
            <a:custGeom>
              <a:avLst/>
              <a:pathLst>
                <a:path w="108261" h="127375">
                  <a:moveTo>
                    <a:pt x="0" y="0"/>
                  </a:moveTo>
                  <a:lnTo>
                    <a:pt x="108261" y="1273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377954" y="981285"/>
              <a:ext cx="108261" cy="127375"/>
            </a:xfrm>
            <a:custGeom>
              <a:avLst/>
              <a:pathLst>
                <a:path w="108261" h="127375">
                  <a:moveTo>
                    <a:pt x="0" y="0"/>
                  </a:moveTo>
                  <a:lnTo>
                    <a:pt x="108261" y="1273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377954" y="981285"/>
              <a:ext cx="108261" cy="127375"/>
            </a:xfrm>
            <a:custGeom>
              <a:avLst/>
              <a:pathLst>
                <a:path w="108261" h="127375">
                  <a:moveTo>
                    <a:pt x="0" y="0"/>
                  </a:moveTo>
                  <a:lnTo>
                    <a:pt x="108261" y="1273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377954" y="981285"/>
              <a:ext cx="108261" cy="127375"/>
            </a:xfrm>
            <a:custGeom>
              <a:avLst/>
              <a:pathLst>
                <a:path w="108261" h="127375">
                  <a:moveTo>
                    <a:pt x="0" y="0"/>
                  </a:moveTo>
                  <a:lnTo>
                    <a:pt x="108261" y="1273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377954" y="981285"/>
              <a:ext cx="108261" cy="127375"/>
            </a:xfrm>
            <a:custGeom>
              <a:avLst/>
              <a:pathLst>
                <a:path w="108261" h="127375">
                  <a:moveTo>
                    <a:pt x="0" y="0"/>
                  </a:moveTo>
                  <a:lnTo>
                    <a:pt x="108261" y="1273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319054" y="981285"/>
              <a:ext cx="167161" cy="279394"/>
            </a:xfrm>
            <a:custGeom>
              <a:avLst/>
              <a:pathLst>
                <a:path w="167161" h="279394">
                  <a:moveTo>
                    <a:pt x="58900" y="0"/>
                  </a:moveTo>
                  <a:lnTo>
                    <a:pt x="54832" y="3572"/>
                  </a:lnTo>
                  <a:lnTo>
                    <a:pt x="50882" y="7275"/>
                  </a:lnTo>
                  <a:lnTo>
                    <a:pt x="47053" y="11103"/>
                  </a:lnTo>
                  <a:lnTo>
                    <a:pt x="43351" y="15054"/>
                  </a:lnTo>
                  <a:lnTo>
                    <a:pt x="39779" y="19122"/>
                  </a:lnTo>
                  <a:lnTo>
                    <a:pt x="36340" y="23304"/>
                  </a:lnTo>
                  <a:lnTo>
                    <a:pt x="33038" y="27595"/>
                  </a:lnTo>
                  <a:lnTo>
                    <a:pt x="29877" y="31991"/>
                  </a:lnTo>
                  <a:lnTo>
                    <a:pt x="26860" y="36487"/>
                  </a:lnTo>
                  <a:lnTo>
                    <a:pt x="23991" y="41078"/>
                  </a:lnTo>
                  <a:lnTo>
                    <a:pt x="21271" y="45760"/>
                  </a:lnTo>
                  <a:lnTo>
                    <a:pt x="18705" y="50527"/>
                  </a:lnTo>
                  <a:lnTo>
                    <a:pt x="16294" y="55375"/>
                  </a:lnTo>
                  <a:lnTo>
                    <a:pt x="14041" y="60298"/>
                  </a:lnTo>
                  <a:lnTo>
                    <a:pt x="11950" y="65292"/>
                  </a:lnTo>
                  <a:lnTo>
                    <a:pt x="10021" y="70351"/>
                  </a:lnTo>
                  <a:lnTo>
                    <a:pt x="8256" y="75470"/>
                  </a:lnTo>
                  <a:lnTo>
                    <a:pt x="6659" y="80643"/>
                  </a:lnTo>
                  <a:lnTo>
                    <a:pt x="5230" y="85865"/>
                  </a:lnTo>
                  <a:lnTo>
                    <a:pt x="3970" y="91131"/>
                  </a:lnTo>
                  <a:lnTo>
                    <a:pt x="2882" y="96434"/>
                  </a:lnTo>
                  <a:lnTo>
                    <a:pt x="1966" y="101771"/>
                  </a:lnTo>
                  <a:lnTo>
                    <a:pt x="1224" y="107134"/>
                  </a:lnTo>
                  <a:lnTo>
                    <a:pt x="655" y="112518"/>
                  </a:lnTo>
                  <a:lnTo>
                    <a:pt x="262" y="117918"/>
                  </a:lnTo>
                  <a:lnTo>
                    <a:pt x="43" y="123328"/>
                  </a:lnTo>
                  <a:lnTo>
                    <a:pt x="0" y="128742"/>
                  </a:lnTo>
                  <a:lnTo>
                    <a:pt x="131" y="134154"/>
                  </a:lnTo>
                  <a:lnTo>
                    <a:pt x="439" y="139560"/>
                  </a:lnTo>
                  <a:lnTo>
                    <a:pt x="921" y="144952"/>
                  </a:lnTo>
                  <a:lnTo>
                    <a:pt x="1577" y="150327"/>
                  </a:lnTo>
                  <a:lnTo>
                    <a:pt x="2407" y="155677"/>
                  </a:lnTo>
                  <a:lnTo>
                    <a:pt x="3410" y="160997"/>
                  </a:lnTo>
                  <a:lnTo>
                    <a:pt x="4585" y="166283"/>
                  </a:lnTo>
                  <a:lnTo>
                    <a:pt x="5930" y="171527"/>
                  </a:lnTo>
                  <a:lnTo>
                    <a:pt x="7444" y="176725"/>
                  </a:lnTo>
                  <a:lnTo>
                    <a:pt x="9126" y="181872"/>
                  </a:lnTo>
                  <a:lnTo>
                    <a:pt x="10974" y="186961"/>
                  </a:lnTo>
                  <a:lnTo>
                    <a:pt x="12986" y="191987"/>
                  </a:lnTo>
                  <a:lnTo>
                    <a:pt x="15159" y="196946"/>
                  </a:lnTo>
                  <a:lnTo>
                    <a:pt x="17492" y="201832"/>
                  </a:lnTo>
                  <a:lnTo>
                    <a:pt x="19981" y="206640"/>
                  </a:lnTo>
                  <a:lnTo>
                    <a:pt x="22625" y="211365"/>
                  </a:lnTo>
                  <a:lnTo>
                    <a:pt x="25421" y="216001"/>
                  </a:lnTo>
                  <a:lnTo>
                    <a:pt x="28366" y="220545"/>
                  </a:lnTo>
                  <a:lnTo>
                    <a:pt x="31456" y="224991"/>
                  </a:lnTo>
                  <a:lnTo>
                    <a:pt x="34688" y="229334"/>
                  </a:lnTo>
                  <a:lnTo>
                    <a:pt x="38059" y="233571"/>
                  </a:lnTo>
                  <a:lnTo>
                    <a:pt x="41566" y="237696"/>
                  </a:lnTo>
                  <a:lnTo>
                    <a:pt x="45204" y="241705"/>
                  </a:lnTo>
                  <a:lnTo>
                    <a:pt x="48971" y="245595"/>
                  </a:lnTo>
                  <a:lnTo>
                    <a:pt x="52861" y="249360"/>
                  </a:lnTo>
                  <a:lnTo>
                    <a:pt x="56872" y="252998"/>
                  </a:lnTo>
                  <a:lnTo>
                    <a:pt x="60998" y="256503"/>
                  </a:lnTo>
                  <a:lnTo>
                    <a:pt x="65235" y="259874"/>
                  </a:lnTo>
                  <a:lnTo>
                    <a:pt x="69579" y="263105"/>
                  </a:lnTo>
                  <a:lnTo>
                    <a:pt x="74026" y="266194"/>
                  </a:lnTo>
                  <a:lnTo>
                    <a:pt x="78570" y="269137"/>
                  </a:lnTo>
                  <a:lnTo>
                    <a:pt x="83207" y="271932"/>
                  </a:lnTo>
                  <a:lnTo>
                    <a:pt x="87933" y="274574"/>
                  </a:lnTo>
                  <a:lnTo>
                    <a:pt x="92741" y="277063"/>
                  </a:lnTo>
                  <a:lnTo>
                    <a:pt x="97628" y="279394"/>
                  </a:lnTo>
                  <a:lnTo>
                    <a:pt x="167161" y="1273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416682" y="941493"/>
              <a:ext cx="236694" cy="334317"/>
            </a:xfrm>
            <a:custGeom>
              <a:avLst/>
              <a:pathLst>
                <a:path w="236694" h="334317">
                  <a:moveTo>
                    <a:pt x="0" y="319187"/>
                  </a:moveTo>
                  <a:lnTo>
                    <a:pt x="4880" y="321326"/>
                  </a:lnTo>
                  <a:lnTo>
                    <a:pt x="9827" y="323308"/>
                  </a:lnTo>
                  <a:lnTo>
                    <a:pt x="14834" y="325132"/>
                  </a:lnTo>
                  <a:lnTo>
                    <a:pt x="19897" y="326795"/>
                  </a:lnTo>
                  <a:lnTo>
                    <a:pt x="25011" y="328296"/>
                  </a:lnTo>
                  <a:lnTo>
                    <a:pt x="30169" y="329634"/>
                  </a:lnTo>
                  <a:lnTo>
                    <a:pt x="35368" y="330806"/>
                  </a:lnTo>
                  <a:lnTo>
                    <a:pt x="40601" y="331812"/>
                  </a:lnTo>
                  <a:lnTo>
                    <a:pt x="45864" y="332650"/>
                  </a:lnTo>
                  <a:lnTo>
                    <a:pt x="51151" y="333321"/>
                  </a:lnTo>
                  <a:lnTo>
                    <a:pt x="56456" y="333822"/>
                  </a:lnTo>
                  <a:lnTo>
                    <a:pt x="61775" y="334154"/>
                  </a:lnTo>
                  <a:lnTo>
                    <a:pt x="67101" y="334317"/>
                  </a:lnTo>
                  <a:lnTo>
                    <a:pt x="72431" y="334309"/>
                  </a:lnTo>
                  <a:lnTo>
                    <a:pt x="77757" y="334132"/>
                  </a:lnTo>
                  <a:lnTo>
                    <a:pt x="83075" y="333785"/>
                  </a:lnTo>
                  <a:lnTo>
                    <a:pt x="88379" y="333269"/>
                  </a:lnTo>
                  <a:lnTo>
                    <a:pt x="93663" y="332584"/>
                  </a:lnTo>
                  <a:lnTo>
                    <a:pt x="98924" y="331730"/>
                  </a:lnTo>
                  <a:lnTo>
                    <a:pt x="104154" y="330710"/>
                  </a:lnTo>
                  <a:lnTo>
                    <a:pt x="109350" y="329523"/>
                  </a:lnTo>
                  <a:lnTo>
                    <a:pt x="114504" y="328172"/>
                  </a:lnTo>
                  <a:lnTo>
                    <a:pt x="119614" y="326656"/>
                  </a:lnTo>
                  <a:lnTo>
                    <a:pt x="124672" y="324979"/>
                  </a:lnTo>
                  <a:lnTo>
                    <a:pt x="129674" y="323141"/>
                  </a:lnTo>
                  <a:lnTo>
                    <a:pt x="134615" y="321145"/>
                  </a:lnTo>
                  <a:lnTo>
                    <a:pt x="139490" y="318992"/>
                  </a:lnTo>
                  <a:lnTo>
                    <a:pt x="144294" y="316685"/>
                  </a:lnTo>
                  <a:lnTo>
                    <a:pt x="149022" y="314226"/>
                  </a:lnTo>
                  <a:lnTo>
                    <a:pt x="153669" y="311618"/>
                  </a:lnTo>
                  <a:lnTo>
                    <a:pt x="158231" y="308863"/>
                  </a:lnTo>
                  <a:lnTo>
                    <a:pt x="162702" y="305964"/>
                  </a:lnTo>
                  <a:lnTo>
                    <a:pt x="167079" y="302923"/>
                  </a:lnTo>
                  <a:lnTo>
                    <a:pt x="171356" y="299745"/>
                  </a:lnTo>
                  <a:lnTo>
                    <a:pt x="175531" y="296432"/>
                  </a:lnTo>
                  <a:lnTo>
                    <a:pt x="179597" y="292988"/>
                  </a:lnTo>
                  <a:lnTo>
                    <a:pt x="183552" y="289416"/>
                  </a:lnTo>
                  <a:lnTo>
                    <a:pt x="187390" y="285719"/>
                  </a:lnTo>
                  <a:lnTo>
                    <a:pt x="191109" y="281902"/>
                  </a:lnTo>
                  <a:lnTo>
                    <a:pt x="194705" y="277969"/>
                  </a:lnTo>
                  <a:lnTo>
                    <a:pt x="198173" y="273923"/>
                  </a:lnTo>
                  <a:lnTo>
                    <a:pt x="201510" y="269768"/>
                  </a:lnTo>
                  <a:lnTo>
                    <a:pt x="204714" y="265509"/>
                  </a:lnTo>
                  <a:lnTo>
                    <a:pt x="207780" y="261150"/>
                  </a:lnTo>
                  <a:lnTo>
                    <a:pt x="210705" y="256696"/>
                  </a:lnTo>
                  <a:lnTo>
                    <a:pt x="213487" y="252151"/>
                  </a:lnTo>
                  <a:lnTo>
                    <a:pt x="216123" y="247519"/>
                  </a:lnTo>
                  <a:lnTo>
                    <a:pt x="218609" y="242806"/>
                  </a:lnTo>
                  <a:lnTo>
                    <a:pt x="220945" y="238015"/>
                  </a:lnTo>
                  <a:lnTo>
                    <a:pt x="223126" y="233153"/>
                  </a:lnTo>
                  <a:lnTo>
                    <a:pt x="225151" y="228224"/>
                  </a:lnTo>
                  <a:lnTo>
                    <a:pt x="227018" y="223233"/>
                  </a:lnTo>
                  <a:lnTo>
                    <a:pt x="228725" y="218184"/>
                  </a:lnTo>
                  <a:lnTo>
                    <a:pt x="230271" y="213084"/>
                  </a:lnTo>
                  <a:lnTo>
                    <a:pt x="231653" y="207937"/>
                  </a:lnTo>
                  <a:lnTo>
                    <a:pt x="232870" y="202749"/>
                  </a:lnTo>
                  <a:lnTo>
                    <a:pt x="233921" y="197525"/>
                  </a:lnTo>
                  <a:lnTo>
                    <a:pt x="234805" y="192270"/>
                  </a:lnTo>
                  <a:lnTo>
                    <a:pt x="235521" y="186989"/>
                  </a:lnTo>
                  <a:lnTo>
                    <a:pt x="236069" y="181688"/>
                  </a:lnTo>
                  <a:lnTo>
                    <a:pt x="236447" y="176372"/>
                  </a:lnTo>
                  <a:lnTo>
                    <a:pt x="236656" y="171047"/>
                  </a:lnTo>
                  <a:lnTo>
                    <a:pt x="236694" y="165718"/>
                  </a:lnTo>
                  <a:lnTo>
                    <a:pt x="236563" y="160391"/>
                  </a:lnTo>
                  <a:lnTo>
                    <a:pt x="236262" y="155070"/>
                  </a:lnTo>
                  <a:lnTo>
                    <a:pt x="235792" y="149762"/>
                  </a:lnTo>
                  <a:lnTo>
                    <a:pt x="235153" y="144471"/>
                  </a:lnTo>
                  <a:lnTo>
                    <a:pt x="234345" y="139204"/>
                  </a:lnTo>
                  <a:lnTo>
                    <a:pt x="233370" y="133964"/>
                  </a:lnTo>
                  <a:lnTo>
                    <a:pt x="232229" y="128759"/>
                  </a:lnTo>
                  <a:lnTo>
                    <a:pt x="230922" y="123593"/>
                  </a:lnTo>
                  <a:lnTo>
                    <a:pt x="229451" y="118471"/>
                  </a:lnTo>
                  <a:lnTo>
                    <a:pt x="227817" y="113398"/>
                  </a:lnTo>
                  <a:lnTo>
                    <a:pt x="226023" y="108380"/>
                  </a:lnTo>
                  <a:lnTo>
                    <a:pt x="224070" y="103422"/>
                  </a:lnTo>
                  <a:lnTo>
                    <a:pt x="221959" y="98528"/>
                  </a:lnTo>
                  <a:lnTo>
                    <a:pt x="219694" y="93705"/>
                  </a:lnTo>
                  <a:lnTo>
                    <a:pt x="217276" y="88956"/>
                  </a:lnTo>
                  <a:lnTo>
                    <a:pt x="214708" y="84286"/>
                  </a:lnTo>
                  <a:lnTo>
                    <a:pt x="211992" y="79701"/>
                  </a:lnTo>
                  <a:lnTo>
                    <a:pt x="209132" y="75204"/>
                  </a:lnTo>
                  <a:lnTo>
                    <a:pt x="206130" y="70802"/>
                  </a:lnTo>
                  <a:lnTo>
                    <a:pt x="202989" y="66497"/>
                  </a:lnTo>
                  <a:lnTo>
                    <a:pt x="199712" y="62294"/>
                  </a:lnTo>
                  <a:lnTo>
                    <a:pt x="196303" y="58198"/>
                  </a:lnTo>
                  <a:lnTo>
                    <a:pt x="192765" y="54212"/>
                  </a:lnTo>
                  <a:lnTo>
                    <a:pt x="189102" y="50342"/>
                  </a:lnTo>
                  <a:lnTo>
                    <a:pt x="185318" y="46590"/>
                  </a:lnTo>
                  <a:lnTo>
                    <a:pt x="181416" y="42960"/>
                  </a:lnTo>
                  <a:lnTo>
                    <a:pt x="177400" y="39457"/>
                  </a:lnTo>
                  <a:lnTo>
                    <a:pt x="173274" y="36084"/>
                  </a:lnTo>
                  <a:lnTo>
                    <a:pt x="169043" y="32844"/>
                  </a:lnTo>
                  <a:lnTo>
                    <a:pt x="164711" y="29740"/>
                  </a:lnTo>
                  <a:lnTo>
                    <a:pt x="160282" y="26776"/>
                  </a:lnTo>
                  <a:lnTo>
                    <a:pt x="155761" y="23955"/>
                  </a:lnTo>
                  <a:lnTo>
                    <a:pt x="151153" y="21279"/>
                  </a:lnTo>
                  <a:lnTo>
                    <a:pt x="146461" y="18752"/>
                  </a:lnTo>
                  <a:lnTo>
                    <a:pt x="141691" y="16375"/>
                  </a:lnTo>
                  <a:lnTo>
                    <a:pt x="136848" y="14152"/>
                  </a:lnTo>
                  <a:lnTo>
                    <a:pt x="131937" y="12084"/>
                  </a:lnTo>
                  <a:lnTo>
                    <a:pt x="126962" y="10174"/>
                  </a:lnTo>
                  <a:lnTo>
                    <a:pt x="121928" y="8423"/>
                  </a:lnTo>
                  <a:lnTo>
                    <a:pt x="116842" y="6833"/>
                  </a:lnTo>
                  <a:lnTo>
                    <a:pt x="111707" y="5407"/>
                  </a:lnTo>
                  <a:lnTo>
                    <a:pt x="106530" y="4145"/>
                  </a:lnTo>
                  <a:lnTo>
                    <a:pt x="101315" y="3048"/>
                  </a:lnTo>
                  <a:lnTo>
                    <a:pt x="96067" y="2119"/>
                  </a:lnTo>
                  <a:lnTo>
                    <a:pt x="90793" y="1357"/>
                  </a:lnTo>
                  <a:lnTo>
                    <a:pt x="85497" y="763"/>
                  </a:lnTo>
                  <a:lnTo>
                    <a:pt x="80185" y="339"/>
                  </a:lnTo>
                  <a:lnTo>
                    <a:pt x="74862" y="84"/>
                  </a:lnTo>
                  <a:lnTo>
                    <a:pt x="69533" y="0"/>
                  </a:lnTo>
                  <a:lnTo>
                    <a:pt x="6953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797335" y="1071028"/>
              <a:ext cx="167165" cy="323602"/>
            </a:xfrm>
            <a:custGeom>
              <a:avLst/>
              <a:pathLst>
                <a:path w="167165" h="323602">
                  <a:moveTo>
                    <a:pt x="167165" y="0"/>
                  </a:moveTo>
                  <a:lnTo>
                    <a:pt x="161822" y="85"/>
                  </a:lnTo>
                  <a:lnTo>
                    <a:pt x="156484" y="341"/>
                  </a:lnTo>
                  <a:lnTo>
                    <a:pt x="151157" y="768"/>
                  </a:lnTo>
                  <a:lnTo>
                    <a:pt x="145847" y="1364"/>
                  </a:lnTo>
                  <a:lnTo>
                    <a:pt x="140558" y="2131"/>
                  </a:lnTo>
                  <a:lnTo>
                    <a:pt x="135296" y="3065"/>
                  </a:lnTo>
                  <a:lnTo>
                    <a:pt x="130067" y="4168"/>
                  </a:lnTo>
                  <a:lnTo>
                    <a:pt x="124876" y="5437"/>
                  </a:lnTo>
                  <a:lnTo>
                    <a:pt x="119728" y="6871"/>
                  </a:lnTo>
                  <a:lnTo>
                    <a:pt x="114629" y="8469"/>
                  </a:lnTo>
                  <a:lnTo>
                    <a:pt x="109583" y="10230"/>
                  </a:lnTo>
                  <a:lnTo>
                    <a:pt x="104596" y="12151"/>
                  </a:lnTo>
                  <a:lnTo>
                    <a:pt x="99674" y="14230"/>
                  </a:lnTo>
                  <a:lnTo>
                    <a:pt x="94820" y="16465"/>
                  </a:lnTo>
                  <a:lnTo>
                    <a:pt x="90040" y="18855"/>
                  </a:lnTo>
                  <a:lnTo>
                    <a:pt x="85338" y="21396"/>
                  </a:lnTo>
                  <a:lnTo>
                    <a:pt x="80721" y="24086"/>
                  </a:lnTo>
                  <a:lnTo>
                    <a:pt x="76192" y="26922"/>
                  </a:lnTo>
                  <a:lnTo>
                    <a:pt x="71755" y="29901"/>
                  </a:lnTo>
                  <a:lnTo>
                    <a:pt x="67417" y="33021"/>
                  </a:lnTo>
                  <a:lnTo>
                    <a:pt x="63180" y="36278"/>
                  </a:lnTo>
                  <a:lnTo>
                    <a:pt x="59049" y="39669"/>
                  </a:lnTo>
                  <a:lnTo>
                    <a:pt x="55029" y="43190"/>
                  </a:lnTo>
                  <a:lnTo>
                    <a:pt x="51124" y="46837"/>
                  </a:lnTo>
                  <a:lnTo>
                    <a:pt x="47337" y="50608"/>
                  </a:lnTo>
                  <a:lnTo>
                    <a:pt x="43672" y="54498"/>
                  </a:lnTo>
                  <a:lnTo>
                    <a:pt x="40134" y="58502"/>
                  </a:lnTo>
                  <a:lnTo>
                    <a:pt x="36726" y="62618"/>
                  </a:lnTo>
                  <a:lnTo>
                    <a:pt x="33451" y="66841"/>
                  </a:lnTo>
                  <a:lnTo>
                    <a:pt x="30312" y="71166"/>
                  </a:lnTo>
                  <a:lnTo>
                    <a:pt x="27313" y="75590"/>
                  </a:lnTo>
                  <a:lnTo>
                    <a:pt x="24458" y="80107"/>
                  </a:lnTo>
                  <a:lnTo>
                    <a:pt x="21748" y="84713"/>
                  </a:lnTo>
                  <a:lnTo>
                    <a:pt x="19187" y="89403"/>
                  </a:lnTo>
                  <a:lnTo>
                    <a:pt x="16777" y="94173"/>
                  </a:lnTo>
                  <a:lnTo>
                    <a:pt x="14520" y="99017"/>
                  </a:lnTo>
                  <a:lnTo>
                    <a:pt x="12420" y="103931"/>
                  </a:lnTo>
                  <a:lnTo>
                    <a:pt x="10478" y="108909"/>
                  </a:lnTo>
                  <a:lnTo>
                    <a:pt x="8696" y="113947"/>
                  </a:lnTo>
                  <a:lnTo>
                    <a:pt x="7076" y="119040"/>
                  </a:lnTo>
                  <a:lnTo>
                    <a:pt x="5619" y="124182"/>
                  </a:lnTo>
                  <a:lnTo>
                    <a:pt x="4328" y="129367"/>
                  </a:lnTo>
                  <a:lnTo>
                    <a:pt x="3203" y="134591"/>
                  </a:lnTo>
                  <a:lnTo>
                    <a:pt x="2245" y="139849"/>
                  </a:lnTo>
                  <a:lnTo>
                    <a:pt x="1456" y="145134"/>
                  </a:lnTo>
                  <a:lnTo>
                    <a:pt x="837" y="150442"/>
                  </a:lnTo>
                  <a:lnTo>
                    <a:pt x="387" y="155767"/>
                  </a:lnTo>
                  <a:lnTo>
                    <a:pt x="108" y="161104"/>
                  </a:lnTo>
                  <a:lnTo>
                    <a:pt x="0" y="166447"/>
                  </a:lnTo>
                  <a:lnTo>
                    <a:pt x="62" y="171790"/>
                  </a:lnTo>
                  <a:lnTo>
                    <a:pt x="295" y="177129"/>
                  </a:lnTo>
                  <a:lnTo>
                    <a:pt x="699" y="182458"/>
                  </a:lnTo>
                  <a:lnTo>
                    <a:pt x="1273" y="187771"/>
                  </a:lnTo>
                  <a:lnTo>
                    <a:pt x="2016" y="193063"/>
                  </a:lnTo>
                  <a:lnTo>
                    <a:pt x="2928" y="198329"/>
                  </a:lnTo>
                  <a:lnTo>
                    <a:pt x="4008" y="203562"/>
                  </a:lnTo>
                  <a:lnTo>
                    <a:pt x="5255" y="208759"/>
                  </a:lnTo>
                  <a:lnTo>
                    <a:pt x="6667" y="213913"/>
                  </a:lnTo>
                  <a:lnTo>
                    <a:pt x="8243" y="219019"/>
                  </a:lnTo>
                  <a:lnTo>
                    <a:pt x="9982" y="224072"/>
                  </a:lnTo>
                  <a:lnTo>
                    <a:pt x="11881" y="229067"/>
                  </a:lnTo>
                  <a:lnTo>
                    <a:pt x="13939" y="233999"/>
                  </a:lnTo>
                  <a:lnTo>
                    <a:pt x="16153" y="238863"/>
                  </a:lnTo>
                  <a:lnTo>
                    <a:pt x="18522" y="243653"/>
                  </a:lnTo>
                  <a:lnTo>
                    <a:pt x="21043" y="248365"/>
                  </a:lnTo>
                  <a:lnTo>
                    <a:pt x="23713" y="252994"/>
                  </a:lnTo>
                  <a:lnTo>
                    <a:pt x="26530" y="257536"/>
                  </a:lnTo>
                  <a:lnTo>
                    <a:pt x="29490" y="261985"/>
                  </a:lnTo>
                  <a:lnTo>
                    <a:pt x="32591" y="266337"/>
                  </a:lnTo>
                  <a:lnTo>
                    <a:pt x="35830" y="270588"/>
                  </a:lnTo>
                  <a:lnTo>
                    <a:pt x="39202" y="274733"/>
                  </a:lnTo>
                  <a:lnTo>
                    <a:pt x="42706" y="278768"/>
                  </a:lnTo>
                  <a:lnTo>
                    <a:pt x="46337" y="282689"/>
                  </a:lnTo>
                  <a:lnTo>
                    <a:pt x="50091" y="286492"/>
                  </a:lnTo>
                  <a:lnTo>
                    <a:pt x="53965" y="290174"/>
                  </a:lnTo>
                  <a:lnTo>
                    <a:pt x="57955" y="293729"/>
                  </a:lnTo>
                  <a:lnTo>
                    <a:pt x="62056" y="297155"/>
                  </a:lnTo>
                  <a:lnTo>
                    <a:pt x="66264" y="300448"/>
                  </a:lnTo>
                  <a:lnTo>
                    <a:pt x="70576" y="303605"/>
                  </a:lnTo>
                  <a:lnTo>
                    <a:pt x="74987" y="306623"/>
                  </a:lnTo>
                  <a:lnTo>
                    <a:pt x="79491" y="309498"/>
                  </a:lnTo>
                  <a:lnTo>
                    <a:pt x="84085" y="312228"/>
                  </a:lnTo>
                  <a:lnTo>
                    <a:pt x="88765" y="314809"/>
                  </a:lnTo>
                  <a:lnTo>
                    <a:pt x="93524" y="317240"/>
                  </a:lnTo>
                  <a:lnTo>
                    <a:pt x="98358" y="319517"/>
                  </a:lnTo>
                  <a:lnTo>
                    <a:pt x="103263" y="321638"/>
                  </a:lnTo>
                  <a:lnTo>
                    <a:pt x="108233" y="32360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905569" y="1238196"/>
              <a:ext cx="58932" cy="156435"/>
            </a:xfrm>
            <a:custGeom>
              <a:avLst/>
              <a:pathLst>
                <a:path w="58932" h="156435">
                  <a:moveTo>
                    <a:pt x="0" y="156435"/>
                  </a:moveTo>
                  <a:lnTo>
                    <a:pt x="5893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905569" y="1238196"/>
              <a:ext cx="58932" cy="156435"/>
            </a:xfrm>
            <a:custGeom>
              <a:avLst/>
              <a:pathLst>
                <a:path w="58932" h="156435">
                  <a:moveTo>
                    <a:pt x="0" y="156435"/>
                  </a:moveTo>
                  <a:lnTo>
                    <a:pt x="5893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905569" y="1238196"/>
              <a:ext cx="58932" cy="156435"/>
            </a:xfrm>
            <a:custGeom>
              <a:avLst/>
              <a:pathLst>
                <a:path w="58932" h="156435">
                  <a:moveTo>
                    <a:pt x="0" y="156435"/>
                  </a:moveTo>
                  <a:lnTo>
                    <a:pt x="5893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905569" y="1238196"/>
              <a:ext cx="58932" cy="156435"/>
            </a:xfrm>
            <a:custGeom>
              <a:avLst/>
              <a:pathLst>
                <a:path w="58932" h="156435">
                  <a:moveTo>
                    <a:pt x="0" y="156435"/>
                  </a:moveTo>
                  <a:lnTo>
                    <a:pt x="589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905569" y="1238196"/>
              <a:ext cx="58932" cy="156435"/>
            </a:xfrm>
            <a:custGeom>
              <a:avLst/>
              <a:pathLst>
                <a:path w="58932" h="156435">
                  <a:moveTo>
                    <a:pt x="0" y="156435"/>
                  </a:moveTo>
                  <a:lnTo>
                    <a:pt x="589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905569" y="1238196"/>
              <a:ext cx="58932" cy="156435"/>
            </a:xfrm>
            <a:custGeom>
              <a:avLst/>
              <a:pathLst>
                <a:path w="58932" h="156435">
                  <a:moveTo>
                    <a:pt x="0" y="156435"/>
                  </a:moveTo>
                  <a:lnTo>
                    <a:pt x="589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905569" y="1238196"/>
              <a:ext cx="58932" cy="156435"/>
            </a:xfrm>
            <a:custGeom>
              <a:avLst/>
              <a:pathLst>
                <a:path w="58932" h="156435">
                  <a:moveTo>
                    <a:pt x="0" y="156435"/>
                  </a:moveTo>
                  <a:lnTo>
                    <a:pt x="589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905569" y="1238196"/>
              <a:ext cx="58932" cy="156435"/>
            </a:xfrm>
            <a:custGeom>
              <a:avLst/>
              <a:pathLst>
                <a:path w="58932" h="156435">
                  <a:moveTo>
                    <a:pt x="0" y="156435"/>
                  </a:moveTo>
                  <a:lnTo>
                    <a:pt x="5893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05569" y="1238196"/>
              <a:ext cx="58932" cy="156435"/>
            </a:xfrm>
            <a:custGeom>
              <a:avLst/>
              <a:pathLst>
                <a:path w="58932" h="156435">
                  <a:moveTo>
                    <a:pt x="0" y="156435"/>
                  </a:moveTo>
                  <a:lnTo>
                    <a:pt x="5893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05569" y="1238196"/>
              <a:ext cx="58932" cy="156435"/>
            </a:xfrm>
            <a:custGeom>
              <a:avLst/>
              <a:pathLst>
                <a:path w="58932" h="156435">
                  <a:moveTo>
                    <a:pt x="0" y="156435"/>
                  </a:moveTo>
                  <a:lnTo>
                    <a:pt x="5893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05569" y="1238196"/>
              <a:ext cx="58932" cy="156435"/>
            </a:xfrm>
            <a:custGeom>
              <a:avLst/>
              <a:pathLst>
                <a:path w="58932" h="156435">
                  <a:moveTo>
                    <a:pt x="0" y="156435"/>
                  </a:moveTo>
                  <a:lnTo>
                    <a:pt x="5893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05569" y="1238196"/>
              <a:ext cx="58932" cy="156435"/>
            </a:xfrm>
            <a:custGeom>
              <a:avLst/>
              <a:pathLst>
                <a:path w="58932" h="156435">
                  <a:moveTo>
                    <a:pt x="0" y="156435"/>
                  </a:moveTo>
                  <a:lnTo>
                    <a:pt x="589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05569" y="1238196"/>
              <a:ext cx="58932" cy="156435"/>
            </a:xfrm>
            <a:custGeom>
              <a:avLst/>
              <a:pathLst>
                <a:path w="58932" h="156435">
                  <a:moveTo>
                    <a:pt x="0" y="156435"/>
                  </a:moveTo>
                  <a:lnTo>
                    <a:pt x="589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05569" y="1238196"/>
              <a:ext cx="58932" cy="156435"/>
            </a:xfrm>
            <a:custGeom>
              <a:avLst/>
              <a:pathLst>
                <a:path w="58932" h="156435">
                  <a:moveTo>
                    <a:pt x="0" y="156435"/>
                  </a:moveTo>
                  <a:lnTo>
                    <a:pt x="589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05569" y="1238196"/>
              <a:ext cx="58932" cy="156435"/>
            </a:xfrm>
            <a:custGeom>
              <a:avLst/>
              <a:pathLst>
                <a:path w="58932" h="156435">
                  <a:moveTo>
                    <a:pt x="0" y="156435"/>
                  </a:moveTo>
                  <a:lnTo>
                    <a:pt x="589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05569" y="1238196"/>
              <a:ext cx="58932" cy="156435"/>
            </a:xfrm>
            <a:custGeom>
              <a:avLst/>
              <a:pathLst>
                <a:path w="58932" h="156435">
                  <a:moveTo>
                    <a:pt x="0" y="156435"/>
                  </a:moveTo>
                  <a:lnTo>
                    <a:pt x="5893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05569" y="1238196"/>
              <a:ext cx="58932" cy="156435"/>
            </a:xfrm>
            <a:custGeom>
              <a:avLst/>
              <a:pathLst>
                <a:path w="58932" h="156435">
                  <a:moveTo>
                    <a:pt x="0" y="156435"/>
                  </a:moveTo>
                  <a:lnTo>
                    <a:pt x="5893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05569" y="1086697"/>
              <a:ext cx="226080" cy="318659"/>
            </a:xfrm>
            <a:custGeom>
              <a:avLst/>
              <a:pathLst>
                <a:path w="226080" h="318659">
                  <a:moveTo>
                    <a:pt x="0" y="307934"/>
                  </a:moveTo>
                  <a:lnTo>
                    <a:pt x="5024" y="309735"/>
                  </a:lnTo>
                  <a:lnTo>
                    <a:pt x="10103" y="311376"/>
                  </a:lnTo>
                  <a:lnTo>
                    <a:pt x="15233" y="312853"/>
                  </a:lnTo>
                  <a:lnTo>
                    <a:pt x="20406" y="314166"/>
                  </a:lnTo>
                  <a:lnTo>
                    <a:pt x="25619" y="315313"/>
                  </a:lnTo>
                  <a:lnTo>
                    <a:pt x="30866" y="316293"/>
                  </a:lnTo>
                  <a:lnTo>
                    <a:pt x="36142" y="317105"/>
                  </a:lnTo>
                  <a:lnTo>
                    <a:pt x="41441" y="317748"/>
                  </a:lnTo>
                  <a:lnTo>
                    <a:pt x="46757" y="318222"/>
                  </a:lnTo>
                  <a:lnTo>
                    <a:pt x="52086" y="318526"/>
                  </a:lnTo>
                  <a:lnTo>
                    <a:pt x="57423" y="318659"/>
                  </a:lnTo>
                  <a:lnTo>
                    <a:pt x="62760" y="318622"/>
                  </a:lnTo>
                  <a:lnTo>
                    <a:pt x="68094" y="318415"/>
                  </a:lnTo>
                  <a:lnTo>
                    <a:pt x="73418" y="318037"/>
                  </a:lnTo>
                  <a:lnTo>
                    <a:pt x="78728" y="317490"/>
                  </a:lnTo>
                  <a:lnTo>
                    <a:pt x="84017" y="316773"/>
                  </a:lnTo>
                  <a:lnTo>
                    <a:pt x="89281" y="315888"/>
                  </a:lnTo>
                  <a:lnTo>
                    <a:pt x="94514" y="314835"/>
                  </a:lnTo>
                  <a:lnTo>
                    <a:pt x="99711" y="313616"/>
                  </a:lnTo>
                  <a:lnTo>
                    <a:pt x="104866" y="312231"/>
                  </a:lnTo>
                  <a:lnTo>
                    <a:pt x="109974" y="310683"/>
                  </a:lnTo>
                  <a:lnTo>
                    <a:pt x="115030" y="308972"/>
                  </a:lnTo>
                  <a:lnTo>
                    <a:pt x="120029" y="307101"/>
                  </a:lnTo>
                  <a:lnTo>
                    <a:pt x="124966" y="305071"/>
                  </a:lnTo>
                  <a:lnTo>
                    <a:pt x="129835" y="302884"/>
                  </a:lnTo>
                  <a:lnTo>
                    <a:pt x="134632" y="300544"/>
                  </a:lnTo>
                  <a:lnTo>
                    <a:pt x="139352" y="298051"/>
                  </a:lnTo>
                  <a:lnTo>
                    <a:pt x="143990" y="295409"/>
                  </a:lnTo>
                  <a:lnTo>
                    <a:pt x="148541" y="292620"/>
                  </a:lnTo>
                  <a:lnTo>
                    <a:pt x="153001" y="289687"/>
                  </a:lnTo>
                  <a:lnTo>
                    <a:pt x="157365" y="286613"/>
                  </a:lnTo>
                  <a:lnTo>
                    <a:pt x="161628" y="283402"/>
                  </a:lnTo>
                  <a:lnTo>
                    <a:pt x="165787" y="280056"/>
                  </a:lnTo>
                  <a:lnTo>
                    <a:pt x="169837" y="276579"/>
                  </a:lnTo>
                  <a:lnTo>
                    <a:pt x="173774" y="272974"/>
                  </a:lnTo>
                  <a:lnTo>
                    <a:pt x="177593" y="269246"/>
                  </a:lnTo>
                  <a:lnTo>
                    <a:pt x="181292" y="265397"/>
                  </a:lnTo>
                  <a:lnTo>
                    <a:pt x="184866" y="261433"/>
                  </a:lnTo>
                  <a:lnTo>
                    <a:pt x="188312" y="257356"/>
                  </a:lnTo>
                  <a:lnTo>
                    <a:pt x="191625" y="253171"/>
                  </a:lnTo>
                  <a:lnTo>
                    <a:pt x="194804" y="248883"/>
                  </a:lnTo>
                  <a:lnTo>
                    <a:pt x="197844" y="244495"/>
                  </a:lnTo>
                  <a:lnTo>
                    <a:pt x="200742" y="240013"/>
                  </a:lnTo>
                  <a:lnTo>
                    <a:pt x="203495" y="235441"/>
                  </a:lnTo>
                  <a:lnTo>
                    <a:pt x="206102" y="230782"/>
                  </a:lnTo>
                  <a:lnTo>
                    <a:pt x="208558" y="226043"/>
                  </a:lnTo>
                  <a:lnTo>
                    <a:pt x="210862" y="221228"/>
                  </a:lnTo>
                  <a:lnTo>
                    <a:pt x="213010" y="216342"/>
                  </a:lnTo>
                  <a:lnTo>
                    <a:pt x="215002" y="211390"/>
                  </a:lnTo>
                  <a:lnTo>
                    <a:pt x="216835" y="206377"/>
                  </a:lnTo>
                  <a:lnTo>
                    <a:pt x="218506" y="201307"/>
                  </a:lnTo>
                  <a:lnTo>
                    <a:pt x="220015" y="196187"/>
                  </a:lnTo>
                  <a:lnTo>
                    <a:pt x="221360" y="191022"/>
                  </a:lnTo>
                  <a:lnTo>
                    <a:pt x="222539" y="185816"/>
                  </a:lnTo>
                  <a:lnTo>
                    <a:pt x="223551" y="180575"/>
                  </a:lnTo>
                  <a:lnTo>
                    <a:pt x="224395" y="175305"/>
                  </a:lnTo>
                  <a:lnTo>
                    <a:pt x="225071" y="170010"/>
                  </a:lnTo>
                  <a:lnTo>
                    <a:pt x="225577" y="164696"/>
                  </a:lnTo>
                  <a:lnTo>
                    <a:pt x="225914" y="159369"/>
                  </a:lnTo>
                  <a:lnTo>
                    <a:pt x="226080" y="154034"/>
                  </a:lnTo>
                  <a:lnTo>
                    <a:pt x="226076" y="148696"/>
                  </a:lnTo>
                  <a:lnTo>
                    <a:pt x="225901" y="143361"/>
                  </a:lnTo>
                  <a:lnTo>
                    <a:pt x="225556" y="138035"/>
                  </a:lnTo>
                  <a:lnTo>
                    <a:pt x="225041" y="132722"/>
                  </a:lnTo>
                  <a:lnTo>
                    <a:pt x="224357" y="127428"/>
                  </a:lnTo>
                  <a:lnTo>
                    <a:pt x="223504" y="122159"/>
                  </a:lnTo>
                  <a:lnTo>
                    <a:pt x="222484" y="116920"/>
                  </a:lnTo>
                  <a:lnTo>
                    <a:pt x="221296" y="111716"/>
                  </a:lnTo>
                  <a:lnTo>
                    <a:pt x="219943" y="106552"/>
                  </a:lnTo>
                  <a:lnTo>
                    <a:pt x="218426" y="101435"/>
                  </a:lnTo>
                  <a:lnTo>
                    <a:pt x="216747" y="96368"/>
                  </a:lnTo>
                  <a:lnTo>
                    <a:pt x="214906" y="91358"/>
                  </a:lnTo>
                  <a:lnTo>
                    <a:pt x="212907" y="86409"/>
                  </a:lnTo>
                  <a:lnTo>
                    <a:pt x="210750" y="81526"/>
                  </a:lnTo>
                  <a:lnTo>
                    <a:pt x="208439" y="76715"/>
                  </a:lnTo>
                  <a:lnTo>
                    <a:pt x="205975" y="71980"/>
                  </a:lnTo>
                  <a:lnTo>
                    <a:pt x="203361" y="67326"/>
                  </a:lnTo>
                  <a:lnTo>
                    <a:pt x="200600" y="62757"/>
                  </a:lnTo>
                  <a:lnTo>
                    <a:pt x="197695" y="58280"/>
                  </a:lnTo>
                  <a:lnTo>
                    <a:pt x="194648" y="53897"/>
                  </a:lnTo>
                  <a:lnTo>
                    <a:pt x="191463" y="49614"/>
                  </a:lnTo>
                  <a:lnTo>
                    <a:pt x="188142" y="45435"/>
                  </a:lnTo>
                  <a:lnTo>
                    <a:pt x="184690" y="41363"/>
                  </a:lnTo>
                  <a:lnTo>
                    <a:pt x="181110" y="37404"/>
                  </a:lnTo>
                  <a:lnTo>
                    <a:pt x="177405" y="33562"/>
                  </a:lnTo>
                  <a:lnTo>
                    <a:pt x="173579" y="29840"/>
                  </a:lnTo>
                  <a:lnTo>
                    <a:pt x="169637" y="26241"/>
                  </a:lnTo>
                  <a:lnTo>
                    <a:pt x="165581" y="22771"/>
                  </a:lnTo>
                  <a:lnTo>
                    <a:pt x="161417" y="19432"/>
                  </a:lnTo>
                  <a:lnTo>
                    <a:pt x="157148" y="16227"/>
                  </a:lnTo>
                  <a:lnTo>
                    <a:pt x="152780" y="13160"/>
                  </a:lnTo>
                  <a:lnTo>
                    <a:pt x="148315" y="10234"/>
                  </a:lnTo>
                  <a:lnTo>
                    <a:pt x="143759" y="7453"/>
                  </a:lnTo>
                  <a:lnTo>
                    <a:pt x="139117" y="4818"/>
                  </a:lnTo>
                  <a:lnTo>
                    <a:pt x="134393" y="2333"/>
                  </a:lnTo>
                  <a:lnTo>
                    <a:pt x="129593" y="0"/>
                  </a:lnTo>
                  <a:lnTo>
                    <a:pt x="58932" y="1514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964501" y="1071028"/>
              <a:ext cx="70661" cy="167167"/>
            </a:xfrm>
            <a:custGeom>
              <a:avLst/>
              <a:pathLst>
                <a:path w="70661" h="167167">
                  <a:moveTo>
                    <a:pt x="70661" y="15668"/>
                  </a:moveTo>
                  <a:lnTo>
                    <a:pt x="65105" y="13199"/>
                  </a:lnTo>
                  <a:lnTo>
                    <a:pt x="59464" y="10933"/>
                  </a:lnTo>
                  <a:lnTo>
                    <a:pt x="53744" y="8875"/>
                  </a:lnTo>
                  <a:lnTo>
                    <a:pt x="47953" y="7025"/>
                  </a:lnTo>
                  <a:lnTo>
                    <a:pt x="42098" y="5387"/>
                  </a:lnTo>
                  <a:lnTo>
                    <a:pt x="36188" y="3964"/>
                  </a:lnTo>
                  <a:lnTo>
                    <a:pt x="30230" y="2756"/>
                  </a:lnTo>
                  <a:lnTo>
                    <a:pt x="24232" y="1765"/>
                  </a:lnTo>
                  <a:lnTo>
                    <a:pt x="18202" y="993"/>
                  </a:lnTo>
                  <a:lnTo>
                    <a:pt x="12148" y="442"/>
                  </a:lnTo>
                  <a:lnTo>
                    <a:pt x="6078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361312" y="1322571"/>
              <a:ext cx="127408" cy="167167"/>
            </a:xfrm>
            <a:custGeom>
              <a:avLst/>
              <a:pathLst>
                <a:path w="127408" h="167167">
                  <a:moveTo>
                    <a:pt x="127408" y="0"/>
                  </a:moveTo>
                  <a:lnTo>
                    <a:pt x="121837" y="92"/>
                  </a:lnTo>
                  <a:lnTo>
                    <a:pt x="116272" y="371"/>
                  </a:lnTo>
                  <a:lnTo>
                    <a:pt x="110720" y="835"/>
                  </a:lnTo>
                  <a:lnTo>
                    <a:pt x="105186" y="1483"/>
                  </a:lnTo>
                  <a:lnTo>
                    <a:pt x="99676" y="2316"/>
                  </a:lnTo>
                  <a:lnTo>
                    <a:pt x="94198" y="3332"/>
                  </a:lnTo>
                  <a:lnTo>
                    <a:pt x="88756" y="4529"/>
                  </a:lnTo>
                  <a:lnTo>
                    <a:pt x="83358" y="5908"/>
                  </a:lnTo>
                  <a:lnTo>
                    <a:pt x="78008" y="7465"/>
                  </a:lnTo>
                  <a:lnTo>
                    <a:pt x="72713" y="9200"/>
                  </a:lnTo>
                  <a:lnTo>
                    <a:pt x="67479" y="11111"/>
                  </a:lnTo>
                  <a:lnTo>
                    <a:pt x="62312" y="13195"/>
                  </a:lnTo>
                  <a:lnTo>
                    <a:pt x="57216" y="15450"/>
                  </a:lnTo>
                  <a:lnTo>
                    <a:pt x="52199" y="17873"/>
                  </a:lnTo>
                  <a:lnTo>
                    <a:pt x="47266" y="20463"/>
                  </a:lnTo>
                  <a:lnTo>
                    <a:pt x="42421" y="23215"/>
                  </a:lnTo>
                  <a:lnTo>
                    <a:pt x="37671" y="26127"/>
                  </a:lnTo>
                  <a:lnTo>
                    <a:pt x="33020" y="29196"/>
                  </a:lnTo>
                  <a:lnTo>
                    <a:pt x="28475" y="32419"/>
                  </a:lnTo>
                  <a:lnTo>
                    <a:pt x="24039" y="35791"/>
                  </a:lnTo>
                  <a:lnTo>
                    <a:pt x="19718" y="39308"/>
                  </a:lnTo>
                  <a:lnTo>
                    <a:pt x="15517" y="42968"/>
                  </a:lnTo>
                  <a:lnTo>
                    <a:pt x="11440" y="46766"/>
                  </a:lnTo>
                  <a:lnTo>
                    <a:pt x="7492" y="50698"/>
                  </a:lnTo>
                  <a:lnTo>
                    <a:pt x="3677" y="54759"/>
                  </a:lnTo>
                  <a:lnTo>
                    <a:pt x="0" y="58945"/>
                  </a:lnTo>
                  <a:lnTo>
                    <a:pt x="12740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361312" y="1381517"/>
              <a:ext cx="127408" cy="108221"/>
            </a:xfrm>
            <a:custGeom>
              <a:avLst/>
              <a:pathLst>
                <a:path w="127408" h="108221">
                  <a:moveTo>
                    <a:pt x="0" y="0"/>
                  </a:moveTo>
                  <a:lnTo>
                    <a:pt x="127408" y="1082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361312" y="1381517"/>
              <a:ext cx="127408" cy="108221"/>
            </a:xfrm>
            <a:custGeom>
              <a:avLst/>
              <a:pathLst>
                <a:path w="127408" h="108221">
                  <a:moveTo>
                    <a:pt x="0" y="0"/>
                  </a:moveTo>
                  <a:lnTo>
                    <a:pt x="127408" y="1082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361312" y="1381517"/>
              <a:ext cx="127408" cy="108221"/>
            </a:xfrm>
            <a:custGeom>
              <a:avLst/>
              <a:pathLst>
                <a:path w="127408" h="108221">
                  <a:moveTo>
                    <a:pt x="0" y="0"/>
                  </a:moveTo>
                  <a:lnTo>
                    <a:pt x="127408" y="1082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361312" y="1381517"/>
              <a:ext cx="127408" cy="108221"/>
            </a:xfrm>
            <a:custGeom>
              <a:avLst/>
              <a:pathLst>
                <a:path w="127408" h="108221">
                  <a:moveTo>
                    <a:pt x="0" y="0"/>
                  </a:moveTo>
                  <a:lnTo>
                    <a:pt x="127408" y="1082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361312" y="1381517"/>
              <a:ext cx="127408" cy="108221"/>
            </a:xfrm>
            <a:custGeom>
              <a:avLst/>
              <a:pathLst>
                <a:path w="127408" h="108221">
                  <a:moveTo>
                    <a:pt x="0" y="0"/>
                  </a:moveTo>
                  <a:lnTo>
                    <a:pt x="127408" y="1082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361312" y="1381517"/>
              <a:ext cx="127408" cy="108221"/>
            </a:xfrm>
            <a:custGeom>
              <a:avLst/>
              <a:pathLst>
                <a:path w="127408" h="108221">
                  <a:moveTo>
                    <a:pt x="0" y="0"/>
                  </a:moveTo>
                  <a:lnTo>
                    <a:pt x="127408" y="1082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361312" y="1381517"/>
              <a:ext cx="127408" cy="108221"/>
            </a:xfrm>
            <a:custGeom>
              <a:avLst/>
              <a:pathLst>
                <a:path w="127408" h="108221">
                  <a:moveTo>
                    <a:pt x="0" y="0"/>
                  </a:moveTo>
                  <a:lnTo>
                    <a:pt x="127408" y="1082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361312" y="1381517"/>
              <a:ext cx="127408" cy="108221"/>
            </a:xfrm>
            <a:custGeom>
              <a:avLst/>
              <a:pathLst>
                <a:path w="127408" h="108221">
                  <a:moveTo>
                    <a:pt x="0" y="0"/>
                  </a:moveTo>
                  <a:lnTo>
                    <a:pt x="127408" y="1082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361312" y="1381517"/>
              <a:ext cx="127408" cy="108221"/>
            </a:xfrm>
            <a:custGeom>
              <a:avLst/>
              <a:pathLst>
                <a:path w="127408" h="108221">
                  <a:moveTo>
                    <a:pt x="0" y="0"/>
                  </a:moveTo>
                  <a:lnTo>
                    <a:pt x="127408" y="1082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361312" y="1381517"/>
              <a:ext cx="127408" cy="108221"/>
            </a:xfrm>
            <a:custGeom>
              <a:avLst/>
              <a:pathLst>
                <a:path w="127408" h="108221">
                  <a:moveTo>
                    <a:pt x="0" y="0"/>
                  </a:moveTo>
                  <a:lnTo>
                    <a:pt x="127408" y="1082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361312" y="1381517"/>
              <a:ext cx="127408" cy="108221"/>
            </a:xfrm>
            <a:custGeom>
              <a:avLst/>
              <a:pathLst>
                <a:path w="127408" h="108221">
                  <a:moveTo>
                    <a:pt x="0" y="0"/>
                  </a:moveTo>
                  <a:lnTo>
                    <a:pt x="127408" y="1082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361312" y="1381517"/>
              <a:ext cx="127408" cy="108221"/>
            </a:xfrm>
            <a:custGeom>
              <a:avLst/>
              <a:pathLst>
                <a:path w="127408" h="108221">
                  <a:moveTo>
                    <a:pt x="0" y="0"/>
                  </a:moveTo>
                  <a:lnTo>
                    <a:pt x="127408" y="1082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361312" y="1381517"/>
              <a:ext cx="127408" cy="108221"/>
            </a:xfrm>
            <a:custGeom>
              <a:avLst/>
              <a:pathLst>
                <a:path w="127408" h="108221">
                  <a:moveTo>
                    <a:pt x="0" y="0"/>
                  </a:moveTo>
                  <a:lnTo>
                    <a:pt x="127408" y="1082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361312" y="1381517"/>
              <a:ext cx="127408" cy="108221"/>
            </a:xfrm>
            <a:custGeom>
              <a:avLst/>
              <a:pathLst>
                <a:path w="127408" h="108221">
                  <a:moveTo>
                    <a:pt x="0" y="0"/>
                  </a:moveTo>
                  <a:lnTo>
                    <a:pt x="127408" y="1082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361312" y="1381517"/>
              <a:ext cx="127408" cy="108221"/>
            </a:xfrm>
            <a:custGeom>
              <a:avLst/>
              <a:pathLst>
                <a:path w="127408" h="108221">
                  <a:moveTo>
                    <a:pt x="0" y="0"/>
                  </a:moveTo>
                  <a:lnTo>
                    <a:pt x="127408" y="1082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361312" y="1381517"/>
              <a:ext cx="127408" cy="108221"/>
            </a:xfrm>
            <a:custGeom>
              <a:avLst/>
              <a:pathLst>
                <a:path w="127408" h="108221">
                  <a:moveTo>
                    <a:pt x="0" y="0"/>
                  </a:moveTo>
                  <a:lnTo>
                    <a:pt x="127408" y="1082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321555" y="1347361"/>
              <a:ext cx="334332" cy="309527"/>
            </a:xfrm>
            <a:custGeom>
              <a:avLst/>
              <a:pathLst>
                <a:path w="334332" h="309527">
                  <a:moveTo>
                    <a:pt x="39756" y="34156"/>
                  </a:moveTo>
                  <a:lnTo>
                    <a:pt x="36380" y="38261"/>
                  </a:lnTo>
                  <a:lnTo>
                    <a:pt x="33136" y="42471"/>
                  </a:lnTo>
                  <a:lnTo>
                    <a:pt x="30028" y="46783"/>
                  </a:lnTo>
                  <a:lnTo>
                    <a:pt x="27058" y="51191"/>
                  </a:lnTo>
                  <a:lnTo>
                    <a:pt x="24230" y="55691"/>
                  </a:lnTo>
                  <a:lnTo>
                    <a:pt x="21546" y="60279"/>
                  </a:lnTo>
                  <a:lnTo>
                    <a:pt x="19010" y="64950"/>
                  </a:lnTo>
                  <a:lnTo>
                    <a:pt x="16623" y="69700"/>
                  </a:lnTo>
                  <a:lnTo>
                    <a:pt x="14389" y="74523"/>
                  </a:lnTo>
                  <a:lnTo>
                    <a:pt x="12309" y="79414"/>
                  </a:lnTo>
                  <a:lnTo>
                    <a:pt x="10385" y="84369"/>
                  </a:lnTo>
                  <a:lnTo>
                    <a:pt x="8620" y="89383"/>
                  </a:lnTo>
                  <a:lnTo>
                    <a:pt x="7016" y="94450"/>
                  </a:lnTo>
                  <a:lnTo>
                    <a:pt x="5573" y="99565"/>
                  </a:lnTo>
                  <a:lnTo>
                    <a:pt x="4293" y="104724"/>
                  </a:lnTo>
                  <a:lnTo>
                    <a:pt x="3179" y="109921"/>
                  </a:lnTo>
                  <a:lnTo>
                    <a:pt x="2230" y="115151"/>
                  </a:lnTo>
                  <a:lnTo>
                    <a:pt x="1448" y="120409"/>
                  </a:lnTo>
                  <a:lnTo>
                    <a:pt x="833" y="125688"/>
                  </a:lnTo>
                  <a:lnTo>
                    <a:pt x="386" y="130985"/>
                  </a:lnTo>
                  <a:lnTo>
                    <a:pt x="109" y="136293"/>
                  </a:lnTo>
                  <a:lnTo>
                    <a:pt x="0" y="141607"/>
                  </a:lnTo>
                  <a:lnTo>
                    <a:pt x="59" y="146922"/>
                  </a:lnTo>
                  <a:lnTo>
                    <a:pt x="288" y="152232"/>
                  </a:lnTo>
                  <a:lnTo>
                    <a:pt x="686" y="157532"/>
                  </a:lnTo>
                  <a:lnTo>
                    <a:pt x="1252" y="162817"/>
                  </a:lnTo>
                  <a:lnTo>
                    <a:pt x="1986" y="168082"/>
                  </a:lnTo>
                  <a:lnTo>
                    <a:pt x="2886" y="173320"/>
                  </a:lnTo>
                  <a:lnTo>
                    <a:pt x="3953" y="178527"/>
                  </a:lnTo>
                  <a:lnTo>
                    <a:pt x="5185" y="183698"/>
                  </a:lnTo>
                  <a:lnTo>
                    <a:pt x="6580" y="188827"/>
                  </a:lnTo>
                  <a:lnTo>
                    <a:pt x="8138" y="193908"/>
                  </a:lnTo>
                  <a:lnTo>
                    <a:pt x="9857" y="198938"/>
                  </a:lnTo>
                  <a:lnTo>
                    <a:pt x="11735" y="203911"/>
                  </a:lnTo>
                  <a:lnTo>
                    <a:pt x="13770" y="208821"/>
                  </a:lnTo>
                  <a:lnTo>
                    <a:pt x="15959" y="213664"/>
                  </a:lnTo>
                  <a:lnTo>
                    <a:pt x="18302" y="218435"/>
                  </a:lnTo>
                  <a:lnTo>
                    <a:pt x="20795" y="223129"/>
                  </a:lnTo>
                  <a:lnTo>
                    <a:pt x="23437" y="227742"/>
                  </a:lnTo>
                  <a:lnTo>
                    <a:pt x="26223" y="232268"/>
                  </a:lnTo>
                  <a:lnTo>
                    <a:pt x="29152" y="236704"/>
                  </a:lnTo>
                  <a:lnTo>
                    <a:pt x="32221" y="241044"/>
                  </a:lnTo>
                  <a:lnTo>
                    <a:pt x="35426" y="245284"/>
                  </a:lnTo>
                  <a:lnTo>
                    <a:pt x="38764" y="249420"/>
                  </a:lnTo>
                  <a:lnTo>
                    <a:pt x="42232" y="253448"/>
                  </a:lnTo>
                  <a:lnTo>
                    <a:pt x="45826" y="257364"/>
                  </a:lnTo>
                  <a:lnTo>
                    <a:pt x="49543" y="261163"/>
                  </a:lnTo>
                  <a:lnTo>
                    <a:pt x="53379" y="264843"/>
                  </a:lnTo>
                  <a:lnTo>
                    <a:pt x="57330" y="268398"/>
                  </a:lnTo>
                  <a:lnTo>
                    <a:pt x="61392" y="271826"/>
                  </a:lnTo>
                  <a:lnTo>
                    <a:pt x="65561" y="275124"/>
                  </a:lnTo>
                  <a:lnTo>
                    <a:pt x="69833" y="278287"/>
                  </a:lnTo>
                  <a:lnTo>
                    <a:pt x="74203" y="281312"/>
                  </a:lnTo>
                  <a:lnTo>
                    <a:pt x="78667" y="284198"/>
                  </a:lnTo>
                  <a:lnTo>
                    <a:pt x="83220" y="286939"/>
                  </a:lnTo>
                  <a:lnTo>
                    <a:pt x="87858" y="289535"/>
                  </a:lnTo>
                  <a:lnTo>
                    <a:pt x="92577" y="291982"/>
                  </a:lnTo>
                  <a:lnTo>
                    <a:pt x="97371" y="294278"/>
                  </a:lnTo>
                  <a:lnTo>
                    <a:pt x="102235" y="296420"/>
                  </a:lnTo>
                  <a:lnTo>
                    <a:pt x="107165" y="298406"/>
                  </a:lnTo>
                  <a:lnTo>
                    <a:pt x="112156" y="300235"/>
                  </a:lnTo>
                  <a:lnTo>
                    <a:pt x="117203" y="301904"/>
                  </a:lnTo>
                  <a:lnTo>
                    <a:pt x="122299" y="303412"/>
                  </a:lnTo>
                  <a:lnTo>
                    <a:pt x="127442" y="304757"/>
                  </a:lnTo>
                  <a:lnTo>
                    <a:pt x="132624" y="305937"/>
                  </a:lnTo>
                  <a:lnTo>
                    <a:pt x="137841" y="306953"/>
                  </a:lnTo>
                  <a:lnTo>
                    <a:pt x="143088" y="307802"/>
                  </a:lnTo>
                  <a:lnTo>
                    <a:pt x="148360" y="308484"/>
                  </a:lnTo>
                  <a:lnTo>
                    <a:pt x="153650" y="308998"/>
                  </a:lnTo>
                  <a:lnTo>
                    <a:pt x="158954" y="309343"/>
                  </a:lnTo>
                  <a:lnTo>
                    <a:pt x="164266" y="309520"/>
                  </a:lnTo>
                  <a:lnTo>
                    <a:pt x="169582" y="309527"/>
                  </a:lnTo>
                  <a:lnTo>
                    <a:pt x="174894" y="309366"/>
                  </a:lnTo>
                  <a:lnTo>
                    <a:pt x="180199" y="309036"/>
                  </a:lnTo>
                  <a:lnTo>
                    <a:pt x="185491" y="308537"/>
                  </a:lnTo>
                  <a:lnTo>
                    <a:pt x="190765" y="307871"/>
                  </a:lnTo>
                  <a:lnTo>
                    <a:pt x="196014" y="307037"/>
                  </a:lnTo>
                  <a:lnTo>
                    <a:pt x="201234" y="306036"/>
                  </a:lnTo>
                  <a:lnTo>
                    <a:pt x="206420" y="304871"/>
                  </a:lnTo>
                  <a:lnTo>
                    <a:pt x="211566" y="303540"/>
                  </a:lnTo>
                  <a:lnTo>
                    <a:pt x="216667" y="302047"/>
                  </a:lnTo>
                  <a:lnTo>
                    <a:pt x="221719" y="300393"/>
                  </a:lnTo>
                  <a:lnTo>
                    <a:pt x="226715" y="298579"/>
                  </a:lnTo>
                  <a:lnTo>
                    <a:pt x="231650" y="296607"/>
                  </a:lnTo>
                  <a:lnTo>
                    <a:pt x="236521" y="294478"/>
                  </a:lnTo>
                  <a:lnTo>
                    <a:pt x="241322" y="292197"/>
                  </a:lnTo>
                  <a:lnTo>
                    <a:pt x="246047" y="289763"/>
                  </a:lnTo>
                  <a:lnTo>
                    <a:pt x="250693" y="287181"/>
                  </a:lnTo>
                  <a:lnTo>
                    <a:pt x="255254" y="284452"/>
                  </a:lnTo>
                  <a:lnTo>
                    <a:pt x="259727" y="281580"/>
                  </a:lnTo>
                  <a:lnTo>
                    <a:pt x="264105" y="278567"/>
                  </a:lnTo>
                  <a:lnTo>
                    <a:pt x="268386" y="275416"/>
                  </a:lnTo>
                  <a:lnTo>
                    <a:pt x="272564" y="272131"/>
                  </a:lnTo>
                  <a:lnTo>
                    <a:pt x="276636" y="268714"/>
                  </a:lnTo>
                  <a:lnTo>
                    <a:pt x="280597" y="265170"/>
                  </a:lnTo>
                  <a:lnTo>
                    <a:pt x="284444" y="261502"/>
                  </a:lnTo>
                  <a:lnTo>
                    <a:pt x="288172" y="257713"/>
                  </a:lnTo>
                  <a:lnTo>
                    <a:pt x="291777" y="253808"/>
                  </a:lnTo>
                  <a:lnTo>
                    <a:pt x="295257" y="249790"/>
                  </a:lnTo>
                  <a:lnTo>
                    <a:pt x="298607" y="245663"/>
                  </a:lnTo>
                  <a:lnTo>
                    <a:pt x="301824" y="241432"/>
                  </a:lnTo>
                  <a:lnTo>
                    <a:pt x="304905" y="237101"/>
                  </a:lnTo>
                  <a:lnTo>
                    <a:pt x="307847" y="232674"/>
                  </a:lnTo>
                  <a:lnTo>
                    <a:pt x="310647" y="228156"/>
                  </a:lnTo>
                  <a:lnTo>
                    <a:pt x="313301" y="223551"/>
                  </a:lnTo>
                  <a:lnTo>
                    <a:pt x="315808" y="218864"/>
                  </a:lnTo>
                  <a:lnTo>
                    <a:pt x="318165" y="214100"/>
                  </a:lnTo>
                  <a:lnTo>
                    <a:pt x="320369" y="209263"/>
                  </a:lnTo>
                  <a:lnTo>
                    <a:pt x="322417" y="204359"/>
                  </a:lnTo>
                  <a:lnTo>
                    <a:pt x="324310" y="199392"/>
                  </a:lnTo>
                  <a:lnTo>
                    <a:pt x="326043" y="194367"/>
                  </a:lnTo>
                  <a:lnTo>
                    <a:pt x="327615" y="189290"/>
                  </a:lnTo>
                  <a:lnTo>
                    <a:pt x="329026" y="184165"/>
                  </a:lnTo>
                  <a:lnTo>
                    <a:pt x="330272" y="178998"/>
                  </a:lnTo>
                  <a:lnTo>
                    <a:pt x="331354" y="173794"/>
                  </a:lnTo>
                  <a:lnTo>
                    <a:pt x="332270" y="168558"/>
                  </a:lnTo>
                  <a:lnTo>
                    <a:pt x="333019" y="163296"/>
                  </a:lnTo>
                  <a:lnTo>
                    <a:pt x="333600" y="158013"/>
                  </a:lnTo>
                  <a:lnTo>
                    <a:pt x="334013" y="152713"/>
                  </a:lnTo>
                  <a:lnTo>
                    <a:pt x="334257" y="147404"/>
                  </a:lnTo>
                  <a:lnTo>
                    <a:pt x="334332" y="142089"/>
                  </a:lnTo>
                  <a:lnTo>
                    <a:pt x="334239" y="136775"/>
                  </a:lnTo>
                  <a:lnTo>
                    <a:pt x="333976" y="131466"/>
                  </a:lnTo>
                  <a:lnTo>
                    <a:pt x="333545" y="126168"/>
                  </a:lnTo>
                  <a:lnTo>
                    <a:pt x="332945" y="120887"/>
                  </a:lnTo>
                  <a:lnTo>
                    <a:pt x="332178" y="115627"/>
                  </a:lnTo>
                  <a:lnTo>
                    <a:pt x="331245" y="110395"/>
                  </a:lnTo>
                  <a:lnTo>
                    <a:pt x="330145" y="105194"/>
                  </a:lnTo>
                  <a:lnTo>
                    <a:pt x="328880" y="100032"/>
                  </a:lnTo>
                  <a:lnTo>
                    <a:pt x="327452" y="94912"/>
                  </a:lnTo>
                  <a:lnTo>
                    <a:pt x="325862" y="89840"/>
                  </a:lnTo>
                  <a:lnTo>
                    <a:pt x="324112" y="84821"/>
                  </a:lnTo>
                  <a:lnTo>
                    <a:pt x="322203" y="79861"/>
                  </a:lnTo>
                  <a:lnTo>
                    <a:pt x="320137" y="74964"/>
                  </a:lnTo>
                  <a:lnTo>
                    <a:pt x="317916" y="70134"/>
                  </a:lnTo>
                  <a:lnTo>
                    <a:pt x="315543" y="65378"/>
                  </a:lnTo>
                  <a:lnTo>
                    <a:pt x="313020" y="60700"/>
                  </a:lnTo>
                  <a:lnTo>
                    <a:pt x="310350" y="56104"/>
                  </a:lnTo>
                  <a:lnTo>
                    <a:pt x="307535" y="51596"/>
                  </a:lnTo>
                  <a:lnTo>
                    <a:pt x="304578" y="47179"/>
                  </a:lnTo>
                  <a:lnTo>
                    <a:pt x="301482" y="42858"/>
                  </a:lnTo>
                  <a:lnTo>
                    <a:pt x="298250" y="38639"/>
                  </a:lnTo>
                  <a:lnTo>
                    <a:pt x="294886" y="34524"/>
                  </a:lnTo>
                  <a:lnTo>
                    <a:pt x="291392" y="30518"/>
                  </a:lnTo>
                  <a:lnTo>
                    <a:pt x="287773" y="26625"/>
                  </a:lnTo>
                  <a:lnTo>
                    <a:pt x="284032" y="22849"/>
                  </a:lnTo>
                  <a:lnTo>
                    <a:pt x="280173" y="19194"/>
                  </a:lnTo>
                  <a:lnTo>
                    <a:pt x="276200" y="15663"/>
                  </a:lnTo>
                  <a:lnTo>
                    <a:pt x="272116" y="12261"/>
                  </a:lnTo>
                  <a:lnTo>
                    <a:pt x="267926" y="8990"/>
                  </a:lnTo>
                  <a:lnTo>
                    <a:pt x="263635" y="5854"/>
                  </a:lnTo>
                  <a:lnTo>
                    <a:pt x="259246" y="2856"/>
                  </a:lnTo>
                  <a:lnTo>
                    <a:pt x="254763" y="0"/>
                  </a:lnTo>
                  <a:lnTo>
                    <a:pt x="167165" y="1423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488720" y="1322571"/>
              <a:ext cx="87598" cy="167167"/>
            </a:xfrm>
            <a:custGeom>
              <a:avLst/>
              <a:pathLst>
                <a:path w="87598" h="167167">
                  <a:moveTo>
                    <a:pt x="87598" y="24789"/>
                  </a:moveTo>
                  <a:lnTo>
                    <a:pt x="82639" y="21854"/>
                  </a:lnTo>
                  <a:lnTo>
                    <a:pt x="77581" y="19093"/>
                  </a:lnTo>
                  <a:lnTo>
                    <a:pt x="72432" y="16507"/>
                  </a:lnTo>
                  <a:lnTo>
                    <a:pt x="67196" y="14100"/>
                  </a:lnTo>
                  <a:lnTo>
                    <a:pt x="61881" y="11875"/>
                  </a:lnTo>
                  <a:lnTo>
                    <a:pt x="56492" y="9834"/>
                  </a:lnTo>
                  <a:lnTo>
                    <a:pt x="51035" y="7981"/>
                  </a:lnTo>
                  <a:lnTo>
                    <a:pt x="45519" y="6316"/>
                  </a:lnTo>
                  <a:lnTo>
                    <a:pt x="39948" y="4843"/>
                  </a:lnTo>
                  <a:lnTo>
                    <a:pt x="34329" y="3563"/>
                  </a:lnTo>
                  <a:lnTo>
                    <a:pt x="28670" y="2477"/>
                  </a:lnTo>
                  <a:lnTo>
                    <a:pt x="22977" y="1586"/>
                  </a:lnTo>
                  <a:lnTo>
                    <a:pt x="17257" y="893"/>
                  </a:lnTo>
                  <a:lnTo>
                    <a:pt x="11516" y="397"/>
                  </a:lnTo>
                  <a:lnTo>
                    <a:pt x="5761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994562" y="1681503"/>
              <a:ext cx="91962" cy="167167"/>
            </a:xfrm>
            <a:custGeom>
              <a:avLst/>
              <a:pathLst>
                <a:path w="91962" h="167167">
                  <a:moveTo>
                    <a:pt x="91962" y="0"/>
                  </a:moveTo>
                  <a:lnTo>
                    <a:pt x="86235" y="98"/>
                  </a:lnTo>
                  <a:lnTo>
                    <a:pt x="80515" y="392"/>
                  </a:lnTo>
                  <a:lnTo>
                    <a:pt x="74808" y="882"/>
                  </a:lnTo>
                  <a:lnTo>
                    <a:pt x="69121" y="1567"/>
                  </a:lnTo>
                  <a:lnTo>
                    <a:pt x="63462" y="2447"/>
                  </a:lnTo>
                  <a:lnTo>
                    <a:pt x="57835" y="3520"/>
                  </a:lnTo>
                  <a:lnTo>
                    <a:pt x="52249" y="4785"/>
                  </a:lnTo>
                  <a:lnTo>
                    <a:pt x="46709" y="6241"/>
                  </a:lnTo>
                  <a:lnTo>
                    <a:pt x="41223" y="7886"/>
                  </a:lnTo>
                  <a:lnTo>
                    <a:pt x="35796" y="9718"/>
                  </a:lnTo>
                  <a:lnTo>
                    <a:pt x="30435" y="11734"/>
                  </a:lnTo>
                  <a:lnTo>
                    <a:pt x="25146" y="13933"/>
                  </a:lnTo>
                  <a:lnTo>
                    <a:pt x="19936" y="16312"/>
                  </a:lnTo>
                  <a:lnTo>
                    <a:pt x="14810" y="18868"/>
                  </a:lnTo>
                  <a:lnTo>
                    <a:pt x="9775" y="21598"/>
                  </a:lnTo>
                  <a:lnTo>
                    <a:pt x="4836" y="24499"/>
                  </a:lnTo>
                  <a:lnTo>
                    <a:pt x="0" y="27568"/>
                  </a:lnTo>
                  <a:lnTo>
                    <a:pt x="9196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994562" y="1709071"/>
              <a:ext cx="91962" cy="139598"/>
            </a:xfrm>
            <a:custGeom>
              <a:avLst/>
              <a:pathLst>
                <a:path w="91962" h="139598">
                  <a:moveTo>
                    <a:pt x="0" y="0"/>
                  </a:moveTo>
                  <a:lnTo>
                    <a:pt x="91962" y="1395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994562" y="1709071"/>
              <a:ext cx="91962" cy="139598"/>
            </a:xfrm>
            <a:custGeom>
              <a:avLst/>
              <a:pathLst>
                <a:path w="91962" h="139598">
                  <a:moveTo>
                    <a:pt x="0" y="0"/>
                  </a:moveTo>
                  <a:lnTo>
                    <a:pt x="91962" y="139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994562" y="1709071"/>
              <a:ext cx="91962" cy="139598"/>
            </a:xfrm>
            <a:custGeom>
              <a:avLst/>
              <a:pathLst>
                <a:path w="91962" h="139598">
                  <a:moveTo>
                    <a:pt x="0" y="0"/>
                  </a:moveTo>
                  <a:lnTo>
                    <a:pt x="91962" y="139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994562" y="1709071"/>
              <a:ext cx="91962" cy="139598"/>
            </a:xfrm>
            <a:custGeom>
              <a:avLst/>
              <a:pathLst>
                <a:path w="91962" h="139598">
                  <a:moveTo>
                    <a:pt x="0" y="0"/>
                  </a:moveTo>
                  <a:lnTo>
                    <a:pt x="91962" y="139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994562" y="1709071"/>
              <a:ext cx="91962" cy="139598"/>
            </a:xfrm>
            <a:custGeom>
              <a:avLst/>
              <a:pathLst>
                <a:path w="91962" h="139598">
                  <a:moveTo>
                    <a:pt x="0" y="0"/>
                  </a:moveTo>
                  <a:lnTo>
                    <a:pt x="91962" y="139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994562" y="1709071"/>
              <a:ext cx="91962" cy="139598"/>
            </a:xfrm>
            <a:custGeom>
              <a:avLst/>
              <a:pathLst>
                <a:path w="91962" h="139598">
                  <a:moveTo>
                    <a:pt x="0" y="0"/>
                  </a:moveTo>
                  <a:lnTo>
                    <a:pt x="91962" y="1395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994562" y="1709071"/>
              <a:ext cx="91962" cy="139598"/>
            </a:xfrm>
            <a:custGeom>
              <a:avLst/>
              <a:pathLst>
                <a:path w="91962" h="139598">
                  <a:moveTo>
                    <a:pt x="0" y="0"/>
                  </a:moveTo>
                  <a:lnTo>
                    <a:pt x="91962" y="1395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994562" y="1709071"/>
              <a:ext cx="91962" cy="139598"/>
            </a:xfrm>
            <a:custGeom>
              <a:avLst/>
              <a:pathLst>
                <a:path w="91962" h="139598">
                  <a:moveTo>
                    <a:pt x="0" y="0"/>
                  </a:moveTo>
                  <a:lnTo>
                    <a:pt x="91962" y="1395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994562" y="1709071"/>
              <a:ext cx="91962" cy="139598"/>
            </a:xfrm>
            <a:custGeom>
              <a:avLst/>
              <a:pathLst>
                <a:path w="91962" h="139598">
                  <a:moveTo>
                    <a:pt x="0" y="0"/>
                  </a:moveTo>
                  <a:lnTo>
                    <a:pt x="91962" y="1395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994562" y="1709071"/>
              <a:ext cx="91962" cy="139598"/>
            </a:xfrm>
            <a:custGeom>
              <a:avLst/>
              <a:pathLst>
                <a:path w="91962" h="139598">
                  <a:moveTo>
                    <a:pt x="0" y="0"/>
                  </a:moveTo>
                  <a:lnTo>
                    <a:pt x="91962" y="139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994562" y="1709071"/>
              <a:ext cx="91962" cy="139598"/>
            </a:xfrm>
            <a:custGeom>
              <a:avLst/>
              <a:pathLst>
                <a:path w="91962" h="139598">
                  <a:moveTo>
                    <a:pt x="0" y="0"/>
                  </a:moveTo>
                  <a:lnTo>
                    <a:pt x="91962" y="139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994562" y="1709071"/>
              <a:ext cx="91962" cy="139598"/>
            </a:xfrm>
            <a:custGeom>
              <a:avLst/>
              <a:pathLst>
                <a:path w="91962" h="139598">
                  <a:moveTo>
                    <a:pt x="0" y="0"/>
                  </a:moveTo>
                  <a:lnTo>
                    <a:pt x="91962" y="139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994562" y="1709071"/>
              <a:ext cx="91962" cy="139598"/>
            </a:xfrm>
            <a:custGeom>
              <a:avLst/>
              <a:pathLst>
                <a:path w="91962" h="139598">
                  <a:moveTo>
                    <a:pt x="0" y="0"/>
                  </a:moveTo>
                  <a:lnTo>
                    <a:pt x="91962" y="139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994562" y="1709071"/>
              <a:ext cx="91962" cy="139598"/>
            </a:xfrm>
            <a:custGeom>
              <a:avLst/>
              <a:pathLst>
                <a:path w="91962" h="139598">
                  <a:moveTo>
                    <a:pt x="0" y="0"/>
                  </a:moveTo>
                  <a:lnTo>
                    <a:pt x="91962" y="1395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994562" y="1709071"/>
              <a:ext cx="91962" cy="139598"/>
            </a:xfrm>
            <a:custGeom>
              <a:avLst/>
              <a:pathLst>
                <a:path w="91962" h="139598">
                  <a:moveTo>
                    <a:pt x="0" y="0"/>
                  </a:moveTo>
                  <a:lnTo>
                    <a:pt x="91962" y="1395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994217" y="1709071"/>
              <a:ext cx="92307" cy="139598"/>
            </a:xfrm>
            <a:custGeom>
              <a:avLst/>
              <a:pathLst>
                <a:path w="92307" h="139598">
                  <a:moveTo>
                    <a:pt x="345" y="0"/>
                  </a:moveTo>
                  <a:lnTo>
                    <a:pt x="0" y="228"/>
                  </a:lnTo>
                  <a:lnTo>
                    <a:pt x="92307" y="1395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919359" y="1681503"/>
              <a:ext cx="334321" cy="334330"/>
            </a:xfrm>
            <a:custGeom>
              <a:avLst/>
              <a:pathLst>
                <a:path w="334321" h="334330">
                  <a:moveTo>
                    <a:pt x="74857" y="27796"/>
                  </a:moveTo>
                  <a:lnTo>
                    <a:pt x="70492" y="30788"/>
                  </a:lnTo>
                  <a:lnTo>
                    <a:pt x="66224" y="33916"/>
                  </a:lnTo>
                  <a:lnTo>
                    <a:pt x="62057" y="37177"/>
                  </a:lnTo>
                  <a:lnTo>
                    <a:pt x="57996" y="40569"/>
                  </a:lnTo>
                  <a:lnTo>
                    <a:pt x="54043" y="44088"/>
                  </a:lnTo>
                  <a:lnTo>
                    <a:pt x="50204" y="47730"/>
                  </a:lnTo>
                  <a:lnTo>
                    <a:pt x="46483" y="51492"/>
                  </a:lnTo>
                  <a:lnTo>
                    <a:pt x="42882" y="55370"/>
                  </a:lnTo>
                  <a:lnTo>
                    <a:pt x="39406" y="59360"/>
                  </a:lnTo>
                  <a:lnTo>
                    <a:pt x="36057" y="63457"/>
                  </a:lnTo>
                  <a:lnTo>
                    <a:pt x="32840" y="67659"/>
                  </a:lnTo>
                  <a:lnTo>
                    <a:pt x="29758" y="71961"/>
                  </a:lnTo>
                  <a:lnTo>
                    <a:pt x="26814" y="76357"/>
                  </a:lnTo>
                  <a:lnTo>
                    <a:pt x="24010" y="80845"/>
                  </a:lnTo>
                  <a:lnTo>
                    <a:pt x="21349" y="85420"/>
                  </a:lnTo>
                  <a:lnTo>
                    <a:pt x="18835" y="90076"/>
                  </a:lnTo>
                  <a:lnTo>
                    <a:pt x="16469" y="94809"/>
                  </a:lnTo>
                  <a:lnTo>
                    <a:pt x="14254" y="99615"/>
                  </a:lnTo>
                  <a:lnTo>
                    <a:pt x="12193" y="104489"/>
                  </a:lnTo>
                  <a:lnTo>
                    <a:pt x="10287" y="109425"/>
                  </a:lnTo>
                  <a:lnTo>
                    <a:pt x="8538" y="114420"/>
                  </a:lnTo>
                  <a:lnTo>
                    <a:pt x="6948" y="119467"/>
                  </a:lnTo>
                  <a:lnTo>
                    <a:pt x="5518" y="124562"/>
                  </a:lnTo>
                  <a:lnTo>
                    <a:pt x="4251" y="129700"/>
                  </a:lnTo>
                  <a:lnTo>
                    <a:pt x="3146" y="134875"/>
                  </a:lnTo>
                  <a:lnTo>
                    <a:pt x="2207" y="140083"/>
                  </a:lnTo>
                  <a:lnTo>
                    <a:pt x="1432" y="145317"/>
                  </a:lnTo>
                  <a:lnTo>
                    <a:pt x="823" y="150574"/>
                  </a:lnTo>
                  <a:lnTo>
                    <a:pt x="382" y="155847"/>
                  </a:lnTo>
                  <a:lnTo>
                    <a:pt x="107" y="161132"/>
                  </a:lnTo>
                  <a:lnTo>
                    <a:pt x="0" y="166422"/>
                  </a:lnTo>
                  <a:lnTo>
                    <a:pt x="60" y="171714"/>
                  </a:lnTo>
                  <a:lnTo>
                    <a:pt x="287" y="177001"/>
                  </a:lnTo>
                  <a:lnTo>
                    <a:pt x="682" y="182278"/>
                  </a:lnTo>
                  <a:lnTo>
                    <a:pt x="1244" y="187540"/>
                  </a:lnTo>
                  <a:lnTo>
                    <a:pt x="1972" y="192781"/>
                  </a:lnTo>
                  <a:lnTo>
                    <a:pt x="2865" y="197997"/>
                  </a:lnTo>
                  <a:lnTo>
                    <a:pt x="3923" y="203182"/>
                  </a:lnTo>
                  <a:lnTo>
                    <a:pt x="5145" y="208330"/>
                  </a:lnTo>
                  <a:lnTo>
                    <a:pt x="6529" y="213438"/>
                  </a:lnTo>
                  <a:lnTo>
                    <a:pt x="8074" y="218499"/>
                  </a:lnTo>
                  <a:lnTo>
                    <a:pt x="9779" y="223509"/>
                  </a:lnTo>
                  <a:lnTo>
                    <a:pt x="11641" y="228462"/>
                  </a:lnTo>
                  <a:lnTo>
                    <a:pt x="13659" y="233354"/>
                  </a:lnTo>
                  <a:lnTo>
                    <a:pt x="15831" y="238179"/>
                  </a:lnTo>
                  <a:lnTo>
                    <a:pt x="18154" y="242934"/>
                  </a:lnTo>
                  <a:lnTo>
                    <a:pt x="20627" y="247612"/>
                  </a:lnTo>
                  <a:lnTo>
                    <a:pt x="23247" y="252210"/>
                  </a:lnTo>
                  <a:lnTo>
                    <a:pt x="26010" y="256723"/>
                  </a:lnTo>
                  <a:lnTo>
                    <a:pt x="28916" y="261146"/>
                  </a:lnTo>
                  <a:lnTo>
                    <a:pt x="31959" y="265474"/>
                  </a:lnTo>
                  <a:lnTo>
                    <a:pt x="35139" y="269705"/>
                  </a:lnTo>
                  <a:lnTo>
                    <a:pt x="38450" y="273832"/>
                  </a:lnTo>
                  <a:lnTo>
                    <a:pt x="41891" y="277853"/>
                  </a:lnTo>
                  <a:lnTo>
                    <a:pt x="45457" y="281762"/>
                  </a:lnTo>
                  <a:lnTo>
                    <a:pt x="49145" y="285557"/>
                  </a:lnTo>
                  <a:lnTo>
                    <a:pt x="52952" y="289233"/>
                  </a:lnTo>
                  <a:lnTo>
                    <a:pt x="56872" y="292787"/>
                  </a:lnTo>
                  <a:lnTo>
                    <a:pt x="60904" y="296215"/>
                  </a:lnTo>
                  <a:lnTo>
                    <a:pt x="65041" y="299514"/>
                  </a:lnTo>
                  <a:lnTo>
                    <a:pt x="69282" y="302680"/>
                  </a:lnTo>
                  <a:lnTo>
                    <a:pt x="73620" y="305710"/>
                  </a:lnTo>
                  <a:lnTo>
                    <a:pt x="78052" y="308601"/>
                  </a:lnTo>
                  <a:lnTo>
                    <a:pt x="82573" y="311351"/>
                  </a:lnTo>
                  <a:lnTo>
                    <a:pt x="87179" y="313956"/>
                  </a:lnTo>
                  <a:lnTo>
                    <a:pt x="91865" y="316415"/>
                  </a:lnTo>
                  <a:lnTo>
                    <a:pt x="96627" y="318723"/>
                  </a:lnTo>
                  <a:lnTo>
                    <a:pt x="101459" y="320880"/>
                  </a:lnTo>
                  <a:lnTo>
                    <a:pt x="106357" y="322882"/>
                  </a:lnTo>
                  <a:lnTo>
                    <a:pt x="111316" y="324729"/>
                  </a:lnTo>
                  <a:lnTo>
                    <a:pt x="116331" y="326418"/>
                  </a:lnTo>
                  <a:lnTo>
                    <a:pt x="121397" y="327947"/>
                  </a:lnTo>
                  <a:lnTo>
                    <a:pt x="126509" y="329315"/>
                  </a:lnTo>
                  <a:lnTo>
                    <a:pt x="131662" y="330521"/>
                  </a:lnTo>
                  <a:lnTo>
                    <a:pt x="136850" y="331563"/>
                  </a:lnTo>
                  <a:lnTo>
                    <a:pt x="142068" y="332440"/>
                  </a:lnTo>
                  <a:lnTo>
                    <a:pt x="147312" y="333151"/>
                  </a:lnTo>
                  <a:lnTo>
                    <a:pt x="152576" y="333697"/>
                  </a:lnTo>
                  <a:lnTo>
                    <a:pt x="157854" y="334075"/>
                  </a:lnTo>
                  <a:lnTo>
                    <a:pt x="163141" y="334286"/>
                  </a:lnTo>
                  <a:lnTo>
                    <a:pt x="168433" y="334330"/>
                  </a:lnTo>
                  <a:lnTo>
                    <a:pt x="173723" y="334206"/>
                  </a:lnTo>
                  <a:lnTo>
                    <a:pt x="179007" y="333914"/>
                  </a:lnTo>
                  <a:lnTo>
                    <a:pt x="184279" y="333456"/>
                  </a:lnTo>
                  <a:lnTo>
                    <a:pt x="189534" y="332831"/>
                  </a:lnTo>
                  <a:lnTo>
                    <a:pt x="194766" y="332040"/>
                  </a:lnTo>
                  <a:lnTo>
                    <a:pt x="199970" y="331084"/>
                  </a:lnTo>
                  <a:lnTo>
                    <a:pt x="205142" y="329963"/>
                  </a:lnTo>
                  <a:lnTo>
                    <a:pt x="210276" y="328680"/>
                  </a:lnTo>
                  <a:lnTo>
                    <a:pt x="215366" y="327234"/>
                  </a:lnTo>
                  <a:lnTo>
                    <a:pt x="220409" y="325629"/>
                  </a:lnTo>
                  <a:lnTo>
                    <a:pt x="225397" y="323864"/>
                  </a:lnTo>
                  <a:lnTo>
                    <a:pt x="230328" y="321942"/>
                  </a:lnTo>
                  <a:lnTo>
                    <a:pt x="235195" y="319866"/>
                  </a:lnTo>
                  <a:lnTo>
                    <a:pt x="239994" y="317636"/>
                  </a:lnTo>
                  <a:lnTo>
                    <a:pt x="244720" y="315255"/>
                  </a:lnTo>
                  <a:lnTo>
                    <a:pt x="249369" y="312726"/>
                  </a:lnTo>
                  <a:lnTo>
                    <a:pt x="253935" y="310052"/>
                  </a:lnTo>
                  <a:lnTo>
                    <a:pt x="258414" y="307234"/>
                  </a:lnTo>
                  <a:lnTo>
                    <a:pt x="262801" y="304275"/>
                  </a:lnTo>
                  <a:lnTo>
                    <a:pt x="267093" y="301180"/>
                  </a:lnTo>
                  <a:lnTo>
                    <a:pt x="271285" y="297950"/>
                  </a:lnTo>
                  <a:lnTo>
                    <a:pt x="275372" y="294589"/>
                  </a:lnTo>
                  <a:lnTo>
                    <a:pt x="279351" y="291100"/>
                  </a:lnTo>
                  <a:lnTo>
                    <a:pt x="283217" y="287487"/>
                  </a:lnTo>
                  <a:lnTo>
                    <a:pt x="286967" y="283754"/>
                  </a:lnTo>
                  <a:lnTo>
                    <a:pt x="290597" y="279903"/>
                  </a:lnTo>
                  <a:lnTo>
                    <a:pt x="294104" y="275940"/>
                  </a:lnTo>
                  <a:lnTo>
                    <a:pt x="297483" y="271868"/>
                  </a:lnTo>
                  <a:lnTo>
                    <a:pt x="300732" y="267690"/>
                  </a:lnTo>
                  <a:lnTo>
                    <a:pt x="303846" y="263413"/>
                  </a:lnTo>
                  <a:lnTo>
                    <a:pt x="306824" y="259038"/>
                  </a:lnTo>
                  <a:lnTo>
                    <a:pt x="309662" y="254572"/>
                  </a:lnTo>
                  <a:lnTo>
                    <a:pt x="312357" y="250018"/>
                  </a:lnTo>
                  <a:lnTo>
                    <a:pt x="314907" y="245381"/>
                  </a:lnTo>
                  <a:lnTo>
                    <a:pt x="317308" y="240665"/>
                  </a:lnTo>
                  <a:lnTo>
                    <a:pt x="319559" y="235876"/>
                  </a:lnTo>
                  <a:lnTo>
                    <a:pt x="321658" y="231018"/>
                  </a:lnTo>
                  <a:lnTo>
                    <a:pt x="323601" y="226096"/>
                  </a:lnTo>
                  <a:lnTo>
                    <a:pt x="325388" y="221115"/>
                  </a:lnTo>
                  <a:lnTo>
                    <a:pt x="327017" y="216080"/>
                  </a:lnTo>
                  <a:lnTo>
                    <a:pt x="328485" y="210996"/>
                  </a:lnTo>
                  <a:lnTo>
                    <a:pt x="329791" y="205868"/>
                  </a:lnTo>
                  <a:lnTo>
                    <a:pt x="330935" y="200702"/>
                  </a:lnTo>
                  <a:lnTo>
                    <a:pt x="331914" y="195501"/>
                  </a:lnTo>
                  <a:lnTo>
                    <a:pt x="332728" y="190273"/>
                  </a:lnTo>
                  <a:lnTo>
                    <a:pt x="333377" y="185021"/>
                  </a:lnTo>
                  <a:lnTo>
                    <a:pt x="333858" y="179751"/>
                  </a:lnTo>
                  <a:lnTo>
                    <a:pt x="334173" y="174469"/>
                  </a:lnTo>
                  <a:lnTo>
                    <a:pt x="334321" y="169179"/>
                  </a:lnTo>
                  <a:lnTo>
                    <a:pt x="334301" y="163887"/>
                  </a:lnTo>
                  <a:lnTo>
                    <a:pt x="334113" y="158599"/>
                  </a:lnTo>
                  <a:lnTo>
                    <a:pt x="333758" y="153319"/>
                  </a:lnTo>
                  <a:lnTo>
                    <a:pt x="333236" y="148053"/>
                  </a:lnTo>
                  <a:lnTo>
                    <a:pt x="332548" y="142806"/>
                  </a:lnTo>
                  <a:lnTo>
                    <a:pt x="331694" y="137584"/>
                  </a:lnTo>
                  <a:lnTo>
                    <a:pt x="330676" y="132391"/>
                  </a:lnTo>
                  <a:lnTo>
                    <a:pt x="329493" y="127233"/>
                  </a:lnTo>
                  <a:lnTo>
                    <a:pt x="328148" y="122115"/>
                  </a:lnTo>
                  <a:lnTo>
                    <a:pt x="326641" y="117043"/>
                  </a:lnTo>
                  <a:lnTo>
                    <a:pt x="324975" y="112020"/>
                  </a:lnTo>
                  <a:lnTo>
                    <a:pt x="323150" y="107053"/>
                  </a:lnTo>
                  <a:lnTo>
                    <a:pt x="321169" y="102146"/>
                  </a:lnTo>
                  <a:lnTo>
                    <a:pt x="319034" y="97304"/>
                  </a:lnTo>
                  <a:lnTo>
                    <a:pt x="316747" y="92532"/>
                  </a:lnTo>
                  <a:lnTo>
                    <a:pt x="314309" y="87835"/>
                  </a:lnTo>
                  <a:lnTo>
                    <a:pt x="311725" y="83218"/>
                  </a:lnTo>
                  <a:lnTo>
                    <a:pt x="308995" y="78684"/>
                  </a:lnTo>
                  <a:lnTo>
                    <a:pt x="306124" y="74239"/>
                  </a:lnTo>
                  <a:lnTo>
                    <a:pt x="303113" y="69888"/>
                  </a:lnTo>
                  <a:lnTo>
                    <a:pt x="299966" y="65633"/>
                  </a:lnTo>
                  <a:lnTo>
                    <a:pt x="296685" y="61481"/>
                  </a:lnTo>
                  <a:lnTo>
                    <a:pt x="293275" y="57435"/>
                  </a:lnTo>
                  <a:lnTo>
                    <a:pt x="289739" y="53498"/>
                  </a:lnTo>
                  <a:lnTo>
                    <a:pt x="286080" y="49675"/>
                  </a:lnTo>
                  <a:lnTo>
                    <a:pt x="282301" y="45970"/>
                  </a:lnTo>
                  <a:lnTo>
                    <a:pt x="278408" y="42387"/>
                  </a:lnTo>
                  <a:lnTo>
                    <a:pt x="274402" y="38928"/>
                  </a:lnTo>
                  <a:lnTo>
                    <a:pt x="270290" y="35598"/>
                  </a:lnTo>
                  <a:lnTo>
                    <a:pt x="266074" y="32400"/>
                  </a:lnTo>
                  <a:lnTo>
                    <a:pt x="261759" y="29337"/>
                  </a:lnTo>
                  <a:lnTo>
                    <a:pt x="257349" y="26412"/>
                  </a:lnTo>
                  <a:lnTo>
                    <a:pt x="252849" y="23628"/>
                  </a:lnTo>
                  <a:lnTo>
                    <a:pt x="248262" y="20988"/>
                  </a:lnTo>
                  <a:lnTo>
                    <a:pt x="243595" y="18495"/>
                  </a:lnTo>
                  <a:lnTo>
                    <a:pt x="238851" y="16150"/>
                  </a:lnTo>
                  <a:lnTo>
                    <a:pt x="234035" y="13957"/>
                  </a:lnTo>
                  <a:lnTo>
                    <a:pt x="229152" y="11917"/>
                  </a:lnTo>
                  <a:lnTo>
                    <a:pt x="224208" y="10033"/>
                  </a:lnTo>
                  <a:lnTo>
                    <a:pt x="219205" y="8306"/>
                  </a:lnTo>
                  <a:lnTo>
                    <a:pt x="214151" y="6739"/>
                  </a:lnTo>
                  <a:lnTo>
                    <a:pt x="209050" y="5332"/>
                  </a:lnTo>
                  <a:lnTo>
                    <a:pt x="203907" y="4087"/>
                  </a:lnTo>
                  <a:lnTo>
                    <a:pt x="198726" y="3006"/>
                  </a:lnTo>
                  <a:lnTo>
                    <a:pt x="193515" y="2089"/>
                  </a:lnTo>
                  <a:lnTo>
                    <a:pt x="188277" y="1338"/>
                  </a:lnTo>
                  <a:lnTo>
                    <a:pt x="183017" y="753"/>
                  </a:lnTo>
                  <a:lnTo>
                    <a:pt x="177742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76454" y="2126963"/>
              <a:ext cx="104832" cy="167167"/>
            </a:xfrm>
            <a:custGeom>
              <a:avLst/>
              <a:pathLst>
                <a:path w="104832" h="167167">
                  <a:moveTo>
                    <a:pt x="104832" y="0"/>
                  </a:moveTo>
                  <a:lnTo>
                    <a:pt x="99168" y="96"/>
                  </a:lnTo>
                  <a:lnTo>
                    <a:pt x="93510" y="383"/>
                  </a:lnTo>
                  <a:lnTo>
                    <a:pt x="87865" y="863"/>
                  </a:lnTo>
                  <a:lnTo>
                    <a:pt x="82239" y="1533"/>
                  </a:lnTo>
                  <a:lnTo>
                    <a:pt x="76640" y="2394"/>
                  </a:lnTo>
                  <a:lnTo>
                    <a:pt x="71072" y="3444"/>
                  </a:lnTo>
                  <a:lnTo>
                    <a:pt x="65544" y="4682"/>
                  </a:lnTo>
                  <a:lnTo>
                    <a:pt x="60060" y="6107"/>
                  </a:lnTo>
                  <a:lnTo>
                    <a:pt x="54629" y="7716"/>
                  </a:lnTo>
                  <a:lnTo>
                    <a:pt x="49254" y="9509"/>
                  </a:lnTo>
                  <a:lnTo>
                    <a:pt x="43944" y="11483"/>
                  </a:lnTo>
                  <a:lnTo>
                    <a:pt x="38703" y="13635"/>
                  </a:lnTo>
                  <a:lnTo>
                    <a:pt x="33539" y="15964"/>
                  </a:lnTo>
                  <a:lnTo>
                    <a:pt x="28456" y="18467"/>
                  </a:lnTo>
                  <a:lnTo>
                    <a:pt x="23461" y="21141"/>
                  </a:lnTo>
                  <a:lnTo>
                    <a:pt x="18560" y="23982"/>
                  </a:lnTo>
                  <a:lnTo>
                    <a:pt x="13758" y="26987"/>
                  </a:lnTo>
                  <a:lnTo>
                    <a:pt x="9060" y="30154"/>
                  </a:lnTo>
                  <a:lnTo>
                    <a:pt x="4472" y="33478"/>
                  </a:lnTo>
                  <a:lnTo>
                    <a:pt x="0" y="36955"/>
                  </a:lnTo>
                  <a:lnTo>
                    <a:pt x="10483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614124" y="2127358"/>
              <a:ext cx="334311" cy="333939"/>
            </a:xfrm>
            <a:custGeom>
              <a:avLst/>
              <a:pathLst>
                <a:path w="334311" h="333939">
                  <a:moveTo>
                    <a:pt x="62330" y="36561"/>
                  </a:moveTo>
                  <a:lnTo>
                    <a:pt x="58263" y="39942"/>
                  </a:lnTo>
                  <a:lnTo>
                    <a:pt x="54306" y="43451"/>
                  </a:lnTo>
                  <a:lnTo>
                    <a:pt x="50461" y="47082"/>
                  </a:lnTo>
                  <a:lnTo>
                    <a:pt x="46734" y="50834"/>
                  </a:lnTo>
                  <a:lnTo>
                    <a:pt x="43127" y="54701"/>
                  </a:lnTo>
                  <a:lnTo>
                    <a:pt x="39643" y="58681"/>
                  </a:lnTo>
                  <a:lnTo>
                    <a:pt x="36288" y="62769"/>
                  </a:lnTo>
                  <a:lnTo>
                    <a:pt x="33064" y="66961"/>
                  </a:lnTo>
                  <a:lnTo>
                    <a:pt x="29973" y="71253"/>
                  </a:lnTo>
                  <a:lnTo>
                    <a:pt x="27021" y="75640"/>
                  </a:lnTo>
                  <a:lnTo>
                    <a:pt x="24208" y="80119"/>
                  </a:lnTo>
                  <a:lnTo>
                    <a:pt x="21538" y="84684"/>
                  </a:lnTo>
                  <a:lnTo>
                    <a:pt x="19015" y="89332"/>
                  </a:lnTo>
                  <a:lnTo>
                    <a:pt x="16639" y="94057"/>
                  </a:lnTo>
                  <a:lnTo>
                    <a:pt x="14414" y="98855"/>
                  </a:lnTo>
                  <a:lnTo>
                    <a:pt x="12342" y="103720"/>
                  </a:lnTo>
                  <a:lnTo>
                    <a:pt x="10425" y="108649"/>
                  </a:lnTo>
                  <a:lnTo>
                    <a:pt x="8665" y="113636"/>
                  </a:lnTo>
                  <a:lnTo>
                    <a:pt x="7064" y="118677"/>
                  </a:lnTo>
                  <a:lnTo>
                    <a:pt x="5622" y="123765"/>
                  </a:lnTo>
                  <a:lnTo>
                    <a:pt x="4343" y="128897"/>
                  </a:lnTo>
                  <a:lnTo>
                    <a:pt x="3226" y="134066"/>
                  </a:lnTo>
                  <a:lnTo>
                    <a:pt x="2273" y="139268"/>
                  </a:lnTo>
                  <a:lnTo>
                    <a:pt x="1486" y="144498"/>
                  </a:lnTo>
                  <a:lnTo>
                    <a:pt x="864" y="149750"/>
                  </a:lnTo>
                  <a:lnTo>
                    <a:pt x="409" y="155019"/>
                  </a:lnTo>
                  <a:lnTo>
                    <a:pt x="121" y="160299"/>
                  </a:lnTo>
                  <a:lnTo>
                    <a:pt x="0" y="165587"/>
                  </a:lnTo>
                  <a:lnTo>
                    <a:pt x="46" y="170875"/>
                  </a:lnTo>
                  <a:lnTo>
                    <a:pt x="259" y="176159"/>
                  </a:lnTo>
                  <a:lnTo>
                    <a:pt x="640" y="181434"/>
                  </a:lnTo>
                  <a:lnTo>
                    <a:pt x="1187" y="186694"/>
                  </a:lnTo>
                  <a:lnTo>
                    <a:pt x="1900" y="191935"/>
                  </a:lnTo>
                  <a:lnTo>
                    <a:pt x="2779" y="197150"/>
                  </a:lnTo>
                  <a:lnTo>
                    <a:pt x="3822" y="202334"/>
                  </a:lnTo>
                  <a:lnTo>
                    <a:pt x="5028" y="207484"/>
                  </a:lnTo>
                  <a:lnTo>
                    <a:pt x="6397" y="212592"/>
                  </a:lnTo>
                  <a:lnTo>
                    <a:pt x="7927" y="217654"/>
                  </a:lnTo>
                  <a:lnTo>
                    <a:pt x="9616" y="222666"/>
                  </a:lnTo>
                  <a:lnTo>
                    <a:pt x="11463" y="227622"/>
                  </a:lnTo>
                  <a:lnTo>
                    <a:pt x="13466" y="232516"/>
                  </a:lnTo>
                  <a:lnTo>
                    <a:pt x="15623" y="237345"/>
                  </a:lnTo>
                  <a:lnTo>
                    <a:pt x="17931" y="242104"/>
                  </a:lnTo>
                  <a:lnTo>
                    <a:pt x="20388" y="246787"/>
                  </a:lnTo>
                  <a:lnTo>
                    <a:pt x="22993" y="251389"/>
                  </a:lnTo>
                  <a:lnTo>
                    <a:pt x="25742" y="255907"/>
                  </a:lnTo>
                  <a:lnTo>
                    <a:pt x="28632" y="260336"/>
                  </a:lnTo>
                  <a:lnTo>
                    <a:pt x="31661" y="264672"/>
                  </a:lnTo>
                  <a:lnTo>
                    <a:pt x="34826" y="268909"/>
                  </a:lnTo>
                  <a:lnTo>
                    <a:pt x="38123" y="273044"/>
                  </a:lnTo>
                  <a:lnTo>
                    <a:pt x="41549" y="277073"/>
                  </a:lnTo>
                  <a:lnTo>
                    <a:pt x="45101" y="280991"/>
                  </a:lnTo>
                  <a:lnTo>
                    <a:pt x="48775" y="284795"/>
                  </a:lnTo>
                  <a:lnTo>
                    <a:pt x="52568" y="288481"/>
                  </a:lnTo>
                  <a:lnTo>
                    <a:pt x="56475" y="292045"/>
                  </a:lnTo>
                  <a:lnTo>
                    <a:pt x="60493" y="295483"/>
                  </a:lnTo>
                  <a:lnTo>
                    <a:pt x="64618" y="298793"/>
                  </a:lnTo>
                  <a:lnTo>
                    <a:pt x="68845" y="301971"/>
                  </a:lnTo>
                  <a:lnTo>
                    <a:pt x="73171" y="305013"/>
                  </a:lnTo>
                  <a:lnTo>
                    <a:pt x="77591" y="307917"/>
                  </a:lnTo>
                  <a:lnTo>
                    <a:pt x="82101" y="310680"/>
                  </a:lnTo>
                  <a:lnTo>
                    <a:pt x="86696" y="313299"/>
                  </a:lnTo>
                  <a:lnTo>
                    <a:pt x="91371" y="315771"/>
                  </a:lnTo>
                  <a:lnTo>
                    <a:pt x="96122" y="318094"/>
                  </a:lnTo>
                  <a:lnTo>
                    <a:pt x="100944" y="320265"/>
                  </a:lnTo>
                  <a:lnTo>
                    <a:pt x="105833" y="322283"/>
                  </a:lnTo>
                  <a:lnTo>
                    <a:pt x="110783" y="324145"/>
                  </a:lnTo>
                  <a:lnTo>
                    <a:pt x="115789" y="325850"/>
                  </a:lnTo>
                  <a:lnTo>
                    <a:pt x="120847" y="327396"/>
                  </a:lnTo>
                  <a:lnTo>
                    <a:pt x="125951" y="328780"/>
                  </a:lnTo>
                  <a:lnTo>
                    <a:pt x="131096" y="330003"/>
                  </a:lnTo>
                  <a:lnTo>
                    <a:pt x="136278" y="331062"/>
                  </a:lnTo>
                  <a:lnTo>
                    <a:pt x="141490" y="331957"/>
                  </a:lnTo>
                  <a:lnTo>
                    <a:pt x="146728" y="332686"/>
                  </a:lnTo>
                  <a:lnTo>
                    <a:pt x="151987" y="333250"/>
                  </a:lnTo>
                  <a:lnTo>
                    <a:pt x="157260" y="333646"/>
                  </a:lnTo>
                  <a:lnTo>
                    <a:pt x="162544" y="333876"/>
                  </a:lnTo>
                  <a:lnTo>
                    <a:pt x="167832" y="333939"/>
                  </a:lnTo>
                  <a:lnTo>
                    <a:pt x="173120" y="333834"/>
                  </a:lnTo>
                  <a:lnTo>
                    <a:pt x="178401" y="333562"/>
                  </a:lnTo>
                  <a:lnTo>
                    <a:pt x="183672" y="333123"/>
                  </a:lnTo>
                  <a:lnTo>
                    <a:pt x="188925" y="332517"/>
                  </a:lnTo>
                  <a:lnTo>
                    <a:pt x="194158" y="331746"/>
                  </a:lnTo>
                  <a:lnTo>
                    <a:pt x="199363" y="330809"/>
                  </a:lnTo>
                  <a:lnTo>
                    <a:pt x="204535" y="329709"/>
                  </a:lnTo>
                  <a:lnTo>
                    <a:pt x="209671" y="328445"/>
                  </a:lnTo>
                  <a:lnTo>
                    <a:pt x="214764" y="327019"/>
                  </a:lnTo>
                  <a:lnTo>
                    <a:pt x="219809" y="325434"/>
                  </a:lnTo>
                  <a:lnTo>
                    <a:pt x="224801" y="323689"/>
                  </a:lnTo>
                  <a:lnTo>
                    <a:pt x="229736" y="321787"/>
                  </a:lnTo>
                  <a:lnTo>
                    <a:pt x="234608" y="319730"/>
                  </a:lnTo>
                  <a:lnTo>
                    <a:pt x="239413" y="317520"/>
                  </a:lnTo>
                  <a:lnTo>
                    <a:pt x="244145" y="315159"/>
                  </a:lnTo>
                  <a:lnTo>
                    <a:pt x="248801" y="312650"/>
                  </a:lnTo>
                  <a:lnTo>
                    <a:pt x="253374" y="309994"/>
                  </a:lnTo>
                  <a:lnTo>
                    <a:pt x="257862" y="307196"/>
                  </a:lnTo>
                  <a:lnTo>
                    <a:pt x="262258" y="304256"/>
                  </a:lnTo>
                  <a:lnTo>
                    <a:pt x="266560" y="301179"/>
                  </a:lnTo>
                  <a:lnTo>
                    <a:pt x="270762" y="297968"/>
                  </a:lnTo>
                  <a:lnTo>
                    <a:pt x="274860" y="294625"/>
                  </a:lnTo>
                  <a:lnTo>
                    <a:pt x="278850" y="291154"/>
                  </a:lnTo>
                  <a:lnTo>
                    <a:pt x="282729" y="287559"/>
                  </a:lnTo>
                  <a:lnTo>
                    <a:pt x="286492" y="283843"/>
                  </a:lnTo>
                  <a:lnTo>
                    <a:pt x="290135" y="280010"/>
                  </a:lnTo>
                  <a:lnTo>
                    <a:pt x="293656" y="276063"/>
                  </a:lnTo>
                  <a:lnTo>
                    <a:pt x="297050" y="272007"/>
                  </a:lnTo>
                  <a:lnTo>
                    <a:pt x="300314" y="267846"/>
                  </a:lnTo>
                  <a:lnTo>
                    <a:pt x="303444" y="263583"/>
                  </a:lnTo>
                  <a:lnTo>
                    <a:pt x="306438" y="259224"/>
                  </a:lnTo>
                  <a:lnTo>
                    <a:pt x="309293" y="254772"/>
                  </a:lnTo>
                  <a:lnTo>
                    <a:pt x="312006" y="250232"/>
                  </a:lnTo>
                  <a:lnTo>
                    <a:pt x="314573" y="245609"/>
                  </a:lnTo>
                  <a:lnTo>
                    <a:pt x="316993" y="240906"/>
                  </a:lnTo>
                  <a:lnTo>
                    <a:pt x="319263" y="236129"/>
                  </a:lnTo>
                  <a:lnTo>
                    <a:pt x="321381" y="231283"/>
                  </a:lnTo>
                  <a:lnTo>
                    <a:pt x="323345" y="226373"/>
                  </a:lnTo>
                  <a:lnTo>
                    <a:pt x="325152" y="221403"/>
                  </a:lnTo>
                  <a:lnTo>
                    <a:pt x="326801" y="216378"/>
                  </a:lnTo>
                  <a:lnTo>
                    <a:pt x="328290" y="211303"/>
                  </a:lnTo>
                  <a:lnTo>
                    <a:pt x="329618" y="206184"/>
                  </a:lnTo>
                  <a:lnTo>
                    <a:pt x="330783" y="201025"/>
                  </a:lnTo>
                  <a:lnTo>
                    <a:pt x="331785" y="195832"/>
                  </a:lnTo>
                  <a:lnTo>
                    <a:pt x="332622" y="190610"/>
                  </a:lnTo>
                  <a:lnTo>
                    <a:pt x="333293" y="185365"/>
                  </a:lnTo>
                  <a:lnTo>
                    <a:pt x="333798" y="180100"/>
                  </a:lnTo>
                  <a:lnTo>
                    <a:pt x="334136" y="174822"/>
                  </a:lnTo>
                  <a:lnTo>
                    <a:pt x="334307" y="169536"/>
                  </a:lnTo>
                  <a:lnTo>
                    <a:pt x="334311" y="164248"/>
                  </a:lnTo>
                  <a:lnTo>
                    <a:pt x="334148" y="158962"/>
                  </a:lnTo>
                  <a:lnTo>
                    <a:pt x="333817" y="153684"/>
                  </a:lnTo>
                  <a:lnTo>
                    <a:pt x="333320" y="148418"/>
                  </a:lnTo>
                  <a:lnTo>
                    <a:pt x="332656" y="143172"/>
                  </a:lnTo>
                  <a:lnTo>
                    <a:pt x="331826" y="137948"/>
                  </a:lnTo>
                  <a:lnTo>
                    <a:pt x="330832" y="132754"/>
                  </a:lnTo>
                  <a:lnTo>
                    <a:pt x="329674" y="127594"/>
                  </a:lnTo>
                  <a:lnTo>
                    <a:pt x="328354" y="122473"/>
                  </a:lnTo>
                  <a:lnTo>
                    <a:pt x="326872" y="117396"/>
                  </a:lnTo>
                  <a:lnTo>
                    <a:pt x="325230" y="112369"/>
                  </a:lnTo>
                  <a:lnTo>
                    <a:pt x="323430" y="107396"/>
                  </a:lnTo>
                  <a:lnTo>
                    <a:pt x="321473" y="102483"/>
                  </a:lnTo>
                  <a:lnTo>
                    <a:pt x="319362" y="97633"/>
                  </a:lnTo>
                  <a:lnTo>
                    <a:pt x="317099" y="92854"/>
                  </a:lnTo>
                  <a:lnTo>
                    <a:pt x="314686" y="88148"/>
                  </a:lnTo>
                  <a:lnTo>
                    <a:pt x="312125" y="83520"/>
                  </a:lnTo>
                  <a:lnTo>
                    <a:pt x="309419" y="78977"/>
                  </a:lnTo>
                  <a:lnTo>
                    <a:pt x="306571" y="74521"/>
                  </a:lnTo>
                  <a:lnTo>
                    <a:pt x="303583" y="70157"/>
                  </a:lnTo>
                  <a:lnTo>
                    <a:pt x="300458" y="65890"/>
                  </a:lnTo>
                  <a:lnTo>
                    <a:pt x="297200" y="61724"/>
                  </a:lnTo>
                  <a:lnTo>
                    <a:pt x="293812" y="57663"/>
                  </a:lnTo>
                  <a:lnTo>
                    <a:pt x="290297" y="53711"/>
                  </a:lnTo>
                  <a:lnTo>
                    <a:pt x="286659" y="49873"/>
                  </a:lnTo>
                  <a:lnTo>
                    <a:pt x="282902" y="46151"/>
                  </a:lnTo>
                  <a:lnTo>
                    <a:pt x="279028" y="42551"/>
                  </a:lnTo>
                  <a:lnTo>
                    <a:pt x="275043" y="39074"/>
                  </a:lnTo>
                  <a:lnTo>
                    <a:pt x="270949" y="35726"/>
                  </a:lnTo>
                  <a:lnTo>
                    <a:pt x="266752" y="32508"/>
                  </a:lnTo>
                  <a:lnTo>
                    <a:pt x="262455" y="29425"/>
                  </a:lnTo>
                  <a:lnTo>
                    <a:pt x="258063" y="26479"/>
                  </a:lnTo>
                  <a:lnTo>
                    <a:pt x="253580" y="23674"/>
                  </a:lnTo>
                  <a:lnTo>
                    <a:pt x="249010" y="21012"/>
                  </a:lnTo>
                  <a:lnTo>
                    <a:pt x="244358" y="18496"/>
                  </a:lnTo>
                  <a:lnTo>
                    <a:pt x="239629" y="16129"/>
                  </a:lnTo>
                  <a:lnTo>
                    <a:pt x="234827" y="13912"/>
                  </a:lnTo>
                  <a:lnTo>
                    <a:pt x="229958" y="11848"/>
                  </a:lnTo>
                  <a:lnTo>
                    <a:pt x="225026" y="9939"/>
                  </a:lnTo>
                  <a:lnTo>
                    <a:pt x="220036" y="8187"/>
                  </a:lnTo>
                  <a:lnTo>
                    <a:pt x="214993" y="6594"/>
                  </a:lnTo>
                  <a:lnTo>
                    <a:pt x="209902" y="5161"/>
                  </a:lnTo>
                  <a:lnTo>
                    <a:pt x="204769" y="3890"/>
                  </a:lnTo>
                  <a:lnTo>
                    <a:pt x="199598" y="2782"/>
                  </a:lnTo>
                  <a:lnTo>
                    <a:pt x="194394" y="1838"/>
                  </a:lnTo>
                  <a:lnTo>
                    <a:pt x="189163" y="1059"/>
                  </a:lnTo>
                  <a:lnTo>
                    <a:pt x="183910" y="446"/>
                  </a:lnTo>
                  <a:lnTo>
                    <a:pt x="178640" y="0"/>
                  </a:lnTo>
                  <a:lnTo>
                    <a:pt x="167163" y="1667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2126963"/>
              <a:ext cx="11477" cy="167167"/>
            </a:xfrm>
            <a:custGeom>
              <a:avLst/>
              <a:pathLst>
                <a:path w="11477" h="167167">
                  <a:moveTo>
                    <a:pt x="11477" y="39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423600" y="2633064"/>
              <a:ext cx="334300" cy="334334"/>
            </a:xfrm>
            <a:custGeom>
              <a:avLst/>
              <a:pathLst>
                <a:path w="334300" h="334334">
                  <a:moveTo>
                    <a:pt x="167148" y="0"/>
                  </a:moveTo>
                  <a:lnTo>
                    <a:pt x="161846" y="84"/>
                  </a:lnTo>
                  <a:lnTo>
                    <a:pt x="156550" y="336"/>
                  </a:lnTo>
                  <a:lnTo>
                    <a:pt x="151265" y="756"/>
                  </a:lnTo>
                  <a:lnTo>
                    <a:pt x="145995" y="1343"/>
                  </a:lnTo>
                  <a:lnTo>
                    <a:pt x="140747" y="2097"/>
                  </a:lnTo>
                  <a:lnTo>
                    <a:pt x="135526" y="3018"/>
                  </a:lnTo>
                  <a:lnTo>
                    <a:pt x="130336" y="4103"/>
                  </a:lnTo>
                  <a:lnTo>
                    <a:pt x="125183" y="5353"/>
                  </a:lnTo>
                  <a:lnTo>
                    <a:pt x="120072" y="6765"/>
                  </a:lnTo>
                  <a:lnTo>
                    <a:pt x="115009" y="8338"/>
                  </a:lnTo>
                  <a:lnTo>
                    <a:pt x="109998" y="10072"/>
                  </a:lnTo>
                  <a:lnTo>
                    <a:pt x="105045" y="11963"/>
                  </a:lnTo>
                  <a:lnTo>
                    <a:pt x="100154" y="14011"/>
                  </a:lnTo>
                  <a:lnTo>
                    <a:pt x="95331" y="16212"/>
                  </a:lnTo>
                  <a:lnTo>
                    <a:pt x="90580" y="18566"/>
                  </a:lnTo>
                  <a:lnTo>
                    <a:pt x="85906" y="21069"/>
                  </a:lnTo>
                  <a:lnTo>
                    <a:pt x="81313" y="23719"/>
                  </a:lnTo>
                  <a:lnTo>
                    <a:pt x="76807" y="26513"/>
                  </a:lnTo>
                  <a:lnTo>
                    <a:pt x="72392" y="29449"/>
                  </a:lnTo>
                  <a:lnTo>
                    <a:pt x="68072" y="32523"/>
                  </a:lnTo>
                  <a:lnTo>
                    <a:pt x="63852" y="35733"/>
                  </a:lnTo>
                  <a:lnTo>
                    <a:pt x="59736" y="39075"/>
                  </a:lnTo>
                  <a:lnTo>
                    <a:pt x="55728" y="42545"/>
                  </a:lnTo>
                  <a:lnTo>
                    <a:pt x="51832" y="46142"/>
                  </a:lnTo>
                  <a:lnTo>
                    <a:pt x="48051" y="49860"/>
                  </a:lnTo>
                  <a:lnTo>
                    <a:pt x="44391" y="53696"/>
                  </a:lnTo>
                  <a:lnTo>
                    <a:pt x="40854" y="57646"/>
                  </a:lnTo>
                  <a:lnTo>
                    <a:pt x="37445" y="61706"/>
                  </a:lnTo>
                  <a:lnTo>
                    <a:pt x="34165" y="65872"/>
                  </a:lnTo>
                  <a:lnTo>
                    <a:pt x="31020" y="70141"/>
                  </a:lnTo>
                  <a:lnTo>
                    <a:pt x="28011" y="74506"/>
                  </a:lnTo>
                  <a:lnTo>
                    <a:pt x="25143" y="78966"/>
                  </a:lnTo>
                  <a:lnTo>
                    <a:pt x="22417" y="83513"/>
                  </a:lnTo>
                  <a:lnTo>
                    <a:pt x="19837" y="88145"/>
                  </a:lnTo>
                  <a:lnTo>
                    <a:pt x="17405" y="92857"/>
                  </a:lnTo>
                  <a:lnTo>
                    <a:pt x="15124" y="97643"/>
                  </a:lnTo>
                  <a:lnTo>
                    <a:pt x="12995" y="102499"/>
                  </a:lnTo>
                  <a:lnTo>
                    <a:pt x="11022" y="107420"/>
                  </a:lnTo>
                  <a:lnTo>
                    <a:pt x="9206" y="112402"/>
                  </a:lnTo>
                  <a:lnTo>
                    <a:pt x="7548" y="117438"/>
                  </a:lnTo>
                  <a:lnTo>
                    <a:pt x="6052" y="122525"/>
                  </a:lnTo>
                  <a:lnTo>
                    <a:pt x="4717" y="127656"/>
                  </a:lnTo>
                  <a:lnTo>
                    <a:pt x="3545" y="132827"/>
                  </a:lnTo>
                  <a:lnTo>
                    <a:pt x="2539" y="138033"/>
                  </a:lnTo>
                  <a:lnTo>
                    <a:pt x="1698" y="143268"/>
                  </a:lnTo>
                  <a:lnTo>
                    <a:pt x="1023" y="148527"/>
                  </a:lnTo>
                  <a:lnTo>
                    <a:pt x="515" y="153804"/>
                  </a:lnTo>
                  <a:lnTo>
                    <a:pt x="175" y="159096"/>
                  </a:lnTo>
                  <a:lnTo>
                    <a:pt x="3" y="164395"/>
                  </a:lnTo>
                  <a:lnTo>
                    <a:pt x="0" y="169697"/>
                  </a:lnTo>
                  <a:lnTo>
                    <a:pt x="164" y="174997"/>
                  </a:lnTo>
                  <a:lnTo>
                    <a:pt x="496" y="180288"/>
                  </a:lnTo>
                  <a:lnTo>
                    <a:pt x="996" y="185567"/>
                  </a:lnTo>
                  <a:lnTo>
                    <a:pt x="1663" y="190827"/>
                  </a:lnTo>
                  <a:lnTo>
                    <a:pt x="2497" y="196063"/>
                  </a:lnTo>
                  <a:lnTo>
                    <a:pt x="3496" y="201270"/>
                  </a:lnTo>
                  <a:lnTo>
                    <a:pt x="4660" y="206443"/>
                  </a:lnTo>
                  <a:lnTo>
                    <a:pt x="5987" y="211576"/>
                  </a:lnTo>
                  <a:lnTo>
                    <a:pt x="7476" y="216665"/>
                  </a:lnTo>
                  <a:lnTo>
                    <a:pt x="9126" y="221703"/>
                  </a:lnTo>
                  <a:lnTo>
                    <a:pt x="10936" y="226687"/>
                  </a:lnTo>
                  <a:lnTo>
                    <a:pt x="12902" y="231611"/>
                  </a:lnTo>
                  <a:lnTo>
                    <a:pt x="15023" y="236471"/>
                  </a:lnTo>
                  <a:lnTo>
                    <a:pt x="17297" y="241260"/>
                  </a:lnTo>
                  <a:lnTo>
                    <a:pt x="19722" y="245975"/>
                  </a:lnTo>
                  <a:lnTo>
                    <a:pt x="22296" y="250611"/>
                  </a:lnTo>
                  <a:lnTo>
                    <a:pt x="25015" y="255163"/>
                  </a:lnTo>
                  <a:lnTo>
                    <a:pt x="27877" y="259626"/>
                  </a:lnTo>
                  <a:lnTo>
                    <a:pt x="30879" y="263996"/>
                  </a:lnTo>
                  <a:lnTo>
                    <a:pt x="34019" y="268269"/>
                  </a:lnTo>
                  <a:lnTo>
                    <a:pt x="37292" y="272440"/>
                  </a:lnTo>
                  <a:lnTo>
                    <a:pt x="40696" y="276505"/>
                  </a:lnTo>
                  <a:lnTo>
                    <a:pt x="44227" y="280460"/>
                  </a:lnTo>
                  <a:lnTo>
                    <a:pt x="47882" y="284302"/>
                  </a:lnTo>
                  <a:lnTo>
                    <a:pt x="51656" y="288025"/>
                  </a:lnTo>
                  <a:lnTo>
                    <a:pt x="55547" y="291627"/>
                  </a:lnTo>
                  <a:lnTo>
                    <a:pt x="59550" y="295104"/>
                  </a:lnTo>
                  <a:lnTo>
                    <a:pt x="63662" y="298451"/>
                  </a:lnTo>
                  <a:lnTo>
                    <a:pt x="67877" y="301667"/>
                  </a:lnTo>
                  <a:lnTo>
                    <a:pt x="72193" y="304748"/>
                  </a:lnTo>
                  <a:lnTo>
                    <a:pt x="76604" y="307690"/>
                  </a:lnTo>
                  <a:lnTo>
                    <a:pt x="81106" y="310491"/>
                  </a:lnTo>
                  <a:lnTo>
                    <a:pt x="85694" y="313147"/>
                  </a:lnTo>
                  <a:lnTo>
                    <a:pt x="90365" y="315657"/>
                  </a:lnTo>
                  <a:lnTo>
                    <a:pt x="95112" y="318017"/>
                  </a:lnTo>
                  <a:lnTo>
                    <a:pt x="99933" y="320226"/>
                  </a:lnTo>
                  <a:lnTo>
                    <a:pt x="104820" y="322281"/>
                  </a:lnTo>
                  <a:lnTo>
                    <a:pt x="109771" y="324179"/>
                  </a:lnTo>
                  <a:lnTo>
                    <a:pt x="114779" y="325920"/>
                  </a:lnTo>
                  <a:lnTo>
                    <a:pt x="119840" y="327501"/>
                  </a:lnTo>
                  <a:lnTo>
                    <a:pt x="124949" y="328920"/>
                  </a:lnTo>
                  <a:lnTo>
                    <a:pt x="130100" y="330177"/>
                  </a:lnTo>
                  <a:lnTo>
                    <a:pt x="135288" y="331270"/>
                  </a:lnTo>
                  <a:lnTo>
                    <a:pt x="140508" y="332198"/>
                  </a:lnTo>
                  <a:lnTo>
                    <a:pt x="145755" y="332960"/>
                  </a:lnTo>
                  <a:lnTo>
                    <a:pt x="151024" y="333555"/>
                  </a:lnTo>
                  <a:lnTo>
                    <a:pt x="156309" y="333983"/>
                  </a:lnTo>
                  <a:lnTo>
                    <a:pt x="161604" y="334242"/>
                  </a:lnTo>
                  <a:lnTo>
                    <a:pt x="166906" y="334334"/>
                  </a:lnTo>
                  <a:lnTo>
                    <a:pt x="172207" y="334258"/>
                  </a:lnTo>
                  <a:lnTo>
                    <a:pt x="177504" y="334013"/>
                  </a:lnTo>
                  <a:lnTo>
                    <a:pt x="182790" y="333601"/>
                  </a:lnTo>
                  <a:lnTo>
                    <a:pt x="188060" y="333021"/>
                  </a:lnTo>
                  <a:lnTo>
                    <a:pt x="193309" y="332275"/>
                  </a:lnTo>
                  <a:lnTo>
                    <a:pt x="198532" y="331362"/>
                  </a:lnTo>
                  <a:lnTo>
                    <a:pt x="203724" y="330284"/>
                  </a:lnTo>
                  <a:lnTo>
                    <a:pt x="208878" y="329042"/>
                  </a:lnTo>
                  <a:lnTo>
                    <a:pt x="213991" y="327637"/>
                  </a:lnTo>
                  <a:lnTo>
                    <a:pt x="219056" y="326071"/>
                  </a:lnTo>
                  <a:lnTo>
                    <a:pt x="224070" y="324345"/>
                  </a:lnTo>
                  <a:lnTo>
                    <a:pt x="229026" y="322461"/>
                  </a:lnTo>
                  <a:lnTo>
                    <a:pt x="233919" y="320420"/>
                  </a:lnTo>
                  <a:lnTo>
                    <a:pt x="238746" y="318225"/>
                  </a:lnTo>
                  <a:lnTo>
                    <a:pt x="243500" y="315879"/>
                  </a:lnTo>
                  <a:lnTo>
                    <a:pt x="248178" y="313383"/>
                  </a:lnTo>
                  <a:lnTo>
                    <a:pt x="252774" y="310739"/>
                  </a:lnTo>
                  <a:lnTo>
                    <a:pt x="257284" y="307952"/>
                  </a:lnTo>
                  <a:lnTo>
                    <a:pt x="261704" y="305022"/>
                  </a:lnTo>
                  <a:lnTo>
                    <a:pt x="266028" y="301954"/>
                  </a:lnTo>
                  <a:lnTo>
                    <a:pt x="270253" y="298751"/>
                  </a:lnTo>
                  <a:lnTo>
                    <a:pt x="274374" y="295415"/>
                  </a:lnTo>
                  <a:lnTo>
                    <a:pt x="278387" y="291950"/>
                  </a:lnTo>
                  <a:lnTo>
                    <a:pt x="282289" y="288359"/>
                  </a:lnTo>
                  <a:lnTo>
                    <a:pt x="286074" y="284647"/>
                  </a:lnTo>
                  <a:lnTo>
                    <a:pt x="289740" y="280816"/>
                  </a:lnTo>
                  <a:lnTo>
                    <a:pt x="293283" y="276871"/>
                  </a:lnTo>
                  <a:lnTo>
                    <a:pt x="296698" y="272816"/>
                  </a:lnTo>
                  <a:lnTo>
                    <a:pt x="299983" y="268654"/>
                  </a:lnTo>
                  <a:lnTo>
                    <a:pt x="303135" y="264390"/>
                  </a:lnTo>
                  <a:lnTo>
                    <a:pt x="306150" y="260029"/>
                  </a:lnTo>
                  <a:lnTo>
                    <a:pt x="309025" y="255574"/>
                  </a:lnTo>
                  <a:lnTo>
                    <a:pt x="311757" y="251030"/>
                  </a:lnTo>
                  <a:lnTo>
                    <a:pt x="314344" y="246402"/>
                  </a:lnTo>
                  <a:lnTo>
                    <a:pt x="316783" y="241694"/>
                  </a:lnTo>
                  <a:lnTo>
                    <a:pt x="319071" y="236911"/>
                  </a:lnTo>
                  <a:lnTo>
                    <a:pt x="321207" y="232058"/>
                  </a:lnTo>
                  <a:lnTo>
                    <a:pt x="323187" y="227140"/>
                  </a:lnTo>
                  <a:lnTo>
                    <a:pt x="325010" y="222161"/>
                  </a:lnTo>
                  <a:lnTo>
                    <a:pt x="326675" y="217127"/>
                  </a:lnTo>
                  <a:lnTo>
                    <a:pt x="328179" y="212043"/>
                  </a:lnTo>
                  <a:lnTo>
                    <a:pt x="329521" y="206913"/>
                  </a:lnTo>
                  <a:lnTo>
                    <a:pt x="330700" y="201744"/>
                  </a:lnTo>
                  <a:lnTo>
                    <a:pt x="331715" y="196540"/>
                  </a:lnTo>
                  <a:lnTo>
                    <a:pt x="332563" y="191306"/>
                  </a:lnTo>
                  <a:lnTo>
                    <a:pt x="333246" y="186048"/>
                  </a:lnTo>
                  <a:lnTo>
                    <a:pt x="333761" y="180771"/>
                  </a:lnTo>
                  <a:lnTo>
                    <a:pt x="334108" y="175480"/>
                  </a:lnTo>
                  <a:lnTo>
                    <a:pt x="334288" y="170181"/>
                  </a:lnTo>
                  <a:lnTo>
                    <a:pt x="334300" y="164879"/>
                  </a:lnTo>
                  <a:lnTo>
                    <a:pt x="334143" y="159579"/>
                  </a:lnTo>
                  <a:lnTo>
                    <a:pt x="333818" y="154287"/>
                  </a:lnTo>
                  <a:lnTo>
                    <a:pt x="333326" y="149008"/>
                  </a:lnTo>
                  <a:lnTo>
                    <a:pt x="332667" y="143747"/>
                  </a:lnTo>
                  <a:lnTo>
                    <a:pt x="331841" y="138510"/>
                  </a:lnTo>
                  <a:lnTo>
                    <a:pt x="330849" y="133301"/>
                  </a:lnTo>
                  <a:lnTo>
                    <a:pt x="329693" y="128127"/>
                  </a:lnTo>
                  <a:lnTo>
                    <a:pt x="328373" y="122991"/>
                  </a:lnTo>
                  <a:lnTo>
                    <a:pt x="326891" y="117901"/>
                  </a:lnTo>
                  <a:lnTo>
                    <a:pt x="325248" y="112859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590748" y="2745924"/>
              <a:ext cx="158100" cy="54307"/>
            </a:xfrm>
            <a:custGeom>
              <a:avLst/>
              <a:pathLst>
                <a:path w="158100" h="54307">
                  <a:moveTo>
                    <a:pt x="158100" y="0"/>
                  </a:moveTo>
                  <a:lnTo>
                    <a:pt x="0" y="543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90748" y="2745924"/>
              <a:ext cx="158100" cy="54307"/>
            </a:xfrm>
            <a:custGeom>
              <a:avLst/>
              <a:pathLst>
                <a:path w="158100" h="54307">
                  <a:moveTo>
                    <a:pt x="158100" y="0"/>
                  </a:moveTo>
                  <a:lnTo>
                    <a:pt x="0" y="543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90748" y="2745924"/>
              <a:ext cx="158100" cy="54307"/>
            </a:xfrm>
            <a:custGeom>
              <a:avLst/>
              <a:pathLst>
                <a:path w="158100" h="54307">
                  <a:moveTo>
                    <a:pt x="158100" y="0"/>
                  </a:moveTo>
                  <a:lnTo>
                    <a:pt x="0" y="543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590748" y="2745924"/>
              <a:ext cx="158100" cy="54307"/>
            </a:xfrm>
            <a:custGeom>
              <a:avLst/>
              <a:pathLst>
                <a:path w="158100" h="54307">
                  <a:moveTo>
                    <a:pt x="158100" y="0"/>
                  </a:moveTo>
                  <a:lnTo>
                    <a:pt x="0" y="543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90748" y="2745924"/>
              <a:ext cx="158100" cy="54307"/>
            </a:xfrm>
            <a:custGeom>
              <a:avLst/>
              <a:pathLst>
                <a:path w="158100" h="54307">
                  <a:moveTo>
                    <a:pt x="158100" y="0"/>
                  </a:moveTo>
                  <a:lnTo>
                    <a:pt x="0" y="543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90748" y="2745924"/>
              <a:ext cx="158100" cy="54307"/>
            </a:xfrm>
            <a:custGeom>
              <a:avLst/>
              <a:pathLst>
                <a:path w="158100" h="54307">
                  <a:moveTo>
                    <a:pt x="158100" y="0"/>
                  </a:moveTo>
                  <a:lnTo>
                    <a:pt x="0" y="543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90748" y="2745924"/>
              <a:ext cx="158100" cy="54307"/>
            </a:xfrm>
            <a:custGeom>
              <a:avLst/>
              <a:pathLst>
                <a:path w="158100" h="54307">
                  <a:moveTo>
                    <a:pt x="158100" y="0"/>
                  </a:moveTo>
                  <a:lnTo>
                    <a:pt x="0" y="543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90748" y="2745924"/>
              <a:ext cx="158100" cy="54307"/>
            </a:xfrm>
            <a:custGeom>
              <a:avLst/>
              <a:pathLst>
                <a:path w="158100" h="54307">
                  <a:moveTo>
                    <a:pt x="158100" y="0"/>
                  </a:moveTo>
                  <a:lnTo>
                    <a:pt x="0" y="54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90748" y="2745924"/>
              <a:ext cx="158100" cy="54307"/>
            </a:xfrm>
            <a:custGeom>
              <a:avLst/>
              <a:pathLst>
                <a:path w="158100" h="54307">
                  <a:moveTo>
                    <a:pt x="158100" y="0"/>
                  </a:moveTo>
                  <a:lnTo>
                    <a:pt x="0" y="54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90748" y="2745924"/>
              <a:ext cx="158100" cy="54307"/>
            </a:xfrm>
            <a:custGeom>
              <a:avLst/>
              <a:pathLst>
                <a:path w="158100" h="54307">
                  <a:moveTo>
                    <a:pt x="158100" y="0"/>
                  </a:moveTo>
                  <a:lnTo>
                    <a:pt x="0" y="54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90748" y="2745924"/>
              <a:ext cx="158100" cy="54307"/>
            </a:xfrm>
            <a:custGeom>
              <a:avLst/>
              <a:pathLst>
                <a:path w="158100" h="54307">
                  <a:moveTo>
                    <a:pt x="158100" y="0"/>
                  </a:moveTo>
                  <a:lnTo>
                    <a:pt x="0" y="54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90748" y="2745924"/>
              <a:ext cx="158100" cy="54307"/>
            </a:xfrm>
            <a:custGeom>
              <a:avLst/>
              <a:pathLst>
                <a:path w="158100" h="54307">
                  <a:moveTo>
                    <a:pt x="158100" y="0"/>
                  </a:moveTo>
                  <a:lnTo>
                    <a:pt x="0" y="543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90748" y="2745924"/>
              <a:ext cx="158100" cy="54307"/>
            </a:xfrm>
            <a:custGeom>
              <a:avLst/>
              <a:pathLst>
                <a:path w="158100" h="54307">
                  <a:moveTo>
                    <a:pt x="158100" y="0"/>
                  </a:moveTo>
                  <a:lnTo>
                    <a:pt x="0" y="543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90748" y="2643327"/>
              <a:ext cx="158100" cy="156904"/>
            </a:xfrm>
            <a:custGeom>
              <a:avLst/>
              <a:pathLst>
                <a:path w="158100" h="156904">
                  <a:moveTo>
                    <a:pt x="158100" y="102596"/>
                  </a:moveTo>
                  <a:lnTo>
                    <a:pt x="156229" y="97429"/>
                  </a:lnTo>
                  <a:lnTo>
                    <a:pt x="154190" y="92325"/>
                  </a:lnTo>
                  <a:lnTo>
                    <a:pt x="151983" y="87292"/>
                  </a:lnTo>
                  <a:lnTo>
                    <a:pt x="149613" y="82333"/>
                  </a:lnTo>
                  <a:lnTo>
                    <a:pt x="147081" y="77456"/>
                  </a:lnTo>
                  <a:lnTo>
                    <a:pt x="144390" y="72664"/>
                  </a:lnTo>
                  <a:lnTo>
                    <a:pt x="141543" y="67963"/>
                  </a:lnTo>
                  <a:lnTo>
                    <a:pt x="138543" y="63358"/>
                  </a:lnTo>
                  <a:lnTo>
                    <a:pt x="135393" y="58855"/>
                  </a:lnTo>
                  <a:lnTo>
                    <a:pt x="132097" y="54457"/>
                  </a:lnTo>
                  <a:lnTo>
                    <a:pt x="128658" y="50170"/>
                  </a:lnTo>
                  <a:lnTo>
                    <a:pt x="125079" y="45999"/>
                  </a:lnTo>
                  <a:lnTo>
                    <a:pt x="121366" y="41947"/>
                  </a:lnTo>
                  <a:lnTo>
                    <a:pt x="117522" y="38020"/>
                  </a:lnTo>
                  <a:lnTo>
                    <a:pt x="113550" y="34221"/>
                  </a:lnTo>
                  <a:lnTo>
                    <a:pt x="109456" y="30554"/>
                  </a:lnTo>
                  <a:lnTo>
                    <a:pt x="105244" y="27025"/>
                  </a:lnTo>
                  <a:lnTo>
                    <a:pt x="100918" y="23635"/>
                  </a:lnTo>
                  <a:lnTo>
                    <a:pt x="96482" y="20390"/>
                  </a:lnTo>
                  <a:lnTo>
                    <a:pt x="91943" y="17292"/>
                  </a:lnTo>
                  <a:lnTo>
                    <a:pt x="87304" y="14345"/>
                  </a:lnTo>
                  <a:lnTo>
                    <a:pt x="82570" y="11553"/>
                  </a:lnTo>
                  <a:lnTo>
                    <a:pt x="77748" y="8917"/>
                  </a:lnTo>
                  <a:lnTo>
                    <a:pt x="72841" y="6441"/>
                  </a:lnTo>
                  <a:lnTo>
                    <a:pt x="67856" y="4128"/>
                  </a:lnTo>
                  <a:lnTo>
                    <a:pt x="62797" y="1980"/>
                  </a:lnTo>
                  <a:lnTo>
                    <a:pt x="57671" y="0"/>
                  </a:lnTo>
                  <a:lnTo>
                    <a:pt x="0" y="1569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90748" y="2633064"/>
              <a:ext cx="57671" cy="167167"/>
            </a:xfrm>
            <a:custGeom>
              <a:avLst/>
              <a:pathLst>
                <a:path w="57671" h="167167">
                  <a:moveTo>
                    <a:pt x="57671" y="10263"/>
                  </a:moveTo>
                  <a:lnTo>
                    <a:pt x="52110" y="8329"/>
                  </a:lnTo>
                  <a:lnTo>
                    <a:pt x="46484" y="6592"/>
                  </a:lnTo>
                  <a:lnTo>
                    <a:pt x="40800" y="5055"/>
                  </a:lnTo>
                  <a:lnTo>
                    <a:pt x="35066" y="3719"/>
                  </a:lnTo>
                  <a:lnTo>
                    <a:pt x="29288" y="2585"/>
                  </a:lnTo>
                  <a:lnTo>
                    <a:pt x="23474" y="1656"/>
                  </a:lnTo>
                  <a:lnTo>
                    <a:pt x="17631" y="932"/>
                  </a:lnTo>
                  <a:lnTo>
                    <a:pt x="11766" y="414"/>
                  </a:lnTo>
                  <a:lnTo>
                    <a:pt x="5886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358833" y="3170392"/>
              <a:ext cx="334296" cy="334334"/>
            </a:xfrm>
            <a:custGeom>
              <a:avLst/>
              <a:pathLst>
                <a:path w="334296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2" y="336"/>
                  </a:lnTo>
                  <a:lnTo>
                    <a:pt x="151253" y="757"/>
                  </a:lnTo>
                  <a:lnTo>
                    <a:pt x="145980" y="1345"/>
                  </a:lnTo>
                  <a:lnTo>
                    <a:pt x="140728" y="2100"/>
                  </a:lnTo>
                  <a:lnTo>
                    <a:pt x="135503" y="3022"/>
                  </a:lnTo>
                  <a:lnTo>
                    <a:pt x="130310" y="4109"/>
                  </a:lnTo>
                  <a:lnTo>
                    <a:pt x="125153" y="5360"/>
                  </a:lnTo>
                  <a:lnTo>
                    <a:pt x="120040" y="6774"/>
                  </a:lnTo>
                  <a:lnTo>
                    <a:pt x="114973" y="8350"/>
                  </a:lnTo>
                  <a:lnTo>
                    <a:pt x="109959" y="10086"/>
                  </a:lnTo>
                  <a:lnTo>
                    <a:pt x="105003" y="11980"/>
                  </a:lnTo>
                  <a:lnTo>
                    <a:pt x="100109" y="14030"/>
                  </a:lnTo>
                  <a:lnTo>
                    <a:pt x="95283" y="16235"/>
                  </a:lnTo>
                  <a:lnTo>
                    <a:pt x="90530" y="18591"/>
                  </a:lnTo>
                  <a:lnTo>
                    <a:pt x="85853" y="21098"/>
                  </a:lnTo>
                  <a:lnTo>
                    <a:pt x="81258" y="23751"/>
                  </a:lnTo>
                  <a:lnTo>
                    <a:pt x="76750" y="26549"/>
                  </a:lnTo>
                  <a:lnTo>
                    <a:pt x="72333" y="29489"/>
                  </a:lnTo>
                  <a:lnTo>
                    <a:pt x="68012" y="32567"/>
                  </a:lnTo>
                  <a:lnTo>
                    <a:pt x="63790" y="35781"/>
                  </a:lnTo>
                  <a:lnTo>
                    <a:pt x="59673" y="39127"/>
                  </a:lnTo>
                  <a:lnTo>
                    <a:pt x="55663" y="42602"/>
                  </a:lnTo>
                  <a:lnTo>
                    <a:pt x="51766" y="46203"/>
                  </a:lnTo>
                  <a:lnTo>
                    <a:pt x="47986" y="49925"/>
                  </a:lnTo>
                  <a:lnTo>
                    <a:pt x="44325" y="53766"/>
                  </a:lnTo>
                  <a:lnTo>
                    <a:pt x="40788" y="57721"/>
                  </a:lnTo>
                  <a:lnTo>
                    <a:pt x="37378" y="61786"/>
                  </a:lnTo>
                  <a:lnTo>
                    <a:pt x="34099" y="65958"/>
                  </a:lnTo>
                  <a:lnTo>
                    <a:pt x="30955" y="70231"/>
                  </a:lnTo>
                  <a:lnTo>
                    <a:pt x="27947" y="74602"/>
                  </a:lnTo>
                  <a:lnTo>
                    <a:pt x="25079" y="79066"/>
                  </a:lnTo>
                  <a:lnTo>
                    <a:pt x="22355" y="83619"/>
                  </a:lnTo>
                  <a:lnTo>
                    <a:pt x="19776" y="88256"/>
                  </a:lnTo>
                  <a:lnTo>
                    <a:pt x="17346" y="92973"/>
                  </a:lnTo>
                  <a:lnTo>
                    <a:pt x="15067" y="97764"/>
                  </a:lnTo>
                  <a:lnTo>
                    <a:pt x="12941" y="102625"/>
                  </a:lnTo>
                  <a:lnTo>
                    <a:pt x="10971" y="107552"/>
                  </a:lnTo>
                  <a:lnTo>
                    <a:pt x="9158" y="112538"/>
                  </a:lnTo>
                  <a:lnTo>
                    <a:pt x="7503" y="117579"/>
                  </a:lnTo>
                  <a:lnTo>
                    <a:pt x="6010" y="122671"/>
                  </a:lnTo>
                  <a:lnTo>
                    <a:pt x="4679" y="127807"/>
                  </a:lnTo>
                  <a:lnTo>
                    <a:pt x="3512" y="132983"/>
                  </a:lnTo>
                  <a:lnTo>
                    <a:pt x="2510" y="138193"/>
                  </a:lnTo>
                  <a:lnTo>
                    <a:pt x="1673" y="143432"/>
                  </a:lnTo>
                  <a:lnTo>
                    <a:pt x="1003" y="148696"/>
                  </a:lnTo>
                  <a:lnTo>
                    <a:pt x="501" y="153978"/>
                  </a:lnTo>
                  <a:lnTo>
                    <a:pt x="166" y="159273"/>
                  </a:lnTo>
                  <a:lnTo>
                    <a:pt x="0" y="164576"/>
                  </a:lnTo>
                  <a:lnTo>
                    <a:pt x="1" y="169882"/>
                  </a:lnTo>
                  <a:lnTo>
                    <a:pt x="172" y="175185"/>
                  </a:lnTo>
                  <a:lnTo>
                    <a:pt x="510" y="180480"/>
                  </a:lnTo>
                  <a:lnTo>
                    <a:pt x="1017" y="185761"/>
                  </a:lnTo>
                  <a:lnTo>
                    <a:pt x="1691" y="191024"/>
                  </a:lnTo>
                  <a:lnTo>
                    <a:pt x="2531" y="196263"/>
                  </a:lnTo>
                  <a:lnTo>
                    <a:pt x="3537" y="201473"/>
                  </a:lnTo>
                  <a:lnTo>
                    <a:pt x="4708" y="206648"/>
                  </a:lnTo>
                  <a:lnTo>
                    <a:pt x="6043" y="211783"/>
                  </a:lnTo>
                  <a:lnTo>
                    <a:pt x="7540" y="216873"/>
                  </a:lnTo>
                  <a:lnTo>
                    <a:pt x="9198" y="221913"/>
                  </a:lnTo>
                  <a:lnTo>
                    <a:pt x="11015" y="226898"/>
                  </a:lnTo>
                  <a:lnTo>
                    <a:pt x="12989" y="231823"/>
                  </a:lnTo>
                  <a:lnTo>
                    <a:pt x="15119" y="236683"/>
                  </a:lnTo>
                  <a:lnTo>
                    <a:pt x="17401" y="241472"/>
                  </a:lnTo>
                  <a:lnTo>
                    <a:pt x="19835" y="246187"/>
                  </a:lnTo>
                  <a:lnTo>
                    <a:pt x="22417" y="250822"/>
                  </a:lnTo>
                  <a:lnTo>
                    <a:pt x="25145" y="255373"/>
                  </a:lnTo>
                  <a:lnTo>
                    <a:pt x="28015" y="259835"/>
                  </a:lnTo>
                  <a:lnTo>
                    <a:pt x="31026" y="264204"/>
                  </a:lnTo>
                  <a:lnTo>
                    <a:pt x="34174" y="268475"/>
                  </a:lnTo>
                  <a:lnTo>
                    <a:pt x="37457" y="272644"/>
                  </a:lnTo>
                  <a:lnTo>
                    <a:pt x="40869" y="276706"/>
                  </a:lnTo>
                  <a:lnTo>
                    <a:pt x="44409" y="280659"/>
                  </a:lnTo>
                  <a:lnTo>
                    <a:pt x="48073" y="284497"/>
                  </a:lnTo>
                  <a:lnTo>
                    <a:pt x="51856" y="288216"/>
                  </a:lnTo>
                  <a:lnTo>
                    <a:pt x="55756" y="291814"/>
                  </a:lnTo>
                  <a:lnTo>
                    <a:pt x="59768" y="295287"/>
                  </a:lnTo>
                  <a:lnTo>
                    <a:pt x="63888" y="298630"/>
                  </a:lnTo>
                  <a:lnTo>
                    <a:pt x="68112" y="301841"/>
                  </a:lnTo>
                  <a:lnTo>
                    <a:pt x="72435" y="304916"/>
                  </a:lnTo>
                  <a:lnTo>
                    <a:pt x="76855" y="307852"/>
                  </a:lnTo>
                  <a:lnTo>
                    <a:pt x="81365" y="310647"/>
                  </a:lnTo>
                  <a:lnTo>
                    <a:pt x="85961" y="313297"/>
                  </a:lnTo>
                  <a:lnTo>
                    <a:pt x="90640" y="315799"/>
                  </a:lnTo>
                  <a:lnTo>
                    <a:pt x="95395" y="318153"/>
                  </a:lnTo>
                  <a:lnTo>
                    <a:pt x="100223" y="320354"/>
                  </a:lnTo>
                  <a:lnTo>
                    <a:pt x="105118" y="322400"/>
                  </a:lnTo>
                  <a:lnTo>
                    <a:pt x="110076" y="324291"/>
                  </a:lnTo>
                  <a:lnTo>
                    <a:pt x="115091" y="326023"/>
                  </a:lnTo>
                  <a:lnTo>
                    <a:pt x="120158" y="327595"/>
                  </a:lnTo>
                  <a:lnTo>
                    <a:pt x="125273" y="329005"/>
                  </a:lnTo>
                  <a:lnTo>
                    <a:pt x="130430" y="330252"/>
                  </a:lnTo>
                  <a:lnTo>
                    <a:pt x="135625" y="331335"/>
                  </a:lnTo>
                  <a:lnTo>
                    <a:pt x="140850" y="332253"/>
                  </a:lnTo>
                  <a:lnTo>
                    <a:pt x="146103" y="333005"/>
                  </a:lnTo>
                  <a:lnTo>
                    <a:pt x="151376" y="333589"/>
                  </a:lnTo>
                  <a:lnTo>
                    <a:pt x="156666" y="334005"/>
                  </a:lnTo>
                  <a:lnTo>
                    <a:pt x="161966" y="334254"/>
                  </a:lnTo>
                  <a:lnTo>
                    <a:pt x="167271" y="334334"/>
                  </a:lnTo>
                  <a:lnTo>
                    <a:pt x="172576" y="334246"/>
                  </a:lnTo>
                  <a:lnTo>
                    <a:pt x="177875" y="333990"/>
                  </a:lnTo>
                  <a:lnTo>
                    <a:pt x="183164" y="333565"/>
                  </a:lnTo>
                  <a:lnTo>
                    <a:pt x="188437" y="332973"/>
                  </a:lnTo>
                  <a:lnTo>
                    <a:pt x="193688" y="332214"/>
                  </a:lnTo>
                  <a:lnTo>
                    <a:pt x="198913" y="331289"/>
                  </a:lnTo>
                  <a:lnTo>
                    <a:pt x="204105" y="330198"/>
                  </a:lnTo>
                  <a:lnTo>
                    <a:pt x="209260" y="328943"/>
                  </a:lnTo>
                  <a:lnTo>
                    <a:pt x="214373" y="327525"/>
                  </a:lnTo>
                  <a:lnTo>
                    <a:pt x="219438" y="325945"/>
                  </a:lnTo>
                  <a:lnTo>
                    <a:pt x="224451" y="324206"/>
                  </a:lnTo>
                  <a:lnTo>
                    <a:pt x="229406" y="322308"/>
                  </a:lnTo>
                  <a:lnTo>
                    <a:pt x="234298" y="320254"/>
                  </a:lnTo>
                  <a:lnTo>
                    <a:pt x="239122" y="318046"/>
                  </a:lnTo>
                  <a:lnTo>
                    <a:pt x="243874" y="315686"/>
                  </a:lnTo>
                  <a:lnTo>
                    <a:pt x="248549" y="313176"/>
                  </a:lnTo>
                  <a:lnTo>
                    <a:pt x="253142" y="310519"/>
                  </a:lnTo>
                  <a:lnTo>
                    <a:pt x="257648" y="307718"/>
                  </a:lnTo>
                  <a:lnTo>
                    <a:pt x="262062" y="304775"/>
                  </a:lnTo>
                  <a:lnTo>
                    <a:pt x="266382" y="301694"/>
                  </a:lnTo>
                  <a:lnTo>
                    <a:pt x="270601" y="298476"/>
                  </a:lnTo>
                  <a:lnTo>
                    <a:pt x="274716" y="295127"/>
                  </a:lnTo>
                  <a:lnTo>
                    <a:pt x="278723" y="291649"/>
                  </a:lnTo>
                  <a:lnTo>
                    <a:pt x="282617" y="288045"/>
                  </a:lnTo>
                  <a:lnTo>
                    <a:pt x="286395" y="284320"/>
                  </a:lnTo>
                  <a:lnTo>
                    <a:pt x="290053" y="280477"/>
                  </a:lnTo>
                  <a:lnTo>
                    <a:pt x="293587" y="276519"/>
                  </a:lnTo>
                  <a:lnTo>
                    <a:pt x="296993" y="272451"/>
                  </a:lnTo>
                  <a:lnTo>
                    <a:pt x="300269" y="268278"/>
                  </a:lnTo>
                  <a:lnTo>
                    <a:pt x="303411" y="264002"/>
                  </a:lnTo>
                  <a:lnTo>
                    <a:pt x="306416" y="259629"/>
                  </a:lnTo>
                  <a:lnTo>
                    <a:pt x="309280" y="255162"/>
                  </a:lnTo>
                  <a:lnTo>
                    <a:pt x="312001" y="250607"/>
                  </a:lnTo>
                  <a:lnTo>
                    <a:pt x="314576" y="245968"/>
                  </a:lnTo>
                  <a:lnTo>
                    <a:pt x="317002" y="241250"/>
                  </a:lnTo>
                  <a:lnTo>
                    <a:pt x="319278" y="236457"/>
                  </a:lnTo>
                  <a:lnTo>
                    <a:pt x="321400" y="231594"/>
                  </a:lnTo>
                  <a:lnTo>
                    <a:pt x="323367" y="226666"/>
                  </a:lnTo>
                  <a:lnTo>
                    <a:pt x="325177" y="221679"/>
                  </a:lnTo>
                  <a:lnTo>
                    <a:pt x="326827" y="216636"/>
                  </a:lnTo>
                  <a:lnTo>
                    <a:pt x="328317" y="211544"/>
                  </a:lnTo>
                  <a:lnTo>
                    <a:pt x="329644" y="206407"/>
                  </a:lnTo>
                  <a:lnTo>
                    <a:pt x="330807" y="201230"/>
                  </a:lnTo>
                  <a:lnTo>
                    <a:pt x="331806" y="196019"/>
                  </a:lnTo>
                  <a:lnTo>
                    <a:pt x="332638" y="190779"/>
                  </a:lnTo>
                  <a:lnTo>
                    <a:pt x="333304" y="185515"/>
                  </a:lnTo>
                  <a:lnTo>
                    <a:pt x="333803" y="180233"/>
                  </a:lnTo>
                  <a:lnTo>
                    <a:pt x="334134" y="174937"/>
                  </a:lnTo>
                  <a:lnTo>
                    <a:pt x="334296" y="169634"/>
                  </a:lnTo>
                  <a:lnTo>
                    <a:pt x="334290" y="164328"/>
                  </a:lnTo>
                  <a:lnTo>
                    <a:pt x="334116" y="159025"/>
                  </a:lnTo>
                  <a:lnTo>
                    <a:pt x="333773" y="153730"/>
                  </a:lnTo>
                  <a:lnTo>
                    <a:pt x="333263" y="148449"/>
                  </a:lnTo>
                  <a:lnTo>
                    <a:pt x="332585" y="143187"/>
                  </a:lnTo>
                  <a:lnTo>
                    <a:pt x="331741" y="137949"/>
                  </a:lnTo>
                  <a:lnTo>
                    <a:pt x="330731" y="132740"/>
                  </a:lnTo>
                  <a:lnTo>
                    <a:pt x="329556" y="127566"/>
                  </a:lnTo>
                  <a:lnTo>
                    <a:pt x="328217" y="122432"/>
                  </a:lnTo>
                  <a:lnTo>
                    <a:pt x="326717" y="117343"/>
                  </a:lnTo>
                  <a:lnTo>
                    <a:pt x="325055" y="112304"/>
                  </a:lnTo>
                  <a:lnTo>
                    <a:pt x="323234" y="107320"/>
                  </a:lnTo>
                  <a:lnTo>
                    <a:pt x="321256" y="102397"/>
                  </a:lnTo>
                  <a:lnTo>
                    <a:pt x="319123" y="97539"/>
                  </a:lnTo>
                  <a:lnTo>
                    <a:pt x="316837" y="92751"/>
                  </a:lnTo>
                  <a:lnTo>
                    <a:pt x="314400" y="88038"/>
                  </a:lnTo>
                  <a:lnTo>
                    <a:pt x="311815" y="83404"/>
                  </a:lnTo>
                  <a:lnTo>
                    <a:pt x="309084" y="78855"/>
                  </a:lnTo>
                  <a:lnTo>
                    <a:pt x="306210" y="74396"/>
                  </a:lnTo>
                  <a:lnTo>
                    <a:pt x="303195" y="70029"/>
                  </a:lnTo>
                  <a:lnTo>
                    <a:pt x="300044" y="65760"/>
                  </a:lnTo>
                  <a:lnTo>
                    <a:pt x="296759" y="61594"/>
                  </a:lnTo>
                  <a:lnTo>
                    <a:pt x="293343" y="57534"/>
                  </a:lnTo>
                  <a:lnTo>
                    <a:pt x="289800" y="53584"/>
                  </a:lnTo>
                  <a:lnTo>
                    <a:pt x="286134" y="49749"/>
                  </a:lnTo>
                  <a:lnTo>
                    <a:pt x="282348" y="46032"/>
                  </a:lnTo>
                  <a:lnTo>
                    <a:pt x="278446" y="42437"/>
                  </a:lnTo>
                  <a:lnTo>
                    <a:pt x="274431" y="38968"/>
                  </a:lnTo>
                  <a:lnTo>
                    <a:pt x="270309" y="35628"/>
                  </a:lnTo>
                  <a:lnTo>
                    <a:pt x="266082" y="32420"/>
                  </a:lnTo>
                  <a:lnTo>
                    <a:pt x="261756" y="29348"/>
                  </a:lnTo>
                  <a:lnTo>
                    <a:pt x="257335" y="26415"/>
                  </a:lnTo>
                  <a:lnTo>
                    <a:pt x="252822" y="23624"/>
                  </a:lnTo>
                  <a:lnTo>
                    <a:pt x="248224" y="20977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3191370"/>
              <a:ext cx="81077" cy="146189"/>
            </a:xfrm>
            <a:custGeom>
              <a:avLst/>
              <a:pathLst>
                <a:path w="81077" h="146189">
                  <a:moveTo>
                    <a:pt x="81077" y="0"/>
                  </a:moveTo>
                  <a:lnTo>
                    <a:pt x="0" y="1461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3191370"/>
              <a:ext cx="81077" cy="146189"/>
            </a:xfrm>
            <a:custGeom>
              <a:avLst/>
              <a:pathLst>
                <a:path w="81077" h="146189">
                  <a:moveTo>
                    <a:pt x="81077" y="0"/>
                  </a:moveTo>
                  <a:lnTo>
                    <a:pt x="0" y="1461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3191370"/>
              <a:ext cx="81077" cy="146189"/>
            </a:xfrm>
            <a:custGeom>
              <a:avLst/>
              <a:pathLst>
                <a:path w="81077" h="146189">
                  <a:moveTo>
                    <a:pt x="81077" y="0"/>
                  </a:moveTo>
                  <a:lnTo>
                    <a:pt x="0" y="1461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3191370"/>
              <a:ext cx="81077" cy="146189"/>
            </a:xfrm>
            <a:custGeom>
              <a:avLst/>
              <a:pathLst>
                <a:path w="81077" h="146189">
                  <a:moveTo>
                    <a:pt x="81077" y="0"/>
                  </a:moveTo>
                  <a:lnTo>
                    <a:pt x="0" y="1461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3191370"/>
              <a:ext cx="81077" cy="146189"/>
            </a:xfrm>
            <a:custGeom>
              <a:avLst/>
              <a:pathLst>
                <a:path w="81077" h="146189">
                  <a:moveTo>
                    <a:pt x="81077" y="0"/>
                  </a:moveTo>
                  <a:lnTo>
                    <a:pt x="0" y="1461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3191370"/>
              <a:ext cx="81077" cy="146189"/>
            </a:xfrm>
            <a:custGeom>
              <a:avLst/>
              <a:pathLst>
                <a:path w="81077" h="146189">
                  <a:moveTo>
                    <a:pt x="81077" y="0"/>
                  </a:moveTo>
                  <a:lnTo>
                    <a:pt x="0" y="1461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3191370"/>
              <a:ext cx="81077" cy="146189"/>
            </a:xfrm>
            <a:custGeom>
              <a:avLst/>
              <a:pathLst>
                <a:path w="81077" h="146189">
                  <a:moveTo>
                    <a:pt x="81077" y="0"/>
                  </a:moveTo>
                  <a:lnTo>
                    <a:pt x="0" y="1461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3191370"/>
              <a:ext cx="81077" cy="146189"/>
            </a:xfrm>
            <a:custGeom>
              <a:avLst/>
              <a:pathLst>
                <a:path w="81077" h="146189">
                  <a:moveTo>
                    <a:pt x="81077" y="0"/>
                  </a:moveTo>
                  <a:lnTo>
                    <a:pt x="0" y="1461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3191370"/>
              <a:ext cx="81077" cy="146189"/>
            </a:xfrm>
            <a:custGeom>
              <a:avLst/>
              <a:pathLst>
                <a:path w="81077" h="146189">
                  <a:moveTo>
                    <a:pt x="81077" y="0"/>
                  </a:moveTo>
                  <a:lnTo>
                    <a:pt x="0" y="1461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3191370"/>
              <a:ext cx="81077" cy="146189"/>
            </a:xfrm>
            <a:custGeom>
              <a:avLst/>
              <a:pathLst>
                <a:path w="81077" h="146189">
                  <a:moveTo>
                    <a:pt x="81077" y="0"/>
                  </a:moveTo>
                  <a:lnTo>
                    <a:pt x="0" y="1461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191370"/>
              <a:ext cx="81077" cy="146189"/>
            </a:xfrm>
            <a:custGeom>
              <a:avLst/>
              <a:pathLst>
                <a:path w="81077" h="146189">
                  <a:moveTo>
                    <a:pt x="81077" y="0"/>
                  </a:moveTo>
                  <a:lnTo>
                    <a:pt x="0" y="1461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191370"/>
              <a:ext cx="81077" cy="146189"/>
            </a:xfrm>
            <a:custGeom>
              <a:avLst/>
              <a:pathLst>
                <a:path w="81077" h="146189">
                  <a:moveTo>
                    <a:pt x="81077" y="0"/>
                  </a:moveTo>
                  <a:lnTo>
                    <a:pt x="0" y="1461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3185240"/>
              <a:ext cx="81077" cy="152319"/>
            </a:xfrm>
            <a:custGeom>
              <a:avLst/>
              <a:pathLst>
                <a:path w="81077" h="152319">
                  <a:moveTo>
                    <a:pt x="81077" y="6129"/>
                  </a:moveTo>
                  <a:lnTo>
                    <a:pt x="68874" y="0"/>
                  </a:lnTo>
                  <a:lnTo>
                    <a:pt x="0" y="1523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3170392"/>
              <a:ext cx="68874" cy="167167"/>
            </a:xfrm>
            <a:custGeom>
              <a:avLst/>
              <a:pathLst>
                <a:path w="68874" h="167167">
                  <a:moveTo>
                    <a:pt x="68874" y="14847"/>
                  </a:moveTo>
                  <a:lnTo>
                    <a:pt x="63442" y="12506"/>
                  </a:lnTo>
                  <a:lnTo>
                    <a:pt x="57930" y="10358"/>
                  </a:lnTo>
                  <a:lnTo>
                    <a:pt x="52346" y="8407"/>
                  </a:lnTo>
                  <a:lnTo>
                    <a:pt x="46696" y="6654"/>
                  </a:lnTo>
                  <a:lnTo>
                    <a:pt x="40987" y="5102"/>
                  </a:lnTo>
                  <a:lnTo>
                    <a:pt x="35228" y="3754"/>
                  </a:lnTo>
                  <a:lnTo>
                    <a:pt x="29424" y="2610"/>
                  </a:lnTo>
                  <a:lnTo>
                    <a:pt x="23583" y="1671"/>
                  </a:lnTo>
                  <a:lnTo>
                    <a:pt x="17713" y="941"/>
                  </a:lnTo>
                  <a:lnTo>
                    <a:pt x="11821" y="418"/>
                  </a:lnTo>
                  <a:lnTo>
                    <a:pt x="5914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423600" y="3707720"/>
              <a:ext cx="334300" cy="334334"/>
            </a:xfrm>
            <a:custGeom>
              <a:avLst/>
              <a:pathLst>
                <a:path w="334300" h="334334">
                  <a:moveTo>
                    <a:pt x="167148" y="0"/>
                  </a:moveTo>
                  <a:lnTo>
                    <a:pt x="161846" y="84"/>
                  </a:lnTo>
                  <a:lnTo>
                    <a:pt x="156550" y="336"/>
                  </a:lnTo>
                  <a:lnTo>
                    <a:pt x="151265" y="756"/>
                  </a:lnTo>
                  <a:lnTo>
                    <a:pt x="145996" y="1343"/>
                  </a:lnTo>
                  <a:lnTo>
                    <a:pt x="140747" y="2097"/>
                  </a:lnTo>
                  <a:lnTo>
                    <a:pt x="135526" y="3018"/>
                  </a:lnTo>
                  <a:lnTo>
                    <a:pt x="130336" y="4103"/>
                  </a:lnTo>
                  <a:lnTo>
                    <a:pt x="125183" y="5352"/>
                  </a:lnTo>
                  <a:lnTo>
                    <a:pt x="120073" y="6765"/>
                  </a:lnTo>
                  <a:lnTo>
                    <a:pt x="115010" y="8338"/>
                  </a:lnTo>
                  <a:lnTo>
                    <a:pt x="109999" y="10072"/>
                  </a:lnTo>
                  <a:lnTo>
                    <a:pt x="105046" y="11963"/>
                  </a:lnTo>
                  <a:lnTo>
                    <a:pt x="100155" y="14010"/>
                  </a:lnTo>
                  <a:lnTo>
                    <a:pt x="95332" y="16212"/>
                  </a:lnTo>
                  <a:lnTo>
                    <a:pt x="90580" y="18565"/>
                  </a:lnTo>
                  <a:lnTo>
                    <a:pt x="85906" y="21068"/>
                  </a:lnTo>
                  <a:lnTo>
                    <a:pt x="81314" y="23718"/>
                  </a:lnTo>
                  <a:lnTo>
                    <a:pt x="76808" y="26513"/>
                  </a:lnTo>
                  <a:lnTo>
                    <a:pt x="72393" y="29448"/>
                  </a:lnTo>
                  <a:lnTo>
                    <a:pt x="68073" y="32522"/>
                  </a:lnTo>
                  <a:lnTo>
                    <a:pt x="63853" y="35732"/>
                  </a:lnTo>
                  <a:lnTo>
                    <a:pt x="59737" y="39074"/>
                  </a:lnTo>
                  <a:lnTo>
                    <a:pt x="55728" y="42545"/>
                  </a:lnTo>
                  <a:lnTo>
                    <a:pt x="51832" y="46141"/>
                  </a:lnTo>
                  <a:lnTo>
                    <a:pt x="48052" y="49859"/>
                  </a:lnTo>
                  <a:lnTo>
                    <a:pt x="44392" y="53695"/>
                  </a:lnTo>
                  <a:lnTo>
                    <a:pt x="40855" y="57645"/>
                  </a:lnTo>
                  <a:lnTo>
                    <a:pt x="37445" y="61705"/>
                  </a:lnTo>
                  <a:lnTo>
                    <a:pt x="34166" y="65871"/>
                  </a:lnTo>
                  <a:lnTo>
                    <a:pt x="31021" y="70140"/>
                  </a:lnTo>
                  <a:lnTo>
                    <a:pt x="28012" y="74505"/>
                  </a:lnTo>
                  <a:lnTo>
                    <a:pt x="25143" y="78964"/>
                  </a:lnTo>
                  <a:lnTo>
                    <a:pt x="22418" y="83512"/>
                  </a:lnTo>
                  <a:lnTo>
                    <a:pt x="19838" y="88144"/>
                  </a:lnTo>
                  <a:lnTo>
                    <a:pt x="17406" y="92855"/>
                  </a:lnTo>
                  <a:lnTo>
                    <a:pt x="15124" y="97642"/>
                  </a:lnTo>
                  <a:lnTo>
                    <a:pt x="12996" y="102498"/>
                  </a:lnTo>
                  <a:lnTo>
                    <a:pt x="11022" y="107419"/>
                  </a:lnTo>
                  <a:lnTo>
                    <a:pt x="9206" y="112400"/>
                  </a:lnTo>
                  <a:lnTo>
                    <a:pt x="7549" y="117436"/>
                  </a:lnTo>
                  <a:lnTo>
                    <a:pt x="6052" y="122523"/>
                  </a:lnTo>
                  <a:lnTo>
                    <a:pt x="4717" y="127654"/>
                  </a:lnTo>
                  <a:lnTo>
                    <a:pt x="3546" y="132825"/>
                  </a:lnTo>
                  <a:lnTo>
                    <a:pt x="2539" y="138031"/>
                  </a:lnTo>
                  <a:lnTo>
                    <a:pt x="1698" y="143266"/>
                  </a:lnTo>
                  <a:lnTo>
                    <a:pt x="1023" y="148525"/>
                  </a:lnTo>
                  <a:lnTo>
                    <a:pt x="515" y="153802"/>
                  </a:lnTo>
                  <a:lnTo>
                    <a:pt x="175" y="159093"/>
                  </a:lnTo>
                  <a:lnTo>
                    <a:pt x="3" y="164393"/>
                  </a:lnTo>
                  <a:lnTo>
                    <a:pt x="0" y="169695"/>
                  </a:lnTo>
                  <a:lnTo>
                    <a:pt x="164" y="174994"/>
                  </a:lnTo>
                  <a:lnTo>
                    <a:pt x="496" y="180286"/>
                  </a:lnTo>
                  <a:lnTo>
                    <a:pt x="996" y="185564"/>
                  </a:lnTo>
                  <a:lnTo>
                    <a:pt x="1663" y="190824"/>
                  </a:lnTo>
                  <a:lnTo>
                    <a:pt x="2496" y="196060"/>
                  </a:lnTo>
                  <a:lnTo>
                    <a:pt x="3495" y="201268"/>
                  </a:lnTo>
                  <a:lnTo>
                    <a:pt x="4659" y="206440"/>
                  </a:lnTo>
                  <a:lnTo>
                    <a:pt x="5986" y="211574"/>
                  </a:lnTo>
                  <a:lnTo>
                    <a:pt x="7476" y="216662"/>
                  </a:lnTo>
                  <a:lnTo>
                    <a:pt x="9126" y="221701"/>
                  </a:lnTo>
                  <a:lnTo>
                    <a:pt x="10935" y="226685"/>
                  </a:lnTo>
                  <a:lnTo>
                    <a:pt x="12901" y="231609"/>
                  </a:lnTo>
                  <a:lnTo>
                    <a:pt x="15022" y="236468"/>
                  </a:lnTo>
                  <a:lnTo>
                    <a:pt x="17296" y="241258"/>
                  </a:lnTo>
                  <a:lnTo>
                    <a:pt x="19721" y="245973"/>
                  </a:lnTo>
                  <a:lnTo>
                    <a:pt x="22295" y="250608"/>
                  </a:lnTo>
                  <a:lnTo>
                    <a:pt x="25014" y="255160"/>
                  </a:lnTo>
                  <a:lnTo>
                    <a:pt x="27876" y="259623"/>
                  </a:lnTo>
                  <a:lnTo>
                    <a:pt x="30878" y="263994"/>
                  </a:lnTo>
                  <a:lnTo>
                    <a:pt x="34017" y="268266"/>
                  </a:lnTo>
                  <a:lnTo>
                    <a:pt x="37290" y="272438"/>
                  </a:lnTo>
                  <a:lnTo>
                    <a:pt x="40694" y="276503"/>
                  </a:lnTo>
                  <a:lnTo>
                    <a:pt x="44225" y="280458"/>
                  </a:lnTo>
                  <a:lnTo>
                    <a:pt x="47879" y="284299"/>
                  </a:lnTo>
                  <a:lnTo>
                    <a:pt x="51654" y="288023"/>
                  </a:lnTo>
                  <a:lnTo>
                    <a:pt x="55545" y="291625"/>
                  </a:lnTo>
                  <a:lnTo>
                    <a:pt x="59548" y="295101"/>
                  </a:lnTo>
                  <a:lnTo>
                    <a:pt x="63659" y="298449"/>
                  </a:lnTo>
                  <a:lnTo>
                    <a:pt x="67875" y="301665"/>
                  </a:lnTo>
                  <a:lnTo>
                    <a:pt x="72190" y="304746"/>
                  </a:lnTo>
                  <a:lnTo>
                    <a:pt x="76601" y="307688"/>
                  </a:lnTo>
                  <a:lnTo>
                    <a:pt x="81103" y="310489"/>
                  </a:lnTo>
                  <a:lnTo>
                    <a:pt x="85691" y="313146"/>
                  </a:lnTo>
                  <a:lnTo>
                    <a:pt x="90362" y="315655"/>
                  </a:lnTo>
                  <a:lnTo>
                    <a:pt x="95109" y="318016"/>
                  </a:lnTo>
                  <a:lnTo>
                    <a:pt x="99929" y="320225"/>
                  </a:lnTo>
                  <a:lnTo>
                    <a:pt x="104817" y="322279"/>
                  </a:lnTo>
                  <a:lnTo>
                    <a:pt x="109767" y="324178"/>
                  </a:lnTo>
                  <a:lnTo>
                    <a:pt x="114776" y="325919"/>
                  </a:lnTo>
                  <a:lnTo>
                    <a:pt x="119836" y="327500"/>
                  </a:lnTo>
                  <a:lnTo>
                    <a:pt x="124945" y="328919"/>
                  </a:lnTo>
                  <a:lnTo>
                    <a:pt x="130096" y="330176"/>
                  </a:lnTo>
                  <a:lnTo>
                    <a:pt x="135284" y="331269"/>
                  </a:lnTo>
                  <a:lnTo>
                    <a:pt x="140504" y="332197"/>
                  </a:lnTo>
                  <a:lnTo>
                    <a:pt x="145751" y="332959"/>
                  </a:lnTo>
                  <a:lnTo>
                    <a:pt x="151020" y="333555"/>
                  </a:lnTo>
                  <a:lnTo>
                    <a:pt x="156305" y="333982"/>
                  </a:lnTo>
                  <a:lnTo>
                    <a:pt x="161600" y="334242"/>
                  </a:lnTo>
                  <a:lnTo>
                    <a:pt x="166901" y="334334"/>
                  </a:lnTo>
                  <a:lnTo>
                    <a:pt x="172203" y="334258"/>
                  </a:lnTo>
                  <a:lnTo>
                    <a:pt x="177499" y="334014"/>
                  </a:lnTo>
                  <a:lnTo>
                    <a:pt x="182785" y="333601"/>
                  </a:lnTo>
                  <a:lnTo>
                    <a:pt x="188056" y="333022"/>
                  </a:lnTo>
                  <a:lnTo>
                    <a:pt x="193305" y="332275"/>
                  </a:lnTo>
                  <a:lnTo>
                    <a:pt x="198528" y="331363"/>
                  </a:lnTo>
                  <a:lnTo>
                    <a:pt x="203719" y="330285"/>
                  </a:lnTo>
                  <a:lnTo>
                    <a:pt x="208874" y="329043"/>
                  </a:lnTo>
                  <a:lnTo>
                    <a:pt x="213986" y="327638"/>
                  </a:lnTo>
                  <a:lnTo>
                    <a:pt x="219052" y="326072"/>
                  </a:lnTo>
                  <a:lnTo>
                    <a:pt x="224065" y="324346"/>
                  </a:lnTo>
                  <a:lnTo>
                    <a:pt x="229021" y="322462"/>
                  </a:lnTo>
                  <a:lnTo>
                    <a:pt x="233915" y="320422"/>
                  </a:lnTo>
                  <a:lnTo>
                    <a:pt x="238742" y="318228"/>
                  </a:lnTo>
                  <a:lnTo>
                    <a:pt x="243496" y="315881"/>
                  </a:lnTo>
                  <a:lnTo>
                    <a:pt x="248174" y="313385"/>
                  </a:lnTo>
                  <a:lnTo>
                    <a:pt x="252770" y="310742"/>
                  </a:lnTo>
                  <a:lnTo>
                    <a:pt x="257280" y="307954"/>
                  </a:lnTo>
                  <a:lnTo>
                    <a:pt x="261700" y="305025"/>
                  </a:lnTo>
                  <a:lnTo>
                    <a:pt x="266024" y="301957"/>
                  </a:lnTo>
                  <a:lnTo>
                    <a:pt x="270249" y="298754"/>
                  </a:lnTo>
                  <a:lnTo>
                    <a:pt x="274370" y="295418"/>
                  </a:lnTo>
                  <a:lnTo>
                    <a:pt x="278383" y="291953"/>
                  </a:lnTo>
                  <a:lnTo>
                    <a:pt x="282285" y="288363"/>
                  </a:lnTo>
                  <a:lnTo>
                    <a:pt x="286070" y="284650"/>
                  </a:lnTo>
                  <a:lnTo>
                    <a:pt x="289736" y="280820"/>
                  </a:lnTo>
                  <a:lnTo>
                    <a:pt x="293279" y="276875"/>
                  </a:lnTo>
                  <a:lnTo>
                    <a:pt x="296695" y="272820"/>
                  </a:lnTo>
                  <a:lnTo>
                    <a:pt x="299980" y="268658"/>
                  </a:lnTo>
                  <a:lnTo>
                    <a:pt x="303132" y="264395"/>
                  </a:lnTo>
                  <a:lnTo>
                    <a:pt x="306147" y="260034"/>
                  </a:lnTo>
                  <a:lnTo>
                    <a:pt x="309022" y="255579"/>
                  </a:lnTo>
                  <a:lnTo>
                    <a:pt x="311755" y="251035"/>
                  </a:lnTo>
                  <a:lnTo>
                    <a:pt x="314342" y="246407"/>
                  </a:lnTo>
                  <a:lnTo>
                    <a:pt x="316780" y="241699"/>
                  </a:lnTo>
                  <a:lnTo>
                    <a:pt x="319069" y="236916"/>
                  </a:lnTo>
                  <a:lnTo>
                    <a:pt x="321204" y="232063"/>
                  </a:lnTo>
                  <a:lnTo>
                    <a:pt x="323185" y="227145"/>
                  </a:lnTo>
                  <a:lnTo>
                    <a:pt x="325009" y="222166"/>
                  </a:lnTo>
                  <a:lnTo>
                    <a:pt x="326673" y="217133"/>
                  </a:lnTo>
                  <a:lnTo>
                    <a:pt x="328178" y="212048"/>
                  </a:lnTo>
                  <a:lnTo>
                    <a:pt x="329520" y="206919"/>
                  </a:lnTo>
                  <a:lnTo>
                    <a:pt x="330699" y="201750"/>
                  </a:lnTo>
                  <a:lnTo>
                    <a:pt x="331713" y="196546"/>
                  </a:lnTo>
                  <a:lnTo>
                    <a:pt x="332562" y="191312"/>
                  </a:lnTo>
                  <a:lnTo>
                    <a:pt x="333245" y="186054"/>
                  </a:lnTo>
                  <a:lnTo>
                    <a:pt x="333760" y="180777"/>
                  </a:lnTo>
                  <a:lnTo>
                    <a:pt x="334108" y="175486"/>
                  </a:lnTo>
                  <a:lnTo>
                    <a:pt x="334288" y="170187"/>
                  </a:lnTo>
                  <a:lnTo>
                    <a:pt x="334300" y="164885"/>
                  </a:lnTo>
                  <a:lnTo>
                    <a:pt x="334143" y="159586"/>
                  </a:lnTo>
                  <a:lnTo>
                    <a:pt x="333819" y="154294"/>
                  </a:lnTo>
                  <a:lnTo>
                    <a:pt x="333327" y="149014"/>
                  </a:lnTo>
                  <a:lnTo>
                    <a:pt x="332668" y="143753"/>
                  </a:lnTo>
                  <a:lnTo>
                    <a:pt x="331842" y="138516"/>
                  </a:lnTo>
                  <a:lnTo>
                    <a:pt x="330850" y="133308"/>
                  </a:lnTo>
                  <a:lnTo>
                    <a:pt x="329694" y="128133"/>
                  </a:lnTo>
                  <a:lnTo>
                    <a:pt x="328375" y="122998"/>
                  </a:lnTo>
                  <a:lnTo>
                    <a:pt x="326893" y="117907"/>
                  </a:lnTo>
                  <a:lnTo>
                    <a:pt x="325250" y="112866"/>
                  </a:lnTo>
                  <a:lnTo>
                    <a:pt x="323449" y="107879"/>
                  </a:lnTo>
                  <a:lnTo>
                    <a:pt x="321490" y="102952"/>
                  </a:lnTo>
                  <a:lnTo>
                    <a:pt x="319376" y="98090"/>
                  </a:lnTo>
                  <a:lnTo>
                    <a:pt x="317108" y="93297"/>
                  </a:lnTo>
                  <a:lnTo>
                    <a:pt x="314690" y="88579"/>
                  </a:lnTo>
                  <a:lnTo>
                    <a:pt x="312124" y="83939"/>
                  </a:lnTo>
                  <a:lnTo>
                    <a:pt x="309412" y="79383"/>
                  </a:lnTo>
                  <a:lnTo>
                    <a:pt x="306556" y="74916"/>
                  </a:lnTo>
                  <a:lnTo>
                    <a:pt x="303560" y="70541"/>
                  </a:lnTo>
                  <a:lnTo>
                    <a:pt x="300428" y="66264"/>
                  </a:lnTo>
                  <a:lnTo>
                    <a:pt x="297161" y="62088"/>
                  </a:lnTo>
                  <a:lnTo>
                    <a:pt x="293763" y="58017"/>
                  </a:lnTo>
                  <a:lnTo>
                    <a:pt x="290238" y="54057"/>
                  </a:lnTo>
                  <a:lnTo>
                    <a:pt x="286589" y="50210"/>
                  </a:lnTo>
                  <a:lnTo>
                    <a:pt x="282820" y="46481"/>
                  </a:lnTo>
                  <a:lnTo>
                    <a:pt x="278934" y="42874"/>
                  </a:lnTo>
                  <a:lnTo>
                    <a:pt x="274936" y="39391"/>
                  </a:lnTo>
                  <a:lnTo>
                    <a:pt x="270830" y="36037"/>
                  </a:lnTo>
                  <a:lnTo>
                    <a:pt x="266619" y="32815"/>
                  </a:lnTo>
                  <a:lnTo>
                    <a:pt x="262308" y="29728"/>
                  </a:lnTo>
                  <a:lnTo>
                    <a:pt x="257902" y="26779"/>
                  </a:lnTo>
                  <a:lnTo>
                    <a:pt x="253404" y="23972"/>
                  </a:lnTo>
                  <a:lnTo>
                    <a:pt x="248820" y="21309"/>
                  </a:lnTo>
                  <a:lnTo>
                    <a:pt x="244153" y="18792"/>
                  </a:lnTo>
                  <a:lnTo>
                    <a:pt x="239409" y="16424"/>
                  </a:lnTo>
                  <a:lnTo>
                    <a:pt x="234592" y="14209"/>
                  </a:lnTo>
                  <a:lnTo>
                    <a:pt x="229707" y="12147"/>
                  </a:lnTo>
                  <a:lnTo>
                    <a:pt x="224760" y="10241"/>
                  </a:lnTo>
                  <a:lnTo>
                    <a:pt x="219754" y="8493"/>
                  </a:lnTo>
                  <a:lnTo>
                    <a:pt x="214695" y="6904"/>
                  </a:lnTo>
                  <a:lnTo>
                    <a:pt x="209589" y="5477"/>
                  </a:lnTo>
                  <a:lnTo>
                    <a:pt x="204440" y="4212"/>
                  </a:lnTo>
                  <a:lnTo>
                    <a:pt x="199254" y="3112"/>
                  </a:lnTo>
                  <a:lnTo>
                    <a:pt x="194035" y="2176"/>
                  </a:lnTo>
                  <a:lnTo>
                    <a:pt x="188789" y="1406"/>
                  </a:lnTo>
                  <a:lnTo>
                    <a:pt x="183521" y="803"/>
                  </a:lnTo>
                  <a:lnTo>
                    <a:pt x="178237" y="368"/>
                  </a:lnTo>
                  <a:lnTo>
                    <a:pt x="172942" y="10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90748" y="3707821"/>
              <a:ext cx="5793" cy="167067"/>
            </a:xfrm>
            <a:custGeom>
              <a:avLst/>
              <a:pathLst>
                <a:path w="5793" h="167067">
                  <a:moveTo>
                    <a:pt x="5793" y="0"/>
                  </a:moveTo>
                  <a:lnTo>
                    <a:pt x="0" y="1670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90748" y="3707821"/>
              <a:ext cx="5793" cy="167067"/>
            </a:xfrm>
            <a:custGeom>
              <a:avLst/>
              <a:pathLst>
                <a:path w="5793" h="167067">
                  <a:moveTo>
                    <a:pt x="5793" y="0"/>
                  </a:moveTo>
                  <a:lnTo>
                    <a:pt x="0" y="1670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90748" y="3707821"/>
              <a:ext cx="5793" cy="167067"/>
            </a:xfrm>
            <a:custGeom>
              <a:avLst/>
              <a:pathLst>
                <a:path w="5793" h="167067">
                  <a:moveTo>
                    <a:pt x="5793" y="0"/>
                  </a:moveTo>
                  <a:lnTo>
                    <a:pt x="0" y="1670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90748" y="3707821"/>
              <a:ext cx="5793" cy="167067"/>
            </a:xfrm>
            <a:custGeom>
              <a:avLst/>
              <a:pathLst>
                <a:path w="5793" h="167067">
                  <a:moveTo>
                    <a:pt x="5793" y="0"/>
                  </a:moveTo>
                  <a:lnTo>
                    <a:pt x="0" y="1670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90748" y="3707821"/>
              <a:ext cx="5793" cy="167067"/>
            </a:xfrm>
            <a:custGeom>
              <a:avLst/>
              <a:pathLst>
                <a:path w="5793" h="167067">
                  <a:moveTo>
                    <a:pt x="5793" y="0"/>
                  </a:moveTo>
                  <a:lnTo>
                    <a:pt x="0" y="1670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90748" y="3707821"/>
              <a:ext cx="5793" cy="167067"/>
            </a:xfrm>
            <a:custGeom>
              <a:avLst/>
              <a:pathLst>
                <a:path w="5793" h="167067">
                  <a:moveTo>
                    <a:pt x="5793" y="0"/>
                  </a:moveTo>
                  <a:lnTo>
                    <a:pt x="0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90748" y="3707821"/>
              <a:ext cx="5793" cy="167067"/>
            </a:xfrm>
            <a:custGeom>
              <a:avLst/>
              <a:pathLst>
                <a:path w="5793" h="167067">
                  <a:moveTo>
                    <a:pt x="5793" y="0"/>
                  </a:moveTo>
                  <a:lnTo>
                    <a:pt x="0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90748" y="3707821"/>
              <a:ext cx="5793" cy="167067"/>
            </a:xfrm>
            <a:custGeom>
              <a:avLst/>
              <a:pathLst>
                <a:path w="5793" h="167067">
                  <a:moveTo>
                    <a:pt x="5793" y="0"/>
                  </a:moveTo>
                  <a:lnTo>
                    <a:pt x="0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90748" y="3707821"/>
              <a:ext cx="5793" cy="167067"/>
            </a:xfrm>
            <a:custGeom>
              <a:avLst/>
              <a:pathLst>
                <a:path w="5793" h="167067">
                  <a:moveTo>
                    <a:pt x="5793" y="0"/>
                  </a:moveTo>
                  <a:lnTo>
                    <a:pt x="0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90748" y="3707821"/>
              <a:ext cx="5793" cy="167067"/>
            </a:xfrm>
            <a:custGeom>
              <a:avLst/>
              <a:pathLst>
                <a:path w="5793" h="167067">
                  <a:moveTo>
                    <a:pt x="5793" y="0"/>
                  </a:moveTo>
                  <a:lnTo>
                    <a:pt x="0" y="1670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90748" y="3707821"/>
              <a:ext cx="5793" cy="167067"/>
            </a:xfrm>
            <a:custGeom>
              <a:avLst/>
              <a:pathLst>
                <a:path w="5793" h="167067">
                  <a:moveTo>
                    <a:pt x="5793" y="0"/>
                  </a:moveTo>
                  <a:lnTo>
                    <a:pt x="0" y="1670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90748" y="3707821"/>
              <a:ext cx="5793" cy="167067"/>
            </a:xfrm>
            <a:custGeom>
              <a:avLst/>
              <a:pathLst>
                <a:path w="5793" h="167067">
                  <a:moveTo>
                    <a:pt x="5793" y="0"/>
                  </a:moveTo>
                  <a:lnTo>
                    <a:pt x="0" y="1670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90748" y="3707720"/>
              <a:ext cx="5793" cy="167167"/>
            </a:xfrm>
            <a:custGeom>
              <a:avLst/>
              <a:pathLst>
                <a:path w="5793" h="167167">
                  <a:moveTo>
                    <a:pt x="5793" y="10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614139" y="4213821"/>
              <a:ext cx="334300" cy="334334"/>
            </a:xfrm>
            <a:custGeom>
              <a:avLst/>
              <a:pathLst>
                <a:path w="334300" h="334334">
                  <a:moveTo>
                    <a:pt x="167148" y="0"/>
                  </a:moveTo>
                  <a:lnTo>
                    <a:pt x="161846" y="84"/>
                  </a:lnTo>
                  <a:lnTo>
                    <a:pt x="156550" y="336"/>
                  </a:lnTo>
                  <a:lnTo>
                    <a:pt x="151265" y="756"/>
                  </a:lnTo>
                  <a:lnTo>
                    <a:pt x="145996" y="1343"/>
                  </a:lnTo>
                  <a:lnTo>
                    <a:pt x="140747" y="2097"/>
                  </a:lnTo>
                  <a:lnTo>
                    <a:pt x="135526" y="3018"/>
                  </a:lnTo>
                  <a:lnTo>
                    <a:pt x="130336" y="4103"/>
                  </a:lnTo>
                  <a:lnTo>
                    <a:pt x="125183" y="5352"/>
                  </a:lnTo>
                  <a:lnTo>
                    <a:pt x="120073" y="6765"/>
                  </a:lnTo>
                  <a:lnTo>
                    <a:pt x="115010" y="8338"/>
                  </a:lnTo>
                  <a:lnTo>
                    <a:pt x="109999" y="10072"/>
                  </a:lnTo>
                  <a:lnTo>
                    <a:pt x="105046" y="11963"/>
                  </a:lnTo>
                  <a:lnTo>
                    <a:pt x="100155" y="14010"/>
                  </a:lnTo>
                  <a:lnTo>
                    <a:pt x="95332" y="16212"/>
                  </a:lnTo>
                  <a:lnTo>
                    <a:pt x="90580" y="18565"/>
                  </a:lnTo>
                  <a:lnTo>
                    <a:pt x="85906" y="21068"/>
                  </a:lnTo>
                  <a:lnTo>
                    <a:pt x="81314" y="23718"/>
                  </a:lnTo>
                  <a:lnTo>
                    <a:pt x="76808" y="26513"/>
                  </a:lnTo>
                  <a:lnTo>
                    <a:pt x="72393" y="29448"/>
                  </a:lnTo>
                  <a:lnTo>
                    <a:pt x="68073" y="32522"/>
                  </a:lnTo>
                  <a:lnTo>
                    <a:pt x="63853" y="35732"/>
                  </a:lnTo>
                  <a:lnTo>
                    <a:pt x="59737" y="39074"/>
                  </a:lnTo>
                  <a:lnTo>
                    <a:pt x="55728" y="42545"/>
                  </a:lnTo>
                  <a:lnTo>
                    <a:pt x="51832" y="46141"/>
                  </a:lnTo>
                  <a:lnTo>
                    <a:pt x="48052" y="49859"/>
                  </a:lnTo>
                  <a:lnTo>
                    <a:pt x="44392" y="53695"/>
                  </a:lnTo>
                  <a:lnTo>
                    <a:pt x="40855" y="57645"/>
                  </a:lnTo>
                  <a:lnTo>
                    <a:pt x="37445" y="61705"/>
                  </a:lnTo>
                  <a:lnTo>
                    <a:pt x="34166" y="65871"/>
                  </a:lnTo>
                  <a:lnTo>
                    <a:pt x="31021" y="70140"/>
                  </a:lnTo>
                  <a:lnTo>
                    <a:pt x="28012" y="74505"/>
                  </a:lnTo>
                  <a:lnTo>
                    <a:pt x="25143" y="78964"/>
                  </a:lnTo>
                  <a:lnTo>
                    <a:pt x="22418" y="83512"/>
                  </a:lnTo>
                  <a:lnTo>
                    <a:pt x="19838" y="88144"/>
                  </a:lnTo>
                  <a:lnTo>
                    <a:pt x="17406" y="92855"/>
                  </a:lnTo>
                  <a:lnTo>
                    <a:pt x="15124" y="97642"/>
                  </a:lnTo>
                  <a:lnTo>
                    <a:pt x="12996" y="102498"/>
                  </a:lnTo>
                  <a:lnTo>
                    <a:pt x="11022" y="107419"/>
                  </a:lnTo>
                  <a:lnTo>
                    <a:pt x="9206" y="112400"/>
                  </a:lnTo>
                  <a:lnTo>
                    <a:pt x="7549" y="117436"/>
                  </a:lnTo>
                  <a:lnTo>
                    <a:pt x="6052" y="122523"/>
                  </a:lnTo>
                  <a:lnTo>
                    <a:pt x="4717" y="127654"/>
                  </a:lnTo>
                  <a:lnTo>
                    <a:pt x="3546" y="132825"/>
                  </a:lnTo>
                  <a:lnTo>
                    <a:pt x="2539" y="138031"/>
                  </a:lnTo>
                  <a:lnTo>
                    <a:pt x="1698" y="143266"/>
                  </a:lnTo>
                  <a:lnTo>
                    <a:pt x="1023" y="148525"/>
                  </a:lnTo>
                  <a:lnTo>
                    <a:pt x="515" y="153802"/>
                  </a:lnTo>
                  <a:lnTo>
                    <a:pt x="175" y="159093"/>
                  </a:lnTo>
                  <a:lnTo>
                    <a:pt x="3" y="164393"/>
                  </a:lnTo>
                  <a:lnTo>
                    <a:pt x="0" y="169695"/>
                  </a:lnTo>
                  <a:lnTo>
                    <a:pt x="164" y="174994"/>
                  </a:lnTo>
                  <a:lnTo>
                    <a:pt x="496" y="180286"/>
                  </a:lnTo>
                  <a:lnTo>
                    <a:pt x="996" y="185564"/>
                  </a:lnTo>
                  <a:lnTo>
                    <a:pt x="1663" y="190824"/>
                  </a:lnTo>
                  <a:lnTo>
                    <a:pt x="2496" y="196060"/>
                  </a:lnTo>
                  <a:lnTo>
                    <a:pt x="3495" y="201268"/>
                  </a:lnTo>
                  <a:lnTo>
                    <a:pt x="4659" y="206440"/>
                  </a:lnTo>
                  <a:lnTo>
                    <a:pt x="5986" y="211574"/>
                  </a:lnTo>
                  <a:lnTo>
                    <a:pt x="7476" y="216662"/>
                  </a:lnTo>
                  <a:lnTo>
                    <a:pt x="9126" y="221701"/>
                  </a:lnTo>
                  <a:lnTo>
                    <a:pt x="10935" y="226685"/>
                  </a:lnTo>
                  <a:lnTo>
                    <a:pt x="12901" y="231609"/>
                  </a:lnTo>
                  <a:lnTo>
                    <a:pt x="15022" y="236468"/>
                  </a:lnTo>
                  <a:lnTo>
                    <a:pt x="17296" y="241258"/>
                  </a:lnTo>
                  <a:lnTo>
                    <a:pt x="19721" y="245973"/>
                  </a:lnTo>
                  <a:lnTo>
                    <a:pt x="22295" y="250608"/>
                  </a:lnTo>
                  <a:lnTo>
                    <a:pt x="25014" y="255160"/>
                  </a:lnTo>
                  <a:lnTo>
                    <a:pt x="27876" y="259623"/>
                  </a:lnTo>
                  <a:lnTo>
                    <a:pt x="30878" y="263994"/>
                  </a:lnTo>
                  <a:lnTo>
                    <a:pt x="34017" y="268266"/>
                  </a:lnTo>
                  <a:lnTo>
                    <a:pt x="37290" y="272438"/>
                  </a:lnTo>
                  <a:lnTo>
                    <a:pt x="40694" y="276503"/>
                  </a:lnTo>
                  <a:lnTo>
                    <a:pt x="44225" y="280458"/>
                  </a:lnTo>
                  <a:lnTo>
                    <a:pt x="47879" y="284299"/>
                  </a:lnTo>
                  <a:lnTo>
                    <a:pt x="51654" y="288023"/>
                  </a:lnTo>
                  <a:lnTo>
                    <a:pt x="55545" y="291625"/>
                  </a:lnTo>
                  <a:lnTo>
                    <a:pt x="59548" y="295101"/>
                  </a:lnTo>
                  <a:lnTo>
                    <a:pt x="63659" y="298449"/>
                  </a:lnTo>
                  <a:lnTo>
                    <a:pt x="67875" y="301665"/>
                  </a:lnTo>
                  <a:lnTo>
                    <a:pt x="72190" y="304746"/>
                  </a:lnTo>
                  <a:lnTo>
                    <a:pt x="76601" y="307688"/>
                  </a:lnTo>
                  <a:lnTo>
                    <a:pt x="81103" y="310489"/>
                  </a:lnTo>
                  <a:lnTo>
                    <a:pt x="85691" y="313146"/>
                  </a:lnTo>
                  <a:lnTo>
                    <a:pt x="90362" y="315655"/>
                  </a:lnTo>
                  <a:lnTo>
                    <a:pt x="95109" y="318016"/>
                  </a:lnTo>
                  <a:lnTo>
                    <a:pt x="99929" y="320225"/>
                  </a:lnTo>
                  <a:lnTo>
                    <a:pt x="104817" y="322279"/>
                  </a:lnTo>
                  <a:lnTo>
                    <a:pt x="109767" y="324178"/>
                  </a:lnTo>
                  <a:lnTo>
                    <a:pt x="114776" y="325919"/>
                  </a:lnTo>
                  <a:lnTo>
                    <a:pt x="119836" y="327500"/>
                  </a:lnTo>
                  <a:lnTo>
                    <a:pt x="124945" y="328919"/>
                  </a:lnTo>
                  <a:lnTo>
                    <a:pt x="130096" y="330176"/>
                  </a:lnTo>
                  <a:lnTo>
                    <a:pt x="135284" y="331269"/>
                  </a:lnTo>
                  <a:lnTo>
                    <a:pt x="140504" y="332197"/>
                  </a:lnTo>
                  <a:lnTo>
                    <a:pt x="145751" y="332959"/>
                  </a:lnTo>
                  <a:lnTo>
                    <a:pt x="151020" y="333555"/>
                  </a:lnTo>
                  <a:lnTo>
                    <a:pt x="156305" y="333982"/>
                  </a:lnTo>
                  <a:lnTo>
                    <a:pt x="161600" y="334242"/>
                  </a:lnTo>
                  <a:lnTo>
                    <a:pt x="166901" y="334334"/>
                  </a:lnTo>
                  <a:lnTo>
                    <a:pt x="172203" y="334258"/>
                  </a:lnTo>
                  <a:lnTo>
                    <a:pt x="177499" y="334014"/>
                  </a:lnTo>
                  <a:lnTo>
                    <a:pt x="182785" y="333601"/>
                  </a:lnTo>
                  <a:lnTo>
                    <a:pt x="188056" y="333022"/>
                  </a:lnTo>
                  <a:lnTo>
                    <a:pt x="193305" y="332275"/>
                  </a:lnTo>
                  <a:lnTo>
                    <a:pt x="198528" y="331363"/>
                  </a:lnTo>
                  <a:lnTo>
                    <a:pt x="203719" y="330285"/>
                  </a:lnTo>
                  <a:lnTo>
                    <a:pt x="208874" y="329043"/>
                  </a:lnTo>
                  <a:lnTo>
                    <a:pt x="213986" y="327638"/>
                  </a:lnTo>
                  <a:lnTo>
                    <a:pt x="219052" y="326072"/>
                  </a:lnTo>
                  <a:lnTo>
                    <a:pt x="224065" y="324346"/>
                  </a:lnTo>
                  <a:lnTo>
                    <a:pt x="229021" y="322462"/>
                  </a:lnTo>
                  <a:lnTo>
                    <a:pt x="233915" y="320422"/>
                  </a:lnTo>
                  <a:lnTo>
                    <a:pt x="238742" y="318228"/>
                  </a:lnTo>
                  <a:lnTo>
                    <a:pt x="243496" y="315881"/>
                  </a:lnTo>
                  <a:lnTo>
                    <a:pt x="248174" y="313385"/>
                  </a:lnTo>
                  <a:lnTo>
                    <a:pt x="252770" y="310742"/>
                  </a:lnTo>
                  <a:lnTo>
                    <a:pt x="257280" y="307954"/>
                  </a:lnTo>
                  <a:lnTo>
                    <a:pt x="261700" y="305025"/>
                  </a:lnTo>
                  <a:lnTo>
                    <a:pt x="266024" y="301957"/>
                  </a:lnTo>
                  <a:lnTo>
                    <a:pt x="270249" y="298754"/>
                  </a:lnTo>
                  <a:lnTo>
                    <a:pt x="274370" y="295418"/>
                  </a:lnTo>
                  <a:lnTo>
                    <a:pt x="278383" y="291953"/>
                  </a:lnTo>
                  <a:lnTo>
                    <a:pt x="282285" y="288363"/>
                  </a:lnTo>
                  <a:lnTo>
                    <a:pt x="286070" y="284650"/>
                  </a:lnTo>
                  <a:lnTo>
                    <a:pt x="289736" y="280820"/>
                  </a:lnTo>
                  <a:lnTo>
                    <a:pt x="293279" y="276875"/>
                  </a:lnTo>
                  <a:lnTo>
                    <a:pt x="296695" y="272820"/>
                  </a:lnTo>
                  <a:lnTo>
                    <a:pt x="299980" y="268658"/>
                  </a:lnTo>
                  <a:lnTo>
                    <a:pt x="303132" y="264395"/>
                  </a:lnTo>
                  <a:lnTo>
                    <a:pt x="306147" y="260034"/>
                  </a:lnTo>
                  <a:lnTo>
                    <a:pt x="309022" y="255579"/>
                  </a:lnTo>
                  <a:lnTo>
                    <a:pt x="311755" y="251035"/>
                  </a:lnTo>
                  <a:lnTo>
                    <a:pt x="314342" y="246407"/>
                  </a:lnTo>
                  <a:lnTo>
                    <a:pt x="316780" y="241699"/>
                  </a:lnTo>
                  <a:lnTo>
                    <a:pt x="319069" y="236916"/>
                  </a:lnTo>
                  <a:lnTo>
                    <a:pt x="321204" y="232063"/>
                  </a:lnTo>
                  <a:lnTo>
                    <a:pt x="323185" y="227145"/>
                  </a:lnTo>
                  <a:lnTo>
                    <a:pt x="325009" y="222166"/>
                  </a:lnTo>
                  <a:lnTo>
                    <a:pt x="326673" y="217133"/>
                  </a:lnTo>
                  <a:lnTo>
                    <a:pt x="328178" y="212048"/>
                  </a:lnTo>
                  <a:lnTo>
                    <a:pt x="329520" y="206919"/>
                  </a:lnTo>
                  <a:lnTo>
                    <a:pt x="330699" y="201750"/>
                  </a:lnTo>
                  <a:lnTo>
                    <a:pt x="331713" y="196546"/>
                  </a:lnTo>
                  <a:lnTo>
                    <a:pt x="332562" y="191312"/>
                  </a:lnTo>
                  <a:lnTo>
                    <a:pt x="333245" y="186054"/>
                  </a:lnTo>
                  <a:lnTo>
                    <a:pt x="333760" y="180777"/>
                  </a:lnTo>
                  <a:lnTo>
                    <a:pt x="334108" y="175486"/>
                  </a:lnTo>
                  <a:lnTo>
                    <a:pt x="334288" y="170187"/>
                  </a:lnTo>
                  <a:lnTo>
                    <a:pt x="334300" y="164885"/>
                  </a:lnTo>
                  <a:lnTo>
                    <a:pt x="334143" y="159586"/>
                  </a:lnTo>
                  <a:lnTo>
                    <a:pt x="333819" y="154294"/>
                  </a:lnTo>
                  <a:lnTo>
                    <a:pt x="333327" y="149014"/>
                  </a:lnTo>
                  <a:lnTo>
                    <a:pt x="332668" y="143753"/>
                  </a:lnTo>
                  <a:lnTo>
                    <a:pt x="331842" y="138516"/>
                  </a:lnTo>
                  <a:lnTo>
                    <a:pt x="330850" y="133308"/>
                  </a:lnTo>
                  <a:lnTo>
                    <a:pt x="329694" y="128133"/>
                  </a:lnTo>
                  <a:lnTo>
                    <a:pt x="328375" y="122998"/>
                  </a:lnTo>
                  <a:lnTo>
                    <a:pt x="326893" y="117907"/>
                  </a:lnTo>
                  <a:lnTo>
                    <a:pt x="325250" y="112866"/>
                  </a:lnTo>
                  <a:lnTo>
                    <a:pt x="323449" y="107879"/>
                  </a:lnTo>
                  <a:lnTo>
                    <a:pt x="321490" y="102952"/>
                  </a:lnTo>
                  <a:lnTo>
                    <a:pt x="319376" y="98090"/>
                  </a:lnTo>
                  <a:lnTo>
                    <a:pt x="317108" y="93297"/>
                  </a:lnTo>
                  <a:lnTo>
                    <a:pt x="314690" y="88579"/>
                  </a:lnTo>
                  <a:lnTo>
                    <a:pt x="312124" y="83939"/>
                  </a:lnTo>
                  <a:lnTo>
                    <a:pt x="309412" y="79383"/>
                  </a:lnTo>
                  <a:lnTo>
                    <a:pt x="306556" y="74916"/>
                  </a:lnTo>
                  <a:lnTo>
                    <a:pt x="303560" y="70541"/>
                  </a:lnTo>
                  <a:lnTo>
                    <a:pt x="300428" y="66264"/>
                  </a:lnTo>
                  <a:lnTo>
                    <a:pt x="297161" y="62088"/>
                  </a:lnTo>
                  <a:lnTo>
                    <a:pt x="293763" y="58017"/>
                  </a:lnTo>
                  <a:lnTo>
                    <a:pt x="290238" y="54057"/>
                  </a:lnTo>
                  <a:lnTo>
                    <a:pt x="286589" y="50210"/>
                  </a:lnTo>
                  <a:lnTo>
                    <a:pt x="282820" y="46481"/>
                  </a:lnTo>
                  <a:lnTo>
                    <a:pt x="278934" y="42874"/>
                  </a:lnTo>
                  <a:lnTo>
                    <a:pt x="274936" y="39391"/>
                  </a:lnTo>
                  <a:lnTo>
                    <a:pt x="270830" y="36037"/>
                  </a:lnTo>
                  <a:lnTo>
                    <a:pt x="266619" y="32815"/>
                  </a:lnTo>
                  <a:lnTo>
                    <a:pt x="262308" y="29728"/>
                  </a:lnTo>
                  <a:lnTo>
                    <a:pt x="257902" y="26779"/>
                  </a:lnTo>
                  <a:lnTo>
                    <a:pt x="253404" y="23972"/>
                  </a:lnTo>
                  <a:lnTo>
                    <a:pt x="248820" y="21309"/>
                  </a:lnTo>
                  <a:lnTo>
                    <a:pt x="244153" y="18792"/>
                  </a:lnTo>
                  <a:lnTo>
                    <a:pt x="239409" y="16424"/>
                  </a:lnTo>
                  <a:lnTo>
                    <a:pt x="234592" y="14209"/>
                  </a:lnTo>
                  <a:lnTo>
                    <a:pt x="229707" y="12147"/>
                  </a:lnTo>
                  <a:lnTo>
                    <a:pt x="224760" y="10241"/>
                  </a:lnTo>
                  <a:lnTo>
                    <a:pt x="219754" y="8493"/>
                  </a:lnTo>
                  <a:lnTo>
                    <a:pt x="214695" y="6904"/>
                  </a:lnTo>
                  <a:lnTo>
                    <a:pt x="209589" y="5477"/>
                  </a:lnTo>
                  <a:lnTo>
                    <a:pt x="204440" y="4212"/>
                  </a:lnTo>
                  <a:lnTo>
                    <a:pt x="199254" y="3112"/>
                  </a:lnTo>
                  <a:lnTo>
                    <a:pt x="194035" y="2176"/>
                  </a:lnTo>
                  <a:lnTo>
                    <a:pt x="188789" y="1406"/>
                  </a:lnTo>
                  <a:lnTo>
                    <a:pt x="183521" y="803"/>
                  </a:lnTo>
                  <a:lnTo>
                    <a:pt x="178237" y="368"/>
                  </a:lnTo>
                  <a:lnTo>
                    <a:pt x="172942" y="10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781287" y="4213921"/>
              <a:ext cx="5793" cy="167067"/>
            </a:xfrm>
            <a:custGeom>
              <a:avLst/>
              <a:pathLst>
                <a:path w="5793" h="167067">
                  <a:moveTo>
                    <a:pt x="5793" y="0"/>
                  </a:moveTo>
                  <a:lnTo>
                    <a:pt x="0" y="1670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781287" y="4213921"/>
              <a:ext cx="5793" cy="167067"/>
            </a:xfrm>
            <a:custGeom>
              <a:avLst/>
              <a:pathLst>
                <a:path w="5793" h="167067">
                  <a:moveTo>
                    <a:pt x="5793" y="0"/>
                  </a:moveTo>
                  <a:lnTo>
                    <a:pt x="0" y="1670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781287" y="4213921"/>
              <a:ext cx="5793" cy="167067"/>
            </a:xfrm>
            <a:custGeom>
              <a:avLst/>
              <a:pathLst>
                <a:path w="5793" h="167067">
                  <a:moveTo>
                    <a:pt x="5793" y="0"/>
                  </a:moveTo>
                  <a:lnTo>
                    <a:pt x="0" y="1670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781287" y="4213921"/>
              <a:ext cx="5793" cy="167067"/>
            </a:xfrm>
            <a:custGeom>
              <a:avLst/>
              <a:pathLst>
                <a:path w="5793" h="167067">
                  <a:moveTo>
                    <a:pt x="5793" y="0"/>
                  </a:moveTo>
                  <a:lnTo>
                    <a:pt x="0" y="1670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781287" y="4213921"/>
              <a:ext cx="5793" cy="167067"/>
            </a:xfrm>
            <a:custGeom>
              <a:avLst/>
              <a:pathLst>
                <a:path w="5793" h="167067">
                  <a:moveTo>
                    <a:pt x="5793" y="0"/>
                  </a:moveTo>
                  <a:lnTo>
                    <a:pt x="0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781287" y="4213921"/>
              <a:ext cx="5793" cy="167067"/>
            </a:xfrm>
            <a:custGeom>
              <a:avLst/>
              <a:pathLst>
                <a:path w="5793" h="167067">
                  <a:moveTo>
                    <a:pt x="5793" y="0"/>
                  </a:moveTo>
                  <a:lnTo>
                    <a:pt x="0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781287" y="4213921"/>
              <a:ext cx="5793" cy="167067"/>
            </a:xfrm>
            <a:custGeom>
              <a:avLst/>
              <a:pathLst>
                <a:path w="5793" h="167067">
                  <a:moveTo>
                    <a:pt x="5793" y="0"/>
                  </a:moveTo>
                  <a:lnTo>
                    <a:pt x="0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781287" y="4213921"/>
              <a:ext cx="5793" cy="167067"/>
            </a:xfrm>
            <a:custGeom>
              <a:avLst/>
              <a:pathLst>
                <a:path w="5793" h="167067">
                  <a:moveTo>
                    <a:pt x="5793" y="0"/>
                  </a:moveTo>
                  <a:lnTo>
                    <a:pt x="0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781287" y="4213921"/>
              <a:ext cx="5793" cy="167067"/>
            </a:xfrm>
            <a:custGeom>
              <a:avLst/>
              <a:pathLst>
                <a:path w="5793" h="167067">
                  <a:moveTo>
                    <a:pt x="5793" y="0"/>
                  </a:moveTo>
                  <a:lnTo>
                    <a:pt x="0" y="1670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781287" y="4213921"/>
              <a:ext cx="5793" cy="167067"/>
            </a:xfrm>
            <a:custGeom>
              <a:avLst/>
              <a:pathLst>
                <a:path w="5793" h="167067">
                  <a:moveTo>
                    <a:pt x="5793" y="0"/>
                  </a:moveTo>
                  <a:lnTo>
                    <a:pt x="0" y="1670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781287" y="4213921"/>
              <a:ext cx="5793" cy="167067"/>
            </a:xfrm>
            <a:custGeom>
              <a:avLst/>
              <a:pathLst>
                <a:path w="5793" h="167067">
                  <a:moveTo>
                    <a:pt x="5793" y="0"/>
                  </a:moveTo>
                  <a:lnTo>
                    <a:pt x="0" y="1670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781287" y="4213821"/>
              <a:ext cx="5793" cy="167167"/>
            </a:xfrm>
            <a:custGeom>
              <a:avLst/>
              <a:pathLst>
                <a:path w="5793" h="167167">
                  <a:moveTo>
                    <a:pt x="5793" y="10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919368" y="4659281"/>
              <a:ext cx="167156" cy="192270"/>
            </a:xfrm>
            <a:custGeom>
              <a:avLst/>
              <a:pathLst>
                <a:path w="167156" h="192270">
                  <a:moveTo>
                    <a:pt x="167156" y="0"/>
                  </a:moveTo>
                  <a:lnTo>
                    <a:pt x="161727" y="88"/>
                  </a:lnTo>
                  <a:lnTo>
                    <a:pt x="156303" y="352"/>
                  </a:lnTo>
                  <a:lnTo>
                    <a:pt x="150892" y="793"/>
                  </a:lnTo>
                  <a:lnTo>
                    <a:pt x="145497" y="1408"/>
                  </a:lnTo>
                  <a:lnTo>
                    <a:pt x="140125" y="2199"/>
                  </a:lnTo>
                  <a:lnTo>
                    <a:pt x="134782" y="3164"/>
                  </a:lnTo>
                  <a:lnTo>
                    <a:pt x="129473" y="4302"/>
                  </a:lnTo>
                  <a:lnTo>
                    <a:pt x="124204" y="5612"/>
                  </a:lnTo>
                  <a:lnTo>
                    <a:pt x="118980" y="7092"/>
                  </a:lnTo>
                  <a:lnTo>
                    <a:pt x="113806" y="8741"/>
                  </a:lnTo>
                  <a:lnTo>
                    <a:pt x="108690" y="10557"/>
                  </a:lnTo>
                  <a:lnTo>
                    <a:pt x="103634" y="12538"/>
                  </a:lnTo>
                  <a:lnTo>
                    <a:pt x="98646" y="14683"/>
                  </a:lnTo>
                  <a:lnTo>
                    <a:pt x="93730" y="16988"/>
                  </a:lnTo>
                  <a:lnTo>
                    <a:pt x="88892" y="19452"/>
                  </a:lnTo>
                  <a:lnTo>
                    <a:pt x="84136" y="22072"/>
                  </a:lnTo>
                  <a:lnTo>
                    <a:pt x="79467" y="24844"/>
                  </a:lnTo>
                  <a:lnTo>
                    <a:pt x="74892" y="27767"/>
                  </a:lnTo>
                  <a:lnTo>
                    <a:pt x="70413" y="30837"/>
                  </a:lnTo>
                  <a:lnTo>
                    <a:pt x="66037" y="34051"/>
                  </a:lnTo>
                  <a:lnTo>
                    <a:pt x="61767" y="37405"/>
                  </a:lnTo>
                  <a:lnTo>
                    <a:pt x="57608" y="40896"/>
                  </a:lnTo>
                  <a:lnTo>
                    <a:pt x="53565" y="44520"/>
                  </a:lnTo>
                  <a:lnTo>
                    <a:pt x="49642" y="48274"/>
                  </a:lnTo>
                  <a:lnTo>
                    <a:pt x="45843" y="52153"/>
                  </a:lnTo>
                  <a:lnTo>
                    <a:pt x="42172" y="56153"/>
                  </a:lnTo>
                  <a:lnTo>
                    <a:pt x="38633" y="60271"/>
                  </a:lnTo>
                  <a:lnTo>
                    <a:pt x="35229" y="64501"/>
                  </a:lnTo>
                  <a:lnTo>
                    <a:pt x="31964" y="68840"/>
                  </a:lnTo>
                  <a:lnTo>
                    <a:pt x="28842" y="73282"/>
                  </a:lnTo>
                  <a:lnTo>
                    <a:pt x="25866" y="77823"/>
                  </a:lnTo>
                  <a:lnTo>
                    <a:pt x="23039" y="82459"/>
                  </a:lnTo>
                  <a:lnTo>
                    <a:pt x="20364" y="87184"/>
                  </a:lnTo>
                  <a:lnTo>
                    <a:pt x="17844" y="91993"/>
                  </a:lnTo>
                  <a:lnTo>
                    <a:pt x="15482" y="96882"/>
                  </a:lnTo>
                  <a:lnTo>
                    <a:pt x="13279" y="101845"/>
                  </a:lnTo>
                  <a:lnTo>
                    <a:pt x="11239" y="106877"/>
                  </a:lnTo>
                  <a:lnTo>
                    <a:pt x="9363" y="111972"/>
                  </a:lnTo>
                  <a:lnTo>
                    <a:pt x="7654" y="117126"/>
                  </a:lnTo>
                  <a:lnTo>
                    <a:pt x="6113" y="122332"/>
                  </a:lnTo>
                  <a:lnTo>
                    <a:pt x="4742" y="127586"/>
                  </a:lnTo>
                  <a:lnTo>
                    <a:pt x="3542" y="132881"/>
                  </a:lnTo>
                  <a:lnTo>
                    <a:pt x="2515" y="138213"/>
                  </a:lnTo>
                  <a:lnTo>
                    <a:pt x="1661" y="143575"/>
                  </a:lnTo>
                  <a:lnTo>
                    <a:pt x="982" y="148962"/>
                  </a:lnTo>
                  <a:lnTo>
                    <a:pt x="479" y="154368"/>
                  </a:lnTo>
                  <a:lnTo>
                    <a:pt x="151" y="159788"/>
                  </a:lnTo>
                  <a:lnTo>
                    <a:pt x="0" y="165215"/>
                  </a:lnTo>
                  <a:lnTo>
                    <a:pt x="24" y="170645"/>
                  </a:lnTo>
                  <a:lnTo>
                    <a:pt x="225" y="176071"/>
                  </a:lnTo>
                  <a:lnTo>
                    <a:pt x="603" y="181488"/>
                  </a:lnTo>
                  <a:lnTo>
                    <a:pt x="1156" y="186889"/>
                  </a:lnTo>
                  <a:lnTo>
                    <a:pt x="1884" y="19227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921253" y="4826449"/>
              <a:ext cx="165271" cy="25102"/>
            </a:xfrm>
            <a:custGeom>
              <a:avLst/>
              <a:pathLst>
                <a:path w="165271" h="25102">
                  <a:moveTo>
                    <a:pt x="0" y="25102"/>
                  </a:moveTo>
                  <a:lnTo>
                    <a:pt x="16527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921253" y="4826449"/>
              <a:ext cx="165271" cy="25102"/>
            </a:xfrm>
            <a:custGeom>
              <a:avLst/>
              <a:pathLst>
                <a:path w="165271" h="25102">
                  <a:moveTo>
                    <a:pt x="0" y="25102"/>
                  </a:moveTo>
                  <a:lnTo>
                    <a:pt x="16527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921253" y="4826449"/>
              <a:ext cx="165271" cy="25102"/>
            </a:xfrm>
            <a:custGeom>
              <a:avLst/>
              <a:pathLst>
                <a:path w="165271" h="25102">
                  <a:moveTo>
                    <a:pt x="0" y="25102"/>
                  </a:moveTo>
                  <a:lnTo>
                    <a:pt x="16527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921253" y="4826449"/>
              <a:ext cx="165271" cy="25102"/>
            </a:xfrm>
            <a:custGeom>
              <a:avLst/>
              <a:pathLst>
                <a:path w="165271" h="25102">
                  <a:moveTo>
                    <a:pt x="0" y="25102"/>
                  </a:moveTo>
                  <a:lnTo>
                    <a:pt x="1652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921253" y="4826449"/>
              <a:ext cx="165271" cy="25102"/>
            </a:xfrm>
            <a:custGeom>
              <a:avLst/>
              <a:pathLst>
                <a:path w="165271" h="25102">
                  <a:moveTo>
                    <a:pt x="0" y="25102"/>
                  </a:moveTo>
                  <a:lnTo>
                    <a:pt x="1652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921253" y="4826449"/>
              <a:ext cx="165271" cy="25102"/>
            </a:xfrm>
            <a:custGeom>
              <a:avLst/>
              <a:pathLst>
                <a:path w="165271" h="25102">
                  <a:moveTo>
                    <a:pt x="0" y="25102"/>
                  </a:moveTo>
                  <a:lnTo>
                    <a:pt x="1652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921253" y="4826449"/>
              <a:ext cx="165271" cy="25102"/>
            </a:xfrm>
            <a:custGeom>
              <a:avLst/>
              <a:pathLst>
                <a:path w="165271" h="25102">
                  <a:moveTo>
                    <a:pt x="0" y="25102"/>
                  </a:moveTo>
                  <a:lnTo>
                    <a:pt x="1652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921253" y="4826449"/>
              <a:ext cx="165271" cy="25102"/>
            </a:xfrm>
            <a:custGeom>
              <a:avLst/>
              <a:pathLst>
                <a:path w="165271" h="25102">
                  <a:moveTo>
                    <a:pt x="0" y="25102"/>
                  </a:moveTo>
                  <a:lnTo>
                    <a:pt x="16527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921253" y="4826449"/>
              <a:ext cx="165271" cy="25102"/>
            </a:xfrm>
            <a:custGeom>
              <a:avLst/>
              <a:pathLst>
                <a:path w="165271" h="25102">
                  <a:moveTo>
                    <a:pt x="0" y="25102"/>
                  </a:moveTo>
                  <a:lnTo>
                    <a:pt x="16527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921253" y="4826449"/>
              <a:ext cx="165271" cy="48399"/>
            </a:xfrm>
            <a:custGeom>
              <a:avLst/>
              <a:pathLst>
                <a:path w="165271" h="48399">
                  <a:moveTo>
                    <a:pt x="0" y="25102"/>
                  </a:moveTo>
                  <a:lnTo>
                    <a:pt x="1383" y="32948"/>
                  </a:lnTo>
                  <a:lnTo>
                    <a:pt x="3139" y="40720"/>
                  </a:lnTo>
                  <a:lnTo>
                    <a:pt x="5264" y="48399"/>
                  </a:lnTo>
                  <a:lnTo>
                    <a:pt x="16527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926517" y="4659281"/>
              <a:ext cx="327160" cy="334332"/>
            </a:xfrm>
            <a:custGeom>
              <a:avLst/>
              <a:pathLst>
                <a:path w="327160" h="334332">
                  <a:moveTo>
                    <a:pt x="0" y="215566"/>
                  </a:moveTo>
                  <a:lnTo>
                    <a:pt x="1619" y="220627"/>
                  </a:lnTo>
                  <a:lnTo>
                    <a:pt x="3398" y="225634"/>
                  </a:lnTo>
                  <a:lnTo>
                    <a:pt x="5335" y="230583"/>
                  </a:lnTo>
                  <a:lnTo>
                    <a:pt x="7429" y="235467"/>
                  </a:lnTo>
                  <a:lnTo>
                    <a:pt x="9677" y="240282"/>
                  </a:lnTo>
                  <a:lnTo>
                    <a:pt x="12077" y="245023"/>
                  </a:lnTo>
                  <a:lnTo>
                    <a:pt x="14626" y="249685"/>
                  </a:lnTo>
                  <a:lnTo>
                    <a:pt x="17322" y="254264"/>
                  </a:lnTo>
                  <a:lnTo>
                    <a:pt x="20162" y="258755"/>
                  </a:lnTo>
                  <a:lnTo>
                    <a:pt x="23144" y="263154"/>
                  </a:lnTo>
                  <a:lnTo>
                    <a:pt x="26264" y="267455"/>
                  </a:lnTo>
                  <a:lnTo>
                    <a:pt x="29519" y="271655"/>
                  </a:lnTo>
                  <a:lnTo>
                    <a:pt x="32906" y="275750"/>
                  </a:lnTo>
                  <a:lnTo>
                    <a:pt x="36421" y="279735"/>
                  </a:lnTo>
                  <a:lnTo>
                    <a:pt x="40062" y="283606"/>
                  </a:lnTo>
                  <a:lnTo>
                    <a:pt x="43823" y="287359"/>
                  </a:lnTo>
                  <a:lnTo>
                    <a:pt x="47702" y="290991"/>
                  </a:lnTo>
                  <a:lnTo>
                    <a:pt x="51694" y="294498"/>
                  </a:lnTo>
                  <a:lnTo>
                    <a:pt x="55796" y="297876"/>
                  </a:lnTo>
                  <a:lnTo>
                    <a:pt x="60003" y="301123"/>
                  </a:lnTo>
                  <a:lnTo>
                    <a:pt x="64311" y="304233"/>
                  </a:lnTo>
                  <a:lnTo>
                    <a:pt x="68716" y="307206"/>
                  </a:lnTo>
                  <a:lnTo>
                    <a:pt x="73213" y="310037"/>
                  </a:lnTo>
                  <a:lnTo>
                    <a:pt x="77798" y="312723"/>
                  </a:lnTo>
                  <a:lnTo>
                    <a:pt x="82466" y="315262"/>
                  </a:lnTo>
                  <a:lnTo>
                    <a:pt x="87212" y="317652"/>
                  </a:lnTo>
                  <a:lnTo>
                    <a:pt x="92032" y="319890"/>
                  </a:lnTo>
                  <a:lnTo>
                    <a:pt x="96920" y="321973"/>
                  </a:lnTo>
                  <a:lnTo>
                    <a:pt x="101872" y="323900"/>
                  </a:lnTo>
                  <a:lnTo>
                    <a:pt x="106883" y="325669"/>
                  </a:lnTo>
                  <a:lnTo>
                    <a:pt x="111948" y="327277"/>
                  </a:lnTo>
                  <a:lnTo>
                    <a:pt x="117061" y="328724"/>
                  </a:lnTo>
                  <a:lnTo>
                    <a:pt x="122217" y="330007"/>
                  </a:lnTo>
                  <a:lnTo>
                    <a:pt x="127412" y="331126"/>
                  </a:lnTo>
                  <a:lnTo>
                    <a:pt x="132640" y="332079"/>
                  </a:lnTo>
                  <a:lnTo>
                    <a:pt x="137895" y="332865"/>
                  </a:lnTo>
                  <a:lnTo>
                    <a:pt x="143173" y="333485"/>
                  </a:lnTo>
                  <a:lnTo>
                    <a:pt x="148467" y="333936"/>
                  </a:lnTo>
                  <a:lnTo>
                    <a:pt x="153774" y="334218"/>
                  </a:lnTo>
                  <a:lnTo>
                    <a:pt x="159086" y="334332"/>
                  </a:lnTo>
                  <a:lnTo>
                    <a:pt x="164400" y="334277"/>
                  </a:lnTo>
                  <a:lnTo>
                    <a:pt x="169709" y="334053"/>
                  </a:lnTo>
                  <a:lnTo>
                    <a:pt x="175008" y="333660"/>
                  </a:lnTo>
                  <a:lnTo>
                    <a:pt x="180292" y="333099"/>
                  </a:lnTo>
                  <a:lnTo>
                    <a:pt x="185556" y="332370"/>
                  </a:lnTo>
                  <a:lnTo>
                    <a:pt x="190794" y="331475"/>
                  </a:lnTo>
                  <a:lnTo>
                    <a:pt x="196001" y="330413"/>
                  </a:lnTo>
                  <a:lnTo>
                    <a:pt x="201171" y="329187"/>
                  </a:lnTo>
                  <a:lnTo>
                    <a:pt x="206300" y="327797"/>
                  </a:lnTo>
                  <a:lnTo>
                    <a:pt x="211382" y="326244"/>
                  </a:lnTo>
                  <a:lnTo>
                    <a:pt x="216412" y="324531"/>
                  </a:lnTo>
                  <a:lnTo>
                    <a:pt x="221385" y="322659"/>
                  </a:lnTo>
                  <a:lnTo>
                    <a:pt x="226296" y="320629"/>
                  </a:lnTo>
                  <a:lnTo>
                    <a:pt x="231140" y="318445"/>
                  </a:lnTo>
                  <a:lnTo>
                    <a:pt x="235912" y="316108"/>
                  </a:lnTo>
                  <a:lnTo>
                    <a:pt x="240608" y="313620"/>
                  </a:lnTo>
                  <a:lnTo>
                    <a:pt x="245222" y="310984"/>
                  </a:lnTo>
                  <a:lnTo>
                    <a:pt x="249750" y="308203"/>
                  </a:lnTo>
                  <a:lnTo>
                    <a:pt x="254187" y="305279"/>
                  </a:lnTo>
                  <a:lnTo>
                    <a:pt x="258529" y="302216"/>
                  </a:lnTo>
                  <a:lnTo>
                    <a:pt x="262772" y="299017"/>
                  </a:lnTo>
                  <a:lnTo>
                    <a:pt x="266911" y="295684"/>
                  </a:lnTo>
                  <a:lnTo>
                    <a:pt x="270941" y="292221"/>
                  </a:lnTo>
                  <a:lnTo>
                    <a:pt x="274860" y="288632"/>
                  </a:lnTo>
                  <a:lnTo>
                    <a:pt x="278663" y="284920"/>
                  </a:lnTo>
                  <a:lnTo>
                    <a:pt x="282345" y="281090"/>
                  </a:lnTo>
                  <a:lnTo>
                    <a:pt x="285904" y="277144"/>
                  </a:lnTo>
                  <a:lnTo>
                    <a:pt x="289336" y="273087"/>
                  </a:lnTo>
                  <a:lnTo>
                    <a:pt x="292637" y="268923"/>
                  </a:lnTo>
                  <a:lnTo>
                    <a:pt x="295804" y="264656"/>
                  </a:lnTo>
                  <a:lnTo>
                    <a:pt x="298834" y="260290"/>
                  </a:lnTo>
                  <a:lnTo>
                    <a:pt x="301724" y="255831"/>
                  </a:lnTo>
                  <a:lnTo>
                    <a:pt x="304471" y="251282"/>
                  </a:lnTo>
                  <a:lnTo>
                    <a:pt x="307071" y="246648"/>
                  </a:lnTo>
                  <a:lnTo>
                    <a:pt x="309523" y="241933"/>
                  </a:lnTo>
                  <a:lnTo>
                    <a:pt x="311824" y="237143"/>
                  </a:lnTo>
                  <a:lnTo>
                    <a:pt x="313971" y="232283"/>
                  </a:lnTo>
                  <a:lnTo>
                    <a:pt x="315963" y="227356"/>
                  </a:lnTo>
                  <a:lnTo>
                    <a:pt x="317797" y="222369"/>
                  </a:lnTo>
                  <a:lnTo>
                    <a:pt x="319472" y="217326"/>
                  </a:lnTo>
                  <a:lnTo>
                    <a:pt x="320986" y="212232"/>
                  </a:lnTo>
                  <a:lnTo>
                    <a:pt x="322337" y="207093"/>
                  </a:lnTo>
                  <a:lnTo>
                    <a:pt x="323524" y="201914"/>
                  </a:lnTo>
                  <a:lnTo>
                    <a:pt x="324545" y="196699"/>
                  </a:lnTo>
                  <a:lnTo>
                    <a:pt x="325401" y="191454"/>
                  </a:lnTo>
                  <a:lnTo>
                    <a:pt x="326089" y="186185"/>
                  </a:lnTo>
                  <a:lnTo>
                    <a:pt x="326610" y="180897"/>
                  </a:lnTo>
                  <a:lnTo>
                    <a:pt x="326962" y="175595"/>
                  </a:lnTo>
                  <a:lnTo>
                    <a:pt x="327146" y="170284"/>
                  </a:lnTo>
                  <a:lnTo>
                    <a:pt x="327160" y="164970"/>
                  </a:lnTo>
                  <a:lnTo>
                    <a:pt x="327006" y="159659"/>
                  </a:lnTo>
                  <a:lnTo>
                    <a:pt x="326683" y="154355"/>
                  </a:lnTo>
                  <a:lnTo>
                    <a:pt x="326192" y="149064"/>
                  </a:lnTo>
                  <a:lnTo>
                    <a:pt x="325532" y="143791"/>
                  </a:lnTo>
                  <a:lnTo>
                    <a:pt x="324706" y="138542"/>
                  </a:lnTo>
                  <a:lnTo>
                    <a:pt x="323713" y="133322"/>
                  </a:lnTo>
                  <a:lnTo>
                    <a:pt x="322554" y="128136"/>
                  </a:lnTo>
                  <a:lnTo>
                    <a:pt x="321231" y="122989"/>
                  </a:lnTo>
                  <a:lnTo>
                    <a:pt x="319746" y="117887"/>
                  </a:lnTo>
                  <a:lnTo>
                    <a:pt x="318099" y="112835"/>
                  </a:lnTo>
                  <a:lnTo>
                    <a:pt x="316292" y="107838"/>
                  </a:lnTo>
                  <a:lnTo>
                    <a:pt x="314327" y="102900"/>
                  </a:lnTo>
                  <a:lnTo>
                    <a:pt x="312207" y="98028"/>
                  </a:lnTo>
                  <a:lnTo>
                    <a:pt x="309932" y="93225"/>
                  </a:lnTo>
                  <a:lnTo>
                    <a:pt x="307507" y="88498"/>
                  </a:lnTo>
                  <a:lnTo>
                    <a:pt x="304932" y="83849"/>
                  </a:lnTo>
                  <a:lnTo>
                    <a:pt x="302210" y="79285"/>
                  </a:lnTo>
                  <a:lnTo>
                    <a:pt x="299345" y="74810"/>
                  </a:lnTo>
                  <a:lnTo>
                    <a:pt x="296339" y="70428"/>
                  </a:lnTo>
                  <a:lnTo>
                    <a:pt x="293196" y="66144"/>
                  </a:lnTo>
                  <a:lnTo>
                    <a:pt x="289918" y="61961"/>
                  </a:lnTo>
                  <a:lnTo>
                    <a:pt x="286508" y="57885"/>
                  </a:lnTo>
                  <a:lnTo>
                    <a:pt x="282971" y="53920"/>
                  </a:lnTo>
                  <a:lnTo>
                    <a:pt x="279309" y="50069"/>
                  </a:lnTo>
                  <a:lnTo>
                    <a:pt x="275527" y="46336"/>
                  </a:lnTo>
                  <a:lnTo>
                    <a:pt x="271629" y="42726"/>
                  </a:lnTo>
                  <a:lnTo>
                    <a:pt x="267617" y="39241"/>
                  </a:lnTo>
                  <a:lnTo>
                    <a:pt x="263497" y="35885"/>
                  </a:lnTo>
                  <a:lnTo>
                    <a:pt x="259272" y="32662"/>
                  </a:lnTo>
                  <a:lnTo>
                    <a:pt x="254947" y="29575"/>
                  </a:lnTo>
                  <a:lnTo>
                    <a:pt x="250526" y="26627"/>
                  </a:lnTo>
                  <a:lnTo>
                    <a:pt x="246013" y="23821"/>
                  </a:lnTo>
                  <a:lnTo>
                    <a:pt x="241413" y="21160"/>
                  </a:lnTo>
                  <a:lnTo>
                    <a:pt x="236732" y="18647"/>
                  </a:lnTo>
                  <a:lnTo>
                    <a:pt x="231972" y="16283"/>
                  </a:lnTo>
                  <a:lnTo>
                    <a:pt x="227141" y="14072"/>
                  </a:lnTo>
                  <a:lnTo>
                    <a:pt x="222241" y="12016"/>
                  </a:lnTo>
                  <a:lnTo>
                    <a:pt x="217278" y="10116"/>
                  </a:lnTo>
                  <a:lnTo>
                    <a:pt x="212257" y="8375"/>
                  </a:lnTo>
                  <a:lnTo>
                    <a:pt x="207184" y="6795"/>
                  </a:lnTo>
                  <a:lnTo>
                    <a:pt x="202063" y="5376"/>
                  </a:lnTo>
                  <a:lnTo>
                    <a:pt x="196899" y="4121"/>
                  </a:lnTo>
                  <a:lnTo>
                    <a:pt x="191699" y="3031"/>
                  </a:lnTo>
                  <a:lnTo>
                    <a:pt x="186466" y="2107"/>
                  </a:lnTo>
                  <a:lnTo>
                    <a:pt x="181206" y="1349"/>
                  </a:lnTo>
                  <a:lnTo>
                    <a:pt x="175925" y="759"/>
                  </a:lnTo>
                  <a:lnTo>
                    <a:pt x="170628" y="337"/>
                  </a:lnTo>
                  <a:lnTo>
                    <a:pt x="165320" y="84"/>
                  </a:lnTo>
                  <a:lnTo>
                    <a:pt x="160007" y="0"/>
                  </a:lnTo>
                  <a:lnTo>
                    <a:pt x="16000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485927" y="5018213"/>
              <a:ext cx="2793" cy="167167"/>
            </a:xfrm>
            <a:custGeom>
              <a:avLst/>
              <a:pathLst>
                <a:path w="2793" h="167167">
                  <a:moveTo>
                    <a:pt x="2793" y="0"/>
                  </a:moveTo>
                  <a:lnTo>
                    <a:pt x="0" y="23"/>
                  </a:lnTo>
                  <a:lnTo>
                    <a:pt x="279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485927" y="5018236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485927" y="5018236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485927" y="5018236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485927" y="5018236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485927" y="5018236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485927" y="5018236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485927" y="5018236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485927" y="5018236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321554" y="5018236"/>
              <a:ext cx="334321" cy="334306"/>
            </a:xfrm>
            <a:custGeom>
              <a:avLst/>
              <a:pathLst>
                <a:path w="334321" h="334306">
                  <a:moveTo>
                    <a:pt x="164372" y="0"/>
                  </a:moveTo>
                  <a:lnTo>
                    <a:pt x="159085" y="172"/>
                  </a:lnTo>
                  <a:lnTo>
                    <a:pt x="153806" y="511"/>
                  </a:lnTo>
                  <a:lnTo>
                    <a:pt x="148540" y="1017"/>
                  </a:lnTo>
                  <a:lnTo>
                    <a:pt x="143293" y="1690"/>
                  </a:lnTo>
                  <a:lnTo>
                    <a:pt x="138070" y="2528"/>
                  </a:lnTo>
                  <a:lnTo>
                    <a:pt x="132876" y="3531"/>
                  </a:lnTo>
                  <a:lnTo>
                    <a:pt x="127716" y="4698"/>
                  </a:lnTo>
                  <a:lnTo>
                    <a:pt x="122596" y="6027"/>
                  </a:lnTo>
                  <a:lnTo>
                    <a:pt x="117520" y="7518"/>
                  </a:lnTo>
                  <a:lnTo>
                    <a:pt x="112494" y="9169"/>
                  </a:lnTo>
                  <a:lnTo>
                    <a:pt x="107523" y="10978"/>
                  </a:lnTo>
                  <a:lnTo>
                    <a:pt x="102612" y="12943"/>
                  </a:lnTo>
                  <a:lnTo>
                    <a:pt x="97765" y="15063"/>
                  </a:lnTo>
                  <a:lnTo>
                    <a:pt x="92988" y="17335"/>
                  </a:lnTo>
                  <a:lnTo>
                    <a:pt x="88285" y="19757"/>
                  </a:lnTo>
                  <a:lnTo>
                    <a:pt x="83661" y="22327"/>
                  </a:lnTo>
                  <a:lnTo>
                    <a:pt x="79120" y="25042"/>
                  </a:lnTo>
                  <a:lnTo>
                    <a:pt x="74668" y="27899"/>
                  </a:lnTo>
                  <a:lnTo>
                    <a:pt x="70309" y="30895"/>
                  </a:lnTo>
                  <a:lnTo>
                    <a:pt x="66046" y="34028"/>
                  </a:lnTo>
                  <a:lnTo>
                    <a:pt x="61885" y="37294"/>
                  </a:lnTo>
                  <a:lnTo>
                    <a:pt x="57829" y="40691"/>
                  </a:lnTo>
                  <a:lnTo>
                    <a:pt x="53882" y="44214"/>
                  </a:lnTo>
                  <a:lnTo>
                    <a:pt x="50049" y="47860"/>
                  </a:lnTo>
                  <a:lnTo>
                    <a:pt x="46334" y="51625"/>
                  </a:lnTo>
                  <a:lnTo>
                    <a:pt x="42739" y="55506"/>
                  </a:lnTo>
                  <a:lnTo>
                    <a:pt x="39269" y="59499"/>
                  </a:lnTo>
                  <a:lnTo>
                    <a:pt x="35927" y="63600"/>
                  </a:lnTo>
                  <a:lnTo>
                    <a:pt x="32717" y="67804"/>
                  </a:lnTo>
                  <a:lnTo>
                    <a:pt x="29641" y="72108"/>
                  </a:lnTo>
                  <a:lnTo>
                    <a:pt x="26703" y="76507"/>
                  </a:lnTo>
                  <a:lnTo>
                    <a:pt x="23905" y="80997"/>
                  </a:lnTo>
                  <a:lnTo>
                    <a:pt x="21251" y="85573"/>
                  </a:lnTo>
                  <a:lnTo>
                    <a:pt x="18743" y="90231"/>
                  </a:lnTo>
                  <a:lnTo>
                    <a:pt x="16384" y="94966"/>
                  </a:lnTo>
                  <a:lnTo>
                    <a:pt x="14175" y="99773"/>
                  </a:lnTo>
                  <a:lnTo>
                    <a:pt x="12120" y="104647"/>
                  </a:lnTo>
                  <a:lnTo>
                    <a:pt x="10221" y="109584"/>
                  </a:lnTo>
                  <a:lnTo>
                    <a:pt x="8478" y="114579"/>
                  </a:lnTo>
                  <a:lnTo>
                    <a:pt x="6894" y="119626"/>
                  </a:lnTo>
                  <a:lnTo>
                    <a:pt x="5471" y="124721"/>
                  </a:lnTo>
                  <a:lnTo>
                    <a:pt x="4210" y="129859"/>
                  </a:lnTo>
                  <a:lnTo>
                    <a:pt x="3111" y="135034"/>
                  </a:lnTo>
                  <a:lnTo>
                    <a:pt x="2178" y="140241"/>
                  </a:lnTo>
                  <a:lnTo>
                    <a:pt x="1409" y="145475"/>
                  </a:lnTo>
                  <a:lnTo>
                    <a:pt x="806" y="150730"/>
                  </a:lnTo>
                  <a:lnTo>
                    <a:pt x="370" y="156002"/>
                  </a:lnTo>
                  <a:lnTo>
                    <a:pt x="101" y="161285"/>
                  </a:lnTo>
                  <a:lnTo>
                    <a:pt x="0" y="166574"/>
                  </a:lnTo>
                  <a:lnTo>
                    <a:pt x="65" y="171864"/>
                  </a:lnTo>
                  <a:lnTo>
                    <a:pt x="298" y="177149"/>
                  </a:lnTo>
                  <a:lnTo>
                    <a:pt x="698" y="182424"/>
                  </a:lnTo>
                  <a:lnTo>
                    <a:pt x="1265" y="187683"/>
                  </a:lnTo>
                  <a:lnTo>
                    <a:pt x="1998" y="192922"/>
                  </a:lnTo>
                  <a:lnTo>
                    <a:pt x="2897" y="198136"/>
                  </a:lnTo>
                  <a:lnTo>
                    <a:pt x="3959" y="203318"/>
                  </a:lnTo>
                  <a:lnTo>
                    <a:pt x="5186" y="208464"/>
                  </a:lnTo>
                  <a:lnTo>
                    <a:pt x="6574" y="213568"/>
                  </a:lnTo>
                  <a:lnTo>
                    <a:pt x="8124" y="218626"/>
                  </a:lnTo>
                  <a:lnTo>
                    <a:pt x="9832" y="223633"/>
                  </a:lnTo>
                  <a:lnTo>
                    <a:pt x="11698" y="228583"/>
                  </a:lnTo>
                  <a:lnTo>
                    <a:pt x="13720" y="233471"/>
                  </a:lnTo>
                  <a:lnTo>
                    <a:pt x="15896" y="238293"/>
                  </a:lnTo>
                  <a:lnTo>
                    <a:pt x="18223" y="243044"/>
                  </a:lnTo>
                  <a:lnTo>
                    <a:pt x="20699" y="247719"/>
                  </a:lnTo>
                  <a:lnTo>
                    <a:pt x="23322" y="252313"/>
                  </a:lnTo>
                  <a:lnTo>
                    <a:pt x="26089" y="256822"/>
                  </a:lnTo>
                  <a:lnTo>
                    <a:pt x="28997" y="261241"/>
                  </a:lnTo>
                  <a:lnTo>
                    <a:pt x="32043" y="265565"/>
                  </a:lnTo>
                  <a:lnTo>
                    <a:pt x="35225" y="269791"/>
                  </a:lnTo>
                  <a:lnTo>
                    <a:pt x="38539" y="273915"/>
                  </a:lnTo>
                  <a:lnTo>
                    <a:pt x="41982" y="277931"/>
                  </a:lnTo>
                  <a:lnTo>
                    <a:pt x="45550" y="281837"/>
                  </a:lnTo>
                  <a:lnTo>
                    <a:pt x="49240" y="285627"/>
                  </a:lnTo>
                  <a:lnTo>
                    <a:pt x="53048" y="289299"/>
                  </a:lnTo>
                  <a:lnTo>
                    <a:pt x="56970" y="292849"/>
                  </a:lnTo>
                  <a:lnTo>
                    <a:pt x="61003" y="296273"/>
                  </a:lnTo>
                  <a:lnTo>
                    <a:pt x="65142" y="299567"/>
                  </a:lnTo>
                  <a:lnTo>
                    <a:pt x="69383" y="302729"/>
                  </a:lnTo>
                  <a:lnTo>
                    <a:pt x="73722" y="305755"/>
                  </a:lnTo>
                  <a:lnTo>
                    <a:pt x="78155" y="308643"/>
                  </a:lnTo>
                  <a:lnTo>
                    <a:pt x="82676" y="311388"/>
                  </a:lnTo>
                  <a:lnTo>
                    <a:pt x="87283" y="313989"/>
                  </a:lnTo>
                  <a:lnTo>
                    <a:pt x="91969" y="316443"/>
                  </a:lnTo>
                  <a:lnTo>
                    <a:pt x="96731" y="318748"/>
                  </a:lnTo>
                  <a:lnTo>
                    <a:pt x="101563" y="320901"/>
                  </a:lnTo>
                  <a:lnTo>
                    <a:pt x="106461" y="322899"/>
                  </a:lnTo>
                  <a:lnTo>
                    <a:pt x="111420" y="324742"/>
                  </a:lnTo>
                  <a:lnTo>
                    <a:pt x="116434" y="326427"/>
                  </a:lnTo>
                  <a:lnTo>
                    <a:pt x="121500" y="327953"/>
                  </a:lnTo>
                  <a:lnTo>
                    <a:pt x="126611" y="329317"/>
                  </a:lnTo>
                  <a:lnTo>
                    <a:pt x="131762" y="330519"/>
                  </a:lnTo>
                  <a:lnTo>
                    <a:pt x="136949" y="331557"/>
                  </a:lnTo>
                  <a:lnTo>
                    <a:pt x="142167" y="332431"/>
                  </a:lnTo>
                  <a:lnTo>
                    <a:pt x="147409" y="333139"/>
                  </a:lnTo>
                  <a:lnTo>
                    <a:pt x="152671" y="333681"/>
                  </a:lnTo>
                  <a:lnTo>
                    <a:pt x="157948" y="334057"/>
                  </a:lnTo>
                  <a:lnTo>
                    <a:pt x="163234" y="334265"/>
                  </a:lnTo>
                  <a:lnTo>
                    <a:pt x="168524" y="334306"/>
                  </a:lnTo>
                  <a:lnTo>
                    <a:pt x="173812" y="334179"/>
                  </a:lnTo>
                  <a:lnTo>
                    <a:pt x="179094" y="333885"/>
                  </a:lnTo>
                  <a:lnTo>
                    <a:pt x="184364" y="333424"/>
                  </a:lnTo>
                  <a:lnTo>
                    <a:pt x="189617" y="332797"/>
                  </a:lnTo>
                  <a:lnTo>
                    <a:pt x="194847" y="332003"/>
                  </a:lnTo>
                  <a:lnTo>
                    <a:pt x="200050" y="331045"/>
                  </a:lnTo>
                  <a:lnTo>
                    <a:pt x="205219" y="329922"/>
                  </a:lnTo>
                  <a:lnTo>
                    <a:pt x="210351" y="328637"/>
                  </a:lnTo>
                  <a:lnTo>
                    <a:pt x="215439" y="327189"/>
                  </a:lnTo>
                  <a:lnTo>
                    <a:pt x="220479" y="325582"/>
                  </a:lnTo>
                  <a:lnTo>
                    <a:pt x="225465" y="323816"/>
                  </a:lnTo>
                  <a:lnTo>
                    <a:pt x="230393" y="321893"/>
                  </a:lnTo>
                  <a:lnTo>
                    <a:pt x="235258" y="319815"/>
                  </a:lnTo>
                  <a:lnTo>
                    <a:pt x="240055" y="317584"/>
                  </a:lnTo>
                  <a:lnTo>
                    <a:pt x="244778" y="315202"/>
                  </a:lnTo>
                  <a:lnTo>
                    <a:pt x="249424" y="312672"/>
                  </a:lnTo>
                  <a:lnTo>
                    <a:pt x="253988" y="309996"/>
                  </a:lnTo>
                  <a:lnTo>
                    <a:pt x="258464" y="307178"/>
                  </a:lnTo>
                  <a:lnTo>
                    <a:pt x="262849" y="304219"/>
                  </a:lnTo>
                  <a:lnTo>
                    <a:pt x="267139" y="301123"/>
                  </a:lnTo>
                  <a:lnTo>
                    <a:pt x="271328" y="297892"/>
                  </a:lnTo>
                  <a:lnTo>
                    <a:pt x="275413" y="294531"/>
                  </a:lnTo>
                  <a:lnTo>
                    <a:pt x="279389" y="291042"/>
                  </a:lnTo>
                  <a:lnTo>
                    <a:pt x="283253" y="287429"/>
                  </a:lnTo>
                  <a:lnTo>
                    <a:pt x="287001" y="283696"/>
                  </a:lnTo>
                  <a:lnTo>
                    <a:pt x="290629" y="279846"/>
                  </a:lnTo>
                  <a:lnTo>
                    <a:pt x="294133" y="275883"/>
                  </a:lnTo>
                  <a:lnTo>
                    <a:pt x="297510" y="271811"/>
                  </a:lnTo>
                  <a:lnTo>
                    <a:pt x="300757" y="267634"/>
                  </a:lnTo>
                  <a:lnTo>
                    <a:pt x="303870" y="263357"/>
                  </a:lnTo>
                  <a:lnTo>
                    <a:pt x="306846" y="258983"/>
                  </a:lnTo>
                  <a:lnTo>
                    <a:pt x="309682" y="254518"/>
                  </a:lnTo>
                  <a:lnTo>
                    <a:pt x="312375" y="249965"/>
                  </a:lnTo>
                  <a:lnTo>
                    <a:pt x="314923" y="245329"/>
                  </a:lnTo>
                  <a:lnTo>
                    <a:pt x="317323" y="240614"/>
                  </a:lnTo>
                  <a:lnTo>
                    <a:pt x="319572" y="235826"/>
                  </a:lnTo>
                  <a:lnTo>
                    <a:pt x="321669" y="230970"/>
                  </a:lnTo>
                  <a:lnTo>
                    <a:pt x="323611" y="226049"/>
                  </a:lnTo>
                  <a:lnTo>
                    <a:pt x="325397" y="221069"/>
                  </a:lnTo>
                  <a:lnTo>
                    <a:pt x="327024" y="216036"/>
                  </a:lnTo>
                  <a:lnTo>
                    <a:pt x="328491" y="210953"/>
                  </a:lnTo>
                  <a:lnTo>
                    <a:pt x="329796" y="205827"/>
                  </a:lnTo>
                  <a:lnTo>
                    <a:pt x="330939" y="200662"/>
                  </a:lnTo>
                  <a:lnTo>
                    <a:pt x="331917" y="195463"/>
                  </a:lnTo>
                  <a:lnTo>
                    <a:pt x="332731" y="190236"/>
                  </a:lnTo>
                  <a:lnTo>
                    <a:pt x="333379" y="184986"/>
                  </a:lnTo>
                  <a:lnTo>
                    <a:pt x="333860" y="179717"/>
                  </a:lnTo>
                  <a:lnTo>
                    <a:pt x="334174" y="174437"/>
                  </a:lnTo>
                  <a:lnTo>
                    <a:pt x="334321" y="169149"/>
                  </a:lnTo>
                  <a:lnTo>
                    <a:pt x="334301" y="163859"/>
                  </a:lnTo>
                  <a:lnTo>
                    <a:pt x="334114" y="158572"/>
                  </a:lnTo>
                  <a:lnTo>
                    <a:pt x="333759" y="153294"/>
                  </a:lnTo>
                  <a:lnTo>
                    <a:pt x="333237" y="148030"/>
                  </a:lnTo>
                  <a:lnTo>
                    <a:pt x="332549" y="142785"/>
                  </a:lnTo>
                  <a:lnTo>
                    <a:pt x="331696" y="137564"/>
                  </a:lnTo>
                  <a:lnTo>
                    <a:pt x="330677" y="132373"/>
                  </a:lnTo>
                  <a:lnTo>
                    <a:pt x="329495" y="127216"/>
                  </a:lnTo>
                  <a:lnTo>
                    <a:pt x="328151" y="122100"/>
                  </a:lnTo>
                  <a:lnTo>
                    <a:pt x="326645" y="117029"/>
                  </a:lnTo>
                  <a:lnTo>
                    <a:pt x="324979" y="112008"/>
                  </a:lnTo>
                  <a:lnTo>
                    <a:pt x="323156" y="107042"/>
                  </a:lnTo>
                  <a:lnTo>
                    <a:pt x="321176" y="102137"/>
                  </a:lnTo>
                  <a:lnTo>
                    <a:pt x="319042" y="97296"/>
                  </a:lnTo>
                  <a:lnTo>
                    <a:pt x="316756" y="92525"/>
                  </a:lnTo>
                  <a:lnTo>
                    <a:pt x="314320" y="87830"/>
                  </a:lnTo>
                  <a:lnTo>
                    <a:pt x="311737" y="83213"/>
                  </a:lnTo>
                  <a:lnTo>
                    <a:pt x="309008" y="78681"/>
                  </a:lnTo>
                  <a:lnTo>
                    <a:pt x="306138" y="74237"/>
                  </a:lnTo>
                  <a:lnTo>
                    <a:pt x="303129" y="69886"/>
                  </a:lnTo>
                  <a:lnTo>
                    <a:pt x="299984" y="65633"/>
                  </a:lnTo>
                  <a:lnTo>
                    <a:pt x="296705" y="61481"/>
                  </a:lnTo>
                  <a:lnTo>
                    <a:pt x="293297" y="57435"/>
                  </a:lnTo>
                  <a:lnTo>
                    <a:pt x="289763" y="53499"/>
                  </a:lnTo>
                  <a:lnTo>
                    <a:pt x="286105" y="49677"/>
                  </a:lnTo>
                  <a:lnTo>
                    <a:pt x="282329" y="45973"/>
                  </a:lnTo>
                  <a:lnTo>
                    <a:pt x="278437" y="42389"/>
                  </a:lnTo>
                  <a:lnTo>
                    <a:pt x="274434" y="38931"/>
                  </a:lnTo>
                  <a:lnTo>
                    <a:pt x="270324" y="35601"/>
                  </a:lnTo>
                  <a:lnTo>
                    <a:pt x="266110" y="32403"/>
                  </a:lnTo>
                  <a:lnTo>
                    <a:pt x="261797" y="29340"/>
                  </a:lnTo>
                  <a:lnTo>
                    <a:pt x="257390" y="26415"/>
                  </a:lnTo>
                  <a:lnTo>
                    <a:pt x="252892" y="23630"/>
                  </a:lnTo>
                  <a:lnTo>
                    <a:pt x="248308" y="20990"/>
                  </a:lnTo>
                  <a:lnTo>
                    <a:pt x="243643" y="18495"/>
                  </a:lnTo>
                  <a:lnTo>
                    <a:pt x="238901" y="16150"/>
                  </a:lnTo>
                  <a:lnTo>
                    <a:pt x="234087" y="13956"/>
                  </a:lnTo>
                  <a:lnTo>
                    <a:pt x="229207" y="11915"/>
                  </a:lnTo>
                  <a:lnTo>
                    <a:pt x="224264" y="10030"/>
                  </a:lnTo>
                  <a:lnTo>
                    <a:pt x="219264" y="8302"/>
                  </a:lnTo>
                  <a:lnTo>
                    <a:pt x="214212" y="6733"/>
                  </a:lnTo>
                  <a:lnTo>
                    <a:pt x="209113" y="5325"/>
                  </a:lnTo>
                  <a:lnTo>
                    <a:pt x="203972" y="4078"/>
                  </a:lnTo>
                  <a:lnTo>
                    <a:pt x="198794" y="2995"/>
                  </a:lnTo>
                  <a:lnTo>
                    <a:pt x="193584" y="2077"/>
                  </a:lnTo>
                  <a:lnTo>
                    <a:pt x="188348" y="1324"/>
                  </a:lnTo>
                  <a:lnTo>
                    <a:pt x="183091" y="736"/>
                  </a:lnTo>
                  <a:lnTo>
                    <a:pt x="177817" y="316"/>
                  </a:lnTo>
                  <a:lnTo>
                    <a:pt x="167166" y="1671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488720" y="5018213"/>
              <a:ext cx="10651" cy="167167"/>
            </a:xfrm>
            <a:custGeom>
              <a:avLst/>
              <a:pathLst>
                <a:path w="10651" h="167167">
                  <a:moveTo>
                    <a:pt x="10651" y="33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797350" y="5269756"/>
              <a:ext cx="167151" cy="207787"/>
            </a:xfrm>
            <a:custGeom>
              <a:avLst/>
              <a:pathLst>
                <a:path w="167151" h="207787">
                  <a:moveTo>
                    <a:pt x="167151" y="0"/>
                  </a:moveTo>
                  <a:lnTo>
                    <a:pt x="161730" y="87"/>
                  </a:lnTo>
                  <a:lnTo>
                    <a:pt x="156315" y="351"/>
                  </a:lnTo>
                  <a:lnTo>
                    <a:pt x="150911" y="790"/>
                  </a:lnTo>
                  <a:lnTo>
                    <a:pt x="145524" y="1404"/>
                  </a:lnTo>
                  <a:lnTo>
                    <a:pt x="140161" y="2193"/>
                  </a:lnTo>
                  <a:lnTo>
                    <a:pt x="134825" y="3155"/>
                  </a:lnTo>
                  <a:lnTo>
                    <a:pt x="129524" y="4289"/>
                  </a:lnTo>
                  <a:lnTo>
                    <a:pt x="124262" y="5595"/>
                  </a:lnTo>
                  <a:lnTo>
                    <a:pt x="119045" y="7071"/>
                  </a:lnTo>
                  <a:lnTo>
                    <a:pt x="113879" y="8715"/>
                  </a:lnTo>
                  <a:lnTo>
                    <a:pt x="108769" y="10526"/>
                  </a:lnTo>
                  <a:lnTo>
                    <a:pt x="103720" y="12501"/>
                  </a:lnTo>
                  <a:lnTo>
                    <a:pt x="98738" y="14639"/>
                  </a:lnTo>
                  <a:lnTo>
                    <a:pt x="93828" y="16938"/>
                  </a:lnTo>
                  <a:lnTo>
                    <a:pt x="88995" y="19395"/>
                  </a:lnTo>
                  <a:lnTo>
                    <a:pt x="84244" y="22007"/>
                  </a:lnTo>
                  <a:lnTo>
                    <a:pt x="79581" y="24772"/>
                  </a:lnTo>
                  <a:lnTo>
                    <a:pt x="75009" y="27686"/>
                  </a:lnTo>
                  <a:lnTo>
                    <a:pt x="70535" y="30747"/>
                  </a:lnTo>
                  <a:lnTo>
                    <a:pt x="66162" y="33952"/>
                  </a:lnTo>
                  <a:lnTo>
                    <a:pt x="61895" y="37297"/>
                  </a:lnTo>
                  <a:lnTo>
                    <a:pt x="57739" y="40778"/>
                  </a:lnTo>
                  <a:lnTo>
                    <a:pt x="53698" y="44393"/>
                  </a:lnTo>
                  <a:lnTo>
                    <a:pt x="49777" y="48136"/>
                  </a:lnTo>
                  <a:lnTo>
                    <a:pt x="45978" y="52005"/>
                  </a:lnTo>
                  <a:lnTo>
                    <a:pt x="42308" y="55995"/>
                  </a:lnTo>
                  <a:lnTo>
                    <a:pt x="38768" y="60102"/>
                  </a:lnTo>
                  <a:lnTo>
                    <a:pt x="35364" y="64321"/>
                  </a:lnTo>
                  <a:lnTo>
                    <a:pt x="32098" y="68648"/>
                  </a:lnTo>
                  <a:lnTo>
                    <a:pt x="28975" y="73080"/>
                  </a:lnTo>
                  <a:lnTo>
                    <a:pt x="25996" y="77610"/>
                  </a:lnTo>
                  <a:lnTo>
                    <a:pt x="23167" y="82234"/>
                  </a:lnTo>
                  <a:lnTo>
                    <a:pt x="20488" y="86948"/>
                  </a:lnTo>
                  <a:lnTo>
                    <a:pt x="17964" y="91746"/>
                  </a:lnTo>
                  <a:lnTo>
                    <a:pt x="15597" y="96623"/>
                  </a:lnTo>
                  <a:lnTo>
                    <a:pt x="13389" y="101575"/>
                  </a:lnTo>
                  <a:lnTo>
                    <a:pt x="11343" y="106595"/>
                  </a:lnTo>
                  <a:lnTo>
                    <a:pt x="9461" y="111680"/>
                  </a:lnTo>
                  <a:lnTo>
                    <a:pt x="7744" y="116822"/>
                  </a:lnTo>
                  <a:lnTo>
                    <a:pt x="6196" y="122018"/>
                  </a:lnTo>
                  <a:lnTo>
                    <a:pt x="4816" y="127261"/>
                  </a:lnTo>
                  <a:lnTo>
                    <a:pt x="3607" y="132546"/>
                  </a:lnTo>
                  <a:lnTo>
                    <a:pt x="2571" y="137867"/>
                  </a:lnTo>
                  <a:lnTo>
                    <a:pt x="1707" y="143220"/>
                  </a:lnTo>
                  <a:lnTo>
                    <a:pt x="1018" y="148597"/>
                  </a:lnTo>
                  <a:lnTo>
                    <a:pt x="503" y="153994"/>
                  </a:lnTo>
                  <a:lnTo>
                    <a:pt x="163" y="159405"/>
                  </a:lnTo>
                  <a:lnTo>
                    <a:pt x="0" y="164824"/>
                  </a:lnTo>
                  <a:lnTo>
                    <a:pt x="11" y="170245"/>
                  </a:lnTo>
                  <a:lnTo>
                    <a:pt x="199" y="175664"/>
                  </a:lnTo>
                  <a:lnTo>
                    <a:pt x="562" y="181073"/>
                  </a:lnTo>
                  <a:lnTo>
                    <a:pt x="1101" y="186468"/>
                  </a:lnTo>
                  <a:lnTo>
                    <a:pt x="1814" y="191842"/>
                  </a:lnTo>
                  <a:lnTo>
                    <a:pt x="2701" y="197190"/>
                  </a:lnTo>
                  <a:lnTo>
                    <a:pt x="3761" y="202507"/>
                  </a:lnTo>
                  <a:lnTo>
                    <a:pt x="4993" y="207787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802344" y="5269756"/>
              <a:ext cx="329310" cy="334332"/>
            </a:xfrm>
            <a:custGeom>
              <a:avLst/>
              <a:pathLst>
                <a:path w="329310" h="334332">
                  <a:moveTo>
                    <a:pt x="0" y="207787"/>
                  </a:moveTo>
                  <a:lnTo>
                    <a:pt x="1368" y="212903"/>
                  </a:lnTo>
                  <a:lnTo>
                    <a:pt x="2897" y="217973"/>
                  </a:lnTo>
                  <a:lnTo>
                    <a:pt x="4586" y="222992"/>
                  </a:lnTo>
                  <a:lnTo>
                    <a:pt x="6433" y="227955"/>
                  </a:lnTo>
                  <a:lnTo>
                    <a:pt x="8437" y="232857"/>
                  </a:lnTo>
                  <a:lnTo>
                    <a:pt x="10595" y="237693"/>
                  </a:lnTo>
                  <a:lnTo>
                    <a:pt x="12905" y="242459"/>
                  </a:lnTo>
                  <a:lnTo>
                    <a:pt x="15365" y="247148"/>
                  </a:lnTo>
                  <a:lnTo>
                    <a:pt x="17972" y="251758"/>
                  </a:lnTo>
                  <a:lnTo>
                    <a:pt x="20724" y="256283"/>
                  </a:lnTo>
                  <a:lnTo>
                    <a:pt x="23617" y="260718"/>
                  </a:lnTo>
                  <a:lnTo>
                    <a:pt x="26650" y="265059"/>
                  </a:lnTo>
                  <a:lnTo>
                    <a:pt x="29819" y="269302"/>
                  </a:lnTo>
                  <a:lnTo>
                    <a:pt x="33120" y="273443"/>
                  </a:lnTo>
                  <a:lnTo>
                    <a:pt x="36551" y="277477"/>
                  </a:lnTo>
                  <a:lnTo>
                    <a:pt x="40108" y="281400"/>
                  </a:lnTo>
                  <a:lnTo>
                    <a:pt x="43788" y="285208"/>
                  </a:lnTo>
                  <a:lnTo>
                    <a:pt x="47586" y="288899"/>
                  </a:lnTo>
                  <a:lnTo>
                    <a:pt x="51500" y="292467"/>
                  </a:lnTo>
                  <a:lnTo>
                    <a:pt x="55524" y="295909"/>
                  </a:lnTo>
                  <a:lnTo>
                    <a:pt x="59656" y="299222"/>
                  </a:lnTo>
                  <a:lnTo>
                    <a:pt x="63890" y="302402"/>
                  </a:lnTo>
                  <a:lnTo>
                    <a:pt x="68223" y="305447"/>
                  </a:lnTo>
                  <a:lnTo>
                    <a:pt x="72650" y="308353"/>
                  </a:lnTo>
                  <a:lnTo>
                    <a:pt x="77167" y="311117"/>
                  </a:lnTo>
                  <a:lnTo>
                    <a:pt x="81769" y="313737"/>
                  </a:lnTo>
                  <a:lnTo>
                    <a:pt x="86452" y="316210"/>
                  </a:lnTo>
                  <a:lnTo>
                    <a:pt x="91211" y="318533"/>
                  </a:lnTo>
                  <a:lnTo>
                    <a:pt x="96041" y="320704"/>
                  </a:lnTo>
                  <a:lnTo>
                    <a:pt x="100938" y="322721"/>
                  </a:lnTo>
                  <a:lnTo>
                    <a:pt x="105896" y="324582"/>
                  </a:lnTo>
                  <a:lnTo>
                    <a:pt x="110910" y="326286"/>
                  </a:lnTo>
                  <a:lnTo>
                    <a:pt x="115976" y="327829"/>
                  </a:lnTo>
                  <a:lnTo>
                    <a:pt x="121088" y="329211"/>
                  </a:lnTo>
                  <a:lnTo>
                    <a:pt x="126241" y="330431"/>
                  </a:lnTo>
                  <a:lnTo>
                    <a:pt x="131431" y="331486"/>
                  </a:lnTo>
                  <a:lnTo>
                    <a:pt x="136651" y="332377"/>
                  </a:lnTo>
                  <a:lnTo>
                    <a:pt x="141897" y="333102"/>
                  </a:lnTo>
                  <a:lnTo>
                    <a:pt x="147163" y="333661"/>
                  </a:lnTo>
                  <a:lnTo>
                    <a:pt x="152444" y="334052"/>
                  </a:lnTo>
                  <a:lnTo>
                    <a:pt x="157735" y="334276"/>
                  </a:lnTo>
                  <a:lnTo>
                    <a:pt x="163031" y="334332"/>
                  </a:lnTo>
                  <a:lnTo>
                    <a:pt x="168325" y="334221"/>
                  </a:lnTo>
                  <a:lnTo>
                    <a:pt x="173614" y="333941"/>
                  </a:lnTo>
                  <a:lnTo>
                    <a:pt x="178891" y="333495"/>
                  </a:lnTo>
                  <a:lnTo>
                    <a:pt x="184151" y="332881"/>
                  </a:lnTo>
                  <a:lnTo>
                    <a:pt x="189389" y="332101"/>
                  </a:lnTo>
                  <a:lnTo>
                    <a:pt x="194599" y="331156"/>
                  </a:lnTo>
                  <a:lnTo>
                    <a:pt x="199777" y="330046"/>
                  </a:lnTo>
                  <a:lnTo>
                    <a:pt x="204918" y="328773"/>
                  </a:lnTo>
                  <a:lnTo>
                    <a:pt x="210015" y="327337"/>
                  </a:lnTo>
                  <a:lnTo>
                    <a:pt x="215065" y="325741"/>
                  </a:lnTo>
                  <a:lnTo>
                    <a:pt x="220061" y="323986"/>
                  </a:lnTo>
                  <a:lnTo>
                    <a:pt x="224999" y="322073"/>
                  </a:lnTo>
                  <a:lnTo>
                    <a:pt x="229874" y="320004"/>
                  </a:lnTo>
                  <a:lnTo>
                    <a:pt x="234681" y="317783"/>
                  </a:lnTo>
                  <a:lnTo>
                    <a:pt x="239416" y="315410"/>
                  </a:lnTo>
                  <a:lnTo>
                    <a:pt x="244073" y="312888"/>
                  </a:lnTo>
                  <a:lnTo>
                    <a:pt x="248647" y="310221"/>
                  </a:lnTo>
                  <a:lnTo>
                    <a:pt x="253135" y="307409"/>
                  </a:lnTo>
                  <a:lnTo>
                    <a:pt x="257532" y="304457"/>
                  </a:lnTo>
                  <a:lnTo>
                    <a:pt x="261832" y="301367"/>
                  </a:lnTo>
                  <a:lnTo>
                    <a:pt x="266033" y="298143"/>
                  </a:lnTo>
                  <a:lnTo>
                    <a:pt x="270130" y="294787"/>
                  </a:lnTo>
                  <a:lnTo>
                    <a:pt x="274118" y="291302"/>
                  </a:lnTo>
                  <a:lnTo>
                    <a:pt x="277994" y="287694"/>
                  </a:lnTo>
                  <a:lnTo>
                    <a:pt x="281753" y="283964"/>
                  </a:lnTo>
                  <a:lnTo>
                    <a:pt x="285393" y="280117"/>
                  </a:lnTo>
                  <a:lnTo>
                    <a:pt x="288909" y="276157"/>
                  </a:lnTo>
                  <a:lnTo>
                    <a:pt x="292298" y="272088"/>
                  </a:lnTo>
                  <a:lnTo>
                    <a:pt x="295556" y="267913"/>
                  </a:lnTo>
                  <a:lnTo>
                    <a:pt x="298680" y="263637"/>
                  </a:lnTo>
                  <a:lnTo>
                    <a:pt x="301667" y="259264"/>
                  </a:lnTo>
                  <a:lnTo>
                    <a:pt x="304514" y="254799"/>
                  </a:lnTo>
                  <a:lnTo>
                    <a:pt x="307218" y="250245"/>
                  </a:lnTo>
                  <a:lnTo>
                    <a:pt x="309777" y="245609"/>
                  </a:lnTo>
                  <a:lnTo>
                    <a:pt x="312188" y="240894"/>
                  </a:lnTo>
                  <a:lnTo>
                    <a:pt x="314448" y="236104"/>
                  </a:lnTo>
                  <a:lnTo>
                    <a:pt x="316555" y="231246"/>
                  </a:lnTo>
                  <a:lnTo>
                    <a:pt x="318507" y="226323"/>
                  </a:lnTo>
                  <a:lnTo>
                    <a:pt x="320303" y="221341"/>
                  </a:lnTo>
                  <a:lnTo>
                    <a:pt x="321939" y="216305"/>
                  </a:lnTo>
                  <a:lnTo>
                    <a:pt x="323415" y="211219"/>
                  </a:lnTo>
                  <a:lnTo>
                    <a:pt x="324730" y="206089"/>
                  </a:lnTo>
                  <a:lnTo>
                    <a:pt x="325881" y="200920"/>
                  </a:lnTo>
                  <a:lnTo>
                    <a:pt x="326868" y="195717"/>
                  </a:lnTo>
                  <a:lnTo>
                    <a:pt x="327690" y="190485"/>
                  </a:lnTo>
                  <a:lnTo>
                    <a:pt x="328345" y="185230"/>
                  </a:lnTo>
                  <a:lnTo>
                    <a:pt x="328834" y="179957"/>
                  </a:lnTo>
                  <a:lnTo>
                    <a:pt x="329156" y="174671"/>
                  </a:lnTo>
                  <a:lnTo>
                    <a:pt x="329310" y="169378"/>
                  </a:lnTo>
                  <a:lnTo>
                    <a:pt x="329296" y="164082"/>
                  </a:lnTo>
                  <a:lnTo>
                    <a:pt x="329114" y="158789"/>
                  </a:lnTo>
                  <a:lnTo>
                    <a:pt x="328765" y="153505"/>
                  </a:lnTo>
                  <a:lnTo>
                    <a:pt x="328249" y="148235"/>
                  </a:lnTo>
                  <a:lnTo>
                    <a:pt x="327566" y="142983"/>
                  </a:lnTo>
                  <a:lnTo>
                    <a:pt x="326717" y="137756"/>
                  </a:lnTo>
                  <a:lnTo>
                    <a:pt x="325702" y="132558"/>
                  </a:lnTo>
                  <a:lnTo>
                    <a:pt x="324524" y="127395"/>
                  </a:lnTo>
                  <a:lnTo>
                    <a:pt x="323183" y="122272"/>
                  </a:lnTo>
                  <a:lnTo>
                    <a:pt x="321680" y="117194"/>
                  </a:lnTo>
                  <a:lnTo>
                    <a:pt x="320017" y="112167"/>
                  </a:lnTo>
                  <a:lnTo>
                    <a:pt x="318196" y="107194"/>
                  </a:lnTo>
                  <a:lnTo>
                    <a:pt x="316218" y="102281"/>
                  </a:lnTo>
                  <a:lnTo>
                    <a:pt x="314085" y="97434"/>
                  </a:lnTo>
                  <a:lnTo>
                    <a:pt x="311800" y="92657"/>
                  </a:lnTo>
                  <a:lnTo>
                    <a:pt x="309365" y="87954"/>
                  </a:lnTo>
                  <a:lnTo>
                    <a:pt x="306782" y="83331"/>
                  </a:lnTo>
                  <a:lnTo>
                    <a:pt x="304054" y="78792"/>
                  </a:lnTo>
                  <a:lnTo>
                    <a:pt x="301184" y="74342"/>
                  </a:lnTo>
                  <a:lnTo>
                    <a:pt x="298174" y="69985"/>
                  </a:lnTo>
                  <a:lnTo>
                    <a:pt x="295027" y="65725"/>
                  </a:lnTo>
                  <a:lnTo>
                    <a:pt x="291747" y="61567"/>
                  </a:lnTo>
                  <a:lnTo>
                    <a:pt x="288337" y="57515"/>
                  </a:lnTo>
                  <a:lnTo>
                    <a:pt x="284801" y="53574"/>
                  </a:lnTo>
                  <a:lnTo>
                    <a:pt x="281141" y="49746"/>
                  </a:lnTo>
                  <a:lnTo>
                    <a:pt x="277362" y="46036"/>
                  </a:lnTo>
                  <a:lnTo>
                    <a:pt x="273467" y="42448"/>
                  </a:lnTo>
                  <a:lnTo>
                    <a:pt x="269461" y="38984"/>
                  </a:lnTo>
                  <a:lnTo>
                    <a:pt x="265347" y="35650"/>
                  </a:lnTo>
                  <a:lnTo>
                    <a:pt x="261129" y="32447"/>
                  </a:lnTo>
                  <a:lnTo>
                    <a:pt x="256812" y="29380"/>
                  </a:lnTo>
                  <a:lnTo>
                    <a:pt x="252401" y="26451"/>
                  </a:lnTo>
                  <a:lnTo>
                    <a:pt x="247898" y="23663"/>
                  </a:lnTo>
                  <a:lnTo>
                    <a:pt x="243310" y="21019"/>
                  </a:lnTo>
                  <a:lnTo>
                    <a:pt x="238640" y="18522"/>
                  </a:lnTo>
                  <a:lnTo>
                    <a:pt x="233893" y="16174"/>
                  </a:lnTo>
                  <a:lnTo>
                    <a:pt x="229074" y="13977"/>
                  </a:lnTo>
                  <a:lnTo>
                    <a:pt x="224188" y="11935"/>
                  </a:lnTo>
                  <a:lnTo>
                    <a:pt x="219240" y="10048"/>
                  </a:lnTo>
                  <a:lnTo>
                    <a:pt x="214235" y="8318"/>
                  </a:lnTo>
                  <a:lnTo>
                    <a:pt x="209177" y="6749"/>
                  </a:lnTo>
                  <a:lnTo>
                    <a:pt x="204072" y="5340"/>
                  </a:lnTo>
                  <a:lnTo>
                    <a:pt x="198925" y="4093"/>
                  </a:lnTo>
                  <a:lnTo>
                    <a:pt x="193741" y="3010"/>
                  </a:lnTo>
                  <a:lnTo>
                    <a:pt x="188526" y="2092"/>
                  </a:lnTo>
                  <a:lnTo>
                    <a:pt x="183284" y="1340"/>
                  </a:lnTo>
                  <a:lnTo>
                    <a:pt x="178021" y="754"/>
                  </a:lnTo>
                  <a:lnTo>
                    <a:pt x="172742" y="335"/>
                  </a:lnTo>
                  <a:lnTo>
                    <a:pt x="167452" y="83"/>
                  </a:lnTo>
                  <a:lnTo>
                    <a:pt x="162157" y="0"/>
                  </a:lnTo>
                  <a:lnTo>
                    <a:pt x="162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461164" y="5399291"/>
              <a:ext cx="25051" cy="167167"/>
            </a:xfrm>
            <a:custGeom>
              <a:avLst/>
              <a:pathLst>
                <a:path w="25051" h="167167">
                  <a:moveTo>
                    <a:pt x="25051" y="0"/>
                  </a:moveTo>
                  <a:lnTo>
                    <a:pt x="16672" y="210"/>
                  </a:lnTo>
                  <a:lnTo>
                    <a:pt x="8315" y="839"/>
                  </a:lnTo>
                  <a:lnTo>
                    <a:pt x="0" y="1887"/>
                  </a:lnTo>
                  <a:lnTo>
                    <a:pt x="2505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461164" y="5401179"/>
              <a:ext cx="25051" cy="165279"/>
            </a:xfrm>
            <a:custGeom>
              <a:avLst/>
              <a:pathLst>
                <a:path w="25051" h="165279">
                  <a:moveTo>
                    <a:pt x="0" y="0"/>
                  </a:moveTo>
                  <a:lnTo>
                    <a:pt x="25051" y="165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461164" y="5401179"/>
              <a:ext cx="25051" cy="165279"/>
            </a:xfrm>
            <a:custGeom>
              <a:avLst/>
              <a:pathLst>
                <a:path w="25051" h="165279">
                  <a:moveTo>
                    <a:pt x="0" y="0"/>
                  </a:moveTo>
                  <a:lnTo>
                    <a:pt x="25051" y="165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461164" y="5401179"/>
              <a:ext cx="25051" cy="165279"/>
            </a:xfrm>
            <a:custGeom>
              <a:avLst/>
              <a:pathLst>
                <a:path w="25051" h="165279">
                  <a:moveTo>
                    <a:pt x="0" y="0"/>
                  </a:moveTo>
                  <a:lnTo>
                    <a:pt x="25051" y="165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461164" y="5401179"/>
              <a:ext cx="25051" cy="165279"/>
            </a:xfrm>
            <a:custGeom>
              <a:avLst/>
              <a:pathLst>
                <a:path w="25051" h="165279">
                  <a:moveTo>
                    <a:pt x="0" y="0"/>
                  </a:moveTo>
                  <a:lnTo>
                    <a:pt x="25051" y="165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461164" y="5401179"/>
              <a:ext cx="25051" cy="165279"/>
            </a:xfrm>
            <a:custGeom>
              <a:avLst/>
              <a:pathLst>
                <a:path w="25051" h="165279">
                  <a:moveTo>
                    <a:pt x="0" y="0"/>
                  </a:moveTo>
                  <a:lnTo>
                    <a:pt x="25051" y="1652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461164" y="5401179"/>
              <a:ext cx="25051" cy="165279"/>
            </a:xfrm>
            <a:custGeom>
              <a:avLst/>
              <a:pathLst>
                <a:path w="25051" h="165279">
                  <a:moveTo>
                    <a:pt x="0" y="0"/>
                  </a:moveTo>
                  <a:lnTo>
                    <a:pt x="25051" y="1652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319051" y="5399816"/>
              <a:ext cx="334331" cy="333798"/>
            </a:xfrm>
            <a:custGeom>
              <a:avLst/>
              <a:pathLst>
                <a:path w="334331" h="333798">
                  <a:moveTo>
                    <a:pt x="142113" y="1363"/>
                  </a:moveTo>
                  <a:lnTo>
                    <a:pt x="136888" y="2240"/>
                  </a:lnTo>
                  <a:lnTo>
                    <a:pt x="131693" y="3282"/>
                  </a:lnTo>
                  <a:lnTo>
                    <a:pt x="126534" y="4488"/>
                  </a:lnTo>
                  <a:lnTo>
                    <a:pt x="121416" y="5857"/>
                  </a:lnTo>
                  <a:lnTo>
                    <a:pt x="116344" y="7387"/>
                  </a:lnTo>
                  <a:lnTo>
                    <a:pt x="111323" y="9077"/>
                  </a:lnTo>
                  <a:lnTo>
                    <a:pt x="106358" y="10926"/>
                  </a:lnTo>
                  <a:lnTo>
                    <a:pt x="101454" y="12931"/>
                  </a:lnTo>
                  <a:lnTo>
                    <a:pt x="96616" y="15091"/>
                  </a:lnTo>
                  <a:lnTo>
                    <a:pt x="91849" y="17402"/>
                  </a:lnTo>
                  <a:lnTo>
                    <a:pt x="87158" y="19864"/>
                  </a:lnTo>
                  <a:lnTo>
                    <a:pt x="82547" y="22473"/>
                  </a:lnTo>
                  <a:lnTo>
                    <a:pt x="78021" y="25227"/>
                  </a:lnTo>
                  <a:lnTo>
                    <a:pt x="73585" y="28122"/>
                  </a:lnTo>
                  <a:lnTo>
                    <a:pt x="69242" y="31157"/>
                  </a:lnTo>
                  <a:lnTo>
                    <a:pt x="64998" y="34328"/>
                  </a:lnTo>
                  <a:lnTo>
                    <a:pt x="60856" y="37632"/>
                  </a:lnTo>
                  <a:lnTo>
                    <a:pt x="56822" y="41066"/>
                  </a:lnTo>
                  <a:lnTo>
                    <a:pt x="52898" y="44625"/>
                  </a:lnTo>
                  <a:lnTo>
                    <a:pt x="49089" y="48308"/>
                  </a:lnTo>
                  <a:lnTo>
                    <a:pt x="45398" y="52109"/>
                  </a:lnTo>
                  <a:lnTo>
                    <a:pt x="41830" y="56025"/>
                  </a:lnTo>
                  <a:lnTo>
                    <a:pt x="38387" y="60052"/>
                  </a:lnTo>
                  <a:lnTo>
                    <a:pt x="35074" y="64186"/>
                  </a:lnTo>
                  <a:lnTo>
                    <a:pt x="31894" y="68424"/>
                  </a:lnTo>
                  <a:lnTo>
                    <a:pt x="28849" y="72759"/>
                  </a:lnTo>
                  <a:lnTo>
                    <a:pt x="25944" y="77190"/>
                  </a:lnTo>
                  <a:lnTo>
                    <a:pt x="23180" y="81710"/>
                  </a:lnTo>
                  <a:lnTo>
                    <a:pt x="20561" y="86315"/>
                  </a:lnTo>
                  <a:lnTo>
                    <a:pt x="18089" y="91001"/>
                  </a:lnTo>
                  <a:lnTo>
                    <a:pt x="15767" y="95763"/>
                  </a:lnTo>
                  <a:lnTo>
                    <a:pt x="13597" y="100596"/>
                  </a:lnTo>
                  <a:lnTo>
                    <a:pt x="11581" y="105495"/>
                  </a:lnTo>
                  <a:lnTo>
                    <a:pt x="9722" y="110456"/>
                  </a:lnTo>
                  <a:lnTo>
                    <a:pt x="8020" y="115474"/>
                  </a:lnTo>
                  <a:lnTo>
                    <a:pt x="6479" y="120542"/>
                  </a:lnTo>
                  <a:lnTo>
                    <a:pt x="5099" y="125657"/>
                  </a:lnTo>
                  <a:lnTo>
                    <a:pt x="3881" y="130814"/>
                  </a:lnTo>
                  <a:lnTo>
                    <a:pt x="2828" y="136006"/>
                  </a:lnTo>
                  <a:lnTo>
                    <a:pt x="1940" y="141229"/>
                  </a:lnTo>
                  <a:lnTo>
                    <a:pt x="1217" y="146477"/>
                  </a:lnTo>
                  <a:lnTo>
                    <a:pt x="662" y="151746"/>
                  </a:lnTo>
                  <a:lnTo>
                    <a:pt x="273" y="157030"/>
                  </a:lnTo>
                  <a:lnTo>
                    <a:pt x="52" y="162323"/>
                  </a:lnTo>
                  <a:lnTo>
                    <a:pt x="0" y="167621"/>
                  </a:lnTo>
                  <a:lnTo>
                    <a:pt x="114" y="172917"/>
                  </a:lnTo>
                  <a:lnTo>
                    <a:pt x="397" y="178208"/>
                  </a:lnTo>
                  <a:lnTo>
                    <a:pt x="847" y="183487"/>
                  </a:lnTo>
                  <a:lnTo>
                    <a:pt x="1465" y="188748"/>
                  </a:lnTo>
                  <a:lnTo>
                    <a:pt x="2248" y="193988"/>
                  </a:lnTo>
                  <a:lnTo>
                    <a:pt x="3198" y="199200"/>
                  </a:lnTo>
                  <a:lnTo>
                    <a:pt x="4312" y="204380"/>
                  </a:lnTo>
                  <a:lnTo>
                    <a:pt x="5589" y="209521"/>
                  </a:lnTo>
                  <a:lnTo>
                    <a:pt x="7029" y="214620"/>
                  </a:lnTo>
                  <a:lnTo>
                    <a:pt x="8630" y="219670"/>
                  </a:lnTo>
                  <a:lnTo>
                    <a:pt x="10390" y="224667"/>
                  </a:lnTo>
                  <a:lnTo>
                    <a:pt x="12308" y="229606"/>
                  </a:lnTo>
                  <a:lnTo>
                    <a:pt x="14381" y="234482"/>
                  </a:lnTo>
                  <a:lnTo>
                    <a:pt x="16607" y="239289"/>
                  </a:lnTo>
                  <a:lnTo>
                    <a:pt x="18985" y="244024"/>
                  </a:lnTo>
                  <a:lnTo>
                    <a:pt x="21511" y="248680"/>
                  </a:lnTo>
                  <a:lnTo>
                    <a:pt x="24184" y="253255"/>
                  </a:lnTo>
                  <a:lnTo>
                    <a:pt x="27000" y="257742"/>
                  </a:lnTo>
                  <a:lnTo>
                    <a:pt x="29958" y="262138"/>
                  </a:lnTo>
                  <a:lnTo>
                    <a:pt x="33053" y="266438"/>
                  </a:lnTo>
                  <a:lnTo>
                    <a:pt x="36282" y="270637"/>
                  </a:lnTo>
                  <a:lnTo>
                    <a:pt x="39644" y="274733"/>
                  </a:lnTo>
                  <a:lnTo>
                    <a:pt x="43133" y="278719"/>
                  </a:lnTo>
                  <a:lnTo>
                    <a:pt x="46747" y="282593"/>
                  </a:lnTo>
                  <a:lnTo>
                    <a:pt x="50481" y="286351"/>
                  </a:lnTo>
                  <a:lnTo>
                    <a:pt x="54333" y="289988"/>
                  </a:lnTo>
                  <a:lnTo>
                    <a:pt x="58299" y="293502"/>
                  </a:lnTo>
                  <a:lnTo>
                    <a:pt x="62373" y="296888"/>
                  </a:lnTo>
                  <a:lnTo>
                    <a:pt x="66553" y="300143"/>
                  </a:lnTo>
                  <a:lnTo>
                    <a:pt x="70834" y="303264"/>
                  </a:lnTo>
                  <a:lnTo>
                    <a:pt x="75212" y="306248"/>
                  </a:lnTo>
                  <a:lnTo>
                    <a:pt x="79682" y="309092"/>
                  </a:lnTo>
                  <a:lnTo>
                    <a:pt x="84240" y="311793"/>
                  </a:lnTo>
                  <a:lnTo>
                    <a:pt x="88881" y="314347"/>
                  </a:lnTo>
                  <a:lnTo>
                    <a:pt x="93601" y="316754"/>
                  </a:lnTo>
                  <a:lnTo>
                    <a:pt x="98395" y="319010"/>
                  </a:lnTo>
                  <a:lnTo>
                    <a:pt x="103258" y="321112"/>
                  </a:lnTo>
                  <a:lnTo>
                    <a:pt x="108185" y="323060"/>
                  </a:lnTo>
                  <a:lnTo>
                    <a:pt x="113171" y="324850"/>
                  </a:lnTo>
                  <a:lnTo>
                    <a:pt x="118212" y="326482"/>
                  </a:lnTo>
                  <a:lnTo>
                    <a:pt x="123301" y="327953"/>
                  </a:lnTo>
                  <a:lnTo>
                    <a:pt x="128435" y="329262"/>
                  </a:lnTo>
                  <a:lnTo>
                    <a:pt x="133608" y="330407"/>
                  </a:lnTo>
                  <a:lnTo>
                    <a:pt x="138814" y="331388"/>
                  </a:lnTo>
                  <a:lnTo>
                    <a:pt x="144049" y="332204"/>
                  </a:lnTo>
                  <a:lnTo>
                    <a:pt x="149307" y="332853"/>
                  </a:lnTo>
                  <a:lnTo>
                    <a:pt x="154583" y="333336"/>
                  </a:lnTo>
                  <a:lnTo>
                    <a:pt x="159871" y="333651"/>
                  </a:lnTo>
                  <a:lnTo>
                    <a:pt x="165167" y="333798"/>
                  </a:lnTo>
                  <a:lnTo>
                    <a:pt x="170465" y="333777"/>
                  </a:lnTo>
                  <a:lnTo>
                    <a:pt x="175760" y="333589"/>
                  </a:lnTo>
                  <a:lnTo>
                    <a:pt x="181046" y="333233"/>
                  </a:lnTo>
                  <a:lnTo>
                    <a:pt x="186318" y="332709"/>
                  </a:lnTo>
                  <a:lnTo>
                    <a:pt x="191570" y="332019"/>
                  </a:lnTo>
                  <a:lnTo>
                    <a:pt x="196799" y="331162"/>
                  </a:lnTo>
                  <a:lnTo>
                    <a:pt x="201997" y="330140"/>
                  </a:lnTo>
                  <a:lnTo>
                    <a:pt x="207161" y="328955"/>
                  </a:lnTo>
                  <a:lnTo>
                    <a:pt x="212284" y="327606"/>
                  </a:lnTo>
                  <a:lnTo>
                    <a:pt x="217362" y="326095"/>
                  </a:lnTo>
                  <a:lnTo>
                    <a:pt x="222390" y="324424"/>
                  </a:lnTo>
                  <a:lnTo>
                    <a:pt x="227362" y="322595"/>
                  </a:lnTo>
                  <a:lnTo>
                    <a:pt x="232273" y="320609"/>
                  </a:lnTo>
                  <a:lnTo>
                    <a:pt x="237120" y="318469"/>
                  </a:lnTo>
                  <a:lnTo>
                    <a:pt x="241896" y="316175"/>
                  </a:lnTo>
                  <a:lnTo>
                    <a:pt x="246597" y="313732"/>
                  </a:lnTo>
                  <a:lnTo>
                    <a:pt x="251218" y="311141"/>
                  </a:lnTo>
                  <a:lnTo>
                    <a:pt x="255755" y="308405"/>
                  </a:lnTo>
                  <a:lnTo>
                    <a:pt x="260202" y="305527"/>
                  </a:lnTo>
                  <a:lnTo>
                    <a:pt x="264557" y="302509"/>
                  </a:lnTo>
                  <a:lnTo>
                    <a:pt x="268813" y="299354"/>
                  </a:lnTo>
                  <a:lnTo>
                    <a:pt x="272968" y="296066"/>
                  </a:lnTo>
                  <a:lnTo>
                    <a:pt x="277016" y="292649"/>
                  </a:lnTo>
                  <a:lnTo>
                    <a:pt x="280954" y="289104"/>
                  </a:lnTo>
                  <a:lnTo>
                    <a:pt x="284777" y="285437"/>
                  </a:lnTo>
                  <a:lnTo>
                    <a:pt x="288482" y="281650"/>
                  </a:lnTo>
                  <a:lnTo>
                    <a:pt x="292066" y="277748"/>
                  </a:lnTo>
                  <a:lnTo>
                    <a:pt x="295524" y="273734"/>
                  </a:lnTo>
                  <a:lnTo>
                    <a:pt x="298853" y="269613"/>
                  </a:lnTo>
                  <a:lnTo>
                    <a:pt x="302050" y="265388"/>
                  </a:lnTo>
                  <a:lnTo>
                    <a:pt x="305111" y="261065"/>
                  </a:lnTo>
                  <a:lnTo>
                    <a:pt x="308034" y="256646"/>
                  </a:lnTo>
                  <a:lnTo>
                    <a:pt x="310815" y="252137"/>
                  </a:lnTo>
                  <a:lnTo>
                    <a:pt x="313452" y="247542"/>
                  </a:lnTo>
                  <a:lnTo>
                    <a:pt x="315943" y="242865"/>
                  </a:lnTo>
                  <a:lnTo>
                    <a:pt x="318283" y="238112"/>
                  </a:lnTo>
                  <a:lnTo>
                    <a:pt x="320472" y="233288"/>
                  </a:lnTo>
                  <a:lnTo>
                    <a:pt x="322507" y="228396"/>
                  </a:lnTo>
                  <a:lnTo>
                    <a:pt x="324386" y="223443"/>
                  </a:lnTo>
                  <a:lnTo>
                    <a:pt x="326107" y="218432"/>
                  </a:lnTo>
                  <a:lnTo>
                    <a:pt x="327668" y="213369"/>
                  </a:lnTo>
                  <a:lnTo>
                    <a:pt x="329068" y="208260"/>
                  </a:lnTo>
                  <a:lnTo>
                    <a:pt x="330306" y="203108"/>
                  </a:lnTo>
                  <a:lnTo>
                    <a:pt x="331379" y="197920"/>
                  </a:lnTo>
                  <a:lnTo>
                    <a:pt x="332288" y="192701"/>
                  </a:lnTo>
                  <a:lnTo>
                    <a:pt x="333031" y="187455"/>
                  </a:lnTo>
                  <a:lnTo>
                    <a:pt x="333607" y="182189"/>
                  </a:lnTo>
                  <a:lnTo>
                    <a:pt x="334016" y="176906"/>
                  </a:lnTo>
                  <a:lnTo>
                    <a:pt x="334258" y="171614"/>
                  </a:lnTo>
                  <a:lnTo>
                    <a:pt x="334331" y="166317"/>
                  </a:lnTo>
                  <a:lnTo>
                    <a:pt x="334237" y="161019"/>
                  </a:lnTo>
                  <a:lnTo>
                    <a:pt x="333975" y="155728"/>
                  </a:lnTo>
                  <a:lnTo>
                    <a:pt x="333545" y="150447"/>
                  </a:lnTo>
                  <a:lnTo>
                    <a:pt x="332948" y="145183"/>
                  </a:lnTo>
                  <a:lnTo>
                    <a:pt x="332185" y="139941"/>
                  </a:lnTo>
                  <a:lnTo>
                    <a:pt x="331256" y="134725"/>
                  </a:lnTo>
                  <a:lnTo>
                    <a:pt x="330162" y="129541"/>
                  </a:lnTo>
                  <a:lnTo>
                    <a:pt x="328905" y="124394"/>
                  </a:lnTo>
                  <a:lnTo>
                    <a:pt x="327485" y="119290"/>
                  </a:lnTo>
                  <a:lnTo>
                    <a:pt x="325904" y="114234"/>
                  </a:lnTo>
                  <a:lnTo>
                    <a:pt x="324163" y="109230"/>
                  </a:lnTo>
                  <a:lnTo>
                    <a:pt x="322265" y="104284"/>
                  </a:lnTo>
                  <a:lnTo>
                    <a:pt x="320211" y="99400"/>
                  </a:lnTo>
                  <a:lnTo>
                    <a:pt x="318003" y="94584"/>
                  </a:lnTo>
                  <a:lnTo>
                    <a:pt x="315644" y="89840"/>
                  </a:lnTo>
                  <a:lnTo>
                    <a:pt x="313136" y="85174"/>
                  </a:lnTo>
                  <a:lnTo>
                    <a:pt x="310481" y="80589"/>
                  </a:lnTo>
                  <a:lnTo>
                    <a:pt x="307682" y="76091"/>
                  </a:lnTo>
                  <a:lnTo>
                    <a:pt x="304742" y="71683"/>
                  </a:lnTo>
                  <a:lnTo>
                    <a:pt x="301664" y="67371"/>
                  </a:lnTo>
                  <a:lnTo>
                    <a:pt x="298451" y="63159"/>
                  </a:lnTo>
                  <a:lnTo>
                    <a:pt x="295105" y="59051"/>
                  </a:lnTo>
                  <a:lnTo>
                    <a:pt x="291632" y="55051"/>
                  </a:lnTo>
                  <a:lnTo>
                    <a:pt x="288033" y="51162"/>
                  </a:lnTo>
                  <a:lnTo>
                    <a:pt x="284313" y="47390"/>
                  </a:lnTo>
                  <a:lnTo>
                    <a:pt x="280475" y="43738"/>
                  </a:lnTo>
                  <a:lnTo>
                    <a:pt x="276524" y="40209"/>
                  </a:lnTo>
                  <a:lnTo>
                    <a:pt x="272462" y="36807"/>
                  </a:lnTo>
                  <a:lnTo>
                    <a:pt x="268295" y="33535"/>
                  </a:lnTo>
                  <a:lnTo>
                    <a:pt x="264026" y="30398"/>
                  </a:lnTo>
                  <a:lnTo>
                    <a:pt x="259660" y="27397"/>
                  </a:lnTo>
                  <a:lnTo>
                    <a:pt x="255201" y="24535"/>
                  </a:lnTo>
                  <a:lnTo>
                    <a:pt x="250654" y="21817"/>
                  </a:lnTo>
                  <a:lnTo>
                    <a:pt x="246023" y="19244"/>
                  </a:lnTo>
                  <a:lnTo>
                    <a:pt x="241312" y="16819"/>
                  </a:lnTo>
                  <a:lnTo>
                    <a:pt x="236527" y="14545"/>
                  </a:lnTo>
                  <a:lnTo>
                    <a:pt x="231673" y="12423"/>
                  </a:lnTo>
                  <a:lnTo>
                    <a:pt x="226753" y="10456"/>
                  </a:lnTo>
                  <a:lnTo>
                    <a:pt x="221774" y="8647"/>
                  </a:lnTo>
                  <a:lnTo>
                    <a:pt x="216740" y="6995"/>
                  </a:lnTo>
                  <a:lnTo>
                    <a:pt x="211656" y="5505"/>
                  </a:lnTo>
                  <a:lnTo>
                    <a:pt x="206528" y="4176"/>
                  </a:lnTo>
                  <a:lnTo>
                    <a:pt x="201359" y="3010"/>
                  </a:lnTo>
                  <a:lnTo>
                    <a:pt x="196157" y="2008"/>
                  </a:lnTo>
                  <a:lnTo>
                    <a:pt x="190925" y="1172"/>
                  </a:lnTo>
                  <a:lnTo>
                    <a:pt x="185670" y="502"/>
                  </a:lnTo>
                  <a:lnTo>
                    <a:pt x="180396" y="0"/>
                  </a:lnTo>
                  <a:lnTo>
                    <a:pt x="167164" y="1666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486215" y="5399291"/>
              <a:ext cx="13231" cy="167167"/>
            </a:xfrm>
            <a:custGeom>
              <a:avLst/>
              <a:pathLst>
                <a:path w="13231" h="167167">
                  <a:moveTo>
                    <a:pt x="13231" y="52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856385" y="5399291"/>
              <a:ext cx="167158" cy="299493"/>
            </a:xfrm>
            <a:custGeom>
              <a:avLst/>
              <a:pathLst>
                <a:path w="167158" h="299493">
                  <a:moveTo>
                    <a:pt x="167158" y="0"/>
                  </a:moveTo>
                  <a:lnTo>
                    <a:pt x="161835" y="84"/>
                  </a:lnTo>
                  <a:lnTo>
                    <a:pt x="156517" y="339"/>
                  </a:lnTo>
                  <a:lnTo>
                    <a:pt x="151210" y="762"/>
                  </a:lnTo>
                  <a:lnTo>
                    <a:pt x="145920" y="1354"/>
                  </a:lnTo>
                  <a:lnTo>
                    <a:pt x="140650" y="2115"/>
                  </a:lnTo>
                  <a:lnTo>
                    <a:pt x="135408" y="3042"/>
                  </a:lnTo>
                  <a:lnTo>
                    <a:pt x="130198" y="4137"/>
                  </a:lnTo>
                  <a:lnTo>
                    <a:pt x="125025" y="5396"/>
                  </a:lnTo>
                  <a:lnTo>
                    <a:pt x="119895" y="6820"/>
                  </a:lnTo>
                  <a:lnTo>
                    <a:pt x="114813" y="8406"/>
                  </a:lnTo>
                  <a:lnTo>
                    <a:pt x="109785" y="10154"/>
                  </a:lnTo>
                  <a:lnTo>
                    <a:pt x="104814" y="12060"/>
                  </a:lnTo>
                  <a:lnTo>
                    <a:pt x="99906" y="14124"/>
                  </a:lnTo>
                  <a:lnTo>
                    <a:pt x="95067" y="16343"/>
                  </a:lnTo>
                  <a:lnTo>
                    <a:pt x="90301" y="18715"/>
                  </a:lnTo>
                  <a:lnTo>
                    <a:pt x="85613" y="21238"/>
                  </a:lnTo>
                  <a:lnTo>
                    <a:pt x="81007" y="23908"/>
                  </a:lnTo>
                  <a:lnTo>
                    <a:pt x="76489" y="26724"/>
                  </a:lnTo>
                  <a:lnTo>
                    <a:pt x="72063" y="29683"/>
                  </a:lnTo>
                  <a:lnTo>
                    <a:pt x="67733" y="32781"/>
                  </a:lnTo>
                  <a:lnTo>
                    <a:pt x="63505" y="36015"/>
                  </a:lnTo>
                  <a:lnTo>
                    <a:pt x="59381" y="39382"/>
                  </a:lnTo>
                  <a:lnTo>
                    <a:pt x="55366" y="42879"/>
                  </a:lnTo>
                  <a:lnTo>
                    <a:pt x="51465" y="46502"/>
                  </a:lnTo>
                  <a:lnTo>
                    <a:pt x="47682" y="50247"/>
                  </a:lnTo>
                  <a:lnTo>
                    <a:pt x="44019" y="54111"/>
                  </a:lnTo>
                  <a:lnTo>
                    <a:pt x="40482" y="58089"/>
                  </a:lnTo>
                  <a:lnTo>
                    <a:pt x="37072" y="62178"/>
                  </a:lnTo>
                  <a:lnTo>
                    <a:pt x="33795" y="66374"/>
                  </a:lnTo>
                  <a:lnTo>
                    <a:pt x="30653" y="70671"/>
                  </a:lnTo>
                  <a:lnTo>
                    <a:pt x="27650" y="75067"/>
                  </a:lnTo>
                  <a:lnTo>
                    <a:pt x="24788" y="79556"/>
                  </a:lnTo>
                  <a:lnTo>
                    <a:pt x="22070" y="84134"/>
                  </a:lnTo>
                  <a:lnTo>
                    <a:pt x="19500" y="88796"/>
                  </a:lnTo>
                  <a:lnTo>
                    <a:pt x="17079" y="93538"/>
                  </a:lnTo>
                  <a:lnTo>
                    <a:pt x="14811" y="98354"/>
                  </a:lnTo>
                  <a:lnTo>
                    <a:pt x="12697" y="103240"/>
                  </a:lnTo>
                  <a:lnTo>
                    <a:pt x="10739" y="108191"/>
                  </a:lnTo>
                  <a:lnTo>
                    <a:pt x="8941" y="113202"/>
                  </a:lnTo>
                  <a:lnTo>
                    <a:pt x="7303" y="118268"/>
                  </a:lnTo>
                  <a:lnTo>
                    <a:pt x="5827" y="123383"/>
                  </a:lnTo>
                  <a:lnTo>
                    <a:pt x="4514" y="128542"/>
                  </a:lnTo>
                  <a:lnTo>
                    <a:pt x="3367" y="133741"/>
                  </a:lnTo>
                  <a:lnTo>
                    <a:pt x="2385" y="138973"/>
                  </a:lnTo>
                  <a:lnTo>
                    <a:pt x="1571" y="144235"/>
                  </a:lnTo>
                  <a:lnTo>
                    <a:pt x="925" y="149519"/>
                  </a:lnTo>
                  <a:lnTo>
                    <a:pt x="447" y="154821"/>
                  </a:lnTo>
                  <a:lnTo>
                    <a:pt x="139" y="160136"/>
                  </a:lnTo>
                  <a:lnTo>
                    <a:pt x="0" y="165458"/>
                  </a:lnTo>
                  <a:lnTo>
                    <a:pt x="30" y="170782"/>
                  </a:lnTo>
                  <a:lnTo>
                    <a:pt x="230" y="176102"/>
                  </a:lnTo>
                  <a:lnTo>
                    <a:pt x="599" y="181413"/>
                  </a:lnTo>
                  <a:lnTo>
                    <a:pt x="1137" y="186709"/>
                  </a:lnTo>
                  <a:lnTo>
                    <a:pt x="1843" y="191986"/>
                  </a:lnTo>
                  <a:lnTo>
                    <a:pt x="2718" y="197238"/>
                  </a:lnTo>
                  <a:lnTo>
                    <a:pt x="3759" y="202459"/>
                  </a:lnTo>
                  <a:lnTo>
                    <a:pt x="4965" y="207644"/>
                  </a:lnTo>
                  <a:lnTo>
                    <a:pt x="6336" y="212788"/>
                  </a:lnTo>
                  <a:lnTo>
                    <a:pt x="7871" y="217886"/>
                  </a:lnTo>
                  <a:lnTo>
                    <a:pt x="9567" y="222933"/>
                  </a:lnTo>
                  <a:lnTo>
                    <a:pt x="11422" y="227923"/>
                  </a:lnTo>
                  <a:lnTo>
                    <a:pt x="13436" y="232851"/>
                  </a:lnTo>
                  <a:lnTo>
                    <a:pt x="15605" y="237713"/>
                  </a:lnTo>
                  <a:lnTo>
                    <a:pt x="17929" y="242503"/>
                  </a:lnTo>
                  <a:lnTo>
                    <a:pt x="20403" y="247216"/>
                  </a:lnTo>
                  <a:lnTo>
                    <a:pt x="23027" y="251849"/>
                  </a:lnTo>
                  <a:lnTo>
                    <a:pt x="25796" y="256396"/>
                  </a:lnTo>
                  <a:lnTo>
                    <a:pt x="28709" y="260852"/>
                  </a:lnTo>
                  <a:lnTo>
                    <a:pt x="31763" y="265213"/>
                  </a:lnTo>
                  <a:lnTo>
                    <a:pt x="34953" y="269475"/>
                  </a:lnTo>
                  <a:lnTo>
                    <a:pt x="38278" y="273632"/>
                  </a:lnTo>
                  <a:lnTo>
                    <a:pt x="41734" y="277682"/>
                  </a:lnTo>
                  <a:lnTo>
                    <a:pt x="45317" y="281620"/>
                  </a:lnTo>
                  <a:lnTo>
                    <a:pt x="49023" y="285442"/>
                  </a:lnTo>
                  <a:lnTo>
                    <a:pt x="52849" y="289144"/>
                  </a:lnTo>
                  <a:lnTo>
                    <a:pt x="56791" y="292722"/>
                  </a:lnTo>
                  <a:lnTo>
                    <a:pt x="60845" y="296173"/>
                  </a:lnTo>
                  <a:lnTo>
                    <a:pt x="65007" y="299493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921392" y="5566459"/>
              <a:ext cx="102151" cy="132325"/>
            </a:xfrm>
            <a:custGeom>
              <a:avLst/>
              <a:pathLst>
                <a:path w="102151" h="132325">
                  <a:moveTo>
                    <a:pt x="0" y="132325"/>
                  </a:moveTo>
                  <a:lnTo>
                    <a:pt x="1021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921392" y="5566459"/>
              <a:ext cx="102151" cy="132325"/>
            </a:xfrm>
            <a:custGeom>
              <a:avLst/>
              <a:pathLst>
                <a:path w="102151" h="132325">
                  <a:moveTo>
                    <a:pt x="0" y="132325"/>
                  </a:moveTo>
                  <a:lnTo>
                    <a:pt x="1021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921392" y="5566459"/>
              <a:ext cx="102151" cy="132325"/>
            </a:xfrm>
            <a:custGeom>
              <a:avLst/>
              <a:pathLst>
                <a:path w="102151" h="132325">
                  <a:moveTo>
                    <a:pt x="0" y="132325"/>
                  </a:moveTo>
                  <a:lnTo>
                    <a:pt x="1021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921392" y="5566459"/>
              <a:ext cx="102151" cy="132325"/>
            </a:xfrm>
            <a:custGeom>
              <a:avLst/>
              <a:pathLst>
                <a:path w="102151" h="132325">
                  <a:moveTo>
                    <a:pt x="0" y="132325"/>
                  </a:moveTo>
                  <a:lnTo>
                    <a:pt x="10215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921392" y="5566459"/>
              <a:ext cx="102151" cy="132325"/>
            </a:xfrm>
            <a:custGeom>
              <a:avLst/>
              <a:pathLst>
                <a:path w="102151" h="132325">
                  <a:moveTo>
                    <a:pt x="0" y="132325"/>
                  </a:moveTo>
                  <a:lnTo>
                    <a:pt x="10215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921392" y="5566459"/>
              <a:ext cx="164650" cy="167163"/>
            </a:xfrm>
            <a:custGeom>
              <a:avLst/>
              <a:pathLst>
                <a:path w="164650" h="167163">
                  <a:moveTo>
                    <a:pt x="0" y="132325"/>
                  </a:moveTo>
                  <a:lnTo>
                    <a:pt x="4356" y="135576"/>
                  </a:lnTo>
                  <a:lnTo>
                    <a:pt x="8815" y="138684"/>
                  </a:lnTo>
                  <a:lnTo>
                    <a:pt x="13374" y="141646"/>
                  </a:lnTo>
                  <a:lnTo>
                    <a:pt x="18026" y="144457"/>
                  </a:lnTo>
                  <a:lnTo>
                    <a:pt x="22767" y="147116"/>
                  </a:lnTo>
                  <a:lnTo>
                    <a:pt x="27592" y="149619"/>
                  </a:lnTo>
                  <a:lnTo>
                    <a:pt x="32496" y="151964"/>
                  </a:lnTo>
                  <a:lnTo>
                    <a:pt x="37474" y="154148"/>
                  </a:lnTo>
                  <a:lnTo>
                    <a:pt x="42520" y="156170"/>
                  </a:lnTo>
                  <a:lnTo>
                    <a:pt x="47629" y="158026"/>
                  </a:lnTo>
                  <a:lnTo>
                    <a:pt x="52796" y="159715"/>
                  </a:lnTo>
                  <a:lnTo>
                    <a:pt x="58015" y="161235"/>
                  </a:lnTo>
                  <a:lnTo>
                    <a:pt x="63280" y="162585"/>
                  </a:lnTo>
                  <a:lnTo>
                    <a:pt x="68587" y="163763"/>
                  </a:lnTo>
                  <a:lnTo>
                    <a:pt x="73929" y="164768"/>
                  </a:lnTo>
                  <a:lnTo>
                    <a:pt x="79301" y="165598"/>
                  </a:lnTo>
                  <a:lnTo>
                    <a:pt x="84697" y="166253"/>
                  </a:lnTo>
                  <a:lnTo>
                    <a:pt x="90112" y="166733"/>
                  </a:lnTo>
                  <a:lnTo>
                    <a:pt x="95539" y="167036"/>
                  </a:lnTo>
                  <a:lnTo>
                    <a:pt x="100974" y="167163"/>
                  </a:lnTo>
                  <a:lnTo>
                    <a:pt x="106409" y="167113"/>
                  </a:lnTo>
                  <a:lnTo>
                    <a:pt x="111840" y="166886"/>
                  </a:lnTo>
                  <a:lnTo>
                    <a:pt x="117261" y="166483"/>
                  </a:lnTo>
                  <a:lnTo>
                    <a:pt x="122666" y="165903"/>
                  </a:lnTo>
                  <a:lnTo>
                    <a:pt x="128049" y="165149"/>
                  </a:lnTo>
                  <a:lnTo>
                    <a:pt x="133405" y="164219"/>
                  </a:lnTo>
                  <a:lnTo>
                    <a:pt x="138728" y="163116"/>
                  </a:lnTo>
                  <a:lnTo>
                    <a:pt x="144012" y="161841"/>
                  </a:lnTo>
                  <a:lnTo>
                    <a:pt x="149251" y="160394"/>
                  </a:lnTo>
                  <a:lnTo>
                    <a:pt x="154441" y="158778"/>
                  </a:lnTo>
                  <a:lnTo>
                    <a:pt x="159576" y="156994"/>
                  </a:lnTo>
                  <a:lnTo>
                    <a:pt x="164650" y="155044"/>
                  </a:lnTo>
                  <a:lnTo>
                    <a:pt x="10215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5023544" y="5399291"/>
              <a:ext cx="167167" cy="322211"/>
            </a:xfrm>
            <a:custGeom>
              <a:avLst/>
              <a:pathLst>
                <a:path w="167167" h="322211">
                  <a:moveTo>
                    <a:pt x="62499" y="322211"/>
                  </a:moveTo>
                  <a:lnTo>
                    <a:pt x="67439" y="320127"/>
                  </a:lnTo>
                  <a:lnTo>
                    <a:pt x="72309" y="317886"/>
                  </a:lnTo>
                  <a:lnTo>
                    <a:pt x="77106" y="315490"/>
                  </a:lnTo>
                  <a:lnTo>
                    <a:pt x="81823" y="312940"/>
                  </a:lnTo>
                  <a:lnTo>
                    <a:pt x="86455" y="310242"/>
                  </a:lnTo>
                  <a:lnTo>
                    <a:pt x="90999" y="307395"/>
                  </a:lnTo>
                  <a:lnTo>
                    <a:pt x="95449" y="304405"/>
                  </a:lnTo>
                  <a:lnTo>
                    <a:pt x="99801" y="301273"/>
                  </a:lnTo>
                  <a:lnTo>
                    <a:pt x="104051" y="298004"/>
                  </a:lnTo>
                  <a:lnTo>
                    <a:pt x="108193" y="294600"/>
                  </a:lnTo>
                  <a:lnTo>
                    <a:pt x="112224" y="291065"/>
                  </a:lnTo>
                  <a:lnTo>
                    <a:pt x="116140" y="287402"/>
                  </a:lnTo>
                  <a:lnTo>
                    <a:pt x="119936" y="283616"/>
                  </a:lnTo>
                  <a:lnTo>
                    <a:pt x="123608" y="279709"/>
                  </a:lnTo>
                  <a:lnTo>
                    <a:pt x="127154" y="275688"/>
                  </a:lnTo>
                  <a:lnTo>
                    <a:pt x="130569" y="271554"/>
                  </a:lnTo>
                  <a:lnTo>
                    <a:pt x="133849" y="267313"/>
                  </a:lnTo>
                  <a:lnTo>
                    <a:pt x="136992" y="262969"/>
                  </a:lnTo>
                  <a:lnTo>
                    <a:pt x="139994" y="258527"/>
                  </a:lnTo>
                  <a:lnTo>
                    <a:pt x="142851" y="253990"/>
                  </a:lnTo>
                  <a:lnTo>
                    <a:pt x="145562" y="249364"/>
                  </a:lnTo>
                  <a:lnTo>
                    <a:pt x="148123" y="244654"/>
                  </a:lnTo>
                  <a:lnTo>
                    <a:pt x="150532" y="239864"/>
                  </a:lnTo>
                  <a:lnTo>
                    <a:pt x="152786" y="234999"/>
                  </a:lnTo>
                  <a:lnTo>
                    <a:pt x="154883" y="230065"/>
                  </a:lnTo>
                  <a:lnTo>
                    <a:pt x="156820" y="225065"/>
                  </a:lnTo>
                  <a:lnTo>
                    <a:pt x="158596" y="220006"/>
                  </a:lnTo>
                  <a:lnTo>
                    <a:pt x="160209" y="214893"/>
                  </a:lnTo>
                  <a:lnTo>
                    <a:pt x="161657" y="209731"/>
                  </a:lnTo>
                  <a:lnTo>
                    <a:pt x="162939" y="204525"/>
                  </a:lnTo>
                  <a:lnTo>
                    <a:pt x="164053" y="199280"/>
                  </a:lnTo>
                  <a:lnTo>
                    <a:pt x="164999" y="194003"/>
                  </a:lnTo>
                  <a:lnTo>
                    <a:pt x="165775" y="188697"/>
                  </a:lnTo>
                  <a:lnTo>
                    <a:pt x="166380" y="183370"/>
                  </a:lnTo>
                  <a:lnTo>
                    <a:pt x="166814" y="178026"/>
                  </a:lnTo>
                  <a:lnTo>
                    <a:pt x="167076" y="172671"/>
                  </a:lnTo>
                  <a:lnTo>
                    <a:pt x="167167" y="167310"/>
                  </a:lnTo>
                  <a:lnTo>
                    <a:pt x="167085" y="161949"/>
                  </a:lnTo>
                  <a:lnTo>
                    <a:pt x="166832" y="156594"/>
                  </a:lnTo>
                  <a:lnTo>
                    <a:pt x="166407" y="151249"/>
                  </a:lnTo>
                  <a:lnTo>
                    <a:pt x="165811" y="145920"/>
                  </a:lnTo>
                  <a:lnTo>
                    <a:pt x="165045" y="140614"/>
                  </a:lnTo>
                  <a:lnTo>
                    <a:pt x="164108" y="135335"/>
                  </a:lnTo>
                  <a:lnTo>
                    <a:pt x="163003" y="130088"/>
                  </a:lnTo>
                  <a:lnTo>
                    <a:pt x="161730" y="124880"/>
                  </a:lnTo>
                  <a:lnTo>
                    <a:pt x="160291" y="119715"/>
                  </a:lnTo>
                  <a:lnTo>
                    <a:pt x="158687" y="114599"/>
                  </a:lnTo>
                  <a:lnTo>
                    <a:pt x="156919" y="109537"/>
                  </a:lnTo>
                  <a:lnTo>
                    <a:pt x="154990" y="104535"/>
                  </a:lnTo>
                  <a:lnTo>
                    <a:pt x="152902" y="99597"/>
                  </a:lnTo>
                  <a:lnTo>
                    <a:pt x="150657" y="94728"/>
                  </a:lnTo>
                  <a:lnTo>
                    <a:pt x="148256" y="89934"/>
                  </a:lnTo>
                  <a:lnTo>
                    <a:pt x="145703" y="85219"/>
                  </a:lnTo>
                  <a:lnTo>
                    <a:pt x="143000" y="80589"/>
                  </a:lnTo>
                  <a:lnTo>
                    <a:pt x="140150" y="76047"/>
                  </a:lnTo>
                  <a:lnTo>
                    <a:pt x="137156" y="71600"/>
                  </a:lnTo>
                  <a:lnTo>
                    <a:pt x="134020" y="67250"/>
                  </a:lnTo>
                  <a:lnTo>
                    <a:pt x="130747" y="63004"/>
                  </a:lnTo>
                  <a:lnTo>
                    <a:pt x="127340" y="58864"/>
                  </a:lnTo>
                  <a:lnTo>
                    <a:pt x="123801" y="54836"/>
                  </a:lnTo>
                  <a:lnTo>
                    <a:pt x="120135" y="50924"/>
                  </a:lnTo>
                  <a:lnTo>
                    <a:pt x="116345" y="47131"/>
                  </a:lnTo>
                  <a:lnTo>
                    <a:pt x="112436" y="43462"/>
                  </a:lnTo>
                  <a:lnTo>
                    <a:pt x="108411" y="39920"/>
                  </a:lnTo>
                  <a:lnTo>
                    <a:pt x="104275" y="36508"/>
                  </a:lnTo>
                  <a:lnTo>
                    <a:pt x="100031" y="33232"/>
                  </a:lnTo>
                  <a:lnTo>
                    <a:pt x="95684" y="30093"/>
                  </a:lnTo>
                  <a:lnTo>
                    <a:pt x="91239" y="27095"/>
                  </a:lnTo>
                  <a:lnTo>
                    <a:pt x="86700" y="24241"/>
                  </a:lnTo>
                  <a:lnTo>
                    <a:pt x="82072" y="21534"/>
                  </a:lnTo>
                  <a:lnTo>
                    <a:pt x="77360" y="18977"/>
                  </a:lnTo>
                  <a:lnTo>
                    <a:pt x="72568" y="16572"/>
                  </a:lnTo>
                  <a:lnTo>
                    <a:pt x="67701" y="14322"/>
                  </a:lnTo>
                  <a:lnTo>
                    <a:pt x="62764" y="12230"/>
                  </a:lnTo>
                  <a:lnTo>
                    <a:pt x="57763" y="10297"/>
                  </a:lnTo>
                  <a:lnTo>
                    <a:pt x="52703" y="8525"/>
                  </a:lnTo>
                  <a:lnTo>
                    <a:pt x="47588" y="6916"/>
                  </a:lnTo>
                  <a:lnTo>
                    <a:pt x="42425" y="5473"/>
                  </a:lnTo>
                  <a:lnTo>
                    <a:pt x="37218" y="4195"/>
                  </a:lnTo>
                  <a:lnTo>
                    <a:pt x="31972" y="3086"/>
                  </a:lnTo>
                  <a:lnTo>
                    <a:pt x="26694" y="2145"/>
                  </a:lnTo>
                  <a:lnTo>
                    <a:pt x="21388" y="1373"/>
                  </a:lnTo>
                  <a:lnTo>
                    <a:pt x="16060" y="773"/>
                  </a:lnTo>
                  <a:lnTo>
                    <a:pt x="10716" y="343"/>
                  </a:lnTo>
                  <a:lnTo>
                    <a:pt x="536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417248" y="5269756"/>
              <a:ext cx="128009" cy="167167"/>
            </a:xfrm>
            <a:custGeom>
              <a:avLst/>
              <a:pathLst>
                <a:path w="128009" h="167167">
                  <a:moveTo>
                    <a:pt x="128009" y="0"/>
                  </a:moveTo>
                  <a:lnTo>
                    <a:pt x="122402" y="94"/>
                  </a:lnTo>
                  <a:lnTo>
                    <a:pt x="116802" y="376"/>
                  </a:lnTo>
                  <a:lnTo>
                    <a:pt x="111214" y="845"/>
                  </a:lnTo>
                  <a:lnTo>
                    <a:pt x="105645" y="1502"/>
                  </a:lnTo>
                  <a:lnTo>
                    <a:pt x="100101" y="2346"/>
                  </a:lnTo>
                  <a:lnTo>
                    <a:pt x="94588" y="3374"/>
                  </a:lnTo>
                  <a:lnTo>
                    <a:pt x="89113" y="4588"/>
                  </a:lnTo>
                  <a:lnTo>
                    <a:pt x="83682" y="5984"/>
                  </a:lnTo>
                  <a:lnTo>
                    <a:pt x="78301" y="7561"/>
                  </a:lnTo>
                  <a:lnTo>
                    <a:pt x="72976" y="9318"/>
                  </a:lnTo>
                  <a:lnTo>
                    <a:pt x="67712" y="11253"/>
                  </a:lnTo>
                  <a:lnTo>
                    <a:pt x="62517" y="13363"/>
                  </a:lnTo>
                  <a:lnTo>
                    <a:pt x="57395" y="15646"/>
                  </a:lnTo>
                  <a:lnTo>
                    <a:pt x="52353" y="18100"/>
                  </a:lnTo>
                  <a:lnTo>
                    <a:pt x="47395" y="20721"/>
                  </a:lnTo>
                  <a:lnTo>
                    <a:pt x="42529" y="23507"/>
                  </a:lnTo>
                  <a:lnTo>
                    <a:pt x="37759" y="26455"/>
                  </a:lnTo>
                  <a:lnTo>
                    <a:pt x="33090" y="29561"/>
                  </a:lnTo>
                  <a:lnTo>
                    <a:pt x="28528" y="32823"/>
                  </a:lnTo>
                  <a:lnTo>
                    <a:pt x="24078" y="36235"/>
                  </a:lnTo>
                  <a:lnTo>
                    <a:pt x="19745" y="39794"/>
                  </a:lnTo>
                  <a:lnTo>
                    <a:pt x="15534" y="43497"/>
                  </a:lnTo>
                  <a:lnTo>
                    <a:pt x="11449" y="47339"/>
                  </a:lnTo>
                  <a:lnTo>
                    <a:pt x="7495" y="51316"/>
                  </a:lnTo>
                  <a:lnTo>
                    <a:pt x="3677" y="55424"/>
                  </a:lnTo>
                  <a:lnTo>
                    <a:pt x="0" y="59657"/>
                  </a:lnTo>
                  <a:lnTo>
                    <a:pt x="12800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417248" y="5329413"/>
              <a:ext cx="128009" cy="107510"/>
            </a:xfrm>
            <a:custGeom>
              <a:avLst/>
              <a:pathLst>
                <a:path w="128009" h="107510">
                  <a:moveTo>
                    <a:pt x="0" y="0"/>
                  </a:moveTo>
                  <a:lnTo>
                    <a:pt x="128009" y="1075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417248" y="5329413"/>
              <a:ext cx="128009" cy="107510"/>
            </a:xfrm>
            <a:custGeom>
              <a:avLst/>
              <a:pathLst>
                <a:path w="128009" h="107510">
                  <a:moveTo>
                    <a:pt x="0" y="0"/>
                  </a:moveTo>
                  <a:lnTo>
                    <a:pt x="128009" y="1075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417248" y="5329413"/>
              <a:ext cx="128009" cy="107510"/>
            </a:xfrm>
            <a:custGeom>
              <a:avLst/>
              <a:pathLst>
                <a:path w="128009" h="107510">
                  <a:moveTo>
                    <a:pt x="0" y="0"/>
                  </a:moveTo>
                  <a:lnTo>
                    <a:pt x="128009" y="1075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417248" y="5329413"/>
              <a:ext cx="128009" cy="107510"/>
            </a:xfrm>
            <a:custGeom>
              <a:avLst/>
              <a:pathLst>
                <a:path w="128009" h="107510">
                  <a:moveTo>
                    <a:pt x="0" y="0"/>
                  </a:moveTo>
                  <a:lnTo>
                    <a:pt x="128009" y="1075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386498" y="5329413"/>
              <a:ext cx="158760" cy="107510"/>
            </a:xfrm>
            <a:custGeom>
              <a:avLst/>
              <a:pathLst>
                <a:path w="158760" h="107510">
                  <a:moveTo>
                    <a:pt x="30750" y="0"/>
                  </a:moveTo>
                  <a:lnTo>
                    <a:pt x="27113" y="4486"/>
                  </a:lnTo>
                  <a:lnTo>
                    <a:pt x="23632" y="9095"/>
                  </a:lnTo>
                  <a:lnTo>
                    <a:pt x="20313" y="13822"/>
                  </a:lnTo>
                  <a:lnTo>
                    <a:pt x="17159" y="18661"/>
                  </a:lnTo>
                  <a:lnTo>
                    <a:pt x="14174" y="23606"/>
                  </a:lnTo>
                  <a:lnTo>
                    <a:pt x="11362" y="28651"/>
                  </a:lnTo>
                  <a:lnTo>
                    <a:pt x="8725" y="33790"/>
                  </a:lnTo>
                  <a:lnTo>
                    <a:pt x="6268" y="39017"/>
                  </a:lnTo>
                  <a:lnTo>
                    <a:pt x="3993" y="44326"/>
                  </a:lnTo>
                  <a:lnTo>
                    <a:pt x="1903" y="49711"/>
                  </a:lnTo>
                  <a:lnTo>
                    <a:pt x="0" y="55164"/>
                  </a:lnTo>
                  <a:lnTo>
                    <a:pt x="158760" y="1075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378091" y="5269756"/>
              <a:ext cx="334323" cy="334327"/>
            </a:xfrm>
            <a:custGeom>
              <a:avLst/>
              <a:pathLst>
                <a:path w="334323" h="334327">
                  <a:moveTo>
                    <a:pt x="8406" y="114821"/>
                  </a:moveTo>
                  <a:lnTo>
                    <a:pt x="6830" y="119870"/>
                  </a:lnTo>
                  <a:lnTo>
                    <a:pt x="5414" y="124966"/>
                  </a:lnTo>
                  <a:lnTo>
                    <a:pt x="4160" y="130104"/>
                  </a:lnTo>
                  <a:lnTo>
                    <a:pt x="3069" y="135279"/>
                  </a:lnTo>
                  <a:lnTo>
                    <a:pt x="2142" y="140486"/>
                  </a:lnTo>
                  <a:lnTo>
                    <a:pt x="1381" y="145720"/>
                  </a:lnTo>
                  <a:lnTo>
                    <a:pt x="785" y="150976"/>
                  </a:lnTo>
                  <a:lnTo>
                    <a:pt x="356" y="156248"/>
                  </a:lnTo>
                  <a:lnTo>
                    <a:pt x="94" y="161530"/>
                  </a:lnTo>
                  <a:lnTo>
                    <a:pt x="0" y="166818"/>
                  </a:lnTo>
                  <a:lnTo>
                    <a:pt x="72" y="172107"/>
                  </a:lnTo>
                  <a:lnTo>
                    <a:pt x="312" y="177391"/>
                  </a:lnTo>
                  <a:lnTo>
                    <a:pt x="719" y="182664"/>
                  </a:lnTo>
                  <a:lnTo>
                    <a:pt x="1293" y="187922"/>
                  </a:lnTo>
                  <a:lnTo>
                    <a:pt x="2032" y="193159"/>
                  </a:lnTo>
                  <a:lnTo>
                    <a:pt x="2937" y="198370"/>
                  </a:lnTo>
                  <a:lnTo>
                    <a:pt x="4006" y="203550"/>
                  </a:lnTo>
                  <a:lnTo>
                    <a:pt x="5239" y="208693"/>
                  </a:lnTo>
                  <a:lnTo>
                    <a:pt x="6634" y="213795"/>
                  </a:lnTo>
                  <a:lnTo>
                    <a:pt x="8189" y="218851"/>
                  </a:lnTo>
                  <a:lnTo>
                    <a:pt x="9904" y="223854"/>
                  </a:lnTo>
                  <a:lnTo>
                    <a:pt x="11776" y="228801"/>
                  </a:lnTo>
                  <a:lnTo>
                    <a:pt x="13804" y="233686"/>
                  </a:lnTo>
                  <a:lnTo>
                    <a:pt x="15985" y="238504"/>
                  </a:lnTo>
                  <a:lnTo>
                    <a:pt x="18317" y="243251"/>
                  </a:lnTo>
                  <a:lnTo>
                    <a:pt x="20799" y="247922"/>
                  </a:lnTo>
                  <a:lnTo>
                    <a:pt x="23427" y="252512"/>
                  </a:lnTo>
                  <a:lnTo>
                    <a:pt x="26198" y="257017"/>
                  </a:lnTo>
                  <a:lnTo>
                    <a:pt x="29111" y="261431"/>
                  </a:lnTo>
                  <a:lnTo>
                    <a:pt x="32163" y="265751"/>
                  </a:lnTo>
                  <a:lnTo>
                    <a:pt x="35349" y="269973"/>
                  </a:lnTo>
                  <a:lnTo>
                    <a:pt x="38667" y="274092"/>
                  </a:lnTo>
                  <a:lnTo>
                    <a:pt x="42114" y="278103"/>
                  </a:lnTo>
                  <a:lnTo>
                    <a:pt x="45686" y="282004"/>
                  </a:lnTo>
                  <a:lnTo>
                    <a:pt x="49380" y="285789"/>
                  </a:lnTo>
                  <a:lnTo>
                    <a:pt x="53192" y="289456"/>
                  </a:lnTo>
                  <a:lnTo>
                    <a:pt x="57117" y="293001"/>
                  </a:lnTo>
                  <a:lnTo>
                    <a:pt x="61153" y="296419"/>
                  </a:lnTo>
                  <a:lnTo>
                    <a:pt x="65295" y="299708"/>
                  </a:lnTo>
                  <a:lnTo>
                    <a:pt x="69539" y="302865"/>
                  </a:lnTo>
                  <a:lnTo>
                    <a:pt x="73881" y="305885"/>
                  </a:lnTo>
                  <a:lnTo>
                    <a:pt x="78316" y="308767"/>
                  </a:lnTo>
                  <a:lnTo>
                    <a:pt x="82840" y="311507"/>
                  </a:lnTo>
                  <a:lnTo>
                    <a:pt x="87449" y="314102"/>
                  </a:lnTo>
                  <a:lnTo>
                    <a:pt x="92137" y="316551"/>
                  </a:lnTo>
                  <a:lnTo>
                    <a:pt x="96900" y="318850"/>
                  </a:lnTo>
                  <a:lnTo>
                    <a:pt x="101734" y="320997"/>
                  </a:lnTo>
                  <a:lnTo>
                    <a:pt x="106633" y="322990"/>
                  </a:lnTo>
                  <a:lnTo>
                    <a:pt x="111593" y="324827"/>
                  </a:lnTo>
                  <a:lnTo>
                    <a:pt x="116609" y="326506"/>
                  </a:lnTo>
                  <a:lnTo>
                    <a:pt x="121675" y="328025"/>
                  </a:lnTo>
                  <a:lnTo>
                    <a:pt x="126786" y="329384"/>
                  </a:lnTo>
                  <a:lnTo>
                    <a:pt x="131938" y="330580"/>
                  </a:lnTo>
                  <a:lnTo>
                    <a:pt x="137126" y="331613"/>
                  </a:lnTo>
                  <a:lnTo>
                    <a:pt x="142343" y="332481"/>
                  </a:lnTo>
                  <a:lnTo>
                    <a:pt x="147585" y="333184"/>
                  </a:lnTo>
                  <a:lnTo>
                    <a:pt x="152847" y="333720"/>
                  </a:lnTo>
                  <a:lnTo>
                    <a:pt x="158123" y="334090"/>
                  </a:lnTo>
                  <a:lnTo>
                    <a:pt x="163408" y="334292"/>
                  </a:lnTo>
                  <a:lnTo>
                    <a:pt x="168697" y="334327"/>
                  </a:lnTo>
                  <a:lnTo>
                    <a:pt x="173985" y="334195"/>
                  </a:lnTo>
                  <a:lnTo>
                    <a:pt x="179265" y="333896"/>
                  </a:lnTo>
                  <a:lnTo>
                    <a:pt x="184534" y="333430"/>
                  </a:lnTo>
                  <a:lnTo>
                    <a:pt x="189785" y="332797"/>
                  </a:lnTo>
                  <a:lnTo>
                    <a:pt x="195013" y="331999"/>
                  </a:lnTo>
                  <a:lnTo>
                    <a:pt x="200214" y="331035"/>
                  </a:lnTo>
                  <a:lnTo>
                    <a:pt x="205382" y="329908"/>
                  </a:lnTo>
                  <a:lnTo>
                    <a:pt x="210511" y="328617"/>
                  </a:lnTo>
                  <a:lnTo>
                    <a:pt x="215597" y="327165"/>
                  </a:lnTo>
                  <a:lnTo>
                    <a:pt x="220634" y="325553"/>
                  </a:lnTo>
                  <a:lnTo>
                    <a:pt x="225618" y="323782"/>
                  </a:lnTo>
                  <a:lnTo>
                    <a:pt x="230543" y="321855"/>
                  </a:lnTo>
                  <a:lnTo>
                    <a:pt x="235405" y="319772"/>
                  </a:lnTo>
                  <a:lnTo>
                    <a:pt x="240199" y="317537"/>
                  </a:lnTo>
                  <a:lnTo>
                    <a:pt x="244919" y="315152"/>
                  </a:lnTo>
                  <a:lnTo>
                    <a:pt x="249562" y="312618"/>
                  </a:lnTo>
                  <a:lnTo>
                    <a:pt x="254122" y="309938"/>
                  </a:lnTo>
                  <a:lnTo>
                    <a:pt x="258595" y="307116"/>
                  </a:lnTo>
                  <a:lnTo>
                    <a:pt x="262977" y="304154"/>
                  </a:lnTo>
                  <a:lnTo>
                    <a:pt x="267262" y="301054"/>
                  </a:lnTo>
                  <a:lnTo>
                    <a:pt x="271448" y="297820"/>
                  </a:lnTo>
                  <a:lnTo>
                    <a:pt x="275529" y="294456"/>
                  </a:lnTo>
                  <a:lnTo>
                    <a:pt x="279502" y="290964"/>
                  </a:lnTo>
                  <a:lnTo>
                    <a:pt x="283362" y="287349"/>
                  </a:lnTo>
                  <a:lnTo>
                    <a:pt x="287106" y="283612"/>
                  </a:lnTo>
                  <a:lnTo>
                    <a:pt x="290729" y="279760"/>
                  </a:lnTo>
                  <a:lnTo>
                    <a:pt x="294230" y="275795"/>
                  </a:lnTo>
                  <a:lnTo>
                    <a:pt x="297602" y="271720"/>
                  </a:lnTo>
                  <a:lnTo>
                    <a:pt x="300845" y="267542"/>
                  </a:lnTo>
                  <a:lnTo>
                    <a:pt x="303953" y="263263"/>
                  </a:lnTo>
                  <a:lnTo>
                    <a:pt x="306925" y="258887"/>
                  </a:lnTo>
                  <a:lnTo>
                    <a:pt x="309756" y="254420"/>
                  </a:lnTo>
                  <a:lnTo>
                    <a:pt x="312445" y="249865"/>
                  </a:lnTo>
                  <a:lnTo>
                    <a:pt x="314989" y="245228"/>
                  </a:lnTo>
                  <a:lnTo>
                    <a:pt x="317384" y="240512"/>
                  </a:lnTo>
                  <a:lnTo>
                    <a:pt x="319630" y="235724"/>
                  </a:lnTo>
                  <a:lnTo>
                    <a:pt x="321722" y="230866"/>
                  </a:lnTo>
                  <a:lnTo>
                    <a:pt x="323660" y="225945"/>
                  </a:lnTo>
                  <a:lnTo>
                    <a:pt x="325441" y="220965"/>
                  </a:lnTo>
                  <a:lnTo>
                    <a:pt x="327064" y="215930"/>
                  </a:lnTo>
                  <a:lnTo>
                    <a:pt x="328526" y="210848"/>
                  </a:lnTo>
                  <a:lnTo>
                    <a:pt x="329827" y="205721"/>
                  </a:lnTo>
                  <a:lnTo>
                    <a:pt x="330966" y="200556"/>
                  </a:lnTo>
                  <a:lnTo>
                    <a:pt x="331940" y="195357"/>
                  </a:lnTo>
                  <a:lnTo>
                    <a:pt x="332749" y="190131"/>
                  </a:lnTo>
                  <a:lnTo>
                    <a:pt x="333393" y="184881"/>
                  </a:lnTo>
                  <a:lnTo>
                    <a:pt x="333870" y="179613"/>
                  </a:lnTo>
                  <a:lnTo>
                    <a:pt x="334180" y="174333"/>
                  </a:lnTo>
                  <a:lnTo>
                    <a:pt x="334323" y="169046"/>
                  </a:lnTo>
                  <a:lnTo>
                    <a:pt x="334299" y="163757"/>
                  </a:lnTo>
                  <a:lnTo>
                    <a:pt x="334108" y="158472"/>
                  </a:lnTo>
                  <a:lnTo>
                    <a:pt x="333749" y="153195"/>
                  </a:lnTo>
                  <a:lnTo>
                    <a:pt x="333224" y="147932"/>
                  </a:lnTo>
                  <a:lnTo>
                    <a:pt x="332532" y="142688"/>
                  </a:lnTo>
                  <a:lnTo>
                    <a:pt x="331675" y="137469"/>
                  </a:lnTo>
                  <a:lnTo>
                    <a:pt x="330653" y="132279"/>
                  </a:lnTo>
                  <a:lnTo>
                    <a:pt x="329468" y="127125"/>
                  </a:lnTo>
                  <a:lnTo>
                    <a:pt x="328120" y="122010"/>
                  </a:lnTo>
                  <a:lnTo>
                    <a:pt x="326610" y="116941"/>
                  </a:lnTo>
                  <a:lnTo>
                    <a:pt x="324942" y="111922"/>
                  </a:lnTo>
                  <a:lnTo>
                    <a:pt x="323115" y="106959"/>
                  </a:lnTo>
                  <a:lnTo>
                    <a:pt x="321132" y="102055"/>
                  </a:lnTo>
                  <a:lnTo>
                    <a:pt x="318995" y="97217"/>
                  </a:lnTo>
                  <a:lnTo>
                    <a:pt x="316706" y="92449"/>
                  </a:lnTo>
                  <a:lnTo>
                    <a:pt x="314268" y="87756"/>
                  </a:lnTo>
                  <a:lnTo>
                    <a:pt x="311682" y="83142"/>
                  </a:lnTo>
                  <a:lnTo>
                    <a:pt x="308952" y="78612"/>
                  </a:lnTo>
                  <a:lnTo>
                    <a:pt x="306079" y="74171"/>
                  </a:lnTo>
                  <a:lnTo>
                    <a:pt x="303068" y="69823"/>
                  </a:lnTo>
                  <a:lnTo>
                    <a:pt x="299920" y="65572"/>
                  </a:lnTo>
                  <a:lnTo>
                    <a:pt x="296640" y="61423"/>
                  </a:lnTo>
                  <a:lnTo>
                    <a:pt x="293230" y="57380"/>
                  </a:lnTo>
                  <a:lnTo>
                    <a:pt x="289693" y="53447"/>
                  </a:lnTo>
                  <a:lnTo>
                    <a:pt x="286034" y="49628"/>
                  </a:lnTo>
                  <a:lnTo>
                    <a:pt x="282256" y="45926"/>
                  </a:lnTo>
                  <a:lnTo>
                    <a:pt x="278363" y="42346"/>
                  </a:lnTo>
                  <a:lnTo>
                    <a:pt x="274359" y="38891"/>
                  </a:lnTo>
                  <a:lnTo>
                    <a:pt x="270247" y="35564"/>
                  </a:lnTo>
                  <a:lnTo>
                    <a:pt x="266032" y="32369"/>
                  </a:lnTo>
                  <a:lnTo>
                    <a:pt x="261718" y="29309"/>
                  </a:lnTo>
                  <a:lnTo>
                    <a:pt x="257310" y="26386"/>
                  </a:lnTo>
                  <a:lnTo>
                    <a:pt x="252811" y="23605"/>
                  </a:lnTo>
                  <a:lnTo>
                    <a:pt x="248227" y="20968"/>
                  </a:lnTo>
                  <a:lnTo>
                    <a:pt x="243561" y="18476"/>
                  </a:lnTo>
                  <a:lnTo>
                    <a:pt x="238819" y="16134"/>
                  </a:lnTo>
                  <a:lnTo>
                    <a:pt x="234005" y="13943"/>
                  </a:lnTo>
                  <a:lnTo>
                    <a:pt x="229124" y="11905"/>
                  </a:lnTo>
                  <a:lnTo>
                    <a:pt x="224181" y="10023"/>
                  </a:lnTo>
                  <a:lnTo>
                    <a:pt x="219181" y="8298"/>
                  </a:lnTo>
                  <a:lnTo>
                    <a:pt x="214130" y="6732"/>
                  </a:lnTo>
                  <a:lnTo>
                    <a:pt x="209031" y="5326"/>
                  </a:lnTo>
                  <a:lnTo>
                    <a:pt x="203890" y="4083"/>
                  </a:lnTo>
                  <a:lnTo>
                    <a:pt x="198712" y="3003"/>
                  </a:lnTo>
                  <a:lnTo>
                    <a:pt x="193503" y="2087"/>
                  </a:lnTo>
                  <a:lnTo>
                    <a:pt x="188267" y="1337"/>
                  </a:lnTo>
                  <a:lnTo>
                    <a:pt x="183011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859718" y="5018213"/>
              <a:ext cx="161320" cy="167167"/>
            </a:xfrm>
            <a:custGeom>
              <a:avLst/>
              <a:pathLst>
                <a:path w="161320" h="167167">
                  <a:moveTo>
                    <a:pt x="161320" y="0"/>
                  </a:moveTo>
                  <a:lnTo>
                    <a:pt x="155865" y="89"/>
                  </a:lnTo>
                  <a:lnTo>
                    <a:pt x="150416" y="356"/>
                  </a:lnTo>
                  <a:lnTo>
                    <a:pt x="144978" y="800"/>
                  </a:lnTo>
                  <a:lnTo>
                    <a:pt x="139558" y="1422"/>
                  </a:lnTo>
                  <a:lnTo>
                    <a:pt x="134161" y="2221"/>
                  </a:lnTo>
                  <a:lnTo>
                    <a:pt x="128793" y="3195"/>
                  </a:lnTo>
                  <a:lnTo>
                    <a:pt x="123459" y="4343"/>
                  </a:lnTo>
                  <a:lnTo>
                    <a:pt x="118166" y="5666"/>
                  </a:lnTo>
                  <a:lnTo>
                    <a:pt x="112919" y="7160"/>
                  </a:lnTo>
                  <a:lnTo>
                    <a:pt x="107723" y="8825"/>
                  </a:lnTo>
                  <a:lnTo>
                    <a:pt x="102584" y="10658"/>
                  </a:lnTo>
                  <a:lnTo>
                    <a:pt x="97508" y="12658"/>
                  </a:lnTo>
                  <a:lnTo>
                    <a:pt x="92500" y="14823"/>
                  </a:lnTo>
                  <a:lnTo>
                    <a:pt x="87565" y="17150"/>
                  </a:lnTo>
                  <a:lnTo>
                    <a:pt x="82709" y="19636"/>
                  </a:lnTo>
                  <a:lnTo>
                    <a:pt x="77937" y="22280"/>
                  </a:lnTo>
                  <a:lnTo>
                    <a:pt x="73253" y="25078"/>
                  </a:lnTo>
                  <a:lnTo>
                    <a:pt x="68663" y="28028"/>
                  </a:lnTo>
                  <a:lnTo>
                    <a:pt x="64172" y="31126"/>
                  </a:lnTo>
                  <a:lnTo>
                    <a:pt x="59785" y="34368"/>
                  </a:lnTo>
                  <a:lnTo>
                    <a:pt x="55505" y="37753"/>
                  </a:lnTo>
                  <a:lnTo>
                    <a:pt x="51338" y="41275"/>
                  </a:lnTo>
                  <a:lnTo>
                    <a:pt x="47289" y="44931"/>
                  </a:lnTo>
                  <a:lnTo>
                    <a:pt x="43360" y="48717"/>
                  </a:lnTo>
                  <a:lnTo>
                    <a:pt x="39558" y="52629"/>
                  </a:lnTo>
                  <a:lnTo>
                    <a:pt x="35885" y="56664"/>
                  </a:lnTo>
                  <a:lnTo>
                    <a:pt x="32346" y="60816"/>
                  </a:lnTo>
                  <a:lnTo>
                    <a:pt x="28944" y="65081"/>
                  </a:lnTo>
                  <a:lnTo>
                    <a:pt x="25683" y="69455"/>
                  </a:lnTo>
                  <a:lnTo>
                    <a:pt x="22567" y="73934"/>
                  </a:lnTo>
                  <a:lnTo>
                    <a:pt x="19598" y="78511"/>
                  </a:lnTo>
                  <a:lnTo>
                    <a:pt x="16781" y="83183"/>
                  </a:lnTo>
                  <a:lnTo>
                    <a:pt x="14117" y="87945"/>
                  </a:lnTo>
                  <a:lnTo>
                    <a:pt x="11610" y="92791"/>
                  </a:lnTo>
                  <a:lnTo>
                    <a:pt x="9263" y="97716"/>
                  </a:lnTo>
                  <a:lnTo>
                    <a:pt x="7078" y="102715"/>
                  </a:lnTo>
                  <a:lnTo>
                    <a:pt x="5056" y="107782"/>
                  </a:lnTo>
                  <a:lnTo>
                    <a:pt x="3202" y="112913"/>
                  </a:lnTo>
                  <a:lnTo>
                    <a:pt x="1516" y="118102"/>
                  </a:lnTo>
                  <a:lnTo>
                    <a:pt x="0" y="123343"/>
                  </a:lnTo>
                  <a:lnTo>
                    <a:pt x="16132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859718" y="5141556"/>
              <a:ext cx="161320" cy="43823"/>
            </a:xfrm>
            <a:custGeom>
              <a:avLst/>
              <a:pathLst>
                <a:path w="161320" h="43823">
                  <a:moveTo>
                    <a:pt x="0" y="0"/>
                  </a:moveTo>
                  <a:lnTo>
                    <a:pt x="161320" y="438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859718" y="5141556"/>
              <a:ext cx="161320" cy="43823"/>
            </a:xfrm>
            <a:custGeom>
              <a:avLst/>
              <a:pathLst>
                <a:path w="161320" h="43823">
                  <a:moveTo>
                    <a:pt x="0" y="0"/>
                  </a:moveTo>
                  <a:lnTo>
                    <a:pt x="161320" y="438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859718" y="5141556"/>
              <a:ext cx="161320" cy="43823"/>
            </a:xfrm>
            <a:custGeom>
              <a:avLst/>
              <a:pathLst>
                <a:path w="161320" h="43823">
                  <a:moveTo>
                    <a:pt x="0" y="0"/>
                  </a:moveTo>
                  <a:lnTo>
                    <a:pt x="161320" y="438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853876" y="5141556"/>
              <a:ext cx="167162" cy="95579"/>
            </a:xfrm>
            <a:custGeom>
              <a:avLst/>
              <a:pathLst>
                <a:path w="167162" h="95579">
                  <a:moveTo>
                    <a:pt x="5841" y="0"/>
                  </a:moveTo>
                  <a:lnTo>
                    <a:pt x="4440" y="5528"/>
                  </a:lnTo>
                  <a:lnTo>
                    <a:pt x="3228" y="11101"/>
                  </a:lnTo>
                  <a:lnTo>
                    <a:pt x="2208" y="16713"/>
                  </a:lnTo>
                  <a:lnTo>
                    <a:pt x="1379" y="22356"/>
                  </a:lnTo>
                  <a:lnTo>
                    <a:pt x="743" y="28023"/>
                  </a:lnTo>
                  <a:lnTo>
                    <a:pt x="301" y="33710"/>
                  </a:lnTo>
                  <a:lnTo>
                    <a:pt x="53" y="39408"/>
                  </a:lnTo>
                  <a:lnTo>
                    <a:pt x="0" y="45111"/>
                  </a:lnTo>
                  <a:lnTo>
                    <a:pt x="141" y="50813"/>
                  </a:lnTo>
                  <a:lnTo>
                    <a:pt x="476" y="56506"/>
                  </a:lnTo>
                  <a:lnTo>
                    <a:pt x="1006" y="62185"/>
                  </a:lnTo>
                  <a:lnTo>
                    <a:pt x="1729" y="67842"/>
                  </a:lnTo>
                  <a:lnTo>
                    <a:pt x="2645" y="73472"/>
                  </a:lnTo>
                  <a:lnTo>
                    <a:pt x="3752" y="79067"/>
                  </a:lnTo>
                  <a:lnTo>
                    <a:pt x="5049" y="84621"/>
                  </a:lnTo>
                  <a:lnTo>
                    <a:pt x="6535" y="90127"/>
                  </a:lnTo>
                  <a:lnTo>
                    <a:pt x="8208" y="95579"/>
                  </a:lnTo>
                  <a:lnTo>
                    <a:pt x="167162" y="438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862085" y="5018213"/>
              <a:ext cx="326113" cy="334320"/>
            </a:xfrm>
            <a:custGeom>
              <a:avLst/>
              <a:pathLst>
                <a:path w="326113" h="334320">
                  <a:moveTo>
                    <a:pt x="0" y="218923"/>
                  </a:moveTo>
                  <a:lnTo>
                    <a:pt x="1729" y="223961"/>
                  </a:lnTo>
                  <a:lnTo>
                    <a:pt x="3619" y="228942"/>
                  </a:lnTo>
                  <a:lnTo>
                    <a:pt x="5666" y="233859"/>
                  </a:lnTo>
                  <a:lnTo>
                    <a:pt x="7868" y="238710"/>
                  </a:lnTo>
                  <a:lnTo>
                    <a:pt x="10225" y="243487"/>
                  </a:lnTo>
                  <a:lnTo>
                    <a:pt x="12732" y="248187"/>
                  </a:lnTo>
                  <a:lnTo>
                    <a:pt x="15387" y="252805"/>
                  </a:lnTo>
                  <a:lnTo>
                    <a:pt x="18189" y="257335"/>
                  </a:lnTo>
                  <a:lnTo>
                    <a:pt x="21133" y="261775"/>
                  </a:lnTo>
                  <a:lnTo>
                    <a:pt x="24217" y="266118"/>
                  </a:lnTo>
                  <a:lnTo>
                    <a:pt x="27439" y="270360"/>
                  </a:lnTo>
                  <a:lnTo>
                    <a:pt x="30793" y="274498"/>
                  </a:lnTo>
                  <a:lnTo>
                    <a:pt x="34278" y="278527"/>
                  </a:lnTo>
                  <a:lnTo>
                    <a:pt x="37889" y="282443"/>
                  </a:lnTo>
                  <a:lnTo>
                    <a:pt x="41624" y="286241"/>
                  </a:lnTo>
                  <a:lnTo>
                    <a:pt x="45477" y="289919"/>
                  </a:lnTo>
                  <a:lnTo>
                    <a:pt x="49446" y="293472"/>
                  </a:lnTo>
                  <a:lnTo>
                    <a:pt x="53526" y="296897"/>
                  </a:lnTo>
                  <a:lnTo>
                    <a:pt x="57713" y="300191"/>
                  </a:lnTo>
                  <a:lnTo>
                    <a:pt x="62002" y="303349"/>
                  </a:lnTo>
                  <a:lnTo>
                    <a:pt x="66390" y="306369"/>
                  </a:lnTo>
                  <a:lnTo>
                    <a:pt x="70873" y="309247"/>
                  </a:lnTo>
                  <a:lnTo>
                    <a:pt x="75444" y="311981"/>
                  </a:lnTo>
                  <a:lnTo>
                    <a:pt x="80101" y="314568"/>
                  </a:lnTo>
                  <a:lnTo>
                    <a:pt x="84837" y="317006"/>
                  </a:lnTo>
                  <a:lnTo>
                    <a:pt x="89649" y="319291"/>
                  </a:lnTo>
                  <a:lnTo>
                    <a:pt x="94531" y="321422"/>
                  </a:lnTo>
                  <a:lnTo>
                    <a:pt x="99478" y="323397"/>
                  </a:lnTo>
                  <a:lnTo>
                    <a:pt x="104486" y="325212"/>
                  </a:lnTo>
                  <a:lnTo>
                    <a:pt x="109549" y="326867"/>
                  </a:lnTo>
                  <a:lnTo>
                    <a:pt x="114663" y="328360"/>
                  </a:lnTo>
                  <a:lnTo>
                    <a:pt x="119821" y="329690"/>
                  </a:lnTo>
                  <a:lnTo>
                    <a:pt x="125019" y="330854"/>
                  </a:lnTo>
                  <a:lnTo>
                    <a:pt x="130252" y="331852"/>
                  </a:lnTo>
                  <a:lnTo>
                    <a:pt x="135513" y="332683"/>
                  </a:lnTo>
                  <a:lnTo>
                    <a:pt x="140799" y="333346"/>
                  </a:lnTo>
                  <a:lnTo>
                    <a:pt x="146103" y="333840"/>
                  </a:lnTo>
                  <a:lnTo>
                    <a:pt x="151420" y="334165"/>
                  </a:lnTo>
                  <a:lnTo>
                    <a:pt x="156744" y="334320"/>
                  </a:lnTo>
                  <a:lnTo>
                    <a:pt x="162071" y="334305"/>
                  </a:lnTo>
                  <a:lnTo>
                    <a:pt x="167395" y="334121"/>
                  </a:lnTo>
                  <a:lnTo>
                    <a:pt x="172710" y="333767"/>
                  </a:lnTo>
                  <a:lnTo>
                    <a:pt x="178011" y="333245"/>
                  </a:lnTo>
                  <a:lnTo>
                    <a:pt x="183293" y="332553"/>
                  </a:lnTo>
                  <a:lnTo>
                    <a:pt x="188550" y="331694"/>
                  </a:lnTo>
                  <a:lnTo>
                    <a:pt x="193777" y="330667"/>
                  </a:lnTo>
                  <a:lnTo>
                    <a:pt x="198968" y="329474"/>
                  </a:lnTo>
                  <a:lnTo>
                    <a:pt x="204119" y="328117"/>
                  </a:lnTo>
                  <a:lnTo>
                    <a:pt x="209225" y="326596"/>
                  </a:lnTo>
                  <a:lnTo>
                    <a:pt x="214279" y="324914"/>
                  </a:lnTo>
                  <a:lnTo>
                    <a:pt x="219277" y="323071"/>
                  </a:lnTo>
                  <a:lnTo>
                    <a:pt x="224213" y="321070"/>
                  </a:lnTo>
                  <a:lnTo>
                    <a:pt x="229084" y="318912"/>
                  </a:lnTo>
                  <a:lnTo>
                    <a:pt x="233883" y="316601"/>
                  </a:lnTo>
                  <a:lnTo>
                    <a:pt x="238606" y="314138"/>
                  </a:lnTo>
                  <a:lnTo>
                    <a:pt x="243248" y="311525"/>
                  </a:lnTo>
                  <a:lnTo>
                    <a:pt x="247805" y="308766"/>
                  </a:lnTo>
                  <a:lnTo>
                    <a:pt x="252271" y="305863"/>
                  </a:lnTo>
                  <a:lnTo>
                    <a:pt x="256643" y="302820"/>
                  </a:lnTo>
                  <a:lnTo>
                    <a:pt x="260916" y="299638"/>
                  </a:lnTo>
                  <a:lnTo>
                    <a:pt x="265084" y="296322"/>
                  </a:lnTo>
                  <a:lnTo>
                    <a:pt x="269146" y="292875"/>
                  </a:lnTo>
                  <a:lnTo>
                    <a:pt x="273095" y="289301"/>
                  </a:lnTo>
                  <a:lnTo>
                    <a:pt x="276928" y="285602"/>
                  </a:lnTo>
                  <a:lnTo>
                    <a:pt x="280642" y="281783"/>
                  </a:lnTo>
                  <a:lnTo>
                    <a:pt x="284232" y="277847"/>
                  </a:lnTo>
                  <a:lnTo>
                    <a:pt x="287695" y="273800"/>
                  </a:lnTo>
                  <a:lnTo>
                    <a:pt x="291027" y="269644"/>
                  </a:lnTo>
                  <a:lnTo>
                    <a:pt x="294225" y="265384"/>
                  </a:lnTo>
                  <a:lnTo>
                    <a:pt x="297286" y="261024"/>
                  </a:lnTo>
                  <a:lnTo>
                    <a:pt x="300206" y="256569"/>
                  </a:lnTo>
                  <a:lnTo>
                    <a:pt x="302982" y="252023"/>
                  </a:lnTo>
                  <a:lnTo>
                    <a:pt x="305613" y="247391"/>
                  </a:lnTo>
                  <a:lnTo>
                    <a:pt x="308095" y="242677"/>
                  </a:lnTo>
                  <a:lnTo>
                    <a:pt x="310425" y="237887"/>
                  </a:lnTo>
                  <a:lnTo>
                    <a:pt x="312601" y="233025"/>
                  </a:lnTo>
                  <a:lnTo>
                    <a:pt x="314621" y="228096"/>
                  </a:lnTo>
                  <a:lnTo>
                    <a:pt x="316484" y="223106"/>
                  </a:lnTo>
                  <a:lnTo>
                    <a:pt x="318186" y="218058"/>
                  </a:lnTo>
                  <a:lnTo>
                    <a:pt x="319727" y="212959"/>
                  </a:lnTo>
                  <a:lnTo>
                    <a:pt x="321104" y="207813"/>
                  </a:lnTo>
                  <a:lnTo>
                    <a:pt x="322317" y="202626"/>
                  </a:lnTo>
                  <a:lnTo>
                    <a:pt x="323363" y="197403"/>
                  </a:lnTo>
                  <a:lnTo>
                    <a:pt x="324243" y="192149"/>
                  </a:lnTo>
                  <a:lnTo>
                    <a:pt x="324955" y="186870"/>
                  </a:lnTo>
                  <a:lnTo>
                    <a:pt x="325499" y="181571"/>
                  </a:lnTo>
                  <a:lnTo>
                    <a:pt x="325873" y="176258"/>
                  </a:lnTo>
                  <a:lnTo>
                    <a:pt x="326078" y="170935"/>
                  </a:lnTo>
                  <a:lnTo>
                    <a:pt x="326113" y="165608"/>
                  </a:lnTo>
                  <a:lnTo>
                    <a:pt x="325979" y="160283"/>
                  </a:lnTo>
                  <a:lnTo>
                    <a:pt x="325675" y="154965"/>
                  </a:lnTo>
                  <a:lnTo>
                    <a:pt x="325201" y="149659"/>
                  </a:lnTo>
                  <a:lnTo>
                    <a:pt x="324559" y="144371"/>
                  </a:lnTo>
                  <a:lnTo>
                    <a:pt x="323749" y="139106"/>
                  </a:lnTo>
                  <a:lnTo>
                    <a:pt x="322771" y="133870"/>
                  </a:lnTo>
                  <a:lnTo>
                    <a:pt x="321627" y="128667"/>
                  </a:lnTo>
                  <a:lnTo>
                    <a:pt x="320318" y="123504"/>
                  </a:lnTo>
                  <a:lnTo>
                    <a:pt x="318844" y="118385"/>
                  </a:lnTo>
                  <a:lnTo>
                    <a:pt x="317209" y="113315"/>
                  </a:lnTo>
                  <a:lnTo>
                    <a:pt x="315413" y="108300"/>
                  </a:lnTo>
                  <a:lnTo>
                    <a:pt x="313458" y="103345"/>
                  </a:lnTo>
                  <a:lnTo>
                    <a:pt x="311346" y="98455"/>
                  </a:lnTo>
                  <a:lnTo>
                    <a:pt x="309079" y="93634"/>
                  </a:lnTo>
                  <a:lnTo>
                    <a:pt x="306660" y="88888"/>
                  </a:lnTo>
                  <a:lnTo>
                    <a:pt x="304091" y="84222"/>
                  </a:lnTo>
                  <a:lnTo>
                    <a:pt x="301375" y="79640"/>
                  </a:lnTo>
                  <a:lnTo>
                    <a:pt x="298514" y="75146"/>
                  </a:lnTo>
                  <a:lnTo>
                    <a:pt x="295511" y="70746"/>
                  </a:lnTo>
                  <a:lnTo>
                    <a:pt x="292370" y="66444"/>
                  </a:lnTo>
                  <a:lnTo>
                    <a:pt x="289093" y="62245"/>
                  </a:lnTo>
                  <a:lnTo>
                    <a:pt x="285684" y="58152"/>
                  </a:lnTo>
                  <a:lnTo>
                    <a:pt x="282146" y="54169"/>
                  </a:lnTo>
                  <a:lnTo>
                    <a:pt x="278483" y="50301"/>
                  </a:lnTo>
                  <a:lnTo>
                    <a:pt x="274699" y="46552"/>
                  </a:lnTo>
                  <a:lnTo>
                    <a:pt x="270797" y="42926"/>
                  </a:lnTo>
                  <a:lnTo>
                    <a:pt x="266782" y="39425"/>
                  </a:lnTo>
                  <a:lnTo>
                    <a:pt x="262657" y="36055"/>
                  </a:lnTo>
                  <a:lnTo>
                    <a:pt x="258427" y="32817"/>
                  </a:lnTo>
                  <a:lnTo>
                    <a:pt x="254096" y="29716"/>
                  </a:lnTo>
                  <a:lnTo>
                    <a:pt x="249668" y="26754"/>
                  </a:lnTo>
                  <a:lnTo>
                    <a:pt x="245149" y="23935"/>
                  </a:lnTo>
                  <a:lnTo>
                    <a:pt x="240541" y="21262"/>
                  </a:lnTo>
                  <a:lnTo>
                    <a:pt x="235851" y="18736"/>
                  </a:lnTo>
                  <a:lnTo>
                    <a:pt x="231083" y="16362"/>
                  </a:lnTo>
                  <a:lnTo>
                    <a:pt x="226241" y="14140"/>
                  </a:lnTo>
                  <a:lnTo>
                    <a:pt x="221332" y="12074"/>
                  </a:lnTo>
                  <a:lnTo>
                    <a:pt x="216358" y="10165"/>
                  </a:lnTo>
                  <a:lnTo>
                    <a:pt x="211327" y="8416"/>
                  </a:lnTo>
                  <a:lnTo>
                    <a:pt x="206242" y="6828"/>
                  </a:lnTo>
                  <a:lnTo>
                    <a:pt x="201110" y="5402"/>
                  </a:lnTo>
                  <a:lnTo>
                    <a:pt x="195934" y="4141"/>
                  </a:lnTo>
                  <a:lnTo>
                    <a:pt x="190721" y="3046"/>
                  </a:lnTo>
                  <a:lnTo>
                    <a:pt x="185476" y="2117"/>
                  </a:lnTo>
                  <a:lnTo>
                    <a:pt x="180204" y="1356"/>
                  </a:lnTo>
                  <a:lnTo>
                    <a:pt x="174910" y="763"/>
                  </a:lnTo>
                  <a:lnTo>
                    <a:pt x="169600" y="339"/>
                  </a:lnTo>
                  <a:lnTo>
                    <a:pt x="164279" y="84"/>
                  </a:lnTo>
                  <a:lnTo>
                    <a:pt x="158953" y="0"/>
                  </a:lnTo>
                  <a:lnTo>
                    <a:pt x="1589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256069" y="4659281"/>
              <a:ext cx="167165" cy="333410"/>
            </a:xfrm>
            <a:custGeom>
              <a:avLst/>
              <a:pathLst>
                <a:path w="167165" h="333410">
                  <a:moveTo>
                    <a:pt x="167165" y="0"/>
                  </a:moveTo>
                  <a:lnTo>
                    <a:pt x="161823" y="85"/>
                  </a:lnTo>
                  <a:lnTo>
                    <a:pt x="156486" y="341"/>
                  </a:lnTo>
                  <a:lnTo>
                    <a:pt x="151161" y="767"/>
                  </a:lnTo>
                  <a:lnTo>
                    <a:pt x="145851" y="1364"/>
                  </a:lnTo>
                  <a:lnTo>
                    <a:pt x="140564" y="2130"/>
                  </a:lnTo>
                  <a:lnTo>
                    <a:pt x="135304" y="3064"/>
                  </a:lnTo>
                  <a:lnTo>
                    <a:pt x="130076" y="4166"/>
                  </a:lnTo>
                  <a:lnTo>
                    <a:pt x="124886" y="5434"/>
                  </a:lnTo>
                  <a:lnTo>
                    <a:pt x="119739" y="6868"/>
                  </a:lnTo>
                  <a:lnTo>
                    <a:pt x="114641" y="8466"/>
                  </a:lnTo>
                  <a:lnTo>
                    <a:pt x="109596" y="10225"/>
                  </a:lnTo>
                  <a:lnTo>
                    <a:pt x="104610" y="12145"/>
                  </a:lnTo>
                  <a:lnTo>
                    <a:pt x="99688" y="14223"/>
                  </a:lnTo>
                  <a:lnTo>
                    <a:pt x="94835" y="16458"/>
                  </a:lnTo>
                  <a:lnTo>
                    <a:pt x="90056" y="18846"/>
                  </a:lnTo>
                  <a:lnTo>
                    <a:pt x="85356" y="21386"/>
                  </a:lnTo>
                  <a:lnTo>
                    <a:pt x="80739" y="24075"/>
                  </a:lnTo>
                  <a:lnTo>
                    <a:pt x="76210" y="26909"/>
                  </a:lnTo>
                  <a:lnTo>
                    <a:pt x="71775" y="29888"/>
                  </a:lnTo>
                  <a:lnTo>
                    <a:pt x="67436" y="33006"/>
                  </a:lnTo>
                  <a:lnTo>
                    <a:pt x="63200" y="36262"/>
                  </a:lnTo>
                  <a:lnTo>
                    <a:pt x="59070" y="39651"/>
                  </a:lnTo>
                  <a:lnTo>
                    <a:pt x="55050" y="43170"/>
                  </a:lnTo>
                  <a:lnTo>
                    <a:pt x="51145" y="46816"/>
                  </a:lnTo>
                  <a:lnTo>
                    <a:pt x="47358" y="50585"/>
                  </a:lnTo>
                  <a:lnTo>
                    <a:pt x="43694" y="54473"/>
                  </a:lnTo>
                  <a:lnTo>
                    <a:pt x="40156" y="58477"/>
                  </a:lnTo>
                  <a:lnTo>
                    <a:pt x="36747" y="62591"/>
                  </a:lnTo>
                  <a:lnTo>
                    <a:pt x="33472" y="66812"/>
                  </a:lnTo>
                  <a:lnTo>
                    <a:pt x="30333" y="71136"/>
                  </a:lnTo>
                  <a:lnTo>
                    <a:pt x="27334" y="75557"/>
                  </a:lnTo>
                  <a:lnTo>
                    <a:pt x="24478" y="80073"/>
                  </a:lnTo>
                  <a:lnTo>
                    <a:pt x="21768" y="84677"/>
                  </a:lnTo>
                  <a:lnTo>
                    <a:pt x="19206" y="89365"/>
                  </a:lnTo>
                  <a:lnTo>
                    <a:pt x="16796" y="94133"/>
                  </a:lnTo>
                  <a:lnTo>
                    <a:pt x="14538" y="98976"/>
                  </a:lnTo>
                  <a:lnTo>
                    <a:pt x="12437" y="103888"/>
                  </a:lnTo>
                  <a:lnTo>
                    <a:pt x="10494" y="108865"/>
                  </a:lnTo>
                  <a:lnTo>
                    <a:pt x="8711" y="113901"/>
                  </a:lnTo>
                  <a:lnTo>
                    <a:pt x="7090" y="118992"/>
                  </a:lnTo>
                  <a:lnTo>
                    <a:pt x="5632" y="124132"/>
                  </a:lnTo>
                  <a:lnTo>
                    <a:pt x="4339" y="129316"/>
                  </a:lnTo>
                  <a:lnTo>
                    <a:pt x="3213" y="134539"/>
                  </a:lnTo>
                  <a:lnTo>
                    <a:pt x="2254" y="139794"/>
                  </a:lnTo>
                  <a:lnTo>
                    <a:pt x="1463" y="145078"/>
                  </a:lnTo>
                  <a:lnTo>
                    <a:pt x="842" y="150385"/>
                  </a:lnTo>
                  <a:lnTo>
                    <a:pt x="391" y="155708"/>
                  </a:lnTo>
                  <a:lnTo>
                    <a:pt x="110" y="161044"/>
                  </a:lnTo>
                  <a:lnTo>
                    <a:pt x="0" y="166385"/>
                  </a:lnTo>
                  <a:lnTo>
                    <a:pt x="60" y="171728"/>
                  </a:lnTo>
                  <a:lnTo>
                    <a:pt x="291" y="177065"/>
                  </a:lnTo>
                  <a:lnTo>
                    <a:pt x="693" y="182393"/>
                  </a:lnTo>
                  <a:lnTo>
                    <a:pt x="1264" y="187705"/>
                  </a:lnTo>
                  <a:lnTo>
                    <a:pt x="2005" y="192996"/>
                  </a:lnTo>
                  <a:lnTo>
                    <a:pt x="2915" y="198261"/>
                  </a:lnTo>
                  <a:lnTo>
                    <a:pt x="3992" y="203494"/>
                  </a:lnTo>
                  <a:lnTo>
                    <a:pt x="5237" y="208690"/>
                  </a:lnTo>
                  <a:lnTo>
                    <a:pt x="6646" y="213843"/>
                  </a:lnTo>
                  <a:lnTo>
                    <a:pt x="8220" y="218949"/>
                  </a:lnTo>
                  <a:lnTo>
                    <a:pt x="9956" y="224002"/>
                  </a:lnTo>
                  <a:lnTo>
                    <a:pt x="11852" y="228996"/>
                  </a:lnTo>
                  <a:lnTo>
                    <a:pt x="13907" y="233928"/>
                  </a:lnTo>
                  <a:lnTo>
                    <a:pt x="16119" y="238792"/>
                  </a:lnTo>
                  <a:lnTo>
                    <a:pt x="18485" y="243582"/>
                  </a:lnTo>
                  <a:lnTo>
                    <a:pt x="21003" y="248294"/>
                  </a:lnTo>
                  <a:lnTo>
                    <a:pt x="23670" y="252923"/>
                  </a:lnTo>
                  <a:lnTo>
                    <a:pt x="26484" y="257465"/>
                  </a:lnTo>
                  <a:lnTo>
                    <a:pt x="29441" y="261915"/>
                  </a:lnTo>
                  <a:lnTo>
                    <a:pt x="32539" y="266267"/>
                  </a:lnTo>
                  <a:lnTo>
                    <a:pt x="35775" y="270519"/>
                  </a:lnTo>
                  <a:lnTo>
                    <a:pt x="39145" y="274665"/>
                  </a:lnTo>
                  <a:lnTo>
                    <a:pt x="42646" y="278701"/>
                  </a:lnTo>
                  <a:lnTo>
                    <a:pt x="46273" y="282623"/>
                  </a:lnTo>
                  <a:lnTo>
                    <a:pt x="50025" y="286427"/>
                  </a:lnTo>
                  <a:lnTo>
                    <a:pt x="53896" y="290110"/>
                  </a:lnTo>
                  <a:lnTo>
                    <a:pt x="57882" y="293667"/>
                  </a:lnTo>
                  <a:lnTo>
                    <a:pt x="61981" y="297094"/>
                  </a:lnTo>
                  <a:lnTo>
                    <a:pt x="66186" y="300389"/>
                  </a:lnTo>
                  <a:lnTo>
                    <a:pt x="70495" y="303548"/>
                  </a:lnTo>
                  <a:lnTo>
                    <a:pt x="74903" y="306568"/>
                  </a:lnTo>
                  <a:lnTo>
                    <a:pt x="79405" y="309445"/>
                  </a:lnTo>
                  <a:lnTo>
                    <a:pt x="83996" y="312177"/>
                  </a:lnTo>
                  <a:lnTo>
                    <a:pt x="88672" y="314760"/>
                  </a:lnTo>
                  <a:lnTo>
                    <a:pt x="93429" y="317193"/>
                  </a:lnTo>
                  <a:lnTo>
                    <a:pt x="98261" y="319473"/>
                  </a:lnTo>
                  <a:lnTo>
                    <a:pt x="103163" y="321597"/>
                  </a:lnTo>
                  <a:lnTo>
                    <a:pt x="108131" y="323564"/>
                  </a:lnTo>
                  <a:lnTo>
                    <a:pt x="113159" y="325370"/>
                  </a:lnTo>
                  <a:lnTo>
                    <a:pt x="118242" y="327015"/>
                  </a:lnTo>
                  <a:lnTo>
                    <a:pt x="123375" y="328497"/>
                  </a:lnTo>
                  <a:lnTo>
                    <a:pt x="128553" y="329814"/>
                  </a:lnTo>
                  <a:lnTo>
                    <a:pt x="133771" y="330965"/>
                  </a:lnTo>
                  <a:lnTo>
                    <a:pt x="139022" y="331948"/>
                  </a:lnTo>
                  <a:lnTo>
                    <a:pt x="144302" y="332764"/>
                  </a:lnTo>
                  <a:lnTo>
                    <a:pt x="149606" y="33341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405675" y="4826449"/>
              <a:ext cx="17559" cy="166242"/>
            </a:xfrm>
            <a:custGeom>
              <a:avLst/>
              <a:pathLst>
                <a:path w="17559" h="166242">
                  <a:moveTo>
                    <a:pt x="0" y="166242"/>
                  </a:moveTo>
                  <a:lnTo>
                    <a:pt x="1755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405675" y="4826449"/>
              <a:ext cx="17559" cy="166242"/>
            </a:xfrm>
            <a:custGeom>
              <a:avLst/>
              <a:pathLst>
                <a:path w="17559" h="166242">
                  <a:moveTo>
                    <a:pt x="0" y="166242"/>
                  </a:moveTo>
                  <a:lnTo>
                    <a:pt x="1755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405675" y="4826449"/>
              <a:ext cx="126842" cy="167163"/>
            </a:xfrm>
            <a:custGeom>
              <a:avLst/>
              <a:pathLst>
                <a:path w="126842" h="167163">
                  <a:moveTo>
                    <a:pt x="0" y="166242"/>
                  </a:moveTo>
                  <a:lnTo>
                    <a:pt x="5446" y="166727"/>
                  </a:lnTo>
                  <a:lnTo>
                    <a:pt x="10905" y="167034"/>
                  </a:lnTo>
                  <a:lnTo>
                    <a:pt x="16371" y="167163"/>
                  </a:lnTo>
                  <a:lnTo>
                    <a:pt x="21839" y="167112"/>
                  </a:lnTo>
                  <a:lnTo>
                    <a:pt x="27302" y="166883"/>
                  </a:lnTo>
                  <a:lnTo>
                    <a:pt x="32754" y="166475"/>
                  </a:lnTo>
                  <a:lnTo>
                    <a:pt x="38190" y="165889"/>
                  </a:lnTo>
                  <a:lnTo>
                    <a:pt x="43604" y="165125"/>
                  </a:lnTo>
                  <a:lnTo>
                    <a:pt x="48991" y="164185"/>
                  </a:lnTo>
                  <a:lnTo>
                    <a:pt x="54344" y="163070"/>
                  </a:lnTo>
                  <a:lnTo>
                    <a:pt x="59657" y="161779"/>
                  </a:lnTo>
                  <a:lnTo>
                    <a:pt x="64925" y="160316"/>
                  </a:lnTo>
                  <a:lnTo>
                    <a:pt x="70143" y="158681"/>
                  </a:lnTo>
                  <a:lnTo>
                    <a:pt x="75304" y="156877"/>
                  </a:lnTo>
                  <a:lnTo>
                    <a:pt x="80404" y="154904"/>
                  </a:lnTo>
                  <a:lnTo>
                    <a:pt x="85436" y="152766"/>
                  </a:lnTo>
                  <a:lnTo>
                    <a:pt x="90396" y="150465"/>
                  </a:lnTo>
                  <a:lnTo>
                    <a:pt x="95278" y="148002"/>
                  </a:lnTo>
                  <a:lnTo>
                    <a:pt x="100076" y="145381"/>
                  </a:lnTo>
                  <a:lnTo>
                    <a:pt x="104787" y="142605"/>
                  </a:lnTo>
                  <a:lnTo>
                    <a:pt x="109404" y="139676"/>
                  </a:lnTo>
                  <a:lnTo>
                    <a:pt x="113923" y="136597"/>
                  </a:lnTo>
                  <a:lnTo>
                    <a:pt x="118338" y="133373"/>
                  </a:lnTo>
                  <a:lnTo>
                    <a:pt x="122646" y="130006"/>
                  </a:lnTo>
                  <a:lnTo>
                    <a:pt x="126842" y="126499"/>
                  </a:lnTo>
                  <a:lnTo>
                    <a:pt x="1755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423235" y="4659281"/>
              <a:ext cx="167165" cy="293667"/>
            </a:xfrm>
            <a:custGeom>
              <a:avLst/>
              <a:pathLst>
                <a:path w="167165" h="293667">
                  <a:moveTo>
                    <a:pt x="109282" y="293667"/>
                  </a:moveTo>
                  <a:lnTo>
                    <a:pt x="113269" y="290110"/>
                  </a:lnTo>
                  <a:lnTo>
                    <a:pt x="117140" y="286427"/>
                  </a:lnTo>
                  <a:lnTo>
                    <a:pt x="120891" y="282623"/>
                  </a:lnTo>
                  <a:lnTo>
                    <a:pt x="124519" y="278701"/>
                  </a:lnTo>
                  <a:lnTo>
                    <a:pt x="128020" y="274665"/>
                  </a:lnTo>
                  <a:lnTo>
                    <a:pt x="131389" y="270519"/>
                  </a:lnTo>
                  <a:lnTo>
                    <a:pt x="134625" y="266267"/>
                  </a:lnTo>
                  <a:lnTo>
                    <a:pt x="137723" y="261915"/>
                  </a:lnTo>
                  <a:lnTo>
                    <a:pt x="140681" y="257465"/>
                  </a:lnTo>
                  <a:lnTo>
                    <a:pt x="143494" y="252923"/>
                  </a:lnTo>
                  <a:lnTo>
                    <a:pt x="146162" y="248294"/>
                  </a:lnTo>
                  <a:lnTo>
                    <a:pt x="148679" y="243582"/>
                  </a:lnTo>
                  <a:lnTo>
                    <a:pt x="151045" y="238792"/>
                  </a:lnTo>
                  <a:lnTo>
                    <a:pt x="153257" y="233928"/>
                  </a:lnTo>
                  <a:lnTo>
                    <a:pt x="155312" y="228996"/>
                  </a:lnTo>
                  <a:lnTo>
                    <a:pt x="157209" y="224002"/>
                  </a:lnTo>
                  <a:lnTo>
                    <a:pt x="158945" y="218949"/>
                  </a:lnTo>
                  <a:lnTo>
                    <a:pt x="160518" y="213843"/>
                  </a:lnTo>
                  <a:lnTo>
                    <a:pt x="161928" y="208690"/>
                  </a:lnTo>
                  <a:lnTo>
                    <a:pt x="163172" y="203494"/>
                  </a:lnTo>
                  <a:lnTo>
                    <a:pt x="164250" y="198261"/>
                  </a:lnTo>
                  <a:lnTo>
                    <a:pt x="165159" y="192996"/>
                  </a:lnTo>
                  <a:lnTo>
                    <a:pt x="165900" y="187705"/>
                  </a:lnTo>
                  <a:lnTo>
                    <a:pt x="166472" y="182393"/>
                  </a:lnTo>
                  <a:lnTo>
                    <a:pt x="166874" y="177065"/>
                  </a:lnTo>
                  <a:lnTo>
                    <a:pt x="167105" y="171728"/>
                  </a:lnTo>
                  <a:lnTo>
                    <a:pt x="167165" y="166385"/>
                  </a:lnTo>
                  <a:lnTo>
                    <a:pt x="167055" y="161044"/>
                  </a:lnTo>
                  <a:lnTo>
                    <a:pt x="166774" y="155708"/>
                  </a:lnTo>
                  <a:lnTo>
                    <a:pt x="166322" y="150385"/>
                  </a:lnTo>
                  <a:lnTo>
                    <a:pt x="165701" y="145078"/>
                  </a:lnTo>
                  <a:lnTo>
                    <a:pt x="164911" y="139794"/>
                  </a:lnTo>
                  <a:lnTo>
                    <a:pt x="163952" y="134539"/>
                  </a:lnTo>
                  <a:lnTo>
                    <a:pt x="162825" y="129316"/>
                  </a:lnTo>
                  <a:lnTo>
                    <a:pt x="161533" y="124132"/>
                  </a:lnTo>
                  <a:lnTo>
                    <a:pt x="160075" y="118992"/>
                  </a:lnTo>
                  <a:lnTo>
                    <a:pt x="158454" y="113901"/>
                  </a:lnTo>
                  <a:lnTo>
                    <a:pt x="156671" y="108865"/>
                  </a:lnTo>
                  <a:lnTo>
                    <a:pt x="154727" y="103888"/>
                  </a:lnTo>
                  <a:lnTo>
                    <a:pt x="152626" y="98976"/>
                  </a:lnTo>
                  <a:lnTo>
                    <a:pt x="150369" y="94133"/>
                  </a:lnTo>
                  <a:lnTo>
                    <a:pt x="147958" y="89365"/>
                  </a:lnTo>
                  <a:lnTo>
                    <a:pt x="145397" y="84677"/>
                  </a:lnTo>
                  <a:lnTo>
                    <a:pt x="142686" y="80073"/>
                  </a:lnTo>
                  <a:lnTo>
                    <a:pt x="139830" y="75557"/>
                  </a:lnTo>
                  <a:lnTo>
                    <a:pt x="136831" y="71136"/>
                  </a:lnTo>
                  <a:lnTo>
                    <a:pt x="133693" y="66812"/>
                  </a:lnTo>
                  <a:lnTo>
                    <a:pt x="130417" y="62591"/>
                  </a:lnTo>
                  <a:lnTo>
                    <a:pt x="127009" y="58477"/>
                  </a:lnTo>
                  <a:lnTo>
                    <a:pt x="123471" y="54473"/>
                  </a:lnTo>
                  <a:lnTo>
                    <a:pt x="119806" y="50585"/>
                  </a:lnTo>
                  <a:lnTo>
                    <a:pt x="116020" y="46816"/>
                  </a:lnTo>
                  <a:lnTo>
                    <a:pt x="112114" y="43170"/>
                  </a:lnTo>
                  <a:lnTo>
                    <a:pt x="108095" y="39651"/>
                  </a:lnTo>
                  <a:lnTo>
                    <a:pt x="103965" y="36262"/>
                  </a:lnTo>
                  <a:lnTo>
                    <a:pt x="99728" y="33006"/>
                  </a:lnTo>
                  <a:lnTo>
                    <a:pt x="95390" y="29888"/>
                  </a:lnTo>
                  <a:lnTo>
                    <a:pt x="90954" y="26909"/>
                  </a:lnTo>
                  <a:lnTo>
                    <a:pt x="86426" y="24075"/>
                  </a:lnTo>
                  <a:lnTo>
                    <a:pt x="81809" y="21386"/>
                  </a:lnTo>
                  <a:lnTo>
                    <a:pt x="77109" y="18846"/>
                  </a:lnTo>
                  <a:lnTo>
                    <a:pt x="72329" y="16458"/>
                  </a:lnTo>
                  <a:lnTo>
                    <a:pt x="67476" y="14223"/>
                  </a:lnTo>
                  <a:lnTo>
                    <a:pt x="62554" y="12145"/>
                  </a:lnTo>
                  <a:lnTo>
                    <a:pt x="57569" y="10225"/>
                  </a:lnTo>
                  <a:lnTo>
                    <a:pt x="52524" y="8466"/>
                  </a:lnTo>
                  <a:lnTo>
                    <a:pt x="47426" y="6868"/>
                  </a:lnTo>
                  <a:lnTo>
                    <a:pt x="42279" y="5434"/>
                  </a:lnTo>
                  <a:lnTo>
                    <a:pt x="37089" y="4166"/>
                  </a:lnTo>
                  <a:lnTo>
                    <a:pt x="31861" y="3064"/>
                  </a:lnTo>
                  <a:lnTo>
                    <a:pt x="26601" y="2130"/>
                  </a:lnTo>
                  <a:lnTo>
                    <a:pt x="21313" y="1364"/>
                  </a:lnTo>
                  <a:lnTo>
                    <a:pt x="16004" y="767"/>
                  </a:lnTo>
                  <a:lnTo>
                    <a:pt x="10678" y="341"/>
                  </a:lnTo>
                  <a:lnTo>
                    <a:pt x="5342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561314" y="4213821"/>
              <a:ext cx="226089" cy="334326"/>
            </a:xfrm>
            <a:custGeom>
              <a:avLst/>
              <a:pathLst>
                <a:path w="226089" h="334326">
                  <a:moveTo>
                    <a:pt x="167157" y="0"/>
                  </a:moveTo>
                  <a:lnTo>
                    <a:pt x="161836" y="84"/>
                  </a:lnTo>
                  <a:lnTo>
                    <a:pt x="156521" y="338"/>
                  </a:lnTo>
                  <a:lnTo>
                    <a:pt x="151216" y="761"/>
                  </a:lnTo>
                  <a:lnTo>
                    <a:pt x="145927" y="1353"/>
                  </a:lnTo>
                  <a:lnTo>
                    <a:pt x="140660" y="2113"/>
                  </a:lnTo>
                  <a:lnTo>
                    <a:pt x="135420" y="3040"/>
                  </a:lnTo>
                  <a:lnTo>
                    <a:pt x="130212" y="4133"/>
                  </a:lnTo>
                  <a:lnTo>
                    <a:pt x="125041" y="5392"/>
                  </a:lnTo>
                  <a:lnTo>
                    <a:pt x="119913" y="6814"/>
                  </a:lnTo>
                  <a:lnTo>
                    <a:pt x="114833" y="8399"/>
                  </a:lnTo>
                  <a:lnTo>
                    <a:pt x="109806" y="10145"/>
                  </a:lnTo>
                  <a:lnTo>
                    <a:pt x="104837" y="12050"/>
                  </a:lnTo>
                  <a:lnTo>
                    <a:pt x="99932" y="14112"/>
                  </a:lnTo>
                  <a:lnTo>
                    <a:pt x="95094" y="16330"/>
                  </a:lnTo>
                  <a:lnTo>
                    <a:pt x="90329" y="18700"/>
                  </a:lnTo>
                  <a:lnTo>
                    <a:pt x="85643" y="21221"/>
                  </a:lnTo>
                  <a:lnTo>
                    <a:pt x="81039" y="23889"/>
                  </a:lnTo>
                  <a:lnTo>
                    <a:pt x="76522" y="26703"/>
                  </a:lnTo>
                  <a:lnTo>
                    <a:pt x="72097" y="29659"/>
                  </a:lnTo>
                  <a:lnTo>
                    <a:pt x="67768" y="32754"/>
                  </a:lnTo>
                  <a:lnTo>
                    <a:pt x="63540" y="35986"/>
                  </a:lnTo>
                  <a:lnTo>
                    <a:pt x="59417" y="39351"/>
                  </a:lnTo>
                  <a:lnTo>
                    <a:pt x="55403" y="42845"/>
                  </a:lnTo>
                  <a:lnTo>
                    <a:pt x="51503" y="46465"/>
                  </a:lnTo>
                  <a:lnTo>
                    <a:pt x="47719" y="50207"/>
                  </a:lnTo>
                  <a:lnTo>
                    <a:pt x="44057" y="54068"/>
                  </a:lnTo>
                  <a:lnTo>
                    <a:pt x="40520" y="58044"/>
                  </a:lnTo>
                  <a:lnTo>
                    <a:pt x="37110" y="62130"/>
                  </a:lnTo>
                  <a:lnTo>
                    <a:pt x="33833" y="66322"/>
                  </a:lnTo>
                  <a:lnTo>
                    <a:pt x="30691" y="70617"/>
                  </a:lnTo>
                  <a:lnTo>
                    <a:pt x="27687" y="75010"/>
                  </a:lnTo>
                  <a:lnTo>
                    <a:pt x="24824" y="79496"/>
                  </a:lnTo>
                  <a:lnTo>
                    <a:pt x="22106" y="84071"/>
                  </a:lnTo>
                  <a:lnTo>
                    <a:pt x="19534" y="88730"/>
                  </a:lnTo>
                  <a:lnTo>
                    <a:pt x="17112" y="93468"/>
                  </a:lnTo>
                  <a:lnTo>
                    <a:pt x="14842" y="98281"/>
                  </a:lnTo>
                  <a:lnTo>
                    <a:pt x="12727" y="103165"/>
                  </a:lnTo>
                  <a:lnTo>
                    <a:pt x="10768" y="108112"/>
                  </a:lnTo>
                  <a:lnTo>
                    <a:pt x="8968" y="113120"/>
                  </a:lnTo>
                  <a:lnTo>
                    <a:pt x="7327" y="118183"/>
                  </a:lnTo>
                  <a:lnTo>
                    <a:pt x="5849" y="123295"/>
                  </a:lnTo>
                  <a:lnTo>
                    <a:pt x="4535" y="128452"/>
                  </a:lnTo>
                  <a:lnTo>
                    <a:pt x="3385" y="133647"/>
                  </a:lnTo>
                  <a:lnTo>
                    <a:pt x="2401" y="138877"/>
                  </a:lnTo>
                  <a:lnTo>
                    <a:pt x="1584" y="144136"/>
                  </a:lnTo>
                  <a:lnTo>
                    <a:pt x="935" y="149418"/>
                  </a:lnTo>
                  <a:lnTo>
                    <a:pt x="454" y="154717"/>
                  </a:lnTo>
                  <a:lnTo>
                    <a:pt x="142" y="160030"/>
                  </a:lnTo>
                  <a:lnTo>
                    <a:pt x="0" y="165349"/>
                  </a:lnTo>
                  <a:lnTo>
                    <a:pt x="26" y="170671"/>
                  </a:lnTo>
                  <a:lnTo>
                    <a:pt x="223" y="175989"/>
                  </a:lnTo>
                  <a:lnTo>
                    <a:pt x="588" y="181298"/>
                  </a:lnTo>
                  <a:lnTo>
                    <a:pt x="1122" y="186593"/>
                  </a:lnTo>
                  <a:lnTo>
                    <a:pt x="1825" y="191868"/>
                  </a:lnTo>
                  <a:lnTo>
                    <a:pt x="2695" y="197118"/>
                  </a:lnTo>
                  <a:lnTo>
                    <a:pt x="3731" y="202337"/>
                  </a:lnTo>
                  <a:lnTo>
                    <a:pt x="4934" y="207521"/>
                  </a:lnTo>
                  <a:lnTo>
                    <a:pt x="6300" y="212664"/>
                  </a:lnTo>
                  <a:lnTo>
                    <a:pt x="7830" y="217761"/>
                  </a:lnTo>
                  <a:lnTo>
                    <a:pt x="9521" y="222807"/>
                  </a:lnTo>
                  <a:lnTo>
                    <a:pt x="11372" y="227796"/>
                  </a:lnTo>
                  <a:lnTo>
                    <a:pt x="13381" y="232724"/>
                  </a:lnTo>
                  <a:lnTo>
                    <a:pt x="15545" y="237586"/>
                  </a:lnTo>
                  <a:lnTo>
                    <a:pt x="17863" y="242376"/>
                  </a:lnTo>
                  <a:lnTo>
                    <a:pt x="20333" y="247090"/>
                  </a:lnTo>
                  <a:lnTo>
                    <a:pt x="22951" y="251723"/>
                  </a:lnTo>
                  <a:lnTo>
                    <a:pt x="25716" y="256270"/>
                  </a:lnTo>
                  <a:lnTo>
                    <a:pt x="28624" y="260727"/>
                  </a:lnTo>
                  <a:lnTo>
                    <a:pt x="31672" y="265089"/>
                  </a:lnTo>
                  <a:lnTo>
                    <a:pt x="34857" y="269352"/>
                  </a:lnTo>
                  <a:lnTo>
                    <a:pt x="38177" y="273511"/>
                  </a:lnTo>
                  <a:lnTo>
                    <a:pt x="41627" y="277562"/>
                  </a:lnTo>
                  <a:lnTo>
                    <a:pt x="45205" y="281502"/>
                  </a:lnTo>
                  <a:lnTo>
                    <a:pt x="48906" y="285326"/>
                  </a:lnTo>
                  <a:lnTo>
                    <a:pt x="52727" y="289030"/>
                  </a:lnTo>
                  <a:lnTo>
                    <a:pt x="56663" y="292611"/>
                  </a:lnTo>
                  <a:lnTo>
                    <a:pt x="60712" y="296064"/>
                  </a:lnTo>
                  <a:lnTo>
                    <a:pt x="64869" y="299387"/>
                  </a:lnTo>
                  <a:lnTo>
                    <a:pt x="69129" y="302576"/>
                  </a:lnTo>
                  <a:lnTo>
                    <a:pt x="73489" y="305627"/>
                  </a:lnTo>
                  <a:lnTo>
                    <a:pt x="77944" y="308538"/>
                  </a:lnTo>
                  <a:lnTo>
                    <a:pt x="82489" y="311306"/>
                  </a:lnTo>
                  <a:lnTo>
                    <a:pt x="87119" y="313928"/>
                  </a:lnTo>
                  <a:lnTo>
                    <a:pt x="91831" y="316402"/>
                  </a:lnTo>
                  <a:lnTo>
                    <a:pt x="96620" y="318724"/>
                  </a:lnTo>
                  <a:lnTo>
                    <a:pt x="101479" y="320892"/>
                  </a:lnTo>
                  <a:lnTo>
                    <a:pt x="106406" y="322905"/>
                  </a:lnTo>
                  <a:lnTo>
                    <a:pt x="111394" y="324759"/>
                  </a:lnTo>
                  <a:lnTo>
                    <a:pt x="116438" y="326455"/>
                  </a:lnTo>
                  <a:lnTo>
                    <a:pt x="121534" y="327988"/>
                  </a:lnTo>
                  <a:lnTo>
                    <a:pt x="126676" y="329359"/>
                  </a:lnTo>
                  <a:lnTo>
                    <a:pt x="131859" y="330565"/>
                  </a:lnTo>
                  <a:lnTo>
                    <a:pt x="137078" y="331606"/>
                  </a:lnTo>
                  <a:lnTo>
                    <a:pt x="142327" y="332480"/>
                  </a:lnTo>
                  <a:lnTo>
                    <a:pt x="147601" y="333187"/>
                  </a:lnTo>
                  <a:lnTo>
                    <a:pt x="152896" y="333725"/>
                  </a:lnTo>
                  <a:lnTo>
                    <a:pt x="158204" y="334094"/>
                  </a:lnTo>
                  <a:lnTo>
                    <a:pt x="163522" y="334295"/>
                  </a:lnTo>
                  <a:lnTo>
                    <a:pt x="168844" y="334326"/>
                  </a:lnTo>
                  <a:lnTo>
                    <a:pt x="174164" y="334187"/>
                  </a:lnTo>
                  <a:lnTo>
                    <a:pt x="179476" y="333880"/>
                  </a:lnTo>
                  <a:lnTo>
                    <a:pt x="184776" y="333403"/>
                  </a:lnTo>
                  <a:lnTo>
                    <a:pt x="190059" y="332758"/>
                  </a:lnTo>
                  <a:lnTo>
                    <a:pt x="195318" y="331945"/>
                  </a:lnTo>
                  <a:lnTo>
                    <a:pt x="200549" y="330965"/>
                  </a:lnTo>
                  <a:lnTo>
                    <a:pt x="205745" y="329820"/>
                  </a:lnTo>
                  <a:lnTo>
                    <a:pt x="210903" y="328509"/>
                  </a:lnTo>
                  <a:lnTo>
                    <a:pt x="216016" y="327035"/>
                  </a:lnTo>
                  <a:lnTo>
                    <a:pt x="221080" y="325399"/>
                  </a:lnTo>
                  <a:lnTo>
                    <a:pt x="226089" y="323602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728472" y="4380988"/>
              <a:ext cx="58932" cy="156435"/>
            </a:xfrm>
            <a:custGeom>
              <a:avLst/>
              <a:pathLst>
                <a:path w="58932" h="156435">
                  <a:moveTo>
                    <a:pt x="58932" y="1564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728472" y="4380988"/>
              <a:ext cx="157589" cy="156435"/>
            </a:xfrm>
            <a:custGeom>
              <a:avLst/>
              <a:pathLst>
                <a:path w="157589" h="156435">
                  <a:moveTo>
                    <a:pt x="58932" y="156435"/>
                  </a:moveTo>
                  <a:lnTo>
                    <a:pt x="64134" y="154375"/>
                  </a:lnTo>
                  <a:lnTo>
                    <a:pt x="69265" y="152142"/>
                  </a:lnTo>
                  <a:lnTo>
                    <a:pt x="74319" y="149738"/>
                  </a:lnTo>
                  <a:lnTo>
                    <a:pt x="79289" y="147167"/>
                  </a:lnTo>
                  <a:lnTo>
                    <a:pt x="84170" y="144431"/>
                  </a:lnTo>
                  <a:lnTo>
                    <a:pt x="88956" y="141533"/>
                  </a:lnTo>
                  <a:lnTo>
                    <a:pt x="93644" y="138476"/>
                  </a:lnTo>
                  <a:lnTo>
                    <a:pt x="98226" y="135264"/>
                  </a:lnTo>
                  <a:lnTo>
                    <a:pt x="102698" y="131901"/>
                  </a:lnTo>
                  <a:lnTo>
                    <a:pt x="107055" y="128390"/>
                  </a:lnTo>
                  <a:lnTo>
                    <a:pt x="111292" y="124735"/>
                  </a:lnTo>
                  <a:lnTo>
                    <a:pt x="115405" y="120940"/>
                  </a:lnTo>
                  <a:lnTo>
                    <a:pt x="119388" y="117010"/>
                  </a:lnTo>
                  <a:lnTo>
                    <a:pt x="123237" y="112948"/>
                  </a:lnTo>
                  <a:lnTo>
                    <a:pt x="126948" y="108760"/>
                  </a:lnTo>
                  <a:lnTo>
                    <a:pt x="130517" y="104451"/>
                  </a:lnTo>
                  <a:lnTo>
                    <a:pt x="133940" y="100024"/>
                  </a:lnTo>
                  <a:lnTo>
                    <a:pt x="137213" y="95485"/>
                  </a:lnTo>
                  <a:lnTo>
                    <a:pt x="140332" y="90839"/>
                  </a:lnTo>
                  <a:lnTo>
                    <a:pt x="143293" y="86091"/>
                  </a:lnTo>
                  <a:lnTo>
                    <a:pt x="146095" y="81247"/>
                  </a:lnTo>
                  <a:lnTo>
                    <a:pt x="148732" y="76312"/>
                  </a:lnTo>
                  <a:lnTo>
                    <a:pt x="151203" y="71291"/>
                  </a:lnTo>
                  <a:lnTo>
                    <a:pt x="153504" y="66191"/>
                  </a:lnTo>
                  <a:lnTo>
                    <a:pt x="155634" y="61016"/>
                  </a:lnTo>
                  <a:lnTo>
                    <a:pt x="157589" y="557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728472" y="4213821"/>
              <a:ext cx="167145" cy="222940"/>
            </a:xfrm>
            <a:custGeom>
              <a:avLst/>
              <a:pathLst>
                <a:path w="167145" h="222940">
                  <a:moveTo>
                    <a:pt x="157589" y="222940"/>
                  </a:moveTo>
                  <a:lnTo>
                    <a:pt x="159312" y="217808"/>
                  </a:lnTo>
                  <a:lnTo>
                    <a:pt x="160868" y="212622"/>
                  </a:lnTo>
                  <a:lnTo>
                    <a:pt x="162256" y="207389"/>
                  </a:lnTo>
                  <a:lnTo>
                    <a:pt x="163473" y="202113"/>
                  </a:lnTo>
                  <a:lnTo>
                    <a:pt x="164519" y="196801"/>
                  </a:lnTo>
                  <a:lnTo>
                    <a:pt x="165393" y="191458"/>
                  </a:lnTo>
                  <a:lnTo>
                    <a:pt x="166093" y="186089"/>
                  </a:lnTo>
                  <a:lnTo>
                    <a:pt x="166618" y="180700"/>
                  </a:lnTo>
                  <a:lnTo>
                    <a:pt x="166969" y="175298"/>
                  </a:lnTo>
                  <a:lnTo>
                    <a:pt x="167145" y="169886"/>
                  </a:lnTo>
                  <a:lnTo>
                    <a:pt x="167145" y="164472"/>
                  </a:lnTo>
                  <a:lnTo>
                    <a:pt x="166970" y="159061"/>
                  </a:lnTo>
                  <a:lnTo>
                    <a:pt x="166620" y="153658"/>
                  </a:lnTo>
                  <a:lnTo>
                    <a:pt x="166095" y="148269"/>
                  </a:lnTo>
                  <a:lnTo>
                    <a:pt x="165396" y="142900"/>
                  </a:lnTo>
                  <a:lnTo>
                    <a:pt x="164524" y="137557"/>
                  </a:lnTo>
                  <a:lnTo>
                    <a:pt x="163479" y="132245"/>
                  </a:lnTo>
                  <a:lnTo>
                    <a:pt x="162262" y="126969"/>
                  </a:lnTo>
                  <a:lnTo>
                    <a:pt x="160875" y="121736"/>
                  </a:lnTo>
                  <a:lnTo>
                    <a:pt x="159319" y="116550"/>
                  </a:lnTo>
                  <a:lnTo>
                    <a:pt x="157597" y="111417"/>
                  </a:lnTo>
                  <a:lnTo>
                    <a:pt x="155709" y="106343"/>
                  </a:lnTo>
                  <a:lnTo>
                    <a:pt x="153657" y="101332"/>
                  </a:lnTo>
                  <a:lnTo>
                    <a:pt x="151445" y="96391"/>
                  </a:lnTo>
                  <a:lnTo>
                    <a:pt x="149073" y="91523"/>
                  </a:lnTo>
                  <a:lnTo>
                    <a:pt x="146546" y="86736"/>
                  </a:lnTo>
                  <a:lnTo>
                    <a:pt x="143864" y="82032"/>
                  </a:lnTo>
                  <a:lnTo>
                    <a:pt x="141032" y="77418"/>
                  </a:lnTo>
                  <a:lnTo>
                    <a:pt x="138051" y="72898"/>
                  </a:lnTo>
                  <a:lnTo>
                    <a:pt x="134926" y="68477"/>
                  </a:lnTo>
                  <a:lnTo>
                    <a:pt x="131660" y="64159"/>
                  </a:lnTo>
                  <a:lnTo>
                    <a:pt x="128255" y="59950"/>
                  </a:lnTo>
                  <a:lnTo>
                    <a:pt x="124715" y="55853"/>
                  </a:lnTo>
                  <a:lnTo>
                    <a:pt x="121045" y="51872"/>
                  </a:lnTo>
                  <a:lnTo>
                    <a:pt x="117248" y="48013"/>
                  </a:lnTo>
                  <a:lnTo>
                    <a:pt x="113328" y="44278"/>
                  </a:lnTo>
                  <a:lnTo>
                    <a:pt x="109289" y="40673"/>
                  </a:lnTo>
                  <a:lnTo>
                    <a:pt x="105135" y="37200"/>
                  </a:lnTo>
                  <a:lnTo>
                    <a:pt x="100871" y="33864"/>
                  </a:lnTo>
                  <a:lnTo>
                    <a:pt x="96502" y="30667"/>
                  </a:lnTo>
                  <a:lnTo>
                    <a:pt x="92031" y="27613"/>
                  </a:lnTo>
                  <a:lnTo>
                    <a:pt x="87463" y="24706"/>
                  </a:lnTo>
                  <a:lnTo>
                    <a:pt x="82804" y="21949"/>
                  </a:lnTo>
                  <a:lnTo>
                    <a:pt x="78058" y="19343"/>
                  </a:lnTo>
                  <a:lnTo>
                    <a:pt x="73230" y="16893"/>
                  </a:lnTo>
                  <a:lnTo>
                    <a:pt x="68325" y="14600"/>
                  </a:lnTo>
                  <a:lnTo>
                    <a:pt x="63349" y="12468"/>
                  </a:lnTo>
                  <a:lnTo>
                    <a:pt x="58306" y="10497"/>
                  </a:lnTo>
                  <a:lnTo>
                    <a:pt x="53202" y="8691"/>
                  </a:lnTo>
                  <a:lnTo>
                    <a:pt x="48042" y="7052"/>
                  </a:lnTo>
                  <a:lnTo>
                    <a:pt x="42832" y="5580"/>
                  </a:lnTo>
                  <a:lnTo>
                    <a:pt x="37576" y="4278"/>
                  </a:lnTo>
                  <a:lnTo>
                    <a:pt x="32282" y="3146"/>
                  </a:lnTo>
                  <a:lnTo>
                    <a:pt x="26953" y="2187"/>
                  </a:lnTo>
                  <a:lnTo>
                    <a:pt x="21597" y="1400"/>
                  </a:lnTo>
                  <a:lnTo>
                    <a:pt x="16217" y="788"/>
                  </a:lnTo>
                  <a:lnTo>
                    <a:pt x="10821" y="350"/>
                  </a:lnTo>
                  <a:lnTo>
                    <a:pt x="5413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751844" y="3707720"/>
              <a:ext cx="167166" cy="333933"/>
            </a:xfrm>
            <a:custGeom>
              <a:avLst/>
              <a:pathLst>
                <a:path w="167166" h="333933">
                  <a:moveTo>
                    <a:pt x="167166" y="0"/>
                  </a:moveTo>
                  <a:lnTo>
                    <a:pt x="161817" y="85"/>
                  </a:lnTo>
                  <a:lnTo>
                    <a:pt x="156474" y="342"/>
                  </a:lnTo>
                  <a:lnTo>
                    <a:pt x="151142" y="769"/>
                  </a:lnTo>
                  <a:lnTo>
                    <a:pt x="145825" y="1367"/>
                  </a:lnTo>
                  <a:lnTo>
                    <a:pt x="140531" y="2135"/>
                  </a:lnTo>
                  <a:lnTo>
                    <a:pt x="135264" y="3072"/>
                  </a:lnTo>
                  <a:lnTo>
                    <a:pt x="130030" y="4177"/>
                  </a:lnTo>
                  <a:lnTo>
                    <a:pt x="124834" y="5448"/>
                  </a:lnTo>
                  <a:lnTo>
                    <a:pt x="119681" y="6886"/>
                  </a:lnTo>
                  <a:lnTo>
                    <a:pt x="114577" y="8487"/>
                  </a:lnTo>
                  <a:lnTo>
                    <a:pt x="109526" y="10251"/>
                  </a:lnTo>
                  <a:lnTo>
                    <a:pt x="104535" y="12176"/>
                  </a:lnTo>
                  <a:lnTo>
                    <a:pt x="99608" y="14259"/>
                  </a:lnTo>
                  <a:lnTo>
                    <a:pt x="94750" y="16499"/>
                  </a:lnTo>
                  <a:lnTo>
                    <a:pt x="89966" y="18893"/>
                  </a:lnTo>
                  <a:lnTo>
                    <a:pt x="85261" y="21440"/>
                  </a:lnTo>
                  <a:lnTo>
                    <a:pt x="80640" y="24135"/>
                  </a:lnTo>
                  <a:lnTo>
                    <a:pt x="76108" y="26977"/>
                  </a:lnTo>
                  <a:lnTo>
                    <a:pt x="71669" y="29962"/>
                  </a:lnTo>
                  <a:lnTo>
                    <a:pt x="67327" y="33088"/>
                  </a:lnTo>
                  <a:lnTo>
                    <a:pt x="63088" y="36351"/>
                  </a:lnTo>
                  <a:lnTo>
                    <a:pt x="58956" y="39748"/>
                  </a:lnTo>
                  <a:lnTo>
                    <a:pt x="54934" y="43276"/>
                  </a:lnTo>
                  <a:lnTo>
                    <a:pt x="51028" y="46931"/>
                  </a:lnTo>
                  <a:lnTo>
                    <a:pt x="47240" y="50708"/>
                  </a:lnTo>
                  <a:lnTo>
                    <a:pt x="43575" y="54605"/>
                  </a:lnTo>
                  <a:lnTo>
                    <a:pt x="40037" y="58618"/>
                  </a:lnTo>
                  <a:lnTo>
                    <a:pt x="36628" y="62741"/>
                  </a:lnTo>
                  <a:lnTo>
                    <a:pt x="33354" y="66971"/>
                  </a:lnTo>
                  <a:lnTo>
                    <a:pt x="30216" y="71304"/>
                  </a:lnTo>
                  <a:lnTo>
                    <a:pt x="27219" y="75735"/>
                  </a:lnTo>
                  <a:lnTo>
                    <a:pt x="24365" y="80260"/>
                  </a:lnTo>
                  <a:lnTo>
                    <a:pt x="21658" y="84874"/>
                  </a:lnTo>
                  <a:lnTo>
                    <a:pt x="19099" y="89572"/>
                  </a:lnTo>
                  <a:lnTo>
                    <a:pt x="16692" y="94349"/>
                  </a:lnTo>
                  <a:lnTo>
                    <a:pt x="14439" y="99201"/>
                  </a:lnTo>
                  <a:lnTo>
                    <a:pt x="12343" y="104123"/>
                  </a:lnTo>
                  <a:lnTo>
                    <a:pt x="10405" y="109109"/>
                  </a:lnTo>
                  <a:lnTo>
                    <a:pt x="8627" y="114155"/>
                  </a:lnTo>
                  <a:lnTo>
                    <a:pt x="7012" y="119255"/>
                  </a:lnTo>
                  <a:lnTo>
                    <a:pt x="5561" y="124404"/>
                  </a:lnTo>
                  <a:lnTo>
                    <a:pt x="4275" y="129597"/>
                  </a:lnTo>
                  <a:lnTo>
                    <a:pt x="3157" y="134828"/>
                  </a:lnTo>
                  <a:lnTo>
                    <a:pt x="2206" y="140092"/>
                  </a:lnTo>
                  <a:lnTo>
                    <a:pt x="1424" y="145385"/>
                  </a:lnTo>
                  <a:lnTo>
                    <a:pt x="812" y="150699"/>
                  </a:lnTo>
                  <a:lnTo>
                    <a:pt x="370" y="156030"/>
                  </a:lnTo>
                  <a:lnTo>
                    <a:pt x="99" y="161373"/>
                  </a:lnTo>
                  <a:lnTo>
                    <a:pt x="0" y="166722"/>
                  </a:lnTo>
                  <a:lnTo>
                    <a:pt x="71" y="172071"/>
                  </a:lnTo>
                  <a:lnTo>
                    <a:pt x="313" y="177415"/>
                  </a:lnTo>
                  <a:lnTo>
                    <a:pt x="727" y="182749"/>
                  </a:lnTo>
                  <a:lnTo>
                    <a:pt x="1310" y="188066"/>
                  </a:lnTo>
                  <a:lnTo>
                    <a:pt x="2064" y="193362"/>
                  </a:lnTo>
                  <a:lnTo>
                    <a:pt x="2987" y="198632"/>
                  </a:lnTo>
                  <a:lnTo>
                    <a:pt x="4078" y="203869"/>
                  </a:lnTo>
                  <a:lnTo>
                    <a:pt x="5336" y="209069"/>
                  </a:lnTo>
                  <a:lnTo>
                    <a:pt x="6759" y="214225"/>
                  </a:lnTo>
                  <a:lnTo>
                    <a:pt x="8347" y="219334"/>
                  </a:lnTo>
                  <a:lnTo>
                    <a:pt x="10098" y="224389"/>
                  </a:lnTo>
                  <a:lnTo>
                    <a:pt x="12009" y="229385"/>
                  </a:lnTo>
                  <a:lnTo>
                    <a:pt x="14079" y="234318"/>
                  </a:lnTo>
                  <a:lnTo>
                    <a:pt x="16306" y="239182"/>
                  </a:lnTo>
                  <a:lnTo>
                    <a:pt x="18688" y="243972"/>
                  </a:lnTo>
                  <a:lnTo>
                    <a:pt x="21221" y="248684"/>
                  </a:lnTo>
                  <a:lnTo>
                    <a:pt x="23904" y="253312"/>
                  </a:lnTo>
                  <a:lnTo>
                    <a:pt x="26734" y="257852"/>
                  </a:lnTo>
                  <a:lnTo>
                    <a:pt x="29708" y="262299"/>
                  </a:lnTo>
                  <a:lnTo>
                    <a:pt x="32822" y="266648"/>
                  </a:lnTo>
                  <a:lnTo>
                    <a:pt x="36074" y="270896"/>
                  </a:lnTo>
                  <a:lnTo>
                    <a:pt x="39460" y="275038"/>
                  </a:lnTo>
                  <a:lnTo>
                    <a:pt x="42977" y="279069"/>
                  </a:lnTo>
                  <a:lnTo>
                    <a:pt x="46621" y="282985"/>
                  </a:lnTo>
                  <a:lnTo>
                    <a:pt x="50389" y="286783"/>
                  </a:lnTo>
                  <a:lnTo>
                    <a:pt x="54276" y="290458"/>
                  </a:lnTo>
                  <a:lnTo>
                    <a:pt x="58279" y="294007"/>
                  </a:lnTo>
                  <a:lnTo>
                    <a:pt x="62393" y="297426"/>
                  </a:lnTo>
                  <a:lnTo>
                    <a:pt x="66615" y="300712"/>
                  </a:lnTo>
                  <a:lnTo>
                    <a:pt x="70939" y="303861"/>
                  </a:lnTo>
                  <a:lnTo>
                    <a:pt x="75362" y="306870"/>
                  </a:lnTo>
                  <a:lnTo>
                    <a:pt x="79880" y="309736"/>
                  </a:lnTo>
                  <a:lnTo>
                    <a:pt x="84486" y="312456"/>
                  </a:lnTo>
                  <a:lnTo>
                    <a:pt x="89177" y="315027"/>
                  </a:lnTo>
                  <a:lnTo>
                    <a:pt x="93948" y="317447"/>
                  </a:lnTo>
                  <a:lnTo>
                    <a:pt x="98794" y="319713"/>
                  </a:lnTo>
                  <a:lnTo>
                    <a:pt x="103710" y="321822"/>
                  </a:lnTo>
                  <a:lnTo>
                    <a:pt x="108691" y="323774"/>
                  </a:lnTo>
                  <a:lnTo>
                    <a:pt x="113732" y="325564"/>
                  </a:lnTo>
                  <a:lnTo>
                    <a:pt x="118828" y="327193"/>
                  </a:lnTo>
                  <a:lnTo>
                    <a:pt x="123973" y="328658"/>
                  </a:lnTo>
                  <a:lnTo>
                    <a:pt x="129163" y="329957"/>
                  </a:lnTo>
                  <a:lnTo>
                    <a:pt x="134391" y="331090"/>
                  </a:lnTo>
                  <a:lnTo>
                    <a:pt x="139653" y="332055"/>
                  </a:lnTo>
                  <a:lnTo>
                    <a:pt x="144943" y="332851"/>
                  </a:lnTo>
                  <a:lnTo>
                    <a:pt x="150256" y="333477"/>
                  </a:lnTo>
                  <a:lnTo>
                    <a:pt x="155586" y="333933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907430" y="3712039"/>
              <a:ext cx="178746" cy="330013"/>
            </a:xfrm>
            <a:custGeom>
              <a:avLst/>
              <a:pathLst>
                <a:path w="178746" h="330013">
                  <a:moveTo>
                    <a:pt x="0" y="329614"/>
                  </a:moveTo>
                  <a:lnTo>
                    <a:pt x="5354" y="329900"/>
                  </a:lnTo>
                  <a:lnTo>
                    <a:pt x="10715" y="330013"/>
                  </a:lnTo>
                  <a:lnTo>
                    <a:pt x="16076" y="329955"/>
                  </a:lnTo>
                  <a:lnTo>
                    <a:pt x="21433" y="329725"/>
                  </a:lnTo>
                  <a:lnTo>
                    <a:pt x="26780" y="329323"/>
                  </a:lnTo>
                  <a:lnTo>
                    <a:pt x="32111" y="328750"/>
                  </a:lnTo>
                  <a:lnTo>
                    <a:pt x="37421" y="328006"/>
                  </a:lnTo>
                  <a:lnTo>
                    <a:pt x="42705" y="327092"/>
                  </a:lnTo>
                  <a:lnTo>
                    <a:pt x="47956" y="326010"/>
                  </a:lnTo>
                  <a:lnTo>
                    <a:pt x="53170" y="324759"/>
                  </a:lnTo>
                  <a:lnTo>
                    <a:pt x="58342" y="323342"/>
                  </a:lnTo>
                  <a:lnTo>
                    <a:pt x="63465" y="321760"/>
                  </a:lnTo>
                  <a:lnTo>
                    <a:pt x="68535" y="320014"/>
                  </a:lnTo>
                  <a:lnTo>
                    <a:pt x="73546" y="318107"/>
                  </a:lnTo>
                  <a:lnTo>
                    <a:pt x="78493" y="316040"/>
                  </a:lnTo>
                  <a:lnTo>
                    <a:pt x="83372" y="313815"/>
                  </a:lnTo>
                  <a:lnTo>
                    <a:pt x="88176" y="311435"/>
                  </a:lnTo>
                  <a:lnTo>
                    <a:pt x="92902" y="308902"/>
                  </a:lnTo>
                  <a:lnTo>
                    <a:pt x="97545" y="306219"/>
                  </a:lnTo>
                  <a:lnTo>
                    <a:pt x="102098" y="303388"/>
                  </a:lnTo>
                  <a:lnTo>
                    <a:pt x="106559" y="300412"/>
                  </a:lnTo>
                  <a:lnTo>
                    <a:pt x="110922" y="297296"/>
                  </a:lnTo>
                  <a:lnTo>
                    <a:pt x="115183" y="294040"/>
                  </a:lnTo>
                  <a:lnTo>
                    <a:pt x="119337" y="290650"/>
                  </a:lnTo>
                  <a:lnTo>
                    <a:pt x="123380" y="287129"/>
                  </a:lnTo>
                  <a:lnTo>
                    <a:pt x="127309" y="283479"/>
                  </a:lnTo>
                  <a:lnTo>
                    <a:pt x="131118" y="279706"/>
                  </a:lnTo>
                  <a:lnTo>
                    <a:pt x="134804" y="275812"/>
                  </a:lnTo>
                  <a:lnTo>
                    <a:pt x="138364" y="271802"/>
                  </a:lnTo>
                  <a:lnTo>
                    <a:pt x="141793" y="267680"/>
                  </a:lnTo>
                  <a:lnTo>
                    <a:pt x="145088" y="263450"/>
                  </a:lnTo>
                  <a:lnTo>
                    <a:pt x="148246" y="259116"/>
                  </a:lnTo>
                  <a:lnTo>
                    <a:pt x="151263" y="254684"/>
                  </a:lnTo>
                  <a:lnTo>
                    <a:pt x="154136" y="250157"/>
                  </a:lnTo>
                  <a:lnTo>
                    <a:pt x="156863" y="245540"/>
                  </a:lnTo>
                  <a:lnTo>
                    <a:pt x="159440" y="240838"/>
                  </a:lnTo>
                  <a:lnTo>
                    <a:pt x="161865" y="236056"/>
                  </a:lnTo>
                  <a:lnTo>
                    <a:pt x="164136" y="231198"/>
                  </a:lnTo>
                  <a:lnTo>
                    <a:pt x="166249" y="226271"/>
                  </a:lnTo>
                  <a:lnTo>
                    <a:pt x="168204" y="221278"/>
                  </a:lnTo>
                  <a:lnTo>
                    <a:pt x="169997" y="216224"/>
                  </a:lnTo>
                  <a:lnTo>
                    <a:pt x="171627" y="211116"/>
                  </a:lnTo>
                  <a:lnTo>
                    <a:pt x="173093" y="205959"/>
                  </a:lnTo>
                  <a:lnTo>
                    <a:pt x="174393" y="200757"/>
                  </a:lnTo>
                  <a:lnTo>
                    <a:pt x="175525" y="195515"/>
                  </a:lnTo>
                  <a:lnTo>
                    <a:pt x="176488" y="190241"/>
                  </a:lnTo>
                  <a:lnTo>
                    <a:pt x="177282" y="184938"/>
                  </a:lnTo>
                  <a:lnTo>
                    <a:pt x="177905" y="179612"/>
                  </a:lnTo>
                  <a:lnTo>
                    <a:pt x="178357" y="174270"/>
                  </a:lnTo>
                  <a:lnTo>
                    <a:pt x="178638" y="168915"/>
                  </a:lnTo>
                  <a:lnTo>
                    <a:pt x="178746" y="163554"/>
                  </a:lnTo>
                  <a:lnTo>
                    <a:pt x="178683" y="158193"/>
                  </a:lnTo>
                  <a:lnTo>
                    <a:pt x="178448" y="152836"/>
                  </a:lnTo>
                  <a:lnTo>
                    <a:pt x="178041" y="147489"/>
                  </a:lnTo>
                  <a:lnTo>
                    <a:pt x="177462" y="142159"/>
                  </a:lnTo>
                  <a:lnTo>
                    <a:pt x="176714" y="136849"/>
                  </a:lnTo>
                  <a:lnTo>
                    <a:pt x="175795" y="131567"/>
                  </a:lnTo>
                  <a:lnTo>
                    <a:pt x="174707" y="126316"/>
                  </a:lnTo>
                  <a:lnTo>
                    <a:pt x="173452" y="121103"/>
                  </a:lnTo>
                  <a:lnTo>
                    <a:pt x="172029" y="115933"/>
                  </a:lnTo>
                  <a:lnTo>
                    <a:pt x="170442" y="110812"/>
                  </a:lnTo>
                  <a:lnTo>
                    <a:pt x="168692" y="105744"/>
                  </a:lnTo>
                  <a:lnTo>
                    <a:pt x="166780" y="100734"/>
                  </a:lnTo>
                  <a:lnTo>
                    <a:pt x="164708" y="95789"/>
                  </a:lnTo>
                  <a:lnTo>
                    <a:pt x="162478" y="90912"/>
                  </a:lnTo>
                  <a:lnTo>
                    <a:pt x="160094" y="86110"/>
                  </a:lnTo>
                  <a:lnTo>
                    <a:pt x="157556" y="81386"/>
                  </a:lnTo>
                  <a:lnTo>
                    <a:pt x="154868" y="76747"/>
                  </a:lnTo>
                  <a:lnTo>
                    <a:pt x="152033" y="72196"/>
                  </a:lnTo>
                  <a:lnTo>
                    <a:pt x="149054" y="67738"/>
                  </a:lnTo>
                  <a:lnTo>
                    <a:pt x="145933" y="63378"/>
                  </a:lnTo>
                  <a:lnTo>
                    <a:pt x="142674" y="59120"/>
                  </a:lnTo>
                  <a:lnTo>
                    <a:pt x="139279" y="54969"/>
                  </a:lnTo>
                  <a:lnTo>
                    <a:pt x="135754" y="50929"/>
                  </a:lnTo>
                  <a:lnTo>
                    <a:pt x="132101" y="47004"/>
                  </a:lnTo>
                  <a:lnTo>
                    <a:pt x="128324" y="43199"/>
                  </a:lnTo>
                  <a:lnTo>
                    <a:pt x="124426" y="39516"/>
                  </a:lnTo>
                  <a:lnTo>
                    <a:pt x="120413" y="35961"/>
                  </a:lnTo>
                  <a:lnTo>
                    <a:pt x="116287" y="32536"/>
                  </a:lnTo>
                  <a:lnTo>
                    <a:pt x="112054" y="29244"/>
                  </a:lnTo>
                  <a:lnTo>
                    <a:pt x="107718" y="26091"/>
                  </a:lnTo>
                  <a:lnTo>
                    <a:pt x="103282" y="23078"/>
                  </a:lnTo>
                  <a:lnTo>
                    <a:pt x="98753" y="20209"/>
                  </a:lnTo>
                  <a:lnTo>
                    <a:pt x="94133" y="17487"/>
                  </a:lnTo>
                  <a:lnTo>
                    <a:pt x="89429" y="14914"/>
                  </a:lnTo>
                  <a:lnTo>
                    <a:pt x="84644" y="12493"/>
                  </a:lnTo>
                  <a:lnTo>
                    <a:pt x="79785" y="10227"/>
                  </a:lnTo>
                  <a:lnTo>
                    <a:pt x="74855" y="8118"/>
                  </a:lnTo>
                  <a:lnTo>
                    <a:pt x="69860" y="6169"/>
                  </a:lnTo>
                  <a:lnTo>
                    <a:pt x="64805" y="4380"/>
                  </a:lnTo>
                  <a:lnTo>
                    <a:pt x="59696" y="2755"/>
                  </a:lnTo>
                  <a:lnTo>
                    <a:pt x="54536" y="1294"/>
                  </a:lnTo>
                  <a:lnTo>
                    <a:pt x="49333" y="0"/>
                  </a:lnTo>
                  <a:lnTo>
                    <a:pt x="11580" y="1628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919011" y="3707720"/>
              <a:ext cx="37752" cy="167167"/>
            </a:xfrm>
            <a:custGeom>
              <a:avLst/>
              <a:pathLst>
                <a:path w="37752" h="167167">
                  <a:moveTo>
                    <a:pt x="37752" y="4318"/>
                  </a:moveTo>
                  <a:lnTo>
                    <a:pt x="31544" y="3003"/>
                  </a:lnTo>
                  <a:lnTo>
                    <a:pt x="25290" y="1924"/>
                  </a:lnTo>
                  <a:lnTo>
                    <a:pt x="18999" y="1083"/>
                  </a:lnTo>
                  <a:lnTo>
                    <a:pt x="12681" y="481"/>
                  </a:lnTo>
                  <a:lnTo>
                    <a:pt x="6345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tx90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02" name="tx90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16" name="tx91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17" name="tx91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18" name="tx91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19" name="tx91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20" name="tx92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21" name="tx92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22" name="tx92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23" name="tx92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24" name="tx92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25" name="tx92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26" name="tx92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2025-06-25T08:23:28Z</dcterms:modified>
  <cp:category/>
</cp:coreProperties>
</file>