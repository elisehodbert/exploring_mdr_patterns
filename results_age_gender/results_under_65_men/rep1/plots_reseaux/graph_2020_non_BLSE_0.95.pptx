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4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5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66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9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81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71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6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8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0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1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22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2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3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5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2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61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7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4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6982442" y="3170392"/>
              <a:ext cx="1336" cy="167167"/>
            </a:xfrm>
            <a:custGeom>
              <a:avLst/>
              <a:pathLst>
                <a:path w="1336" h="167167">
                  <a:moveTo>
                    <a:pt x="1336" y="0"/>
                  </a:moveTo>
                  <a:lnTo>
                    <a:pt x="0" y="5"/>
                  </a:lnTo>
                  <a:lnTo>
                    <a:pt x="13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442" y="3170397"/>
              <a:ext cx="1336" cy="167162"/>
            </a:xfrm>
            <a:custGeom>
              <a:avLst/>
              <a:pathLst>
                <a:path w="1336" h="167162">
                  <a:moveTo>
                    <a:pt x="0" y="0"/>
                  </a:moveTo>
                  <a:lnTo>
                    <a:pt x="1336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816628" y="3170397"/>
              <a:ext cx="334316" cy="334327"/>
            </a:xfrm>
            <a:custGeom>
              <a:avLst/>
              <a:pathLst>
                <a:path w="334316" h="334327">
                  <a:moveTo>
                    <a:pt x="165813" y="0"/>
                  </a:moveTo>
                  <a:lnTo>
                    <a:pt x="160532" y="125"/>
                  </a:lnTo>
                  <a:lnTo>
                    <a:pt x="155258" y="418"/>
                  </a:lnTo>
                  <a:lnTo>
                    <a:pt x="149995" y="877"/>
                  </a:lnTo>
                  <a:lnTo>
                    <a:pt x="144750" y="1502"/>
                  </a:lnTo>
                  <a:lnTo>
                    <a:pt x="139527" y="2292"/>
                  </a:lnTo>
                  <a:lnTo>
                    <a:pt x="134331" y="3247"/>
                  </a:lnTo>
                  <a:lnTo>
                    <a:pt x="129169" y="4366"/>
                  </a:lnTo>
                  <a:lnTo>
                    <a:pt x="124044" y="5647"/>
                  </a:lnTo>
                  <a:lnTo>
                    <a:pt x="118962" y="7090"/>
                  </a:lnTo>
                  <a:lnTo>
                    <a:pt x="113928" y="8693"/>
                  </a:lnTo>
                  <a:lnTo>
                    <a:pt x="108948" y="10453"/>
                  </a:lnTo>
                  <a:lnTo>
                    <a:pt x="104026" y="12370"/>
                  </a:lnTo>
                  <a:lnTo>
                    <a:pt x="99166" y="14442"/>
                  </a:lnTo>
                  <a:lnTo>
                    <a:pt x="94375" y="16667"/>
                  </a:lnTo>
                  <a:lnTo>
                    <a:pt x="89656" y="19041"/>
                  </a:lnTo>
                  <a:lnTo>
                    <a:pt x="85015" y="21564"/>
                  </a:lnTo>
                  <a:lnTo>
                    <a:pt x="80455" y="24231"/>
                  </a:lnTo>
                  <a:lnTo>
                    <a:pt x="75983" y="27042"/>
                  </a:lnTo>
                  <a:lnTo>
                    <a:pt x="71601" y="29993"/>
                  </a:lnTo>
                  <a:lnTo>
                    <a:pt x="67314" y="33080"/>
                  </a:lnTo>
                  <a:lnTo>
                    <a:pt x="63128" y="36301"/>
                  </a:lnTo>
                  <a:lnTo>
                    <a:pt x="59045" y="39654"/>
                  </a:lnTo>
                  <a:lnTo>
                    <a:pt x="55070" y="43133"/>
                  </a:lnTo>
                  <a:lnTo>
                    <a:pt x="51207" y="46736"/>
                  </a:lnTo>
                  <a:lnTo>
                    <a:pt x="47460" y="50460"/>
                  </a:lnTo>
                  <a:lnTo>
                    <a:pt x="43833" y="54300"/>
                  </a:lnTo>
                  <a:lnTo>
                    <a:pt x="40328" y="58252"/>
                  </a:lnTo>
                  <a:lnTo>
                    <a:pt x="36950" y="62314"/>
                  </a:lnTo>
                  <a:lnTo>
                    <a:pt x="33702" y="66480"/>
                  </a:lnTo>
                  <a:lnTo>
                    <a:pt x="30588" y="70747"/>
                  </a:lnTo>
                  <a:lnTo>
                    <a:pt x="27610" y="75110"/>
                  </a:lnTo>
                  <a:lnTo>
                    <a:pt x="24771" y="79565"/>
                  </a:lnTo>
                  <a:lnTo>
                    <a:pt x="22074" y="84107"/>
                  </a:lnTo>
                  <a:lnTo>
                    <a:pt x="19522" y="88732"/>
                  </a:lnTo>
                  <a:lnTo>
                    <a:pt x="17118" y="93436"/>
                  </a:lnTo>
                  <a:lnTo>
                    <a:pt x="14864" y="98213"/>
                  </a:lnTo>
                  <a:lnTo>
                    <a:pt x="12761" y="103059"/>
                  </a:lnTo>
                  <a:lnTo>
                    <a:pt x="10813" y="107970"/>
                  </a:lnTo>
                  <a:lnTo>
                    <a:pt x="9021" y="112939"/>
                  </a:lnTo>
                  <a:lnTo>
                    <a:pt x="7386" y="117962"/>
                  </a:lnTo>
                  <a:lnTo>
                    <a:pt x="5912" y="123035"/>
                  </a:lnTo>
                  <a:lnTo>
                    <a:pt x="4598" y="128151"/>
                  </a:lnTo>
                  <a:lnTo>
                    <a:pt x="3446" y="133307"/>
                  </a:lnTo>
                  <a:lnTo>
                    <a:pt x="2458" y="138496"/>
                  </a:lnTo>
                  <a:lnTo>
                    <a:pt x="1635" y="143714"/>
                  </a:lnTo>
                  <a:lnTo>
                    <a:pt x="977" y="148956"/>
                  </a:lnTo>
                  <a:lnTo>
                    <a:pt x="484" y="154215"/>
                  </a:lnTo>
                  <a:lnTo>
                    <a:pt x="159" y="159488"/>
                  </a:lnTo>
                  <a:lnTo>
                    <a:pt x="0" y="164768"/>
                  </a:lnTo>
                  <a:lnTo>
                    <a:pt x="7" y="170050"/>
                  </a:lnTo>
                  <a:lnTo>
                    <a:pt x="182" y="175330"/>
                  </a:lnTo>
                  <a:lnTo>
                    <a:pt x="524" y="180601"/>
                  </a:lnTo>
                  <a:lnTo>
                    <a:pt x="1031" y="185860"/>
                  </a:lnTo>
                  <a:lnTo>
                    <a:pt x="1705" y="191099"/>
                  </a:lnTo>
                  <a:lnTo>
                    <a:pt x="2544" y="196314"/>
                  </a:lnTo>
                  <a:lnTo>
                    <a:pt x="3547" y="201501"/>
                  </a:lnTo>
                  <a:lnTo>
                    <a:pt x="4714" y="206653"/>
                  </a:lnTo>
                  <a:lnTo>
                    <a:pt x="6043" y="211766"/>
                  </a:lnTo>
                  <a:lnTo>
                    <a:pt x="7533" y="216834"/>
                  </a:lnTo>
                  <a:lnTo>
                    <a:pt x="9182" y="221852"/>
                  </a:lnTo>
                  <a:lnTo>
                    <a:pt x="10989" y="226816"/>
                  </a:lnTo>
                  <a:lnTo>
                    <a:pt x="12952" y="231721"/>
                  </a:lnTo>
                  <a:lnTo>
                    <a:pt x="15068" y="236560"/>
                  </a:lnTo>
                  <a:lnTo>
                    <a:pt x="17337" y="241331"/>
                  </a:lnTo>
                  <a:lnTo>
                    <a:pt x="19755" y="246027"/>
                  </a:lnTo>
                  <a:lnTo>
                    <a:pt x="22321" y="250645"/>
                  </a:lnTo>
                  <a:lnTo>
                    <a:pt x="25031" y="255180"/>
                  </a:lnTo>
                  <a:lnTo>
                    <a:pt x="27883" y="259626"/>
                  </a:lnTo>
                  <a:lnTo>
                    <a:pt x="30874" y="263980"/>
                  </a:lnTo>
                  <a:lnTo>
                    <a:pt x="34001" y="268238"/>
                  </a:lnTo>
                  <a:lnTo>
                    <a:pt x="37261" y="272394"/>
                  </a:lnTo>
                  <a:lnTo>
                    <a:pt x="40651" y="276446"/>
                  </a:lnTo>
                  <a:lnTo>
                    <a:pt x="44167" y="280388"/>
                  </a:lnTo>
                  <a:lnTo>
                    <a:pt x="47806" y="284217"/>
                  </a:lnTo>
                  <a:lnTo>
                    <a:pt x="51564" y="287930"/>
                  </a:lnTo>
                  <a:lnTo>
                    <a:pt x="55438" y="291522"/>
                  </a:lnTo>
                  <a:lnTo>
                    <a:pt x="59423" y="294989"/>
                  </a:lnTo>
                  <a:lnTo>
                    <a:pt x="63516" y="298329"/>
                  </a:lnTo>
                  <a:lnTo>
                    <a:pt x="67712" y="301538"/>
                  </a:lnTo>
                  <a:lnTo>
                    <a:pt x="72007" y="304613"/>
                  </a:lnTo>
                  <a:lnTo>
                    <a:pt x="76398" y="307550"/>
                  </a:lnTo>
                  <a:lnTo>
                    <a:pt x="80879" y="310348"/>
                  </a:lnTo>
                  <a:lnTo>
                    <a:pt x="85446" y="313002"/>
                  </a:lnTo>
                  <a:lnTo>
                    <a:pt x="90095" y="315511"/>
                  </a:lnTo>
                  <a:lnTo>
                    <a:pt x="94821" y="317871"/>
                  </a:lnTo>
                  <a:lnTo>
                    <a:pt x="99619" y="320082"/>
                  </a:lnTo>
                  <a:lnTo>
                    <a:pt x="104484" y="322139"/>
                  </a:lnTo>
                  <a:lnTo>
                    <a:pt x="109412" y="324042"/>
                  </a:lnTo>
                  <a:lnTo>
                    <a:pt x="114398" y="325788"/>
                  </a:lnTo>
                  <a:lnTo>
                    <a:pt x="119436" y="327375"/>
                  </a:lnTo>
                  <a:lnTo>
                    <a:pt x="124522" y="328803"/>
                  </a:lnTo>
                  <a:lnTo>
                    <a:pt x="129651" y="330069"/>
                  </a:lnTo>
                  <a:lnTo>
                    <a:pt x="134817" y="331172"/>
                  </a:lnTo>
                  <a:lnTo>
                    <a:pt x="140015" y="332112"/>
                  </a:lnTo>
                  <a:lnTo>
                    <a:pt x="145240" y="332887"/>
                  </a:lnTo>
                  <a:lnTo>
                    <a:pt x="150488" y="333497"/>
                  </a:lnTo>
                  <a:lnTo>
                    <a:pt x="155752" y="333940"/>
                  </a:lnTo>
                  <a:lnTo>
                    <a:pt x="161027" y="334217"/>
                  </a:lnTo>
                  <a:lnTo>
                    <a:pt x="166308" y="334327"/>
                  </a:lnTo>
                  <a:lnTo>
                    <a:pt x="171591" y="334270"/>
                  </a:lnTo>
                  <a:lnTo>
                    <a:pt x="176868" y="334046"/>
                  </a:lnTo>
                  <a:lnTo>
                    <a:pt x="182136" y="333656"/>
                  </a:lnTo>
                  <a:lnTo>
                    <a:pt x="187390" y="333099"/>
                  </a:lnTo>
                  <a:lnTo>
                    <a:pt x="192622" y="332377"/>
                  </a:lnTo>
                  <a:lnTo>
                    <a:pt x="197830" y="331490"/>
                  </a:lnTo>
                  <a:lnTo>
                    <a:pt x="203007" y="330438"/>
                  </a:lnTo>
                  <a:lnTo>
                    <a:pt x="208148" y="329224"/>
                  </a:lnTo>
                  <a:lnTo>
                    <a:pt x="213248" y="327847"/>
                  </a:lnTo>
                  <a:lnTo>
                    <a:pt x="218302" y="326311"/>
                  </a:lnTo>
                  <a:lnTo>
                    <a:pt x="223305" y="324615"/>
                  </a:lnTo>
                  <a:lnTo>
                    <a:pt x="228252" y="322762"/>
                  </a:lnTo>
                  <a:lnTo>
                    <a:pt x="233138" y="320754"/>
                  </a:lnTo>
                  <a:lnTo>
                    <a:pt x="237958" y="318592"/>
                  </a:lnTo>
                  <a:lnTo>
                    <a:pt x="242707" y="316279"/>
                  </a:lnTo>
                  <a:lnTo>
                    <a:pt x="247381" y="313817"/>
                  </a:lnTo>
                  <a:lnTo>
                    <a:pt x="251975" y="311209"/>
                  </a:lnTo>
                  <a:lnTo>
                    <a:pt x="256484" y="308457"/>
                  </a:lnTo>
                  <a:lnTo>
                    <a:pt x="260904" y="305564"/>
                  </a:lnTo>
                  <a:lnTo>
                    <a:pt x="265230" y="302532"/>
                  </a:lnTo>
                  <a:lnTo>
                    <a:pt x="269458" y="299366"/>
                  </a:lnTo>
                  <a:lnTo>
                    <a:pt x="273584" y="296067"/>
                  </a:lnTo>
                  <a:lnTo>
                    <a:pt x="277604" y="292640"/>
                  </a:lnTo>
                  <a:lnTo>
                    <a:pt x="281514" y="289087"/>
                  </a:lnTo>
                  <a:lnTo>
                    <a:pt x="285309" y="285413"/>
                  </a:lnTo>
                  <a:lnTo>
                    <a:pt x="288986" y="281621"/>
                  </a:lnTo>
                  <a:lnTo>
                    <a:pt x="292542" y="277714"/>
                  </a:lnTo>
                  <a:lnTo>
                    <a:pt x="295972" y="273697"/>
                  </a:lnTo>
                  <a:lnTo>
                    <a:pt x="299274" y="269573"/>
                  </a:lnTo>
                  <a:lnTo>
                    <a:pt x="302444" y="265347"/>
                  </a:lnTo>
                  <a:lnTo>
                    <a:pt x="305479" y="261024"/>
                  </a:lnTo>
                  <a:lnTo>
                    <a:pt x="308375" y="256606"/>
                  </a:lnTo>
                  <a:lnTo>
                    <a:pt x="311131" y="252099"/>
                  </a:lnTo>
                  <a:lnTo>
                    <a:pt x="313743" y="247507"/>
                  </a:lnTo>
                  <a:lnTo>
                    <a:pt x="316208" y="242836"/>
                  </a:lnTo>
                  <a:lnTo>
                    <a:pt x="318525" y="238088"/>
                  </a:lnTo>
                  <a:lnTo>
                    <a:pt x="320690" y="233270"/>
                  </a:lnTo>
                  <a:lnTo>
                    <a:pt x="322702" y="228385"/>
                  </a:lnTo>
                  <a:lnTo>
                    <a:pt x="324559" y="223440"/>
                  </a:lnTo>
                  <a:lnTo>
                    <a:pt x="326259" y="218438"/>
                  </a:lnTo>
                  <a:lnTo>
                    <a:pt x="327799" y="213385"/>
                  </a:lnTo>
                  <a:lnTo>
                    <a:pt x="329180" y="208286"/>
                  </a:lnTo>
                  <a:lnTo>
                    <a:pt x="330398" y="203146"/>
                  </a:lnTo>
                  <a:lnTo>
                    <a:pt x="331454" y="197970"/>
                  </a:lnTo>
                  <a:lnTo>
                    <a:pt x="332345" y="192763"/>
                  </a:lnTo>
                  <a:lnTo>
                    <a:pt x="333072" y="187531"/>
                  </a:lnTo>
                  <a:lnTo>
                    <a:pt x="333632" y="182278"/>
                  </a:lnTo>
                  <a:lnTo>
                    <a:pt x="334027" y="177011"/>
                  </a:lnTo>
                  <a:lnTo>
                    <a:pt x="334255" y="171733"/>
                  </a:lnTo>
                  <a:lnTo>
                    <a:pt x="334316" y="166451"/>
                  </a:lnTo>
                  <a:lnTo>
                    <a:pt x="334210" y="161169"/>
                  </a:lnTo>
                  <a:lnTo>
                    <a:pt x="333937" y="155894"/>
                  </a:lnTo>
                  <a:lnTo>
                    <a:pt x="333498" y="150630"/>
                  </a:lnTo>
                  <a:lnTo>
                    <a:pt x="332892" y="145382"/>
                  </a:lnTo>
                  <a:lnTo>
                    <a:pt x="332121" y="140156"/>
                  </a:lnTo>
                  <a:lnTo>
                    <a:pt x="331186" y="134957"/>
                  </a:lnTo>
                  <a:lnTo>
                    <a:pt x="330086" y="129790"/>
                  </a:lnTo>
                  <a:lnTo>
                    <a:pt x="328824" y="124660"/>
                  </a:lnTo>
                  <a:lnTo>
                    <a:pt x="327401" y="119573"/>
                  </a:lnTo>
                  <a:lnTo>
                    <a:pt x="325817" y="114534"/>
                  </a:lnTo>
                  <a:lnTo>
                    <a:pt x="324075" y="109547"/>
                  </a:lnTo>
                  <a:lnTo>
                    <a:pt x="322176" y="104617"/>
                  </a:lnTo>
                  <a:lnTo>
                    <a:pt x="320122" y="99750"/>
                  </a:lnTo>
                  <a:lnTo>
                    <a:pt x="317916" y="94950"/>
                  </a:lnTo>
                  <a:lnTo>
                    <a:pt x="315559" y="90223"/>
                  </a:lnTo>
                  <a:lnTo>
                    <a:pt x="313054" y="85572"/>
                  </a:lnTo>
                  <a:lnTo>
                    <a:pt x="310403" y="81003"/>
                  </a:lnTo>
                  <a:lnTo>
                    <a:pt x="307610" y="76519"/>
                  </a:lnTo>
                  <a:lnTo>
                    <a:pt x="304675" y="72127"/>
                  </a:lnTo>
                  <a:lnTo>
                    <a:pt x="301604" y="67829"/>
                  </a:lnTo>
                  <a:lnTo>
                    <a:pt x="298398" y="63630"/>
                  </a:lnTo>
                  <a:lnTo>
                    <a:pt x="295062" y="59535"/>
                  </a:lnTo>
                  <a:lnTo>
                    <a:pt x="291597" y="55547"/>
                  </a:lnTo>
                  <a:lnTo>
                    <a:pt x="288008" y="51671"/>
                  </a:lnTo>
                  <a:lnTo>
                    <a:pt x="284299" y="47910"/>
                  </a:lnTo>
                  <a:lnTo>
                    <a:pt x="280472" y="44268"/>
                  </a:lnTo>
                  <a:lnTo>
                    <a:pt x="276533" y="40748"/>
                  </a:lnTo>
                  <a:lnTo>
                    <a:pt x="272484" y="37355"/>
                  </a:lnTo>
                  <a:lnTo>
                    <a:pt x="268330" y="34092"/>
                  </a:lnTo>
                  <a:lnTo>
                    <a:pt x="264075" y="30962"/>
                  </a:lnTo>
                  <a:lnTo>
                    <a:pt x="259723" y="27967"/>
                  </a:lnTo>
                  <a:lnTo>
                    <a:pt x="255279" y="25112"/>
                  </a:lnTo>
                  <a:lnTo>
                    <a:pt x="250747" y="22398"/>
                  </a:lnTo>
                  <a:lnTo>
                    <a:pt x="246131" y="19829"/>
                  </a:lnTo>
                  <a:lnTo>
                    <a:pt x="241436" y="17407"/>
                  </a:lnTo>
                  <a:lnTo>
                    <a:pt x="236667" y="15134"/>
                  </a:lnTo>
                  <a:lnTo>
                    <a:pt x="231829" y="13014"/>
                  </a:lnTo>
                  <a:lnTo>
                    <a:pt x="226926" y="11047"/>
                  </a:lnTo>
                  <a:lnTo>
                    <a:pt x="221964" y="9236"/>
                  </a:lnTo>
                  <a:lnTo>
                    <a:pt x="216947" y="7583"/>
                  </a:lnTo>
                  <a:lnTo>
                    <a:pt x="211880" y="6090"/>
                  </a:lnTo>
                  <a:lnTo>
                    <a:pt x="206768" y="4757"/>
                  </a:lnTo>
                  <a:lnTo>
                    <a:pt x="201617" y="3586"/>
                  </a:lnTo>
                  <a:lnTo>
                    <a:pt x="196431" y="2579"/>
                  </a:lnTo>
                  <a:lnTo>
                    <a:pt x="191216" y="1736"/>
                  </a:lnTo>
                  <a:lnTo>
                    <a:pt x="185978" y="1058"/>
                  </a:lnTo>
                  <a:lnTo>
                    <a:pt x="180720" y="546"/>
                  </a:lnTo>
                  <a:lnTo>
                    <a:pt x="175449" y="200"/>
                  </a:lnTo>
                  <a:lnTo>
                    <a:pt x="167150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3779" y="3170392"/>
              <a:ext cx="8298" cy="167167"/>
            </a:xfrm>
            <a:custGeom>
              <a:avLst/>
              <a:pathLst>
                <a:path w="8298" h="167167">
                  <a:moveTo>
                    <a:pt x="8298" y="20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90757" y="2633064"/>
              <a:ext cx="28253" cy="167167"/>
            </a:xfrm>
            <a:custGeom>
              <a:avLst/>
              <a:pathLst>
                <a:path w="28253" h="167167">
                  <a:moveTo>
                    <a:pt x="28253" y="0"/>
                  </a:moveTo>
                  <a:lnTo>
                    <a:pt x="21158" y="150"/>
                  </a:lnTo>
                  <a:lnTo>
                    <a:pt x="14075" y="602"/>
                  </a:lnTo>
                  <a:lnTo>
                    <a:pt x="7018" y="1354"/>
                  </a:lnTo>
                  <a:lnTo>
                    <a:pt x="0" y="2404"/>
                  </a:lnTo>
                  <a:lnTo>
                    <a:pt x="282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757" y="2635469"/>
              <a:ext cx="28253" cy="164762"/>
            </a:xfrm>
            <a:custGeom>
              <a:avLst/>
              <a:pathLst>
                <a:path w="28253" h="164762">
                  <a:moveTo>
                    <a:pt x="0" y="0"/>
                  </a:moveTo>
                  <a:lnTo>
                    <a:pt x="28253" y="1647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751849" y="2635469"/>
              <a:ext cx="334309" cy="331928"/>
            </a:xfrm>
            <a:custGeom>
              <a:avLst/>
              <a:pathLst>
                <a:path w="334309" h="331928">
                  <a:moveTo>
                    <a:pt x="138908" y="0"/>
                  </a:moveTo>
                  <a:lnTo>
                    <a:pt x="133707" y="976"/>
                  </a:lnTo>
                  <a:lnTo>
                    <a:pt x="128539" y="2117"/>
                  </a:lnTo>
                  <a:lnTo>
                    <a:pt x="123411" y="3421"/>
                  </a:lnTo>
                  <a:lnTo>
                    <a:pt x="118326" y="4887"/>
                  </a:lnTo>
                  <a:lnTo>
                    <a:pt x="113290" y="6513"/>
                  </a:lnTo>
                  <a:lnTo>
                    <a:pt x="108308" y="8297"/>
                  </a:lnTo>
                  <a:lnTo>
                    <a:pt x="103385" y="10239"/>
                  </a:lnTo>
                  <a:lnTo>
                    <a:pt x="98526" y="12335"/>
                  </a:lnTo>
                  <a:lnTo>
                    <a:pt x="93735" y="14584"/>
                  </a:lnTo>
                  <a:lnTo>
                    <a:pt x="89018" y="16983"/>
                  </a:lnTo>
                  <a:lnTo>
                    <a:pt x="84380" y="19531"/>
                  </a:lnTo>
                  <a:lnTo>
                    <a:pt x="79825" y="22224"/>
                  </a:lnTo>
                  <a:lnTo>
                    <a:pt x="75357" y="25060"/>
                  </a:lnTo>
                  <a:lnTo>
                    <a:pt x="70981" y="28035"/>
                  </a:lnTo>
                  <a:lnTo>
                    <a:pt x="66701" y="31148"/>
                  </a:lnTo>
                  <a:lnTo>
                    <a:pt x="62522" y="34395"/>
                  </a:lnTo>
                  <a:lnTo>
                    <a:pt x="58448" y="37773"/>
                  </a:lnTo>
                  <a:lnTo>
                    <a:pt x="54483" y="41277"/>
                  </a:lnTo>
                  <a:lnTo>
                    <a:pt x="50631" y="44906"/>
                  </a:lnTo>
                  <a:lnTo>
                    <a:pt x="46895" y="48654"/>
                  </a:lnTo>
                  <a:lnTo>
                    <a:pt x="43281" y="52519"/>
                  </a:lnTo>
                  <a:lnTo>
                    <a:pt x="39790" y="56497"/>
                  </a:lnTo>
                  <a:lnTo>
                    <a:pt x="36427" y="60583"/>
                  </a:lnTo>
                  <a:lnTo>
                    <a:pt x="33195" y="64773"/>
                  </a:lnTo>
                  <a:lnTo>
                    <a:pt x="30097" y="69063"/>
                  </a:lnTo>
                  <a:lnTo>
                    <a:pt x="27136" y="73450"/>
                  </a:lnTo>
                  <a:lnTo>
                    <a:pt x="24316" y="77928"/>
                  </a:lnTo>
                  <a:lnTo>
                    <a:pt x="21639" y="82493"/>
                  </a:lnTo>
                  <a:lnTo>
                    <a:pt x="19108" y="87140"/>
                  </a:lnTo>
                  <a:lnTo>
                    <a:pt x="16726" y="91865"/>
                  </a:lnTo>
                  <a:lnTo>
                    <a:pt x="14494" y="96663"/>
                  </a:lnTo>
                  <a:lnTo>
                    <a:pt x="12415" y="101530"/>
                  </a:lnTo>
                  <a:lnTo>
                    <a:pt x="10491" y="106460"/>
                  </a:lnTo>
                  <a:lnTo>
                    <a:pt x="8724" y="111448"/>
                  </a:lnTo>
                  <a:lnTo>
                    <a:pt x="7116" y="116490"/>
                  </a:lnTo>
                  <a:lnTo>
                    <a:pt x="5668" y="121580"/>
                  </a:lnTo>
                  <a:lnTo>
                    <a:pt x="4382" y="126713"/>
                  </a:lnTo>
                  <a:lnTo>
                    <a:pt x="3259" y="131885"/>
                  </a:lnTo>
                  <a:lnTo>
                    <a:pt x="2301" y="137089"/>
                  </a:lnTo>
                  <a:lnTo>
                    <a:pt x="1507" y="142321"/>
                  </a:lnTo>
                  <a:lnTo>
                    <a:pt x="880" y="147576"/>
                  </a:lnTo>
                  <a:lnTo>
                    <a:pt x="419" y="152848"/>
                  </a:lnTo>
                  <a:lnTo>
                    <a:pt x="126" y="158132"/>
                  </a:lnTo>
                  <a:lnTo>
                    <a:pt x="0" y="163422"/>
                  </a:lnTo>
                  <a:lnTo>
                    <a:pt x="41" y="168714"/>
                  </a:lnTo>
                  <a:lnTo>
                    <a:pt x="250" y="174002"/>
                  </a:lnTo>
                  <a:lnTo>
                    <a:pt x="626" y="179280"/>
                  </a:lnTo>
                  <a:lnTo>
                    <a:pt x="1169" y="184544"/>
                  </a:lnTo>
                  <a:lnTo>
                    <a:pt x="1878" y="189789"/>
                  </a:lnTo>
                  <a:lnTo>
                    <a:pt x="2753" y="195008"/>
                  </a:lnTo>
                  <a:lnTo>
                    <a:pt x="3793" y="200196"/>
                  </a:lnTo>
                  <a:lnTo>
                    <a:pt x="4996" y="205350"/>
                  </a:lnTo>
                  <a:lnTo>
                    <a:pt x="6362" y="210462"/>
                  </a:lnTo>
                  <a:lnTo>
                    <a:pt x="7889" y="215529"/>
                  </a:lnTo>
                  <a:lnTo>
                    <a:pt x="9576" y="220545"/>
                  </a:lnTo>
                  <a:lnTo>
                    <a:pt x="11421" y="225505"/>
                  </a:lnTo>
                  <a:lnTo>
                    <a:pt x="13421" y="230404"/>
                  </a:lnTo>
                  <a:lnTo>
                    <a:pt x="15576" y="235238"/>
                  </a:lnTo>
                  <a:lnTo>
                    <a:pt x="17883" y="240001"/>
                  </a:lnTo>
                  <a:lnTo>
                    <a:pt x="20339" y="244688"/>
                  </a:lnTo>
                  <a:lnTo>
                    <a:pt x="22943" y="249295"/>
                  </a:lnTo>
                  <a:lnTo>
                    <a:pt x="25691" y="253818"/>
                  </a:lnTo>
                  <a:lnTo>
                    <a:pt x="28580" y="258251"/>
                  </a:lnTo>
                  <a:lnTo>
                    <a:pt x="31609" y="262591"/>
                  </a:lnTo>
                  <a:lnTo>
                    <a:pt x="34773" y="266832"/>
                  </a:lnTo>
                  <a:lnTo>
                    <a:pt x="38071" y="270972"/>
                  </a:lnTo>
                  <a:lnTo>
                    <a:pt x="41497" y="275004"/>
                  </a:lnTo>
                  <a:lnTo>
                    <a:pt x="45050" y="278927"/>
                  </a:lnTo>
                  <a:lnTo>
                    <a:pt x="48724" y="282735"/>
                  </a:lnTo>
                  <a:lnTo>
                    <a:pt x="52518" y="286425"/>
                  </a:lnTo>
                  <a:lnTo>
                    <a:pt x="56426" y="289992"/>
                  </a:lnTo>
                  <a:lnTo>
                    <a:pt x="60446" y="293435"/>
                  </a:lnTo>
                  <a:lnTo>
                    <a:pt x="64572" y="296748"/>
                  </a:lnTo>
                  <a:lnTo>
                    <a:pt x="68801" y="299929"/>
                  </a:lnTo>
                  <a:lnTo>
                    <a:pt x="73129" y="302975"/>
                  </a:lnTo>
                  <a:lnTo>
                    <a:pt x="77551" y="305882"/>
                  </a:lnTo>
                  <a:lnTo>
                    <a:pt x="82062" y="308648"/>
                  </a:lnTo>
                  <a:lnTo>
                    <a:pt x="86659" y="311269"/>
                  </a:lnTo>
                  <a:lnTo>
                    <a:pt x="91337" y="313744"/>
                  </a:lnTo>
                  <a:lnTo>
                    <a:pt x="96091" y="316069"/>
                  </a:lnTo>
                  <a:lnTo>
                    <a:pt x="100916" y="318243"/>
                  </a:lnTo>
                  <a:lnTo>
                    <a:pt x="105807" y="320263"/>
                  </a:lnTo>
                  <a:lnTo>
                    <a:pt x="110760" y="322127"/>
                  </a:lnTo>
                  <a:lnTo>
                    <a:pt x="115769" y="323834"/>
                  </a:lnTo>
                  <a:lnTo>
                    <a:pt x="120830" y="325381"/>
                  </a:lnTo>
                  <a:lnTo>
                    <a:pt x="125937" y="326767"/>
                  </a:lnTo>
                  <a:lnTo>
                    <a:pt x="131086" y="327990"/>
                  </a:lnTo>
                  <a:lnTo>
                    <a:pt x="136270" y="329050"/>
                  </a:lnTo>
                  <a:lnTo>
                    <a:pt x="141486" y="329946"/>
                  </a:lnTo>
                  <a:lnTo>
                    <a:pt x="146727" y="330676"/>
                  </a:lnTo>
                  <a:lnTo>
                    <a:pt x="151989" y="331240"/>
                  </a:lnTo>
                  <a:lnTo>
                    <a:pt x="157266" y="331636"/>
                  </a:lnTo>
                  <a:lnTo>
                    <a:pt x="162553" y="331866"/>
                  </a:lnTo>
                  <a:lnTo>
                    <a:pt x="167845" y="331928"/>
                  </a:lnTo>
                  <a:lnTo>
                    <a:pt x="173136" y="331823"/>
                  </a:lnTo>
                  <a:lnTo>
                    <a:pt x="178421" y="331550"/>
                  </a:lnTo>
                  <a:lnTo>
                    <a:pt x="183694" y="331110"/>
                  </a:lnTo>
                  <a:lnTo>
                    <a:pt x="188951" y="330503"/>
                  </a:lnTo>
                  <a:lnTo>
                    <a:pt x="194187" y="329731"/>
                  </a:lnTo>
                  <a:lnTo>
                    <a:pt x="199395" y="328792"/>
                  </a:lnTo>
                  <a:lnTo>
                    <a:pt x="204571" y="327690"/>
                  </a:lnTo>
                  <a:lnTo>
                    <a:pt x="209709" y="326424"/>
                  </a:lnTo>
                  <a:lnTo>
                    <a:pt x="214805" y="324996"/>
                  </a:lnTo>
                  <a:lnTo>
                    <a:pt x="219853" y="323408"/>
                  </a:lnTo>
                  <a:lnTo>
                    <a:pt x="224848" y="321661"/>
                  </a:lnTo>
                  <a:lnTo>
                    <a:pt x="229785" y="319756"/>
                  </a:lnTo>
                  <a:lnTo>
                    <a:pt x="234660" y="317696"/>
                  </a:lnTo>
                  <a:lnTo>
                    <a:pt x="239467" y="315483"/>
                  </a:lnTo>
                  <a:lnTo>
                    <a:pt x="244201" y="313119"/>
                  </a:lnTo>
                  <a:lnTo>
                    <a:pt x="248859" y="310606"/>
                  </a:lnTo>
                  <a:lnTo>
                    <a:pt x="253434" y="307947"/>
                  </a:lnTo>
                  <a:lnTo>
                    <a:pt x="257923" y="305145"/>
                  </a:lnTo>
                  <a:lnTo>
                    <a:pt x="262321" y="302202"/>
                  </a:lnTo>
                  <a:lnTo>
                    <a:pt x="266624" y="299121"/>
                  </a:lnTo>
                  <a:lnTo>
                    <a:pt x="270827" y="295905"/>
                  </a:lnTo>
                  <a:lnTo>
                    <a:pt x="274926" y="292558"/>
                  </a:lnTo>
                  <a:lnTo>
                    <a:pt x="278917" y="289083"/>
                  </a:lnTo>
                  <a:lnTo>
                    <a:pt x="282796" y="285483"/>
                  </a:lnTo>
                  <a:lnTo>
                    <a:pt x="286559" y="281763"/>
                  </a:lnTo>
                  <a:lnTo>
                    <a:pt x="290203" y="277925"/>
                  </a:lnTo>
                  <a:lnTo>
                    <a:pt x="293723" y="273974"/>
                  </a:lnTo>
                  <a:lnTo>
                    <a:pt x="297116" y="269913"/>
                  </a:lnTo>
                  <a:lnTo>
                    <a:pt x="300380" y="265747"/>
                  </a:lnTo>
                  <a:lnTo>
                    <a:pt x="303509" y="261479"/>
                  </a:lnTo>
                  <a:lnTo>
                    <a:pt x="306502" y="257115"/>
                  </a:lnTo>
                  <a:lnTo>
                    <a:pt x="309356" y="252658"/>
                  </a:lnTo>
                  <a:lnTo>
                    <a:pt x="312067" y="248114"/>
                  </a:lnTo>
                  <a:lnTo>
                    <a:pt x="314632" y="243485"/>
                  </a:lnTo>
                  <a:lnTo>
                    <a:pt x="317050" y="238778"/>
                  </a:lnTo>
                  <a:lnTo>
                    <a:pt x="319318" y="233996"/>
                  </a:lnTo>
                  <a:lnTo>
                    <a:pt x="321433" y="229146"/>
                  </a:lnTo>
                  <a:lnTo>
                    <a:pt x="323394" y="224230"/>
                  </a:lnTo>
                  <a:lnTo>
                    <a:pt x="325198" y="219255"/>
                  </a:lnTo>
                  <a:lnTo>
                    <a:pt x="326843" y="214226"/>
                  </a:lnTo>
                  <a:lnTo>
                    <a:pt x="328329" y="209146"/>
                  </a:lnTo>
                  <a:lnTo>
                    <a:pt x="329653" y="204023"/>
                  </a:lnTo>
                  <a:lnTo>
                    <a:pt x="330815" y="198860"/>
                  </a:lnTo>
                  <a:lnTo>
                    <a:pt x="331812" y="193663"/>
                  </a:lnTo>
                  <a:lnTo>
                    <a:pt x="332644" y="188437"/>
                  </a:lnTo>
                  <a:lnTo>
                    <a:pt x="333311" y="183187"/>
                  </a:lnTo>
                  <a:lnTo>
                    <a:pt x="333810" y="177918"/>
                  </a:lnTo>
                  <a:lnTo>
                    <a:pt x="334143" y="172637"/>
                  </a:lnTo>
                  <a:lnTo>
                    <a:pt x="334309" y="167348"/>
                  </a:lnTo>
                  <a:lnTo>
                    <a:pt x="334307" y="162056"/>
                  </a:lnTo>
                  <a:lnTo>
                    <a:pt x="334138" y="156766"/>
                  </a:lnTo>
                  <a:lnTo>
                    <a:pt x="333801" y="151485"/>
                  </a:lnTo>
                  <a:lnTo>
                    <a:pt x="333297" y="146217"/>
                  </a:lnTo>
                  <a:lnTo>
                    <a:pt x="332627" y="140968"/>
                  </a:lnTo>
                  <a:lnTo>
                    <a:pt x="331791" y="135742"/>
                  </a:lnTo>
                  <a:lnTo>
                    <a:pt x="330790" y="130546"/>
                  </a:lnTo>
                  <a:lnTo>
                    <a:pt x="329625" y="125384"/>
                  </a:lnTo>
                  <a:lnTo>
                    <a:pt x="328297" y="120261"/>
                  </a:lnTo>
                  <a:lnTo>
                    <a:pt x="326808" y="115183"/>
                  </a:lnTo>
                  <a:lnTo>
                    <a:pt x="325158" y="110155"/>
                  </a:lnTo>
                  <a:lnTo>
                    <a:pt x="323351" y="105181"/>
                  </a:lnTo>
                  <a:lnTo>
                    <a:pt x="321387" y="100267"/>
                  </a:lnTo>
                  <a:lnTo>
                    <a:pt x="319268" y="95418"/>
                  </a:lnTo>
                  <a:lnTo>
                    <a:pt x="316997" y="90638"/>
                  </a:lnTo>
                  <a:lnTo>
                    <a:pt x="314575" y="85932"/>
                  </a:lnTo>
                  <a:lnTo>
                    <a:pt x="312006" y="81306"/>
                  </a:lnTo>
                  <a:lnTo>
                    <a:pt x="309292" y="76763"/>
                  </a:lnTo>
                  <a:lnTo>
                    <a:pt x="306436" y="72308"/>
                  </a:lnTo>
                  <a:lnTo>
                    <a:pt x="303439" y="67946"/>
                  </a:lnTo>
                  <a:lnTo>
                    <a:pt x="300307" y="63681"/>
                  </a:lnTo>
                  <a:lnTo>
                    <a:pt x="297040" y="59517"/>
                  </a:lnTo>
                  <a:lnTo>
                    <a:pt x="293644" y="55459"/>
                  </a:lnTo>
                  <a:lnTo>
                    <a:pt x="290121" y="51510"/>
                  </a:lnTo>
                  <a:lnTo>
                    <a:pt x="286475" y="47675"/>
                  </a:lnTo>
                  <a:lnTo>
                    <a:pt x="282709" y="43957"/>
                  </a:lnTo>
                  <a:lnTo>
                    <a:pt x="278827" y="40360"/>
                  </a:lnTo>
                  <a:lnTo>
                    <a:pt x="274833" y="36888"/>
                  </a:lnTo>
                  <a:lnTo>
                    <a:pt x="270732" y="33544"/>
                  </a:lnTo>
                  <a:lnTo>
                    <a:pt x="266527" y="30332"/>
                  </a:lnTo>
                  <a:lnTo>
                    <a:pt x="262222" y="27254"/>
                  </a:lnTo>
                  <a:lnTo>
                    <a:pt x="257822" y="24314"/>
                  </a:lnTo>
                  <a:lnTo>
                    <a:pt x="253331" y="21514"/>
                  </a:lnTo>
                  <a:lnTo>
                    <a:pt x="248753" y="18859"/>
                  </a:lnTo>
                  <a:lnTo>
                    <a:pt x="244094" y="16349"/>
                  </a:lnTo>
                  <a:lnTo>
                    <a:pt x="167162" y="1647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19011" y="2633064"/>
              <a:ext cx="76932" cy="167167"/>
            </a:xfrm>
            <a:custGeom>
              <a:avLst/>
              <a:pathLst>
                <a:path w="76932" h="167167">
                  <a:moveTo>
                    <a:pt x="76932" y="18754"/>
                  </a:moveTo>
                  <a:lnTo>
                    <a:pt x="71818" y="16213"/>
                  </a:lnTo>
                  <a:lnTo>
                    <a:pt x="66621" y="13849"/>
                  </a:lnTo>
                  <a:lnTo>
                    <a:pt x="61346" y="11663"/>
                  </a:lnTo>
                  <a:lnTo>
                    <a:pt x="55999" y="9658"/>
                  </a:lnTo>
                  <a:lnTo>
                    <a:pt x="50587" y="7838"/>
                  </a:lnTo>
                  <a:lnTo>
                    <a:pt x="45116" y="6203"/>
                  </a:lnTo>
                  <a:lnTo>
                    <a:pt x="39592" y="4756"/>
                  </a:lnTo>
                  <a:lnTo>
                    <a:pt x="34022" y="3498"/>
                  </a:lnTo>
                  <a:lnTo>
                    <a:pt x="28413" y="2432"/>
                  </a:lnTo>
                  <a:lnTo>
                    <a:pt x="22770" y="1558"/>
                  </a:lnTo>
                  <a:lnTo>
                    <a:pt x="17101" y="877"/>
                  </a:lnTo>
                  <a:lnTo>
                    <a:pt x="11411" y="389"/>
                  </a:lnTo>
                  <a:lnTo>
                    <a:pt x="570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2398" y="2126963"/>
              <a:ext cx="6073" cy="167167"/>
            </a:xfrm>
            <a:custGeom>
              <a:avLst/>
              <a:pathLst>
                <a:path w="6073" h="167167">
                  <a:moveTo>
                    <a:pt x="6073" y="0"/>
                  </a:moveTo>
                  <a:lnTo>
                    <a:pt x="0" y="110"/>
                  </a:lnTo>
                  <a:lnTo>
                    <a:pt x="60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398" y="2127074"/>
              <a:ext cx="6073" cy="167057"/>
            </a:xfrm>
            <a:custGeom>
              <a:avLst/>
              <a:pathLst>
                <a:path w="6073" h="167057">
                  <a:moveTo>
                    <a:pt x="0" y="0"/>
                  </a:moveTo>
                  <a:lnTo>
                    <a:pt x="6073" y="167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561322" y="2127074"/>
              <a:ext cx="324871" cy="334224"/>
            </a:xfrm>
            <a:custGeom>
              <a:avLst/>
              <a:pathLst>
                <a:path w="324871" h="334224">
                  <a:moveTo>
                    <a:pt x="161076" y="0"/>
                  </a:moveTo>
                  <a:lnTo>
                    <a:pt x="155790" y="276"/>
                  </a:lnTo>
                  <a:lnTo>
                    <a:pt x="150515" y="719"/>
                  </a:lnTo>
                  <a:lnTo>
                    <a:pt x="145257" y="1329"/>
                  </a:lnTo>
                  <a:lnTo>
                    <a:pt x="140021" y="2105"/>
                  </a:lnTo>
                  <a:lnTo>
                    <a:pt x="134812" y="3047"/>
                  </a:lnTo>
                  <a:lnTo>
                    <a:pt x="129635" y="4153"/>
                  </a:lnTo>
                  <a:lnTo>
                    <a:pt x="124497" y="5422"/>
                  </a:lnTo>
                  <a:lnTo>
                    <a:pt x="119400" y="6854"/>
                  </a:lnTo>
                  <a:lnTo>
                    <a:pt x="114352" y="8446"/>
                  </a:lnTo>
                  <a:lnTo>
                    <a:pt x="109357" y="10197"/>
                  </a:lnTo>
                  <a:lnTo>
                    <a:pt x="104420" y="12105"/>
                  </a:lnTo>
                  <a:lnTo>
                    <a:pt x="99545" y="14169"/>
                  </a:lnTo>
                  <a:lnTo>
                    <a:pt x="94738" y="16386"/>
                  </a:lnTo>
                  <a:lnTo>
                    <a:pt x="90004" y="18754"/>
                  </a:lnTo>
                  <a:lnTo>
                    <a:pt x="85348" y="21271"/>
                  </a:lnTo>
                  <a:lnTo>
                    <a:pt x="80773" y="23934"/>
                  </a:lnTo>
                  <a:lnTo>
                    <a:pt x="76285" y="26741"/>
                  </a:lnTo>
                  <a:lnTo>
                    <a:pt x="71888" y="29688"/>
                  </a:lnTo>
                  <a:lnTo>
                    <a:pt x="67586" y="32773"/>
                  </a:lnTo>
                  <a:lnTo>
                    <a:pt x="63385" y="35992"/>
                  </a:lnTo>
                  <a:lnTo>
                    <a:pt x="59287" y="39343"/>
                  </a:lnTo>
                  <a:lnTo>
                    <a:pt x="55298" y="42822"/>
                  </a:lnTo>
                  <a:lnTo>
                    <a:pt x="51420" y="46426"/>
                  </a:lnTo>
                  <a:lnTo>
                    <a:pt x="47659" y="50150"/>
                  </a:lnTo>
                  <a:lnTo>
                    <a:pt x="44018" y="53992"/>
                  </a:lnTo>
                  <a:lnTo>
                    <a:pt x="40500" y="57947"/>
                  </a:lnTo>
                  <a:lnTo>
                    <a:pt x="37109" y="62012"/>
                  </a:lnTo>
                  <a:lnTo>
                    <a:pt x="33848" y="66182"/>
                  </a:lnTo>
                  <a:lnTo>
                    <a:pt x="30721" y="70453"/>
                  </a:lnTo>
                  <a:lnTo>
                    <a:pt x="27731" y="74821"/>
                  </a:lnTo>
                  <a:lnTo>
                    <a:pt x="24881" y="79281"/>
                  </a:lnTo>
                  <a:lnTo>
                    <a:pt x="22173" y="83829"/>
                  </a:lnTo>
                  <a:lnTo>
                    <a:pt x="19611" y="88461"/>
                  </a:lnTo>
                  <a:lnTo>
                    <a:pt x="17196" y="93172"/>
                  </a:lnTo>
                  <a:lnTo>
                    <a:pt x="14932" y="97956"/>
                  </a:lnTo>
                  <a:lnTo>
                    <a:pt x="12821" y="102810"/>
                  </a:lnTo>
                  <a:lnTo>
                    <a:pt x="10864" y="107729"/>
                  </a:lnTo>
                  <a:lnTo>
                    <a:pt x="9064" y="112707"/>
                  </a:lnTo>
                  <a:lnTo>
                    <a:pt x="7422" y="117739"/>
                  </a:lnTo>
                  <a:lnTo>
                    <a:pt x="5941" y="122821"/>
                  </a:lnTo>
                  <a:lnTo>
                    <a:pt x="4621" y="127947"/>
                  </a:lnTo>
                  <a:lnTo>
                    <a:pt x="3464" y="133113"/>
                  </a:lnTo>
                  <a:lnTo>
                    <a:pt x="2472" y="138312"/>
                  </a:lnTo>
                  <a:lnTo>
                    <a:pt x="1644" y="143540"/>
                  </a:lnTo>
                  <a:lnTo>
                    <a:pt x="983" y="148792"/>
                  </a:lnTo>
                  <a:lnTo>
                    <a:pt x="488" y="154062"/>
                  </a:lnTo>
                  <a:lnTo>
                    <a:pt x="160" y="159345"/>
                  </a:lnTo>
                  <a:lnTo>
                    <a:pt x="0" y="164636"/>
                  </a:lnTo>
                  <a:lnTo>
                    <a:pt x="7" y="169930"/>
                  </a:lnTo>
                  <a:lnTo>
                    <a:pt x="181" y="175220"/>
                  </a:lnTo>
                  <a:lnTo>
                    <a:pt x="524" y="180502"/>
                  </a:lnTo>
                  <a:lnTo>
                    <a:pt x="1033" y="185771"/>
                  </a:lnTo>
                  <a:lnTo>
                    <a:pt x="1709" y="191021"/>
                  </a:lnTo>
                  <a:lnTo>
                    <a:pt x="2550" y="196247"/>
                  </a:lnTo>
                  <a:lnTo>
                    <a:pt x="3557" y="201444"/>
                  </a:lnTo>
                  <a:lnTo>
                    <a:pt x="4728" y="206606"/>
                  </a:lnTo>
                  <a:lnTo>
                    <a:pt x="6061" y="211729"/>
                  </a:lnTo>
                  <a:lnTo>
                    <a:pt x="7556" y="216806"/>
                  </a:lnTo>
                  <a:lnTo>
                    <a:pt x="9212" y="221834"/>
                  </a:lnTo>
                  <a:lnTo>
                    <a:pt x="11025" y="226807"/>
                  </a:lnTo>
                  <a:lnTo>
                    <a:pt x="12995" y="231720"/>
                  </a:lnTo>
                  <a:lnTo>
                    <a:pt x="15120" y="236569"/>
                  </a:lnTo>
                  <a:lnTo>
                    <a:pt x="17397" y="241347"/>
                  </a:lnTo>
                  <a:lnTo>
                    <a:pt x="19824" y="246051"/>
                  </a:lnTo>
                  <a:lnTo>
                    <a:pt x="22399" y="250676"/>
                  </a:lnTo>
                  <a:lnTo>
                    <a:pt x="25119" y="255217"/>
                  </a:lnTo>
                  <a:lnTo>
                    <a:pt x="27981" y="259670"/>
                  </a:lnTo>
                  <a:lnTo>
                    <a:pt x="30983" y="264030"/>
                  </a:lnTo>
                  <a:lnTo>
                    <a:pt x="34122" y="268292"/>
                  </a:lnTo>
                  <a:lnTo>
                    <a:pt x="37394" y="272453"/>
                  </a:lnTo>
                  <a:lnTo>
                    <a:pt x="40796" y="276508"/>
                  </a:lnTo>
                  <a:lnTo>
                    <a:pt x="44324" y="280454"/>
                  </a:lnTo>
                  <a:lnTo>
                    <a:pt x="47976" y="284286"/>
                  </a:lnTo>
                  <a:lnTo>
                    <a:pt x="51748" y="288000"/>
                  </a:lnTo>
                  <a:lnTo>
                    <a:pt x="55635" y="291593"/>
                  </a:lnTo>
                  <a:lnTo>
                    <a:pt x="59634" y="295062"/>
                  </a:lnTo>
                  <a:lnTo>
                    <a:pt x="63740" y="298401"/>
                  </a:lnTo>
                  <a:lnTo>
                    <a:pt x="67951" y="301610"/>
                  </a:lnTo>
                  <a:lnTo>
                    <a:pt x="72260" y="304683"/>
                  </a:lnTo>
                  <a:lnTo>
                    <a:pt x="76665" y="307618"/>
                  </a:lnTo>
                  <a:lnTo>
                    <a:pt x="81161" y="310413"/>
                  </a:lnTo>
                  <a:lnTo>
                    <a:pt x="85743" y="313063"/>
                  </a:lnTo>
                  <a:lnTo>
                    <a:pt x="90406" y="315567"/>
                  </a:lnTo>
                  <a:lnTo>
                    <a:pt x="95147" y="317923"/>
                  </a:lnTo>
                  <a:lnTo>
                    <a:pt x="99959" y="320127"/>
                  </a:lnTo>
                  <a:lnTo>
                    <a:pt x="104839" y="322177"/>
                  </a:lnTo>
                  <a:lnTo>
                    <a:pt x="109782" y="324072"/>
                  </a:lnTo>
                  <a:lnTo>
                    <a:pt x="114782" y="325810"/>
                  </a:lnTo>
                  <a:lnTo>
                    <a:pt x="119834" y="327388"/>
                  </a:lnTo>
                  <a:lnTo>
                    <a:pt x="124934" y="328806"/>
                  </a:lnTo>
                  <a:lnTo>
                    <a:pt x="130077" y="330061"/>
                  </a:lnTo>
                  <a:lnTo>
                    <a:pt x="135256" y="331153"/>
                  </a:lnTo>
                  <a:lnTo>
                    <a:pt x="140468" y="332081"/>
                  </a:lnTo>
                  <a:lnTo>
                    <a:pt x="145706" y="332843"/>
                  </a:lnTo>
                  <a:lnTo>
                    <a:pt x="150966" y="333439"/>
                  </a:lnTo>
                  <a:lnTo>
                    <a:pt x="156241" y="333868"/>
                  </a:lnTo>
                  <a:lnTo>
                    <a:pt x="161528" y="334129"/>
                  </a:lnTo>
                  <a:lnTo>
                    <a:pt x="166821" y="334224"/>
                  </a:lnTo>
                  <a:lnTo>
                    <a:pt x="172114" y="334150"/>
                  </a:lnTo>
                  <a:lnTo>
                    <a:pt x="177402" y="333909"/>
                  </a:lnTo>
                  <a:lnTo>
                    <a:pt x="182679" y="333501"/>
                  </a:lnTo>
                  <a:lnTo>
                    <a:pt x="187941" y="332926"/>
                  </a:lnTo>
                  <a:lnTo>
                    <a:pt x="193182" y="332185"/>
                  </a:lnTo>
                  <a:lnTo>
                    <a:pt x="198397" y="331278"/>
                  </a:lnTo>
                  <a:lnTo>
                    <a:pt x="203581" y="330206"/>
                  </a:lnTo>
                  <a:lnTo>
                    <a:pt x="208728" y="328971"/>
                  </a:lnTo>
                  <a:lnTo>
                    <a:pt x="213834" y="327573"/>
                  </a:lnTo>
                  <a:lnTo>
                    <a:pt x="218892" y="326014"/>
                  </a:lnTo>
                  <a:lnTo>
                    <a:pt x="223899" y="324297"/>
                  </a:lnTo>
                  <a:lnTo>
                    <a:pt x="228849" y="322421"/>
                  </a:lnTo>
                  <a:lnTo>
                    <a:pt x="233737" y="320390"/>
                  </a:lnTo>
                  <a:lnTo>
                    <a:pt x="238558" y="318205"/>
                  </a:lnTo>
                  <a:lnTo>
                    <a:pt x="243308" y="315868"/>
                  </a:lnTo>
                  <a:lnTo>
                    <a:pt x="247981" y="313382"/>
                  </a:lnTo>
                  <a:lnTo>
                    <a:pt x="252574" y="310749"/>
                  </a:lnTo>
                  <a:lnTo>
                    <a:pt x="257080" y="307973"/>
                  </a:lnTo>
                  <a:lnTo>
                    <a:pt x="261497" y="305055"/>
                  </a:lnTo>
                  <a:lnTo>
                    <a:pt x="265819" y="301999"/>
                  </a:lnTo>
                  <a:lnTo>
                    <a:pt x="270042" y="298807"/>
                  </a:lnTo>
                  <a:lnTo>
                    <a:pt x="274161" y="295483"/>
                  </a:lnTo>
                  <a:lnTo>
                    <a:pt x="278174" y="292031"/>
                  </a:lnTo>
                  <a:lnTo>
                    <a:pt x="282075" y="288453"/>
                  </a:lnTo>
                  <a:lnTo>
                    <a:pt x="285861" y="284753"/>
                  </a:lnTo>
                  <a:lnTo>
                    <a:pt x="289528" y="280936"/>
                  </a:lnTo>
                  <a:lnTo>
                    <a:pt x="293072" y="277004"/>
                  </a:lnTo>
                  <a:lnTo>
                    <a:pt x="296490" y="272962"/>
                  </a:lnTo>
                  <a:lnTo>
                    <a:pt x="299778" y="268814"/>
                  </a:lnTo>
                  <a:lnTo>
                    <a:pt x="302933" y="264564"/>
                  </a:lnTo>
                  <a:lnTo>
                    <a:pt x="305952" y="260216"/>
                  </a:lnTo>
                  <a:lnTo>
                    <a:pt x="308832" y="255775"/>
                  </a:lnTo>
                  <a:lnTo>
                    <a:pt x="311570" y="251245"/>
                  </a:lnTo>
                  <a:lnTo>
                    <a:pt x="314163" y="246630"/>
                  </a:lnTo>
                  <a:lnTo>
                    <a:pt x="316609" y="241935"/>
                  </a:lnTo>
                  <a:lnTo>
                    <a:pt x="318905" y="237166"/>
                  </a:lnTo>
                  <a:lnTo>
                    <a:pt x="321048" y="232326"/>
                  </a:lnTo>
                  <a:lnTo>
                    <a:pt x="323038" y="227421"/>
                  </a:lnTo>
                  <a:lnTo>
                    <a:pt x="324871" y="222455"/>
                  </a:lnTo>
                  <a:lnTo>
                    <a:pt x="167149" y="1670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8472" y="2126963"/>
              <a:ext cx="167150" cy="222565"/>
            </a:xfrm>
            <a:custGeom>
              <a:avLst/>
              <a:pathLst>
                <a:path w="167150" h="222565">
                  <a:moveTo>
                    <a:pt x="157721" y="222565"/>
                  </a:moveTo>
                  <a:lnTo>
                    <a:pt x="159430" y="217435"/>
                  </a:lnTo>
                  <a:lnTo>
                    <a:pt x="160972" y="212252"/>
                  </a:lnTo>
                  <a:lnTo>
                    <a:pt x="162346" y="207022"/>
                  </a:lnTo>
                  <a:lnTo>
                    <a:pt x="163550" y="201751"/>
                  </a:lnTo>
                  <a:lnTo>
                    <a:pt x="164583" y="196443"/>
                  </a:lnTo>
                  <a:lnTo>
                    <a:pt x="165444" y="191104"/>
                  </a:lnTo>
                  <a:lnTo>
                    <a:pt x="166132" y="185741"/>
                  </a:lnTo>
                  <a:lnTo>
                    <a:pt x="166646" y="180358"/>
                  </a:lnTo>
                  <a:lnTo>
                    <a:pt x="166985" y="174961"/>
                  </a:lnTo>
                  <a:lnTo>
                    <a:pt x="167150" y="169556"/>
                  </a:lnTo>
                  <a:lnTo>
                    <a:pt x="167140" y="164149"/>
                  </a:lnTo>
                  <a:lnTo>
                    <a:pt x="166955" y="158744"/>
                  </a:lnTo>
                  <a:lnTo>
                    <a:pt x="166595" y="153349"/>
                  </a:lnTo>
                  <a:lnTo>
                    <a:pt x="166061" y="147968"/>
                  </a:lnTo>
                  <a:lnTo>
                    <a:pt x="165353" y="142607"/>
                  </a:lnTo>
                  <a:lnTo>
                    <a:pt x="164472" y="137272"/>
                  </a:lnTo>
                  <a:lnTo>
                    <a:pt x="163419" y="131968"/>
                  </a:lnTo>
                  <a:lnTo>
                    <a:pt x="162195" y="126701"/>
                  </a:lnTo>
                  <a:lnTo>
                    <a:pt x="160802" y="121476"/>
                  </a:lnTo>
                  <a:lnTo>
                    <a:pt x="159240" y="116299"/>
                  </a:lnTo>
                  <a:lnTo>
                    <a:pt x="157511" y="111176"/>
                  </a:lnTo>
                  <a:lnTo>
                    <a:pt x="155618" y="106110"/>
                  </a:lnTo>
                  <a:lnTo>
                    <a:pt x="153562" y="101109"/>
                  </a:lnTo>
                  <a:lnTo>
                    <a:pt x="151345" y="96177"/>
                  </a:lnTo>
                  <a:lnTo>
                    <a:pt x="148970" y="91319"/>
                  </a:lnTo>
                  <a:lnTo>
                    <a:pt x="146438" y="86541"/>
                  </a:lnTo>
                  <a:lnTo>
                    <a:pt x="143754" y="81847"/>
                  </a:lnTo>
                  <a:lnTo>
                    <a:pt x="140919" y="77242"/>
                  </a:lnTo>
                  <a:lnTo>
                    <a:pt x="137937" y="72731"/>
                  </a:lnTo>
                  <a:lnTo>
                    <a:pt x="134811" y="68319"/>
                  </a:lnTo>
                  <a:lnTo>
                    <a:pt x="131543" y="64011"/>
                  </a:lnTo>
                  <a:lnTo>
                    <a:pt x="128138" y="59810"/>
                  </a:lnTo>
                  <a:lnTo>
                    <a:pt x="124599" y="55722"/>
                  </a:lnTo>
                  <a:lnTo>
                    <a:pt x="120929" y="51750"/>
                  </a:lnTo>
                  <a:lnTo>
                    <a:pt x="117133" y="47899"/>
                  </a:lnTo>
                  <a:lnTo>
                    <a:pt x="113214" y="44173"/>
                  </a:lnTo>
                  <a:lnTo>
                    <a:pt x="109177" y="40576"/>
                  </a:lnTo>
                  <a:lnTo>
                    <a:pt x="105025" y="37111"/>
                  </a:lnTo>
                  <a:lnTo>
                    <a:pt x="100764" y="33782"/>
                  </a:lnTo>
                  <a:lnTo>
                    <a:pt x="96397" y="30593"/>
                  </a:lnTo>
                  <a:lnTo>
                    <a:pt x="91929" y="27547"/>
                  </a:lnTo>
                  <a:lnTo>
                    <a:pt x="87366" y="24646"/>
                  </a:lnTo>
                  <a:lnTo>
                    <a:pt x="82710" y="21895"/>
                  </a:lnTo>
                  <a:lnTo>
                    <a:pt x="77969" y="19296"/>
                  </a:lnTo>
                  <a:lnTo>
                    <a:pt x="73145" y="16852"/>
                  </a:lnTo>
                  <a:lnTo>
                    <a:pt x="68245" y="14565"/>
                  </a:lnTo>
                  <a:lnTo>
                    <a:pt x="63274" y="12437"/>
                  </a:lnTo>
                  <a:lnTo>
                    <a:pt x="58236" y="10472"/>
                  </a:lnTo>
                  <a:lnTo>
                    <a:pt x="53138" y="8670"/>
                  </a:lnTo>
                  <a:lnTo>
                    <a:pt x="47984" y="7034"/>
                  </a:lnTo>
                  <a:lnTo>
                    <a:pt x="42780" y="5566"/>
                  </a:lnTo>
                  <a:lnTo>
                    <a:pt x="37530" y="4267"/>
                  </a:lnTo>
                  <a:lnTo>
                    <a:pt x="32242" y="3138"/>
                  </a:lnTo>
                  <a:lnTo>
                    <a:pt x="26920" y="2181"/>
                  </a:lnTo>
                  <a:lnTo>
                    <a:pt x="21570" y="1397"/>
                  </a:lnTo>
                  <a:lnTo>
                    <a:pt x="16197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11257" y="1681503"/>
              <a:ext cx="11977" cy="167167"/>
            </a:xfrm>
            <a:custGeom>
              <a:avLst/>
              <a:pathLst>
                <a:path w="11977" h="167167">
                  <a:moveTo>
                    <a:pt x="11977" y="0"/>
                  </a:moveTo>
                  <a:lnTo>
                    <a:pt x="0" y="429"/>
                  </a:lnTo>
                  <a:lnTo>
                    <a:pt x="1197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1257" y="1681932"/>
              <a:ext cx="11977" cy="166737"/>
            </a:xfrm>
            <a:custGeom>
              <a:avLst/>
              <a:pathLst>
                <a:path w="11977" h="166737">
                  <a:moveTo>
                    <a:pt x="0" y="0"/>
                  </a:moveTo>
                  <a:lnTo>
                    <a:pt x="11977" y="1667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256073" y="1681932"/>
              <a:ext cx="334318" cy="333902"/>
            </a:xfrm>
            <a:custGeom>
              <a:avLst/>
              <a:pathLst>
                <a:path w="334318" h="333902">
                  <a:moveTo>
                    <a:pt x="155183" y="0"/>
                  </a:moveTo>
                  <a:lnTo>
                    <a:pt x="149903" y="463"/>
                  </a:lnTo>
                  <a:lnTo>
                    <a:pt x="144640" y="1094"/>
                  </a:lnTo>
                  <a:lnTo>
                    <a:pt x="139399" y="1891"/>
                  </a:lnTo>
                  <a:lnTo>
                    <a:pt x="134187" y="2854"/>
                  </a:lnTo>
                  <a:lnTo>
                    <a:pt x="129007" y="3982"/>
                  </a:lnTo>
                  <a:lnTo>
                    <a:pt x="123867" y="5273"/>
                  </a:lnTo>
                  <a:lnTo>
                    <a:pt x="118769" y="6727"/>
                  </a:lnTo>
                  <a:lnTo>
                    <a:pt x="113720" y="8342"/>
                  </a:lnTo>
                  <a:lnTo>
                    <a:pt x="108725" y="10116"/>
                  </a:lnTo>
                  <a:lnTo>
                    <a:pt x="103789" y="12047"/>
                  </a:lnTo>
                  <a:lnTo>
                    <a:pt x="98916" y="14134"/>
                  </a:lnTo>
                  <a:lnTo>
                    <a:pt x="94112" y="16375"/>
                  </a:lnTo>
                  <a:lnTo>
                    <a:pt x="89382" y="18766"/>
                  </a:lnTo>
                  <a:lnTo>
                    <a:pt x="84730" y="21307"/>
                  </a:lnTo>
                  <a:lnTo>
                    <a:pt x="80160" y="23993"/>
                  </a:lnTo>
                  <a:lnTo>
                    <a:pt x="75678" y="26823"/>
                  </a:lnTo>
                  <a:lnTo>
                    <a:pt x="71288" y="29794"/>
                  </a:lnTo>
                  <a:lnTo>
                    <a:pt x="66995" y="32903"/>
                  </a:lnTo>
                  <a:lnTo>
                    <a:pt x="62802" y="36146"/>
                  </a:lnTo>
                  <a:lnTo>
                    <a:pt x="58714" y="39520"/>
                  </a:lnTo>
                  <a:lnTo>
                    <a:pt x="54735" y="43022"/>
                  </a:lnTo>
                  <a:lnTo>
                    <a:pt x="50869" y="46649"/>
                  </a:lnTo>
                  <a:lnTo>
                    <a:pt x="47120" y="50396"/>
                  </a:lnTo>
                  <a:lnTo>
                    <a:pt x="43492" y="54261"/>
                  </a:lnTo>
                  <a:lnTo>
                    <a:pt x="39988" y="58238"/>
                  </a:lnTo>
                  <a:lnTo>
                    <a:pt x="36612" y="62325"/>
                  </a:lnTo>
                  <a:lnTo>
                    <a:pt x="33367" y="66516"/>
                  </a:lnTo>
                  <a:lnTo>
                    <a:pt x="30257" y="70809"/>
                  </a:lnTo>
                  <a:lnTo>
                    <a:pt x="27284" y="75197"/>
                  </a:lnTo>
                  <a:lnTo>
                    <a:pt x="24452" y="79678"/>
                  </a:lnTo>
                  <a:lnTo>
                    <a:pt x="21764" y="84246"/>
                  </a:lnTo>
                  <a:lnTo>
                    <a:pt x="19222" y="88898"/>
                  </a:lnTo>
                  <a:lnTo>
                    <a:pt x="16828" y="93627"/>
                  </a:lnTo>
                  <a:lnTo>
                    <a:pt x="14586" y="98430"/>
                  </a:lnTo>
                  <a:lnTo>
                    <a:pt x="12497" y="103302"/>
                  </a:lnTo>
                  <a:lnTo>
                    <a:pt x="10563" y="108238"/>
                  </a:lnTo>
                  <a:lnTo>
                    <a:pt x="8787" y="113232"/>
                  </a:lnTo>
                  <a:lnTo>
                    <a:pt x="7170" y="118280"/>
                  </a:lnTo>
                  <a:lnTo>
                    <a:pt x="5715" y="123377"/>
                  </a:lnTo>
                  <a:lnTo>
                    <a:pt x="4421" y="128517"/>
                  </a:lnTo>
                  <a:lnTo>
                    <a:pt x="3291" y="133696"/>
                  </a:lnTo>
                  <a:lnTo>
                    <a:pt x="2326" y="138908"/>
                  </a:lnTo>
                  <a:lnTo>
                    <a:pt x="1526" y="144148"/>
                  </a:lnTo>
                  <a:lnTo>
                    <a:pt x="893" y="149411"/>
                  </a:lnTo>
                  <a:lnTo>
                    <a:pt x="428" y="154691"/>
                  </a:lnTo>
                  <a:lnTo>
                    <a:pt x="130" y="159984"/>
                  </a:lnTo>
                  <a:lnTo>
                    <a:pt x="0" y="165283"/>
                  </a:lnTo>
                  <a:lnTo>
                    <a:pt x="37" y="170583"/>
                  </a:lnTo>
                  <a:lnTo>
                    <a:pt x="243" y="175880"/>
                  </a:lnTo>
                  <a:lnTo>
                    <a:pt x="617" y="181167"/>
                  </a:lnTo>
                  <a:lnTo>
                    <a:pt x="1158" y="186440"/>
                  </a:lnTo>
                  <a:lnTo>
                    <a:pt x="1867" y="191694"/>
                  </a:lnTo>
                  <a:lnTo>
                    <a:pt x="2741" y="196922"/>
                  </a:lnTo>
                  <a:lnTo>
                    <a:pt x="3781" y="202120"/>
                  </a:lnTo>
                  <a:lnTo>
                    <a:pt x="4984" y="207282"/>
                  </a:lnTo>
                  <a:lnTo>
                    <a:pt x="6351" y="212403"/>
                  </a:lnTo>
                  <a:lnTo>
                    <a:pt x="7880" y="217479"/>
                  </a:lnTo>
                  <a:lnTo>
                    <a:pt x="9569" y="222503"/>
                  </a:lnTo>
                  <a:lnTo>
                    <a:pt x="11416" y="227471"/>
                  </a:lnTo>
                  <a:lnTo>
                    <a:pt x="13420" y="232379"/>
                  </a:lnTo>
                  <a:lnTo>
                    <a:pt x="15579" y="237220"/>
                  </a:lnTo>
                  <a:lnTo>
                    <a:pt x="17889" y="241991"/>
                  </a:lnTo>
                  <a:lnTo>
                    <a:pt x="20350" y="246685"/>
                  </a:lnTo>
                  <a:lnTo>
                    <a:pt x="22959" y="251300"/>
                  </a:lnTo>
                  <a:lnTo>
                    <a:pt x="25712" y="255829"/>
                  </a:lnTo>
                  <a:lnTo>
                    <a:pt x="28608" y="260269"/>
                  </a:lnTo>
                  <a:lnTo>
                    <a:pt x="31643" y="264615"/>
                  </a:lnTo>
                  <a:lnTo>
                    <a:pt x="34815" y="268862"/>
                  </a:lnTo>
                  <a:lnTo>
                    <a:pt x="38119" y="273007"/>
                  </a:lnTo>
                  <a:lnTo>
                    <a:pt x="41553" y="277045"/>
                  </a:lnTo>
                  <a:lnTo>
                    <a:pt x="45114" y="280972"/>
                  </a:lnTo>
                  <a:lnTo>
                    <a:pt x="48797" y="284784"/>
                  </a:lnTo>
                  <a:lnTo>
                    <a:pt x="52599" y="288477"/>
                  </a:lnTo>
                  <a:lnTo>
                    <a:pt x="56516" y="292048"/>
                  </a:lnTo>
                  <a:lnTo>
                    <a:pt x="60545" y="295493"/>
                  </a:lnTo>
                  <a:lnTo>
                    <a:pt x="64681" y="298809"/>
                  </a:lnTo>
                  <a:lnTo>
                    <a:pt x="68920" y="301991"/>
                  </a:lnTo>
                  <a:lnTo>
                    <a:pt x="73257" y="305038"/>
                  </a:lnTo>
                  <a:lnTo>
                    <a:pt x="77689" y="307946"/>
                  </a:lnTo>
                  <a:lnTo>
                    <a:pt x="82211" y="310711"/>
                  </a:lnTo>
                  <a:lnTo>
                    <a:pt x="86819" y="313332"/>
                  </a:lnTo>
                  <a:lnTo>
                    <a:pt x="91507" y="315806"/>
                  </a:lnTo>
                  <a:lnTo>
                    <a:pt x="96271" y="318130"/>
                  </a:lnTo>
                  <a:lnTo>
                    <a:pt x="101107" y="320301"/>
                  </a:lnTo>
                  <a:lnTo>
                    <a:pt x="106008" y="322318"/>
                  </a:lnTo>
                  <a:lnTo>
                    <a:pt x="110972" y="324179"/>
                  </a:lnTo>
                  <a:lnTo>
                    <a:pt x="115992" y="325881"/>
                  </a:lnTo>
                  <a:lnTo>
                    <a:pt x="121063" y="327423"/>
                  </a:lnTo>
                  <a:lnTo>
                    <a:pt x="126181" y="328804"/>
                  </a:lnTo>
                  <a:lnTo>
                    <a:pt x="131340" y="330022"/>
                  </a:lnTo>
                  <a:lnTo>
                    <a:pt x="136535" y="331075"/>
                  </a:lnTo>
                  <a:lnTo>
                    <a:pt x="141761" y="331964"/>
                  </a:lnTo>
                  <a:lnTo>
                    <a:pt x="147012" y="332686"/>
                  </a:lnTo>
                  <a:lnTo>
                    <a:pt x="152283" y="333241"/>
                  </a:lnTo>
                  <a:lnTo>
                    <a:pt x="157570" y="333629"/>
                  </a:lnTo>
                  <a:lnTo>
                    <a:pt x="162866" y="333850"/>
                  </a:lnTo>
                  <a:lnTo>
                    <a:pt x="168166" y="333902"/>
                  </a:lnTo>
                  <a:lnTo>
                    <a:pt x="173466" y="333786"/>
                  </a:lnTo>
                  <a:lnTo>
                    <a:pt x="178759" y="333502"/>
                  </a:lnTo>
                  <a:lnTo>
                    <a:pt x="184040" y="333050"/>
                  </a:lnTo>
                  <a:lnTo>
                    <a:pt x="189305" y="332432"/>
                  </a:lnTo>
                  <a:lnTo>
                    <a:pt x="194547" y="331646"/>
                  </a:lnTo>
                  <a:lnTo>
                    <a:pt x="199762" y="330695"/>
                  </a:lnTo>
                  <a:lnTo>
                    <a:pt x="204944" y="329579"/>
                  </a:lnTo>
                  <a:lnTo>
                    <a:pt x="210087" y="328299"/>
                  </a:lnTo>
                  <a:lnTo>
                    <a:pt x="215188" y="326857"/>
                  </a:lnTo>
                  <a:lnTo>
                    <a:pt x="220241" y="325254"/>
                  </a:lnTo>
                  <a:lnTo>
                    <a:pt x="225240" y="323491"/>
                  </a:lnTo>
                  <a:lnTo>
                    <a:pt x="230180" y="321571"/>
                  </a:lnTo>
                  <a:lnTo>
                    <a:pt x="235058" y="319495"/>
                  </a:lnTo>
                  <a:lnTo>
                    <a:pt x="239867" y="317266"/>
                  </a:lnTo>
                  <a:lnTo>
                    <a:pt x="244603" y="314885"/>
                  </a:lnTo>
                  <a:lnTo>
                    <a:pt x="249261" y="312355"/>
                  </a:lnTo>
                  <a:lnTo>
                    <a:pt x="253836" y="309679"/>
                  </a:lnTo>
                  <a:lnTo>
                    <a:pt x="258325" y="306859"/>
                  </a:lnTo>
                  <a:lnTo>
                    <a:pt x="262721" y="303898"/>
                  </a:lnTo>
                  <a:lnTo>
                    <a:pt x="267022" y="300799"/>
                  </a:lnTo>
                  <a:lnTo>
                    <a:pt x="271222" y="297566"/>
                  </a:lnTo>
                  <a:lnTo>
                    <a:pt x="275318" y="294201"/>
                  </a:lnTo>
                  <a:lnTo>
                    <a:pt x="279305" y="290708"/>
                  </a:lnTo>
                  <a:lnTo>
                    <a:pt x="283179" y="287090"/>
                  </a:lnTo>
                  <a:lnTo>
                    <a:pt x="286936" y="283351"/>
                  </a:lnTo>
                  <a:lnTo>
                    <a:pt x="290573" y="279495"/>
                  </a:lnTo>
                  <a:lnTo>
                    <a:pt x="294086" y="275525"/>
                  </a:lnTo>
                  <a:lnTo>
                    <a:pt x="297472" y="271446"/>
                  </a:lnTo>
                  <a:lnTo>
                    <a:pt x="300726" y="267262"/>
                  </a:lnTo>
                  <a:lnTo>
                    <a:pt x="303846" y="262977"/>
                  </a:lnTo>
                  <a:lnTo>
                    <a:pt x="306828" y="258595"/>
                  </a:lnTo>
                  <a:lnTo>
                    <a:pt x="309671" y="254121"/>
                  </a:lnTo>
                  <a:lnTo>
                    <a:pt x="312369" y="249559"/>
                  </a:lnTo>
                  <a:lnTo>
                    <a:pt x="314922" y="244913"/>
                  </a:lnTo>
                  <a:lnTo>
                    <a:pt x="317327" y="240189"/>
                  </a:lnTo>
                  <a:lnTo>
                    <a:pt x="319580" y="235391"/>
                  </a:lnTo>
                  <a:lnTo>
                    <a:pt x="321680" y="230524"/>
                  </a:lnTo>
                  <a:lnTo>
                    <a:pt x="323625" y="225593"/>
                  </a:lnTo>
                  <a:lnTo>
                    <a:pt x="325412" y="220603"/>
                  </a:lnTo>
                  <a:lnTo>
                    <a:pt x="327040" y="215558"/>
                  </a:lnTo>
                  <a:lnTo>
                    <a:pt x="328508" y="210465"/>
                  </a:lnTo>
                  <a:lnTo>
                    <a:pt x="329813" y="205327"/>
                  </a:lnTo>
                  <a:lnTo>
                    <a:pt x="330955" y="200151"/>
                  </a:lnTo>
                  <a:lnTo>
                    <a:pt x="331932" y="194941"/>
                  </a:lnTo>
                  <a:lnTo>
                    <a:pt x="332743" y="189703"/>
                  </a:lnTo>
                  <a:lnTo>
                    <a:pt x="333388" y="184442"/>
                  </a:lnTo>
                  <a:lnTo>
                    <a:pt x="333866" y="179162"/>
                  </a:lnTo>
                  <a:lnTo>
                    <a:pt x="334176" y="173871"/>
                  </a:lnTo>
                  <a:lnTo>
                    <a:pt x="334318" y="168572"/>
                  </a:lnTo>
                  <a:lnTo>
                    <a:pt x="334292" y="163271"/>
                  </a:lnTo>
                  <a:lnTo>
                    <a:pt x="334098" y="157974"/>
                  </a:lnTo>
                  <a:lnTo>
                    <a:pt x="333736" y="152686"/>
                  </a:lnTo>
                  <a:lnTo>
                    <a:pt x="333207" y="147412"/>
                  </a:lnTo>
                  <a:lnTo>
                    <a:pt x="332511" y="142157"/>
                  </a:lnTo>
                  <a:lnTo>
                    <a:pt x="331649" y="136927"/>
                  </a:lnTo>
                  <a:lnTo>
                    <a:pt x="330621" y="131727"/>
                  </a:lnTo>
                  <a:lnTo>
                    <a:pt x="329429" y="126562"/>
                  </a:lnTo>
                  <a:lnTo>
                    <a:pt x="328073" y="121437"/>
                  </a:lnTo>
                  <a:lnTo>
                    <a:pt x="326556" y="116358"/>
                  </a:lnTo>
                  <a:lnTo>
                    <a:pt x="324879" y="111330"/>
                  </a:lnTo>
                  <a:lnTo>
                    <a:pt x="323043" y="106357"/>
                  </a:lnTo>
                  <a:lnTo>
                    <a:pt x="321050" y="101446"/>
                  </a:lnTo>
                  <a:lnTo>
                    <a:pt x="318903" y="96599"/>
                  </a:lnTo>
                  <a:lnTo>
                    <a:pt x="316603" y="91824"/>
                  </a:lnTo>
                  <a:lnTo>
                    <a:pt x="314152" y="87123"/>
                  </a:lnTo>
                  <a:lnTo>
                    <a:pt x="311554" y="82503"/>
                  </a:lnTo>
                  <a:lnTo>
                    <a:pt x="308811" y="77967"/>
                  </a:lnTo>
                  <a:lnTo>
                    <a:pt x="305925" y="73521"/>
                  </a:lnTo>
                  <a:lnTo>
                    <a:pt x="302900" y="69168"/>
                  </a:lnTo>
                  <a:lnTo>
                    <a:pt x="299738" y="64914"/>
                  </a:lnTo>
                  <a:lnTo>
                    <a:pt x="296443" y="60761"/>
                  </a:lnTo>
                  <a:lnTo>
                    <a:pt x="293018" y="56716"/>
                  </a:lnTo>
                  <a:lnTo>
                    <a:pt x="289467" y="52781"/>
                  </a:lnTo>
                  <a:lnTo>
                    <a:pt x="285793" y="48960"/>
                  </a:lnTo>
                  <a:lnTo>
                    <a:pt x="281999" y="45258"/>
                  </a:lnTo>
                  <a:lnTo>
                    <a:pt x="278090" y="41678"/>
                  </a:lnTo>
                  <a:lnTo>
                    <a:pt x="274069" y="38224"/>
                  </a:lnTo>
                  <a:lnTo>
                    <a:pt x="269941" y="34899"/>
                  </a:lnTo>
                  <a:lnTo>
                    <a:pt x="265709" y="31707"/>
                  </a:lnTo>
                  <a:lnTo>
                    <a:pt x="261378" y="28650"/>
                  </a:lnTo>
                  <a:lnTo>
                    <a:pt x="256953" y="25733"/>
                  </a:lnTo>
                  <a:lnTo>
                    <a:pt x="252437" y="22957"/>
                  </a:lnTo>
                  <a:lnTo>
                    <a:pt x="247836" y="20325"/>
                  </a:lnTo>
                  <a:lnTo>
                    <a:pt x="243153" y="17841"/>
                  </a:lnTo>
                  <a:lnTo>
                    <a:pt x="238394" y="15507"/>
                  </a:lnTo>
                  <a:lnTo>
                    <a:pt x="233564" y="13324"/>
                  </a:lnTo>
                  <a:lnTo>
                    <a:pt x="228666" y="11296"/>
                  </a:lnTo>
                  <a:lnTo>
                    <a:pt x="223707" y="9424"/>
                  </a:lnTo>
                  <a:lnTo>
                    <a:pt x="218691" y="7710"/>
                  </a:lnTo>
                  <a:lnTo>
                    <a:pt x="213623" y="6157"/>
                  </a:lnTo>
                  <a:lnTo>
                    <a:pt x="208509" y="4764"/>
                  </a:lnTo>
                  <a:lnTo>
                    <a:pt x="203353" y="3535"/>
                  </a:lnTo>
                  <a:lnTo>
                    <a:pt x="198160" y="2469"/>
                  </a:lnTo>
                  <a:lnTo>
                    <a:pt x="192936" y="1569"/>
                  </a:lnTo>
                  <a:lnTo>
                    <a:pt x="167161" y="1667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23235" y="1681503"/>
              <a:ext cx="25775" cy="167167"/>
            </a:xfrm>
            <a:custGeom>
              <a:avLst/>
              <a:pathLst>
                <a:path w="25775" h="167167">
                  <a:moveTo>
                    <a:pt x="25775" y="1999"/>
                  </a:moveTo>
                  <a:lnTo>
                    <a:pt x="17222" y="889"/>
                  </a:lnTo>
                  <a:lnTo>
                    <a:pt x="8622" y="2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5853876" y="1322571"/>
              <a:ext cx="167162" cy="319157"/>
            </a:xfrm>
            <a:custGeom>
              <a:avLst/>
              <a:pathLst>
                <a:path w="167162" h="319157">
                  <a:moveTo>
                    <a:pt x="167162" y="0"/>
                  </a:moveTo>
                  <a:lnTo>
                    <a:pt x="161829" y="85"/>
                  </a:lnTo>
                  <a:lnTo>
                    <a:pt x="156502" y="340"/>
                  </a:lnTo>
                  <a:lnTo>
                    <a:pt x="151185" y="765"/>
                  </a:lnTo>
                  <a:lnTo>
                    <a:pt x="145884" y="1359"/>
                  </a:lnTo>
                  <a:lnTo>
                    <a:pt x="140606" y="2122"/>
                  </a:lnTo>
                  <a:lnTo>
                    <a:pt x="135354" y="3054"/>
                  </a:lnTo>
                  <a:lnTo>
                    <a:pt x="130134" y="4152"/>
                  </a:lnTo>
                  <a:lnTo>
                    <a:pt x="124953" y="5416"/>
                  </a:lnTo>
                  <a:lnTo>
                    <a:pt x="119814" y="6845"/>
                  </a:lnTo>
                  <a:lnTo>
                    <a:pt x="114723" y="8437"/>
                  </a:lnTo>
                  <a:lnTo>
                    <a:pt x="109686" y="10191"/>
                  </a:lnTo>
                  <a:lnTo>
                    <a:pt x="104707" y="12105"/>
                  </a:lnTo>
                  <a:lnTo>
                    <a:pt x="99792" y="14176"/>
                  </a:lnTo>
                  <a:lnTo>
                    <a:pt x="94946" y="16403"/>
                  </a:lnTo>
                  <a:lnTo>
                    <a:pt x="90173" y="18784"/>
                  </a:lnTo>
                  <a:lnTo>
                    <a:pt x="85478" y="21316"/>
                  </a:lnTo>
                  <a:lnTo>
                    <a:pt x="80867" y="23996"/>
                  </a:lnTo>
                  <a:lnTo>
                    <a:pt x="76343" y="26822"/>
                  </a:lnTo>
                  <a:lnTo>
                    <a:pt x="71912" y="29790"/>
                  </a:lnTo>
                  <a:lnTo>
                    <a:pt x="67578" y="32899"/>
                  </a:lnTo>
                  <a:lnTo>
                    <a:pt x="63345" y="36144"/>
                  </a:lnTo>
                  <a:lnTo>
                    <a:pt x="59218" y="39523"/>
                  </a:lnTo>
                  <a:lnTo>
                    <a:pt x="55201" y="43032"/>
                  </a:lnTo>
                  <a:lnTo>
                    <a:pt x="51298" y="46667"/>
                  </a:lnTo>
                  <a:lnTo>
                    <a:pt x="47512" y="50425"/>
                  </a:lnTo>
                  <a:lnTo>
                    <a:pt x="43849" y="54301"/>
                  </a:lnTo>
                  <a:lnTo>
                    <a:pt x="40311" y="58293"/>
                  </a:lnTo>
                  <a:lnTo>
                    <a:pt x="36902" y="62395"/>
                  </a:lnTo>
                  <a:lnTo>
                    <a:pt x="33626" y="66604"/>
                  </a:lnTo>
                  <a:lnTo>
                    <a:pt x="30486" y="70915"/>
                  </a:lnTo>
                  <a:lnTo>
                    <a:pt x="27485" y="75325"/>
                  </a:lnTo>
                  <a:lnTo>
                    <a:pt x="24626" y="79827"/>
                  </a:lnTo>
                  <a:lnTo>
                    <a:pt x="21912" y="84419"/>
                  </a:lnTo>
                  <a:lnTo>
                    <a:pt x="19346" y="89095"/>
                  </a:lnTo>
                  <a:lnTo>
                    <a:pt x="16930" y="93851"/>
                  </a:lnTo>
                  <a:lnTo>
                    <a:pt x="14668" y="98681"/>
                  </a:lnTo>
                  <a:lnTo>
                    <a:pt x="12561" y="103581"/>
                  </a:lnTo>
                  <a:lnTo>
                    <a:pt x="10611" y="108545"/>
                  </a:lnTo>
                  <a:lnTo>
                    <a:pt x="8820" y="113569"/>
                  </a:lnTo>
                  <a:lnTo>
                    <a:pt x="7191" y="118648"/>
                  </a:lnTo>
                  <a:lnTo>
                    <a:pt x="5725" y="123776"/>
                  </a:lnTo>
                  <a:lnTo>
                    <a:pt x="4422" y="128949"/>
                  </a:lnTo>
                  <a:lnTo>
                    <a:pt x="3286" y="134160"/>
                  </a:lnTo>
                  <a:lnTo>
                    <a:pt x="2316" y="139405"/>
                  </a:lnTo>
                  <a:lnTo>
                    <a:pt x="1515" y="144678"/>
                  </a:lnTo>
                  <a:lnTo>
                    <a:pt x="882" y="149974"/>
                  </a:lnTo>
                  <a:lnTo>
                    <a:pt x="418" y="155288"/>
                  </a:lnTo>
                  <a:lnTo>
                    <a:pt x="124" y="160613"/>
                  </a:lnTo>
                  <a:lnTo>
                    <a:pt x="0" y="165945"/>
                  </a:lnTo>
                  <a:lnTo>
                    <a:pt x="46" y="171279"/>
                  </a:lnTo>
                  <a:lnTo>
                    <a:pt x="262" y="176608"/>
                  </a:lnTo>
                  <a:lnTo>
                    <a:pt x="648" y="181928"/>
                  </a:lnTo>
                  <a:lnTo>
                    <a:pt x="1204" y="187233"/>
                  </a:lnTo>
                  <a:lnTo>
                    <a:pt x="1928" y="192517"/>
                  </a:lnTo>
                  <a:lnTo>
                    <a:pt x="2821" y="197776"/>
                  </a:lnTo>
                  <a:lnTo>
                    <a:pt x="3881" y="203003"/>
                  </a:lnTo>
                  <a:lnTo>
                    <a:pt x="5108" y="208194"/>
                  </a:lnTo>
                  <a:lnTo>
                    <a:pt x="6499" y="213343"/>
                  </a:lnTo>
                  <a:lnTo>
                    <a:pt x="8054" y="218445"/>
                  </a:lnTo>
                  <a:lnTo>
                    <a:pt x="9771" y="223495"/>
                  </a:lnTo>
                  <a:lnTo>
                    <a:pt x="11648" y="228487"/>
                  </a:lnTo>
                  <a:lnTo>
                    <a:pt x="13683" y="233417"/>
                  </a:lnTo>
                  <a:lnTo>
                    <a:pt x="15875" y="238280"/>
                  </a:lnTo>
                  <a:lnTo>
                    <a:pt x="18221" y="243070"/>
                  </a:lnTo>
                  <a:lnTo>
                    <a:pt x="20718" y="247783"/>
                  </a:lnTo>
                  <a:lnTo>
                    <a:pt x="23364" y="252414"/>
                  </a:lnTo>
                  <a:lnTo>
                    <a:pt x="26157" y="256958"/>
                  </a:lnTo>
                  <a:lnTo>
                    <a:pt x="29094" y="261411"/>
                  </a:lnTo>
                  <a:lnTo>
                    <a:pt x="32171" y="265768"/>
                  </a:lnTo>
                  <a:lnTo>
                    <a:pt x="35385" y="270024"/>
                  </a:lnTo>
                  <a:lnTo>
                    <a:pt x="38733" y="274176"/>
                  </a:lnTo>
                  <a:lnTo>
                    <a:pt x="42213" y="278219"/>
                  </a:lnTo>
                  <a:lnTo>
                    <a:pt x="45819" y="282148"/>
                  </a:lnTo>
                  <a:lnTo>
                    <a:pt x="49549" y="285961"/>
                  </a:lnTo>
                  <a:lnTo>
                    <a:pt x="53399" y="289653"/>
                  </a:lnTo>
                  <a:lnTo>
                    <a:pt x="57364" y="293220"/>
                  </a:lnTo>
                  <a:lnTo>
                    <a:pt x="61441" y="296658"/>
                  </a:lnTo>
                  <a:lnTo>
                    <a:pt x="65626" y="299965"/>
                  </a:lnTo>
                  <a:lnTo>
                    <a:pt x="69915" y="303137"/>
                  </a:lnTo>
                  <a:lnTo>
                    <a:pt x="74302" y="306170"/>
                  </a:lnTo>
                  <a:lnTo>
                    <a:pt x="78784" y="309062"/>
                  </a:lnTo>
                  <a:lnTo>
                    <a:pt x="83356" y="311809"/>
                  </a:lnTo>
                  <a:lnTo>
                    <a:pt x="88013" y="314409"/>
                  </a:lnTo>
                  <a:lnTo>
                    <a:pt x="92750" y="316859"/>
                  </a:lnTo>
                  <a:lnTo>
                    <a:pt x="97564" y="319157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1440" y="1489739"/>
              <a:ext cx="69598" cy="151990"/>
            </a:xfrm>
            <a:custGeom>
              <a:avLst/>
              <a:pathLst>
                <a:path w="69598" h="151990">
                  <a:moveTo>
                    <a:pt x="0" y="151990"/>
                  </a:moveTo>
                  <a:lnTo>
                    <a:pt x="695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1440" y="1325316"/>
              <a:ext cx="236748" cy="331574"/>
            </a:xfrm>
            <a:custGeom>
              <a:avLst/>
              <a:pathLst>
                <a:path w="236748" h="331574">
                  <a:moveTo>
                    <a:pt x="0" y="316412"/>
                  </a:moveTo>
                  <a:lnTo>
                    <a:pt x="4894" y="318560"/>
                  </a:lnTo>
                  <a:lnTo>
                    <a:pt x="9856" y="320550"/>
                  </a:lnTo>
                  <a:lnTo>
                    <a:pt x="14878" y="322380"/>
                  </a:lnTo>
                  <a:lnTo>
                    <a:pt x="19956" y="324049"/>
                  </a:lnTo>
                  <a:lnTo>
                    <a:pt x="25085" y="325554"/>
                  </a:lnTo>
                  <a:lnTo>
                    <a:pt x="30259" y="326895"/>
                  </a:lnTo>
                  <a:lnTo>
                    <a:pt x="35474" y="328070"/>
                  </a:lnTo>
                  <a:lnTo>
                    <a:pt x="40723" y="329077"/>
                  </a:lnTo>
                  <a:lnTo>
                    <a:pt x="46002" y="329916"/>
                  </a:lnTo>
                  <a:lnTo>
                    <a:pt x="51305" y="330586"/>
                  </a:lnTo>
                  <a:lnTo>
                    <a:pt x="56627" y="331086"/>
                  </a:lnTo>
                  <a:lnTo>
                    <a:pt x="61962" y="331415"/>
                  </a:lnTo>
                  <a:lnTo>
                    <a:pt x="67305" y="331574"/>
                  </a:lnTo>
                  <a:lnTo>
                    <a:pt x="72650" y="331562"/>
                  </a:lnTo>
                  <a:lnTo>
                    <a:pt x="77993" y="331379"/>
                  </a:lnTo>
                  <a:lnTo>
                    <a:pt x="83326" y="331025"/>
                  </a:lnTo>
                  <a:lnTo>
                    <a:pt x="88646" y="330501"/>
                  </a:lnTo>
                  <a:lnTo>
                    <a:pt x="93946" y="329807"/>
                  </a:lnTo>
                  <a:lnTo>
                    <a:pt x="99221" y="328944"/>
                  </a:lnTo>
                  <a:lnTo>
                    <a:pt x="104466" y="327913"/>
                  </a:lnTo>
                  <a:lnTo>
                    <a:pt x="109675" y="326715"/>
                  </a:lnTo>
                  <a:lnTo>
                    <a:pt x="114843" y="325350"/>
                  </a:lnTo>
                  <a:lnTo>
                    <a:pt x="119965" y="323822"/>
                  </a:lnTo>
                  <a:lnTo>
                    <a:pt x="125036" y="322130"/>
                  </a:lnTo>
                  <a:lnTo>
                    <a:pt x="130049" y="320277"/>
                  </a:lnTo>
                  <a:lnTo>
                    <a:pt x="135001" y="318264"/>
                  </a:lnTo>
                  <a:lnTo>
                    <a:pt x="139886" y="316095"/>
                  </a:lnTo>
                  <a:lnTo>
                    <a:pt x="144700" y="313770"/>
                  </a:lnTo>
                  <a:lnTo>
                    <a:pt x="149436" y="311293"/>
                  </a:lnTo>
                  <a:lnTo>
                    <a:pt x="154091" y="308665"/>
                  </a:lnTo>
                  <a:lnTo>
                    <a:pt x="158659" y="305890"/>
                  </a:lnTo>
                  <a:lnTo>
                    <a:pt x="163137" y="302970"/>
                  </a:lnTo>
                  <a:lnTo>
                    <a:pt x="167519" y="299909"/>
                  </a:lnTo>
                  <a:lnTo>
                    <a:pt x="171800" y="296709"/>
                  </a:lnTo>
                  <a:lnTo>
                    <a:pt x="175977" y="293374"/>
                  </a:lnTo>
                  <a:lnTo>
                    <a:pt x="180046" y="289907"/>
                  </a:lnTo>
                  <a:lnTo>
                    <a:pt x="184001" y="286311"/>
                  </a:lnTo>
                  <a:lnTo>
                    <a:pt x="187840" y="282591"/>
                  </a:lnTo>
                  <a:lnTo>
                    <a:pt x="191557" y="278751"/>
                  </a:lnTo>
                  <a:lnTo>
                    <a:pt x="195150" y="274793"/>
                  </a:lnTo>
                  <a:lnTo>
                    <a:pt x="198615" y="270722"/>
                  </a:lnTo>
                  <a:lnTo>
                    <a:pt x="201947" y="266543"/>
                  </a:lnTo>
                  <a:lnTo>
                    <a:pt x="205145" y="262260"/>
                  </a:lnTo>
                  <a:lnTo>
                    <a:pt x="208203" y="257876"/>
                  </a:lnTo>
                  <a:lnTo>
                    <a:pt x="211120" y="253397"/>
                  </a:lnTo>
                  <a:lnTo>
                    <a:pt x="213893" y="248827"/>
                  </a:lnTo>
                  <a:lnTo>
                    <a:pt x="216517" y="244170"/>
                  </a:lnTo>
                  <a:lnTo>
                    <a:pt x="218992" y="239432"/>
                  </a:lnTo>
                  <a:lnTo>
                    <a:pt x="221314" y="234617"/>
                  </a:lnTo>
                  <a:lnTo>
                    <a:pt x="223480" y="229731"/>
                  </a:lnTo>
                  <a:lnTo>
                    <a:pt x="225490" y="224778"/>
                  </a:lnTo>
                  <a:lnTo>
                    <a:pt x="227340" y="219763"/>
                  </a:lnTo>
                  <a:lnTo>
                    <a:pt x="229028" y="214691"/>
                  </a:lnTo>
                  <a:lnTo>
                    <a:pt x="230554" y="209568"/>
                  </a:lnTo>
                  <a:lnTo>
                    <a:pt x="231915" y="204399"/>
                  </a:lnTo>
                  <a:lnTo>
                    <a:pt x="233110" y="199189"/>
                  </a:lnTo>
                  <a:lnTo>
                    <a:pt x="234138" y="193944"/>
                  </a:lnTo>
                  <a:lnTo>
                    <a:pt x="234998" y="188668"/>
                  </a:lnTo>
                  <a:lnTo>
                    <a:pt x="235689" y="183368"/>
                  </a:lnTo>
                  <a:lnTo>
                    <a:pt x="236209" y="178048"/>
                  </a:lnTo>
                  <a:lnTo>
                    <a:pt x="236560" y="172714"/>
                  </a:lnTo>
                  <a:lnTo>
                    <a:pt x="236740" y="167372"/>
                  </a:lnTo>
                  <a:lnTo>
                    <a:pt x="236748" y="162027"/>
                  </a:lnTo>
                  <a:lnTo>
                    <a:pt x="236586" y="156684"/>
                  </a:lnTo>
                  <a:lnTo>
                    <a:pt x="236254" y="151349"/>
                  </a:lnTo>
                  <a:lnTo>
                    <a:pt x="235751" y="146027"/>
                  </a:lnTo>
                  <a:lnTo>
                    <a:pt x="235077" y="140725"/>
                  </a:lnTo>
                  <a:lnTo>
                    <a:pt x="234235" y="135446"/>
                  </a:lnTo>
                  <a:lnTo>
                    <a:pt x="233225" y="130197"/>
                  </a:lnTo>
                  <a:lnTo>
                    <a:pt x="232047" y="124983"/>
                  </a:lnTo>
                  <a:lnTo>
                    <a:pt x="230703" y="119810"/>
                  </a:lnTo>
                  <a:lnTo>
                    <a:pt x="229194" y="114682"/>
                  </a:lnTo>
                  <a:lnTo>
                    <a:pt x="227522" y="109605"/>
                  </a:lnTo>
                  <a:lnTo>
                    <a:pt x="225689" y="104584"/>
                  </a:lnTo>
                  <a:lnTo>
                    <a:pt x="223696" y="99624"/>
                  </a:lnTo>
                  <a:lnTo>
                    <a:pt x="221546" y="94730"/>
                  </a:lnTo>
                  <a:lnTo>
                    <a:pt x="219240" y="89908"/>
                  </a:lnTo>
                  <a:lnTo>
                    <a:pt x="216781" y="85162"/>
                  </a:lnTo>
                  <a:lnTo>
                    <a:pt x="214172" y="80497"/>
                  </a:lnTo>
                  <a:lnTo>
                    <a:pt x="211414" y="75917"/>
                  </a:lnTo>
                  <a:lnTo>
                    <a:pt x="208512" y="71429"/>
                  </a:lnTo>
                  <a:lnTo>
                    <a:pt x="205468" y="67035"/>
                  </a:lnTo>
                  <a:lnTo>
                    <a:pt x="202285" y="62741"/>
                  </a:lnTo>
                  <a:lnTo>
                    <a:pt x="198966" y="58550"/>
                  </a:lnTo>
                  <a:lnTo>
                    <a:pt x="195515" y="54468"/>
                  </a:lnTo>
                  <a:lnTo>
                    <a:pt x="191936" y="50499"/>
                  </a:lnTo>
                  <a:lnTo>
                    <a:pt x="188231" y="46646"/>
                  </a:lnTo>
                  <a:lnTo>
                    <a:pt x="184405" y="42913"/>
                  </a:lnTo>
                  <a:lnTo>
                    <a:pt x="180461" y="39305"/>
                  </a:lnTo>
                  <a:lnTo>
                    <a:pt x="176404" y="35824"/>
                  </a:lnTo>
                  <a:lnTo>
                    <a:pt x="172238" y="32475"/>
                  </a:lnTo>
                  <a:lnTo>
                    <a:pt x="167967" y="29261"/>
                  </a:lnTo>
                  <a:lnTo>
                    <a:pt x="163596" y="26185"/>
                  </a:lnTo>
                  <a:lnTo>
                    <a:pt x="159128" y="23251"/>
                  </a:lnTo>
                  <a:lnTo>
                    <a:pt x="154569" y="20461"/>
                  </a:lnTo>
                  <a:lnTo>
                    <a:pt x="149922" y="17818"/>
                  </a:lnTo>
                  <a:lnTo>
                    <a:pt x="145194" y="15324"/>
                  </a:lnTo>
                  <a:lnTo>
                    <a:pt x="140389" y="12984"/>
                  </a:lnTo>
                  <a:lnTo>
                    <a:pt x="135511" y="10798"/>
                  </a:lnTo>
                  <a:lnTo>
                    <a:pt x="130566" y="8769"/>
                  </a:lnTo>
                  <a:lnTo>
                    <a:pt x="125558" y="6899"/>
                  </a:lnTo>
                  <a:lnTo>
                    <a:pt x="120493" y="5191"/>
                  </a:lnTo>
                  <a:lnTo>
                    <a:pt x="115376" y="3645"/>
                  </a:lnTo>
                  <a:lnTo>
                    <a:pt x="110212" y="2264"/>
                  </a:lnTo>
                  <a:lnTo>
                    <a:pt x="105007" y="1048"/>
                  </a:lnTo>
                  <a:lnTo>
                    <a:pt x="99766" y="0"/>
                  </a:lnTo>
                  <a:lnTo>
                    <a:pt x="69598" y="164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21039" y="1322571"/>
              <a:ext cx="30167" cy="167167"/>
            </a:xfrm>
            <a:custGeom>
              <a:avLst/>
              <a:pathLst>
                <a:path w="30167" h="167167">
                  <a:moveTo>
                    <a:pt x="30167" y="2744"/>
                  </a:moveTo>
                  <a:lnTo>
                    <a:pt x="22680" y="1545"/>
                  </a:lnTo>
                  <a:lnTo>
                    <a:pt x="15146" y="687"/>
                  </a:lnTo>
                  <a:lnTo>
                    <a:pt x="7580" y="17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378095" y="1071028"/>
              <a:ext cx="167162" cy="288574"/>
            </a:xfrm>
            <a:custGeom>
              <a:avLst/>
              <a:pathLst>
                <a:path w="167162" h="288574">
                  <a:moveTo>
                    <a:pt x="167162" y="0"/>
                  </a:moveTo>
                  <a:lnTo>
                    <a:pt x="161778" y="86"/>
                  </a:lnTo>
                  <a:lnTo>
                    <a:pt x="156400" y="346"/>
                  </a:lnTo>
                  <a:lnTo>
                    <a:pt x="151033" y="779"/>
                  </a:lnTo>
                  <a:lnTo>
                    <a:pt x="145683" y="1385"/>
                  </a:lnTo>
                  <a:lnTo>
                    <a:pt x="140355" y="2163"/>
                  </a:lnTo>
                  <a:lnTo>
                    <a:pt x="135054" y="3112"/>
                  </a:lnTo>
                  <a:lnTo>
                    <a:pt x="129788" y="4231"/>
                  </a:lnTo>
                  <a:lnTo>
                    <a:pt x="124559" y="5519"/>
                  </a:lnTo>
                  <a:lnTo>
                    <a:pt x="119375" y="6975"/>
                  </a:lnTo>
                  <a:lnTo>
                    <a:pt x="114241" y="8597"/>
                  </a:lnTo>
                  <a:lnTo>
                    <a:pt x="109162" y="10384"/>
                  </a:lnTo>
                  <a:lnTo>
                    <a:pt x="104142" y="12333"/>
                  </a:lnTo>
                  <a:lnTo>
                    <a:pt x="99189" y="14443"/>
                  </a:lnTo>
                  <a:lnTo>
                    <a:pt x="94305" y="16712"/>
                  </a:lnTo>
                  <a:lnTo>
                    <a:pt x="89497" y="19136"/>
                  </a:lnTo>
                  <a:lnTo>
                    <a:pt x="84770" y="21714"/>
                  </a:lnTo>
                  <a:lnTo>
                    <a:pt x="80128" y="24443"/>
                  </a:lnTo>
                  <a:lnTo>
                    <a:pt x="75577" y="27320"/>
                  </a:lnTo>
                  <a:lnTo>
                    <a:pt x="71121" y="30342"/>
                  </a:lnTo>
                  <a:lnTo>
                    <a:pt x="66764" y="33506"/>
                  </a:lnTo>
                  <a:lnTo>
                    <a:pt x="62511" y="36809"/>
                  </a:lnTo>
                  <a:lnTo>
                    <a:pt x="58367" y="40247"/>
                  </a:lnTo>
                  <a:lnTo>
                    <a:pt x="54336" y="43817"/>
                  </a:lnTo>
                  <a:lnTo>
                    <a:pt x="50422" y="47515"/>
                  </a:lnTo>
                  <a:lnTo>
                    <a:pt x="46629" y="51336"/>
                  </a:lnTo>
                  <a:lnTo>
                    <a:pt x="42961" y="55278"/>
                  </a:lnTo>
                  <a:lnTo>
                    <a:pt x="39422" y="59336"/>
                  </a:lnTo>
                  <a:lnTo>
                    <a:pt x="36016" y="63506"/>
                  </a:lnTo>
                  <a:lnTo>
                    <a:pt x="32745" y="67784"/>
                  </a:lnTo>
                  <a:lnTo>
                    <a:pt x="29614" y="72164"/>
                  </a:lnTo>
                  <a:lnTo>
                    <a:pt x="26626" y="76644"/>
                  </a:lnTo>
                  <a:lnTo>
                    <a:pt x="23783" y="81217"/>
                  </a:lnTo>
                  <a:lnTo>
                    <a:pt x="21089" y="85879"/>
                  </a:lnTo>
                  <a:lnTo>
                    <a:pt x="18547" y="90626"/>
                  </a:lnTo>
                  <a:lnTo>
                    <a:pt x="16159" y="95452"/>
                  </a:lnTo>
                  <a:lnTo>
                    <a:pt x="13928" y="100352"/>
                  </a:lnTo>
                  <a:lnTo>
                    <a:pt x="11856" y="105322"/>
                  </a:lnTo>
                  <a:lnTo>
                    <a:pt x="9944" y="110356"/>
                  </a:lnTo>
                  <a:lnTo>
                    <a:pt x="8196" y="115448"/>
                  </a:lnTo>
                  <a:lnTo>
                    <a:pt x="6613" y="120595"/>
                  </a:lnTo>
                  <a:lnTo>
                    <a:pt x="5196" y="125790"/>
                  </a:lnTo>
                  <a:lnTo>
                    <a:pt x="3948" y="131028"/>
                  </a:lnTo>
                  <a:lnTo>
                    <a:pt x="2869" y="136303"/>
                  </a:lnTo>
                  <a:lnTo>
                    <a:pt x="1960" y="141610"/>
                  </a:lnTo>
                  <a:lnTo>
                    <a:pt x="1222" y="146944"/>
                  </a:lnTo>
                  <a:lnTo>
                    <a:pt x="657" y="152299"/>
                  </a:lnTo>
                  <a:lnTo>
                    <a:pt x="265" y="157669"/>
                  </a:lnTo>
                  <a:lnTo>
                    <a:pt x="45" y="163049"/>
                  </a:lnTo>
                  <a:lnTo>
                    <a:pt x="0" y="168433"/>
                  </a:lnTo>
                  <a:lnTo>
                    <a:pt x="127" y="173816"/>
                  </a:lnTo>
                  <a:lnTo>
                    <a:pt x="428" y="179192"/>
                  </a:lnTo>
                  <a:lnTo>
                    <a:pt x="902" y="184556"/>
                  </a:lnTo>
                  <a:lnTo>
                    <a:pt x="1548" y="189901"/>
                  </a:lnTo>
                  <a:lnTo>
                    <a:pt x="2366" y="195223"/>
                  </a:lnTo>
                  <a:lnTo>
                    <a:pt x="3355" y="200516"/>
                  </a:lnTo>
                  <a:lnTo>
                    <a:pt x="4514" y="205775"/>
                  </a:lnTo>
                  <a:lnTo>
                    <a:pt x="5842" y="210993"/>
                  </a:lnTo>
                  <a:lnTo>
                    <a:pt x="7337" y="216166"/>
                  </a:lnTo>
                  <a:lnTo>
                    <a:pt x="8998" y="221287"/>
                  </a:lnTo>
                  <a:lnTo>
                    <a:pt x="10823" y="226353"/>
                  </a:lnTo>
                  <a:lnTo>
                    <a:pt x="12810" y="231358"/>
                  </a:lnTo>
                  <a:lnTo>
                    <a:pt x="14958" y="236295"/>
                  </a:lnTo>
                  <a:lnTo>
                    <a:pt x="17263" y="241161"/>
                  </a:lnTo>
                  <a:lnTo>
                    <a:pt x="19724" y="245951"/>
                  </a:lnTo>
                  <a:lnTo>
                    <a:pt x="22338" y="250658"/>
                  </a:lnTo>
                  <a:lnTo>
                    <a:pt x="25102" y="255279"/>
                  </a:lnTo>
                  <a:lnTo>
                    <a:pt x="28013" y="259809"/>
                  </a:lnTo>
                  <a:lnTo>
                    <a:pt x="31069" y="264242"/>
                  </a:lnTo>
                  <a:lnTo>
                    <a:pt x="34266" y="268575"/>
                  </a:lnTo>
                  <a:lnTo>
                    <a:pt x="37601" y="272802"/>
                  </a:lnTo>
                  <a:lnTo>
                    <a:pt x="41070" y="276920"/>
                  </a:lnTo>
                  <a:lnTo>
                    <a:pt x="44670" y="280924"/>
                  </a:lnTo>
                  <a:lnTo>
                    <a:pt x="48397" y="284810"/>
                  </a:lnTo>
                  <a:lnTo>
                    <a:pt x="52248" y="288574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0344" y="1238196"/>
              <a:ext cx="114914" cy="121406"/>
            </a:xfrm>
            <a:custGeom>
              <a:avLst/>
              <a:pathLst>
                <a:path w="114914" h="121406">
                  <a:moveTo>
                    <a:pt x="0" y="121406"/>
                  </a:moveTo>
                  <a:lnTo>
                    <a:pt x="11491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0344" y="1113083"/>
              <a:ext cx="282070" cy="292279"/>
            </a:xfrm>
            <a:custGeom>
              <a:avLst/>
              <a:pathLst>
                <a:path w="282070" h="292279">
                  <a:moveTo>
                    <a:pt x="0" y="246520"/>
                  </a:moveTo>
                  <a:lnTo>
                    <a:pt x="3911" y="250106"/>
                  </a:lnTo>
                  <a:lnTo>
                    <a:pt x="7934" y="253566"/>
                  </a:lnTo>
                  <a:lnTo>
                    <a:pt x="12065" y="256897"/>
                  </a:lnTo>
                  <a:lnTo>
                    <a:pt x="16299" y="260095"/>
                  </a:lnTo>
                  <a:lnTo>
                    <a:pt x="20633" y="263156"/>
                  </a:lnTo>
                  <a:lnTo>
                    <a:pt x="25062" y="266079"/>
                  </a:lnTo>
                  <a:lnTo>
                    <a:pt x="29581" y="268860"/>
                  </a:lnTo>
                  <a:lnTo>
                    <a:pt x="34187" y="271496"/>
                  </a:lnTo>
                  <a:lnTo>
                    <a:pt x="38873" y="273984"/>
                  </a:lnTo>
                  <a:lnTo>
                    <a:pt x="43637" y="276323"/>
                  </a:lnTo>
                  <a:lnTo>
                    <a:pt x="48472" y="278509"/>
                  </a:lnTo>
                  <a:lnTo>
                    <a:pt x="53374" y="280540"/>
                  </a:lnTo>
                  <a:lnTo>
                    <a:pt x="58338" y="282415"/>
                  </a:lnTo>
                  <a:lnTo>
                    <a:pt x="63359" y="284132"/>
                  </a:lnTo>
                  <a:lnTo>
                    <a:pt x="68432" y="285688"/>
                  </a:lnTo>
                  <a:lnTo>
                    <a:pt x="73552" y="287082"/>
                  </a:lnTo>
                  <a:lnTo>
                    <a:pt x="78714" y="288313"/>
                  </a:lnTo>
                  <a:lnTo>
                    <a:pt x="83912" y="289380"/>
                  </a:lnTo>
                  <a:lnTo>
                    <a:pt x="89141" y="290281"/>
                  </a:lnTo>
                  <a:lnTo>
                    <a:pt x="94396" y="291016"/>
                  </a:lnTo>
                  <a:lnTo>
                    <a:pt x="99672" y="291584"/>
                  </a:lnTo>
                  <a:lnTo>
                    <a:pt x="104963" y="291984"/>
                  </a:lnTo>
                  <a:lnTo>
                    <a:pt x="110265" y="292215"/>
                  </a:lnTo>
                  <a:lnTo>
                    <a:pt x="115571" y="292279"/>
                  </a:lnTo>
                  <a:lnTo>
                    <a:pt x="120876" y="292174"/>
                  </a:lnTo>
                  <a:lnTo>
                    <a:pt x="126175" y="291900"/>
                  </a:lnTo>
                  <a:lnTo>
                    <a:pt x="131463" y="291459"/>
                  </a:lnTo>
                  <a:lnTo>
                    <a:pt x="136735" y="290850"/>
                  </a:lnTo>
                  <a:lnTo>
                    <a:pt x="141984" y="290074"/>
                  </a:lnTo>
                  <a:lnTo>
                    <a:pt x="147206" y="289132"/>
                  </a:lnTo>
                  <a:lnTo>
                    <a:pt x="152396" y="288024"/>
                  </a:lnTo>
                  <a:lnTo>
                    <a:pt x="157547" y="286752"/>
                  </a:lnTo>
                  <a:lnTo>
                    <a:pt x="162656" y="285318"/>
                  </a:lnTo>
                  <a:lnTo>
                    <a:pt x="167717" y="283722"/>
                  </a:lnTo>
                  <a:lnTo>
                    <a:pt x="172724" y="281966"/>
                  </a:lnTo>
                  <a:lnTo>
                    <a:pt x="177673" y="280052"/>
                  </a:lnTo>
                  <a:lnTo>
                    <a:pt x="182559" y="277982"/>
                  </a:lnTo>
                  <a:lnTo>
                    <a:pt x="187377" y="275758"/>
                  </a:lnTo>
                  <a:lnTo>
                    <a:pt x="192122" y="273382"/>
                  </a:lnTo>
                  <a:lnTo>
                    <a:pt x="196789" y="270857"/>
                  </a:lnTo>
                  <a:lnTo>
                    <a:pt x="201373" y="268185"/>
                  </a:lnTo>
                  <a:lnTo>
                    <a:pt x="205871" y="265369"/>
                  </a:lnTo>
                  <a:lnTo>
                    <a:pt x="210277" y="262411"/>
                  </a:lnTo>
                  <a:lnTo>
                    <a:pt x="214586" y="259315"/>
                  </a:lnTo>
                  <a:lnTo>
                    <a:pt x="218796" y="256084"/>
                  </a:lnTo>
                  <a:lnTo>
                    <a:pt x="222900" y="252721"/>
                  </a:lnTo>
                  <a:lnTo>
                    <a:pt x="226896" y="249230"/>
                  </a:lnTo>
                  <a:lnTo>
                    <a:pt x="230779" y="245613"/>
                  </a:lnTo>
                  <a:lnTo>
                    <a:pt x="234545" y="241875"/>
                  </a:lnTo>
                  <a:lnTo>
                    <a:pt x="238191" y="238019"/>
                  </a:lnTo>
                  <a:lnTo>
                    <a:pt x="241712" y="234049"/>
                  </a:lnTo>
                  <a:lnTo>
                    <a:pt x="245106" y="229970"/>
                  </a:lnTo>
                  <a:lnTo>
                    <a:pt x="248368" y="225785"/>
                  </a:lnTo>
                  <a:lnTo>
                    <a:pt x="251496" y="221499"/>
                  </a:lnTo>
                  <a:lnTo>
                    <a:pt x="254486" y="217115"/>
                  </a:lnTo>
                  <a:lnTo>
                    <a:pt x="257336" y="212639"/>
                  </a:lnTo>
                  <a:lnTo>
                    <a:pt x="260042" y="208075"/>
                  </a:lnTo>
                  <a:lnTo>
                    <a:pt x="262602" y="203426"/>
                  </a:lnTo>
                  <a:lnTo>
                    <a:pt x="265014" y="198700"/>
                  </a:lnTo>
                  <a:lnTo>
                    <a:pt x="267273" y="193899"/>
                  </a:lnTo>
                  <a:lnTo>
                    <a:pt x="269380" y="189028"/>
                  </a:lnTo>
                  <a:lnTo>
                    <a:pt x="271331" y="184093"/>
                  </a:lnTo>
                  <a:lnTo>
                    <a:pt x="273124" y="179099"/>
                  </a:lnTo>
                  <a:lnTo>
                    <a:pt x="274758" y="174051"/>
                  </a:lnTo>
                  <a:lnTo>
                    <a:pt x="276230" y="168953"/>
                  </a:lnTo>
                  <a:lnTo>
                    <a:pt x="277540" y="163811"/>
                  </a:lnTo>
                  <a:lnTo>
                    <a:pt x="278687" y="158629"/>
                  </a:lnTo>
                  <a:lnTo>
                    <a:pt x="279668" y="153415"/>
                  </a:lnTo>
                  <a:lnTo>
                    <a:pt x="280483" y="148171"/>
                  </a:lnTo>
                  <a:lnTo>
                    <a:pt x="281132" y="142905"/>
                  </a:lnTo>
                  <a:lnTo>
                    <a:pt x="281613" y="137620"/>
                  </a:lnTo>
                  <a:lnTo>
                    <a:pt x="281926" y="132323"/>
                  </a:lnTo>
                  <a:lnTo>
                    <a:pt x="282070" y="127019"/>
                  </a:lnTo>
                  <a:lnTo>
                    <a:pt x="282047" y="121712"/>
                  </a:lnTo>
                  <a:lnTo>
                    <a:pt x="281855" y="116409"/>
                  </a:lnTo>
                  <a:lnTo>
                    <a:pt x="281494" y="111115"/>
                  </a:lnTo>
                  <a:lnTo>
                    <a:pt x="280966" y="105835"/>
                  </a:lnTo>
                  <a:lnTo>
                    <a:pt x="280271" y="100575"/>
                  </a:lnTo>
                  <a:lnTo>
                    <a:pt x="279408" y="95339"/>
                  </a:lnTo>
                  <a:lnTo>
                    <a:pt x="278381" y="90133"/>
                  </a:lnTo>
                  <a:lnTo>
                    <a:pt x="277188" y="84962"/>
                  </a:lnTo>
                  <a:lnTo>
                    <a:pt x="275832" y="79832"/>
                  </a:lnTo>
                  <a:lnTo>
                    <a:pt x="274314" y="74748"/>
                  </a:lnTo>
                  <a:lnTo>
                    <a:pt x="272635" y="69714"/>
                  </a:lnTo>
                  <a:lnTo>
                    <a:pt x="270797" y="64736"/>
                  </a:lnTo>
                  <a:lnTo>
                    <a:pt x="268802" y="59819"/>
                  </a:lnTo>
                  <a:lnTo>
                    <a:pt x="266652" y="54967"/>
                  </a:lnTo>
                  <a:lnTo>
                    <a:pt x="264350" y="50187"/>
                  </a:lnTo>
                  <a:lnTo>
                    <a:pt x="261896" y="45481"/>
                  </a:lnTo>
                  <a:lnTo>
                    <a:pt x="259295" y="40856"/>
                  </a:lnTo>
                  <a:lnTo>
                    <a:pt x="256548" y="36316"/>
                  </a:lnTo>
                  <a:lnTo>
                    <a:pt x="253658" y="31866"/>
                  </a:lnTo>
                  <a:lnTo>
                    <a:pt x="250629" y="27509"/>
                  </a:lnTo>
                  <a:lnTo>
                    <a:pt x="247462" y="23251"/>
                  </a:lnTo>
                  <a:lnTo>
                    <a:pt x="244163" y="19095"/>
                  </a:lnTo>
                  <a:lnTo>
                    <a:pt x="240733" y="15047"/>
                  </a:lnTo>
                  <a:lnTo>
                    <a:pt x="237176" y="11109"/>
                  </a:lnTo>
                  <a:lnTo>
                    <a:pt x="233496" y="7286"/>
                  </a:lnTo>
                  <a:lnTo>
                    <a:pt x="229697" y="3581"/>
                  </a:lnTo>
                  <a:lnTo>
                    <a:pt x="225781" y="0"/>
                  </a:lnTo>
                  <a:lnTo>
                    <a:pt x="114914" y="125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258" y="1071028"/>
              <a:ext cx="110867" cy="167167"/>
            </a:xfrm>
            <a:custGeom>
              <a:avLst/>
              <a:pathLst>
                <a:path w="110867" h="167167">
                  <a:moveTo>
                    <a:pt x="110867" y="42054"/>
                  </a:moveTo>
                  <a:lnTo>
                    <a:pt x="106684" y="38468"/>
                  </a:lnTo>
                  <a:lnTo>
                    <a:pt x="102385" y="35023"/>
                  </a:lnTo>
                  <a:lnTo>
                    <a:pt x="97975" y="31720"/>
                  </a:lnTo>
                  <a:lnTo>
                    <a:pt x="93458" y="28565"/>
                  </a:lnTo>
                  <a:lnTo>
                    <a:pt x="88840" y="25561"/>
                  </a:lnTo>
                  <a:lnTo>
                    <a:pt x="84125" y="22710"/>
                  </a:lnTo>
                  <a:lnTo>
                    <a:pt x="79319" y="20016"/>
                  </a:lnTo>
                  <a:lnTo>
                    <a:pt x="74427" y="17482"/>
                  </a:lnTo>
                  <a:lnTo>
                    <a:pt x="69454" y="15111"/>
                  </a:lnTo>
                  <a:lnTo>
                    <a:pt x="64406" y="12905"/>
                  </a:lnTo>
                  <a:lnTo>
                    <a:pt x="59287" y="10866"/>
                  </a:lnTo>
                  <a:lnTo>
                    <a:pt x="54105" y="8997"/>
                  </a:lnTo>
                  <a:lnTo>
                    <a:pt x="48863" y="7300"/>
                  </a:lnTo>
                  <a:lnTo>
                    <a:pt x="43568" y="5777"/>
                  </a:lnTo>
                  <a:lnTo>
                    <a:pt x="38226" y="4429"/>
                  </a:lnTo>
                  <a:lnTo>
                    <a:pt x="32843" y="3258"/>
                  </a:lnTo>
                  <a:lnTo>
                    <a:pt x="27424" y="2264"/>
                  </a:lnTo>
                  <a:lnTo>
                    <a:pt x="21975" y="1450"/>
                  </a:lnTo>
                  <a:lnTo>
                    <a:pt x="16502" y="816"/>
                  </a:lnTo>
                  <a:lnTo>
                    <a:pt x="11011" y="363"/>
                  </a:lnTo>
                  <a:lnTo>
                    <a:pt x="550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4943963" y="941493"/>
              <a:ext cx="79580" cy="167167"/>
            </a:xfrm>
            <a:custGeom>
              <a:avLst/>
              <a:pathLst>
                <a:path w="79580" h="167167">
                  <a:moveTo>
                    <a:pt x="79580" y="0"/>
                  </a:moveTo>
                  <a:lnTo>
                    <a:pt x="73657" y="104"/>
                  </a:lnTo>
                  <a:lnTo>
                    <a:pt x="67741" y="419"/>
                  </a:lnTo>
                  <a:lnTo>
                    <a:pt x="61840" y="943"/>
                  </a:lnTo>
                  <a:lnTo>
                    <a:pt x="55962" y="1676"/>
                  </a:lnTo>
                  <a:lnTo>
                    <a:pt x="50113" y="2617"/>
                  </a:lnTo>
                  <a:lnTo>
                    <a:pt x="44301" y="3765"/>
                  </a:lnTo>
                  <a:lnTo>
                    <a:pt x="38533" y="5117"/>
                  </a:lnTo>
                  <a:lnTo>
                    <a:pt x="32817" y="6673"/>
                  </a:lnTo>
                  <a:lnTo>
                    <a:pt x="27160" y="8431"/>
                  </a:lnTo>
                  <a:lnTo>
                    <a:pt x="21568" y="10388"/>
                  </a:lnTo>
                  <a:lnTo>
                    <a:pt x="16050" y="12542"/>
                  </a:lnTo>
                  <a:lnTo>
                    <a:pt x="10611" y="14890"/>
                  </a:lnTo>
                  <a:lnTo>
                    <a:pt x="5258" y="17430"/>
                  </a:lnTo>
                  <a:lnTo>
                    <a:pt x="0" y="20157"/>
                  </a:lnTo>
                  <a:lnTo>
                    <a:pt x="7958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963" y="961651"/>
              <a:ext cx="79580" cy="147009"/>
            </a:xfrm>
            <a:custGeom>
              <a:avLst/>
              <a:pathLst>
                <a:path w="79580" h="147009">
                  <a:moveTo>
                    <a:pt x="0" y="0"/>
                  </a:moveTo>
                  <a:lnTo>
                    <a:pt x="79580" y="147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856378" y="948742"/>
              <a:ext cx="334330" cy="327076"/>
            </a:xfrm>
            <a:custGeom>
              <a:avLst/>
              <a:pathLst>
                <a:path w="334330" h="327076">
                  <a:moveTo>
                    <a:pt x="87584" y="12908"/>
                  </a:moveTo>
                  <a:lnTo>
                    <a:pt x="82959" y="15508"/>
                  </a:lnTo>
                  <a:lnTo>
                    <a:pt x="78418" y="18253"/>
                  </a:lnTo>
                  <a:lnTo>
                    <a:pt x="73967" y="21141"/>
                  </a:lnTo>
                  <a:lnTo>
                    <a:pt x="69609" y="24169"/>
                  </a:lnTo>
                  <a:lnTo>
                    <a:pt x="65350" y="27334"/>
                  </a:lnTo>
                  <a:lnTo>
                    <a:pt x="61194" y="30632"/>
                  </a:lnTo>
                  <a:lnTo>
                    <a:pt x="57144" y="34060"/>
                  </a:lnTo>
                  <a:lnTo>
                    <a:pt x="53205" y="37615"/>
                  </a:lnTo>
                  <a:lnTo>
                    <a:pt x="49381" y="41294"/>
                  </a:lnTo>
                  <a:lnTo>
                    <a:pt x="45675" y="45092"/>
                  </a:lnTo>
                  <a:lnTo>
                    <a:pt x="42092" y="49005"/>
                  </a:lnTo>
                  <a:lnTo>
                    <a:pt x="38635" y="53031"/>
                  </a:lnTo>
                  <a:lnTo>
                    <a:pt x="35308" y="57164"/>
                  </a:lnTo>
                  <a:lnTo>
                    <a:pt x="32113" y="61400"/>
                  </a:lnTo>
                  <a:lnTo>
                    <a:pt x="29054" y="65736"/>
                  </a:lnTo>
                  <a:lnTo>
                    <a:pt x="26135" y="70167"/>
                  </a:lnTo>
                  <a:lnTo>
                    <a:pt x="23357" y="74688"/>
                  </a:lnTo>
                  <a:lnTo>
                    <a:pt x="20725" y="79295"/>
                  </a:lnTo>
                  <a:lnTo>
                    <a:pt x="18240" y="83983"/>
                  </a:lnTo>
                  <a:lnTo>
                    <a:pt x="15905" y="88748"/>
                  </a:lnTo>
                  <a:lnTo>
                    <a:pt x="13722" y="93584"/>
                  </a:lnTo>
                  <a:lnTo>
                    <a:pt x="11694" y="98487"/>
                  </a:lnTo>
                  <a:lnTo>
                    <a:pt x="9823" y="103453"/>
                  </a:lnTo>
                  <a:lnTo>
                    <a:pt x="8110" y="108475"/>
                  </a:lnTo>
                  <a:lnTo>
                    <a:pt x="6558" y="113548"/>
                  </a:lnTo>
                  <a:lnTo>
                    <a:pt x="5167" y="118669"/>
                  </a:lnTo>
                  <a:lnTo>
                    <a:pt x="3939" y="123831"/>
                  </a:lnTo>
                  <a:lnTo>
                    <a:pt x="2876" y="129030"/>
                  </a:lnTo>
                  <a:lnTo>
                    <a:pt x="1979" y="134259"/>
                  </a:lnTo>
                  <a:lnTo>
                    <a:pt x="1248" y="139515"/>
                  </a:lnTo>
                  <a:lnTo>
                    <a:pt x="684" y="144791"/>
                  </a:lnTo>
                  <a:lnTo>
                    <a:pt x="287" y="150082"/>
                  </a:lnTo>
                  <a:lnTo>
                    <a:pt x="59" y="155383"/>
                  </a:lnTo>
                  <a:lnTo>
                    <a:pt x="0" y="160689"/>
                  </a:lnTo>
                  <a:lnTo>
                    <a:pt x="108" y="165994"/>
                  </a:lnTo>
                  <a:lnTo>
                    <a:pt x="385" y="171293"/>
                  </a:lnTo>
                  <a:lnTo>
                    <a:pt x="830" y="176580"/>
                  </a:lnTo>
                  <a:lnTo>
                    <a:pt x="1443" y="181851"/>
                  </a:lnTo>
                  <a:lnTo>
                    <a:pt x="2222" y="187099"/>
                  </a:lnTo>
                  <a:lnTo>
                    <a:pt x="3168" y="192321"/>
                  </a:lnTo>
                  <a:lnTo>
                    <a:pt x="4279" y="197509"/>
                  </a:lnTo>
                  <a:lnTo>
                    <a:pt x="5554" y="202660"/>
                  </a:lnTo>
                  <a:lnTo>
                    <a:pt x="6992" y="207767"/>
                  </a:lnTo>
                  <a:lnTo>
                    <a:pt x="8591" y="212827"/>
                  </a:lnTo>
                  <a:lnTo>
                    <a:pt x="10350" y="217833"/>
                  </a:lnTo>
                  <a:lnTo>
                    <a:pt x="12267" y="222780"/>
                  </a:lnTo>
                  <a:lnTo>
                    <a:pt x="14341" y="227665"/>
                  </a:lnTo>
                  <a:lnTo>
                    <a:pt x="16568" y="232481"/>
                  </a:lnTo>
                  <a:lnTo>
                    <a:pt x="18946" y="237224"/>
                  </a:lnTo>
                  <a:lnTo>
                    <a:pt x="21475" y="241889"/>
                  </a:lnTo>
                  <a:lnTo>
                    <a:pt x="24149" y="246471"/>
                  </a:lnTo>
                  <a:lnTo>
                    <a:pt x="26968" y="250967"/>
                  </a:lnTo>
                  <a:lnTo>
                    <a:pt x="29929" y="255370"/>
                  </a:lnTo>
                  <a:lnTo>
                    <a:pt x="33027" y="259678"/>
                  </a:lnTo>
                  <a:lnTo>
                    <a:pt x="36261" y="263885"/>
                  </a:lnTo>
                  <a:lnTo>
                    <a:pt x="39626" y="267987"/>
                  </a:lnTo>
                  <a:lnTo>
                    <a:pt x="43120" y="271980"/>
                  </a:lnTo>
                  <a:lnTo>
                    <a:pt x="46739" y="275860"/>
                  </a:lnTo>
                  <a:lnTo>
                    <a:pt x="50480" y="279624"/>
                  </a:lnTo>
                  <a:lnTo>
                    <a:pt x="54338" y="283267"/>
                  </a:lnTo>
                  <a:lnTo>
                    <a:pt x="58309" y="286786"/>
                  </a:lnTo>
                  <a:lnTo>
                    <a:pt x="62391" y="290177"/>
                  </a:lnTo>
                  <a:lnTo>
                    <a:pt x="66577" y="293436"/>
                  </a:lnTo>
                  <a:lnTo>
                    <a:pt x="70866" y="296561"/>
                  </a:lnTo>
                  <a:lnTo>
                    <a:pt x="75251" y="299549"/>
                  </a:lnTo>
                  <a:lnTo>
                    <a:pt x="79729" y="302395"/>
                  </a:lnTo>
                  <a:lnTo>
                    <a:pt x="84294" y="305099"/>
                  </a:lnTo>
                  <a:lnTo>
                    <a:pt x="88944" y="307656"/>
                  </a:lnTo>
                  <a:lnTo>
                    <a:pt x="93672" y="310064"/>
                  </a:lnTo>
                  <a:lnTo>
                    <a:pt x="98474" y="312321"/>
                  </a:lnTo>
                  <a:lnTo>
                    <a:pt x="103346" y="314424"/>
                  </a:lnTo>
                  <a:lnTo>
                    <a:pt x="108281" y="316372"/>
                  </a:lnTo>
                  <a:lnTo>
                    <a:pt x="113276" y="318162"/>
                  </a:lnTo>
                  <a:lnTo>
                    <a:pt x="118326" y="319792"/>
                  </a:lnTo>
                  <a:lnTo>
                    <a:pt x="123424" y="321262"/>
                  </a:lnTo>
                  <a:lnTo>
                    <a:pt x="128567" y="322568"/>
                  </a:lnTo>
                  <a:lnTo>
                    <a:pt x="133748" y="323712"/>
                  </a:lnTo>
                  <a:lnTo>
                    <a:pt x="138964" y="324690"/>
                  </a:lnTo>
                  <a:lnTo>
                    <a:pt x="144207" y="325502"/>
                  </a:lnTo>
                  <a:lnTo>
                    <a:pt x="149474" y="326147"/>
                  </a:lnTo>
                  <a:lnTo>
                    <a:pt x="154758" y="326625"/>
                  </a:lnTo>
                  <a:lnTo>
                    <a:pt x="160056" y="326934"/>
                  </a:lnTo>
                  <a:lnTo>
                    <a:pt x="165360" y="327076"/>
                  </a:lnTo>
                  <a:lnTo>
                    <a:pt x="170666" y="327049"/>
                  </a:lnTo>
                  <a:lnTo>
                    <a:pt x="175968" y="326854"/>
                  </a:lnTo>
                  <a:lnTo>
                    <a:pt x="181262" y="326490"/>
                  </a:lnTo>
                  <a:lnTo>
                    <a:pt x="186541" y="325959"/>
                  </a:lnTo>
                  <a:lnTo>
                    <a:pt x="191801" y="325260"/>
                  </a:lnTo>
                  <a:lnTo>
                    <a:pt x="197036" y="324395"/>
                  </a:lnTo>
                  <a:lnTo>
                    <a:pt x="202241" y="323364"/>
                  </a:lnTo>
                  <a:lnTo>
                    <a:pt x="207411" y="322169"/>
                  </a:lnTo>
                  <a:lnTo>
                    <a:pt x="212540" y="320810"/>
                  </a:lnTo>
                  <a:lnTo>
                    <a:pt x="217623" y="319289"/>
                  </a:lnTo>
                  <a:lnTo>
                    <a:pt x="222656" y="317607"/>
                  </a:lnTo>
                  <a:lnTo>
                    <a:pt x="227633" y="315766"/>
                  </a:lnTo>
                  <a:lnTo>
                    <a:pt x="232548" y="313769"/>
                  </a:lnTo>
                  <a:lnTo>
                    <a:pt x="237398" y="311616"/>
                  </a:lnTo>
                  <a:lnTo>
                    <a:pt x="242177" y="309311"/>
                  </a:lnTo>
                  <a:lnTo>
                    <a:pt x="246881" y="306855"/>
                  </a:lnTo>
                  <a:lnTo>
                    <a:pt x="251504" y="304251"/>
                  </a:lnTo>
                  <a:lnTo>
                    <a:pt x="256042" y="301501"/>
                  </a:lnTo>
                  <a:lnTo>
                    <a:pt x="260491" y="298609"/>
                  </a:lnTo>
                  <a:lnTo>
                    <a:pt x="264846" y="295578"/>
                  </a:lnTo>
                  <a:lnTo>
                    <a:pt x="269102" y="292409"/>
                  </a:lnTo>
                  <a:lnTo>
                    <a:pt x="273255" y="289107"/>
                  </a:lnTo>
                  <a:lnTo>
                    <a:pt x="277302" y="285675"/>
                  </a:lnTo>
                  <a:lnTo>
                    <a:pt x="281238" y="282116"/>
                  </a:lnTo>
                  <a:lnTo>
                    <a:pt x="285058" y="278434"/>
                  </a:lnTo>
                  <a:lnTo>
                    <a:pt x="288760" y="274633"/>
                  </a:lnTo>
                  <a:lnTo>
                    <a:pt x="292340" y="270716"/>
                  </a:lnTo>
                  <a:lnTo>
                    <a:pt x="295793" y="266688"/>
                  </a:lnTo>
                  <a:lnTo>
                    <a:pt x="299117" y="262552"/>
                  </a:lnTo>
                  <a:lnTo>
                    <a:pt x="302308" y="258312"/>
                  </a:lnTo>
                  <a:lnTo>
                    <a:pt x="305363" y="253974"/>
                  </a:lnTo>
                  <a:lnTo>
                    <a:pt x="308278" y="249540"/>
                  </a:lnTo>
                  <a:lnTo>
                    <a:pt x="311051" y="245017"/>
                  </a:lnTo>
                  <a:lnTo>
                    <a:pt x="313680" y="240407"/>
                  </a:lnTo>
                  <a:lnTo>
                    <a:pt x="316160" y="235717"/>
                  </a:lnTo>
                  <a:lnTo>
                    <a:pt x="318491" y="230950"/>
                  </a:lnTo>
                  <a:lnTo>
                    <a:pt x="320669" y="226111"/>
                  </a:lnTo>
                  <a:lnTo>
                    <a:pt x="322692" y="221206"/>
                  </a:lnTo>
                  <a:lnTo>
                    <a:pt x="324559" y="216239"/>
                  </a:lnTo>
                  <a:lnTo>
                    <a:pt x="326267" y="211216"/>
                  </a:lnTo>
                  <a:lnTo>
                    <a:pt x="327815" y="206140"/>
                  </a:lnTo>
                  <a:lnTo>
                    <a:pt x="329201" y="201019"/>
                  </a:lnTo>
                  <a:lnTo>
                    <a:pt x="330424" y="195855"/>
                  </a:lnTo>
                  <a:lnTo>
                    <a:pt x="331482" y="190656"/>
                  </a:lnTo>
                  <a:lnTo>
                    <a:pt x="332375" y="185425"/>
                  </a:lnTo>
                  <a:lnTo>
                    <a:pt x="333101" y="180169"/>
                  </a:lnTo>
                  <a:lnTo>
                    <a:pt x="333661" y="174893"/>
                  </a:lnTo>
                  <a:lnTo>
                    <a:pt x="334052" y="169601"/>
                  </a:lnTo>
                  <a:lnTo>
                    <a:pt x="334275" y="164300"/>
                  </a:lnTo>
                  <a:lnTo>
                    <a:pt x="334330" y="158994"/>
                  </a:lnTo>
                  <a:lnTo>
                    <a:pt x="334217" y="153689"/>
                  </a:lnTo>
                  <a:lnTo>
                    <a:pt x="333935" y="148390"/>
                  </a:lnTo>
                  <a:lnTo>
                    <a:pt x="333485" y="143103"/>
                  </a:lnTo>
                  <a:lnTo>
                    <a:pt x="332867" y="137833"/>
                  </a:lnTo>
                  <a:lnTo>
                    <a:pt x="332083" y="132585"/>
                  </a:lnTo>
                  <a:lnTo>
                    <a:pt x="331132" y="127365"/>
                  </a:lnTo>
                  <a:lnTo>
                    <a:pt x="330017" y="122178"/>
                  </a:lnTo>
                  <a:lnTo>
                    <a:pt x="328737" y="117028"/>
                  </a:lnTo>
                  <a:lnTo>
                    <a:pt x="327294" y="111922"/>
                  </a:lnTo>
                  <a:lnTo>
                    <a:pt x="325690" y="106864"/>
                  </a:lnTo>
                  <a:lnTo>
                    <a:pt x="323927" y="101860"/>
                  </a:lnTo>
                  <a:lnTo>
                    <a:pt x="322005" y="96914"/>
                  </a:lnTo>
                  <a:lnTo>
                    <a:pt x="319928" y="92031"/>
                  </a:lnTo>
                  <a:lnTo>
                    <a:pt x="317696" y="87217"/>
                  </a:lnTo>
                  <a:lnTo>
                    <a:pt x="315313" y="82477"/>
                  </a:lnTo>
                  <a:lnTo>
                    <a:pt x="312780" y="77814"/>
                  </a:lnTo>
                  <a:lnTo>
                    <a:pt x="310101" y="73234"/>
                  </a:lnTo>
                  <a:lnTo>
                    <a:pt x="307278" y="68741"/>
                  </a:lnTo>
                  <a:lnTo>
                    <a:pt x="304314" y="64340"/>
                  </a:lnTo>
                  <a:lnTo>
                    <a:pt x="301211" y="60036"/>
                  </a:lnTo>
                  <a:lnTo>
                    <a:pt x="297974" y="55832"/>
                  </a:lnTo>
                  <a:lnTo>
                    <a:pt x="294605" y="51733"/>
                  </a:lnTo>
                  <a:lnTo>
                    <a:pt x="291107" y="47742"/>
                  </a:lnTo>
                  <a:lnTo>
                    <a:pt x="287484" y="43865"/>
                  </a:lnTo>
                  <a:lnTo>
                    <a:pt x="283741" y="40105"/>
                  </a:lnTo>
                  <a:lnTo>
                    <a:pt x="279879" y="36466"/>
                  </a:lnTo>
                  <a:lnTo>
                    <a:pt x="275904" y="32951"/>
                  </a:lnTo>
                  <a:lnTo>
                    <a:pt x="271820" y="29564"/>
                  </a:lnTo>
                  <a:lnTo>
                    <a:pt x="267630" y="26308"/>
                  </a:lnTo>
                  <a:lnTo>
                    <a:pt x="263339" y="23187"/>
                  </a:lnTo>
                  <a:lnTo>
                    <a:pt x="258951" y="20203"/>
                  </a:lnTo>
                  <a:lnTo>
                    <a:pt x="254471" y="17361"/>
                  </a:lnTo>
                  <a:lnTo>
                    <a:pt x="249903" y="14662"/>
                  </a:lnTo>
                  <a:lnTo>
                    <a:pt x="245251" y="12109"/>
                  </a:lnTo>
                  <a:lnTo>
                    <a:pt x="240521" y="9705"/>
                  </a:lnTo>
                  <a:lnTo>
                    <a:pt x="235716" y="7453"/>
                  </a:lnTo>
                  <a:lnTo>
                    <a:pt x="230843" y="5354"/>
                  </a:lnTo>
                  <a:lnTo>
                    <a:pt x="225905" y="3411"/>
                  </a:lnTo>
                  <a:lnTo>
                    <a:pt x="220909" y="1625"/>
                  </a:lnTo>
                  <a:lnTo>
                    <a:pt x="215858" y="0"/>
                  </a:lnTo>
                  <a:lnTo>
                    <a:pt x="167165" y="1599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23544" y="941493"/>
              <a:ext cx="48692" cy="167167"/>
            </a:xfrm>
            <a:custGeom>
              <a:avLst/>
              <a:pathLst>
                <a:path w="48692" h="167167">
                  <a:moveTo>
                    <a:pt x="48692" y="7248"/>
                  </a:moveTo>
                  <a:lnTo>
                    <a:pt x="42752" y="5559"/>
                  </a:lnTo>
                  <a:lnTo>
                    <a:pt x="36753" y="4090"/>
                  </a:lnTo>
                  <a:lnTo>
                    <a:pt x="30705" y="2844"/>
                  </a:lnTo>
                  <a:lnTo>
                    <a:pt x="24614" y="1822"/>
                  </a:lnTo>
                  <a:lnTo>
                    <a:pt x="18490" y="1025"/>
                  </a:lnTo>
                  <a:lnTo>
                    <a:pt x="12340" y="456"/>
                  </a:lnTo>
                  <a:lnTo>
                    <a:pt x="6174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45679" y="941493"/>
              <a:ext cx="40536" cy="167167"/>
            </a:xfrm>
            <a:custGeom>
              <a:avLst/>
              <a:pathLst>
                <a:path w="40536" h="167167">
                  <a:moveTo>
                    <a:pt x="40536" y="0"/>
                  </a:moveTo>
                  <a:lnTo>
                    <a:pt x="33714" y="139"/>
                  </a:lnTo>
                  <a:lnTo>
                    <a:pt x="26903" y="556"/>
                  </a:lnTo>
                  <a:lnTo>
                    <a:pt x="20115" y="1252"/>
                  </a:lnTo>
                  <a:lnTo>
                    <a:pt x="13361" y="2223"/>
                  </a:lnTo>
                  <a:lnTo>
                    <a:pt x="6652" y="3470"/>
                  </a:lnTo>
                  <a:lnTo>
                    <a:pt x="0" y="4989"/>
                  </a:lnTo>
                  <a:lnTo>
                    <a:pt x="405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5679" y="946482"/>
              <a:ext cx="40536" cy="162178"/>
            </a:xfrm>
            <a:custGeom>
              <a:avLst/>
              <a:pathLst>
                <a:path w="40536" h="162178">
                  <a:moveTo>
                    <a:pt x="0" y="0"/>
                  </a:moveTo>
                  <a:lnTo>
                    <a:pt x="40536" y="1621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62" y="946482"/>
              <a:ext cx="183751" cy="329344"/>
            </a:xfrm>
            <a:custGeom>
              <a:avLst/>
              <a:pathLst>
                <a:path w="183751" h="329344">
                  <a:moveTo>
                    <a:pt x="126617" y="0"/>
                  </a:moveTo>
                  <a:lnTo>
                    <a:pt x="121469" y="1374"/>
                  </a:lnTo>
                  <a:lnTo>
                    <a:pt x="116368" y="2911"/>
                  </a:lnTo>
                  <a:lnTo>
                    <a:pt x="111318" y="4611"/>
                  </a:lnTo>
                  <a:lnTo>
                    <a:pt x="106325" y="6470"/>
                  </a:lnTo>
                  <a:lnTo>
                    <a:pt x="101394" y="8488"/>
                  </a:lnTo>
                  <a:lnTo>
                    <a:pt x="96529" y="10661"/>
                  </a:lnTo>
                  <a:lnTo>
                    <a:pt x="91737" y="12989"/>
                  </a:lnTo>
                  <a:lnTo>
                    <a:pt x="87021" y="15468"/>
                  </a:lnTo>
                  <a:lnTo>
                    <a:pt x="82386" y="18096"/>
                  </a:lnTo>
                  <a:lnTo>
                    <a:pt x="77837" y="20871"/>
                  </a:lnTo>
                  <a:lnTo>
                    <a:pt x="73380" y="23789"/>
                  </a:lnTo>
                  <a:lnTo>
                    <a:pt x="69017" y="26848"/>
                  </a:lnTo>
                  <a:lnTo>
                    <a:pt x="64754" y="30044"/>
                  </a:lnTo>
                  <a:lnTo>
                    <a:pt x="60595" y="33374"/>
                  </a:lnTo>
                  <a:lnTo>
                    <a:pt x="56545" y="36835"/>
                  </a:lnTo>
                  <a:lnTo>
                    <a:pt x="52606" y="40424"/>
                  </a:lnTo>
                  <a:lnTo>
                    <a:pt x="48785" y="44136"/>
                  </a:lnTo>
                  <a:lnTo>
                    <a:pt x="45083" y="47968"/>
                  </a:lnTo>
                  <a:lnTo>
                    <a:pt x="41505" y="51916"/>
                  </a:lnTo>
                  <a:lnTo>
                    <a:pt x="38055" y="55977"/>
                  </a:lnTo>
                  <a:lnTo>
                    <a:pt x="34736" y="60145"/>
                  </a:lnTo>
                  <a:lnTo>
                    <a:pt x="31552" y="64416"/>
                  </a:lnTo>
                  <a:lnTo>
                    <a:pt x="28505" y="68787"/>
                  </a:lnTo>
                  <a:lnTo>
                    <a:pt x="25600" y="73253"/>
                  </a:lnTo>
                  <a:lnTo>
                    <a:pt x="22838" y="77809"/>
                  </a:lnTo>
                  <a:lnTo>
                    <a:pt x="20222" y="82451"/>
                  </a:lnTo>
                  <a:lnTo>
                    <a:pt x="17756" y="87174"/>
                  </a:lnTo>
                  <a:lnTo>
                    <a:pt x="15442" y="91973"/>
                  </a:lnTo>
                  <a:lnTo>
                    <a:pt x="13282" y="96844"/>
                  </a:lnTo>
                  <a:lnTo>
                    <a:pt x="11278" y="101780"/>
                  </a:lnTo>
                  <a:lnTo>
                    <a:pt x="9432" y="106779"/>
                  </a:lnTo>
                  <a:lnTo>
                    <a:pt x="7747" y="111833"/>
                  </a:lnTo>
                  <a:lnTo>
                    <a:pt x="6223" y="116939"/>
                  </a:lnTo>
                  <a:lnTo>
                    <a:pt x="4864" y="122090"/>
                  </a:lnTo>
                  <a:lnTo>
                    <a:pt x="3668" y="127282"/>
                  </a:lnTo>
                  <a:lnTo>
                    <a:pt x="2639" y="132510"/>
                  </a:lnTo>
                  <a:lnTo>
                    <a:pt x="1778" y="137768"/>
                  </a:lnTo>
                  <a:lnTo>
                    <a:pt x="1084" y="143050"/>
                  </a:lnTo>
                  <a:lnTo>
                    <a:pt x="558" y="148352"/>
                  </a:lnTo>
                  <a:lnTo>
                    <a:pt x="202" y="153669"/>
                  </a:lnTo>
                  <a:lnTo>
                    <a:pt x="16" y="158993"/>
                  </a:lnTo>
                  <a:lnTo>
                    <a:pt x="0" y="164321"/>
                  </a:lnTo>
                  <a:lnTo>
                    <a:pt x="153" y="169647"/>
                  </a:lnTo>
                  <a:lnTo>
                    <a:pt x="476" y="174965"/>
                  </a:lnTo>
                  <a:lnTo>
                    <a:pt x="968" y="180270"/>
                  </a:lnTo>
                  <a:lnTo>
                    <a:pt x="1629" y="185557"/>
                  </a:lnTo>
                  <a:lnTo>
                    <a:pt x="2458" y="190820"/>
                  </a:lnTo>
                  <a:lnTo>
                    <a:pt x="3454" y="196054"/>
                  </a:lnTo>
                  <a:lnTo>
                    <a:pt x="4617" y="201254"/>
                  </a:lnTo>
                  <a:lnTo>
                    <a:pt x="5945" y="206414"/>
                  </a:lnTo>
                  <a:lnTo>
                    <a:pt x="7436" y="211529"/>
                  </a:lnTo>
                  <a:lnTo>
                    <a:pt x="9090" y="216594"/>
                  </a:lnTo>
                  <a:lnTo>
                    <a:pt x="10905" y="221603"/>
                  </a:lnTo>
                  <a:lnTo>
                    <a:pt x="12878" y="226552"/>
                  </a:lnTo>
                  <a:lnTo>
                    <a:pt x="15008" y="231436"/>
                  </a:lnTo>
                  <a:lnTo>
                    <a:pt x="17292" y="236249"/>
                  </a:lnTo>
                  <a:lnTo>
                    <a:pt x="19729" y="240988"/>
                  </a:lnTo>
                  <a:lnTo>
                    <a:pt x="22315" y="245646"/>
                  </a:lnTo>
                  <a:lnTo>
                    <a:pt x="25049" y="250219"/>
                  </a:lnTo>
                  <a:lnTo>
                    <a:pt x="27927" y="254703"/>
                  </a:lnTo>
                  <a:lnTo>
                    <a:pt x="30946" y="259093"/>
                  </a:lnTo>
                  <a:lnTo>
                    <a:pt x="34104" y="263384"/>
                  </a:lnTo>
                  <a:lnTo>
                    <a:pt x="37396" y="267573"/>
                  </a:lnTo>
                  <a:lnTo>
                    <a:pt x="40821" y="271654"/>
                  </a:lnTo>
                  <a:lnTo>
                    <a:pt x="44374" y="275625"/>
                  </a:lnTo>
                  <a:lnTo>
                    <a:pt x="48052" y="279480"/>
                  </a:lnTo>
                  <a:lnTo>
                    <a:pt x="51851" y="283216"/>
                  </a:lnTo>
                  <a:lnTo>
                    <a:pt x="55766" y="286829"/>
                  </a:lnTo>
                  <a:lnTo>
                    <a:pt x="59795" y="290315"/>
                  </a:lnTo>
                  <a:lnTo>
                    <a:pt x="63933" y="293671"/>
                  </a:lnTo>
                  <a:lnTo>
                    <a:pt x="68176" y="296894"/>
                  </a:lnTo>
                  <a:lnTo>
                    <a:pt x="72520" y="299980"/>
                  </a:lnTo>
                  <a:lnTo>
                    <a:pt x="76959" y="302926"/>
                  </a:lnTo>
                  <a:lnTo>
                    <a:pt x="81490" y="305729"/>
                  </a:lnTo>
                  <a:lnTo>
                    <a:pt x="86109" y="308386"/>
                  </a:lnTo>
                  <a:lnTo>
                    <a:pt x="90809" y="310894"/>
                  </a:lnTo>
                  <a:lnTo>
                    <a:pt x="95587" y="313251"/>
                  </a:lnTo>
                  <a:lnTo>
                    <a:pt x="100438" y="315455"/>
                  </a:lnTo>
                  <a:lnTo>
                    <a:pt x="105357" y="317504"/>
                  </a:lnTo>
                  <a:lnTo>
                    <a:pt x="110338" y="319394"/>
                  </a:lnTo>
                  <a:lnTo>
                    <a:pt x="115377" y="321125"/>
                  </a:lnTo>
                  <a:lnTo>
                    <a:pt x="120469" y="322694"/>
                  </a:lnTo>
                  <a:lnTo>
                    <a:pt x="125608" y="324100"/>
                  </a:lnTo>
                  <a:lnTo>
                    <a:pt x="130789" y="325342"/>
                  </a:lnTo>
                  <a:lnTo>
                    <a:pt x="136007" y="326418"/>
                  </a:lnTo>
                  <a:lnTo>
                    <a:pt x="141257" y="327327"/>
                  </a:lnTo>
                  <a:lnTo>
                    <a:pt x="146533" y="328068"/>
                  </a:lnTo>
                  <a:lnTo>
                    <a:pt x="151830" y="328641"/>
                  </a:lnTo>
                  <a:lnTo>
                    <a:pt x="157143" y="329045"/>
                  </a:lnTo>
                  <a:lnTo>
                    <a:pt x="162466" y="329279"/>
                  </a:lnTo>
                  <a:lnTo>
                    <a:pt x="167793" y="329344"/>
                  </a:lnTo>
                  <a:lnTo>
                    <a:pt x="173120" y="329239"/>
                  </a:lnTo>
                  <a:lnTo>
                    <a:pt x="178441" y="328964"/>
                  </a:lnTo>
                  <a:lnTo>
                    <a:pt x="183751" y="328519"/>
                  </a:lnTo>
                  <a:lnTo>
                    <a:pt x="167153" y="1621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86215" y="941493"/>
              <a:ext cx="167167" cy="333508"/>
            </a:xfrm>
            <a:custGeom>
              <a:avLst/>
              <a:pathLst>
                <a:path w="167167" h="333508">
                  <a:moveTo>
                    <a:pt x="16597" y="333508"/>
                  </a:moveTo>
                  <a:lnTo>
                    <a:pt x="21914" y="332892"/>
                  </a:lnTo>
                  <a:lnTo>
                    <a:pt x="27209" y="332105"/>
                  </a:lnTo>
                  <a:lnTo>
                    <a:pt x="32476" y="331149"/>
                  </a:lnTo>
                  <a:lnTo>
                    <a:pt x="37710" y="330025"/>
                  </a:lnTo>
                  <a:lnTo>
                    <a:pt x="42904" y="328735"/>
                  </a:lnTo>
                  <a:lnTo>
                    <a:pt x="48055" y="327278"/>
                  </a:lnTo>
                  <a:lnTo>
                    <a:pt x="53157" y="325657"/>
                  </a:lnTo>
                  <a:lnTo>
                    <a:pt x="58204" y="323874"/>
                  </a:lnTo>
                  <a:lnTo>
                    <a:pt x="63192" y="321930"/>
                  </a:lnTo>
                  <a:lnTo>
                    <a:pt x="68114" y="319828"/>
                  </a:lnTo>
                  <a:lnTo>
                    <a:pt x="72967" y="317569"/>
                  </a:lnTo>
                  <a:lnTo>
                    <a:pt x="77745" y="315155"/>
                  </a:lnTo>
                  <a:lnTo>
                    <a:pt x="82443" y="312590"/>
                  </a:lnTo>
                  <a:lnTo>
                    <a:pt x="87057" y="309876"/>
                  </a:lnTo>
                  <a:lnTo>
                    <a:pt x="91582" y="307016"/>
                  </a:lnTo>
                  <a:lnTo>
                    <a:pt x="96012" y="304012"/>
                  </a:lnTo>
                  <a:lnTo>
                    <a:pt x="100344" y="300868"/>
                  </a:lnTo>
                  <a:lnTo>
                    <a:pt x="104574" y="297586"/>
                  </a:lnTo>
                  <a:lnTo>
                    <a:pt x="108696" y="294171"/>
                  </a:lnTo>
                  <a:lnTo>
                    <a:pt x="112706" y="290626"/>
                  </a:lnTo>
                  <a:lnTo>
                    <a:pt x="116601" y="286954"/>
                  </a:lnTo>
                  <a:lnTo>
                    <a:pt x="120377" y="283159"/>
                  </a:lnTo>
                  <a:lnTo>
                    <a:pt x="124029" y="279246"/>
                  </a:lnTo>
                  <a:lnTo>
                    <a:pt x="127554" y="275217"/>
                  </a:lnTo>
                  <a:lnTo>
                    <a:pt x="130948" y="271078"/>
                  </a:lnTo>
                  <a:lnTo>
                    <a:pt x="134208" y="266832"/>
                  </a:lnTo>
                  <a:lnTo>
                    <a:pt x="137330" y="262484"/>
                  </a:lnTo>
                  <a:lnTo>
                    <a:pt x="140311" y="258038"/>
                  </a:lnTo>
                  <a:lnTo>
                    <a:pt x="143149" y="253499"/>
                  </a:lnTo>
                  <a:lnTo>
                    <a:pt x="145839" y="248872"/>
                  </a:lnTo>
                  <a:lnTo>
                    <a:pt x="148380" y="244161"/>
                  </a:lnTo>
                  <a:lnTo>
                    <a:pt x="150770" y="239370"/>
                  </a:lnTo>
                  <a:lnTo>
                    <a:pt x="153004" y="234506"/>
                  </a:lnTo>
                  <a:lnTo>
                    <a:pt x="155082" y="229573"/>
                  </a:lnTo>
                  <a:lnTo>
                    <a:pt x="157000" y="224576"/>
                  </a:lnTo>
                  <a:lnTo>
                    <a:pt x="158758" y="219520"/>
                  </a:lnTo>
                  <a:lnTo>
                    <a:pt x="160352" y="214410"/>
                  </a:lnTo>
                  <a:lnTo>
                    <a:pt x="161783" y="209251"/>
                  </a:lnTo>
                  <a:lnTo>
                    <a:pt x="163047" y="204050"/>
                  </a:lnTo>
                  <a:lnTo>
                    <a:pt x="164145" y="198811"/>
                  </a:lnTo>
                  <a:lnTo>
                    <a:pt x="165074" y="193539"/>
                  </a:lnTo>
                  <a:lnTo>
                    <a:pt x="165833" y="188240"/>
                  </a:lnTo>
                  <a:lnTo>
                    <a:pt x="166423" y="182920"/>
                  </a:lnTo>
                  <a:lnTo>
                    <a:pt x="166842" y="177584"/>
                  </a:lnTo>
                  <a:lnTo>
                    <a:pt x="167090" y="172237"/>
                  </a:lnTo>
                  <a:lnTo>
                    <a:pt x="167167" y="166884"/>
                  </a:lnTo>
                  <a:lnTo>
                    <a:pt x="167072" y="161532"/>
                  </a:lnTo>
                  <a:lnTo>
                    <a:pt x="166806" y="156186"/>
                  </a:lnTo>
                  <a:lnTo>
                    <a:pt x="166369" y="150851"/>
                  </a:lnTo>
                  <a:lnTo>
                    <a:pt x="165761" y="145533"/>
                  </a:lnTo>
                  <a:lnTo>
                    <a:pt x="164983" y="140236"/>
                  </a:lnTo>
                  <a:lnTo>
                    <a:pt x="164037" y="134968"/>
                  </a:lnTo>
                  <a:lnTo>
                    <a:pt x="162922" y="129732"/>
                  </a:lnTo>
                  <a:lnTo>
                    <a:pt x="161640" y="124535"/>
                  </a:lnTo>
                  <a:lnTo>
                    <a:pt x="160192" y="119382"/>
                  </a:lnTo>
                  <a:lnTo>
                    <a:pt x="158580" y="114278"/>
                  </a:lnTo>
                  <a:lnTo>
                    <a:pt x="156805" y="109227"/>
                  </a:lnTo>
                  <a:lnTo>
                    <a:pt x="154870" y="104237"/>
                  </a:lnTo>
                  <a:lnTo>
                    <a:pt x="152775" y="99310"/>
                  </a:lnTo>
                  <a:lnTo>
                    <a:pt x="150524" y="94454"/>
                  </a:lnTo>
                  <a:lnTo>
                    <a:pt x="148119" y="89672"/>
                  </a:lnTo>
                  <a:lnTo>
                    <a:pt x="145562" y="84969"/>
                  </a:lnTo>
                  <a:lnTo>
                    <a:pt x="142856" y="80351"/>
                  </a:lnTo>
                  <a:lnTo>
                    <a:pt x="140003" y="75821"/>
                  </a:lnTo>
                  <a:lnTo>
                    <a:pt x="137006" y="71386"/>
                  </a:lnTo>
                  <a:lnTo>
                    <a:pt x="133870" y="67048"/>
                  </a:lnTo>
                  <a:lnTo>
                    <a:pt x="130595" y="62813"/>
                  </a:lnTo>
                  <a:lnTo>
                    <a:pt x="127187" y="58686"/>
                  </a:lnTo>
                  <a:lnTo>
                    <a:pt x="123649" y="54669"/>
                  </a:lnTo>
                  <a:lnTo>
                    <a:pt x="119984" y="50768"/>
                  </a:lnTo>
                  <a:lnTo>
                    <a:pt x="116195" y="46986"/>
                  </a:lnTo>
                  <a:lnTo>
                    <a:pt x="112288" y="43327"/>
                  </a:lnTo>
                  <a:lnTo>
                    <a:pt x="108265" y="39796"/>
                  </a:lnTo>
                  <a:lnTo>
                    <a:pt x="104132" y="36395"/>
                  </a:lnTo>
                  <a:lnTo>
                    <a:pt x="99892" y="33128"/>
                  </a:lnTo>
                  <a:lnTo>
                    <a:pt x="95549" y="29998"/>
                  </a:lnTo>
                  <a:lnTo>
                    <a:pt x="91108" y="27009"/>
                  </a:lnTo>
                  <a:lnTo>
                    <a:pt x="86574" y="24164"/>
                  </a:lnTo>
                  <a:lnTo>
                    <a:pt x="81951" y="21466"/>
                  </a:lnTo>
                  <a:lnTo>
                    <a:pt x="77244" y="18916"/>
                  </a:lnTo>
                  <a:lnTo>
                    <a:pt x="72458" y="16519"/>
                  </a:lnTo>
                  <a:lnTo>
                    <a:pt x="67597" y="14277"/>
                  </a:lnTo>
                  <a:lnTo>
                    <a:pt x="62668" y="12191"/>
                  </a:lnTo>
                  <a:lnTo>
                    <a:pt x="57674" y="10264"/>
                  </a:lnTo>
                  <a:lnTo>
                    <a:pt x="52621" y="8498"/>
                  </a:lnTo>
                  <a:lnTo>
                    <a:pt x="47513" y="6894"/>
                  </a:lnTo>
                  <a:lnTo>
                    <a:pt x="42358" y="5455"/>
                  </a:lnTo>
                  <a:lnTo>
                    <a:pt x="37158" y="4182"/>
                  </a:lnTo>
                  <a:lnTo>
                    <a:pt x="31921" y="3076"/>
                  </a:lnTo>
                  <a:lnTo>
                    <a:pt x="26651" y="2138"/>
                  </a:lnTo>
                  <a:lnTo>
                    <a:pt x="21354" y="1369"/>
                  </a:lnTo>
                  <a:lnTo>
                    <a:pt x="16034" y="770"/>
                  </a:lnTo>
                  <a:lnTo>
                    <a:pt x="10698" y="342"/>
                  </a:lnTo>
                  <a:lnTo>
                    <a:pt x="535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801702" y="1071028"/>
              <a:ext cx="162798" cy="167167"/>
            </a:xfrm>
            <a:custGeom>
              <a:avLst/>
              <a:pathLst>
                <a:path w="162798" h="167167">
                  <a:moveTo>
                    <a:pt x="162798" y="0"/>
                  </a:moveTo>
                  <a:lnTo>
                    <a:pt x="157329" y="89"/>
                  </a:lnTo>
                  <a:lnTo>
                    <a:pt x="151865" y="357"/>
                  </a:lnTo>
                  <a:lnTo>
                    <a:pt x="146413" y="804"/>
                  </a:lnTo>
                  <a:lnTo>
                    <a:pt x="140979" y="1430"/>
                  </a:lnTo>
                  <a:lnTo>
                    <a:pt x="135568" y="2232"/>
                  </a:lnTo>
                  <a:lnTo>
                    <a:pt x="130187" y="3211"/>
                  </a:lnTo>
                  <a:lnTo>
                    <a:pt x="124840" y="4366"/>
                  </a:lnTo>
                  <a:lnTo>
                    <a:pt x="119534" y="5695"/>
                  </a:lnTo>
                  <a:lnTo>
                    <a:pt x="114274" y="7197"/>
                  </a:lnTo>
                  <a:lnTo>
                    <a:pt x="109066" y="8870"/>
                  </a:lnTo>
                  <a:lnTo>
                    <a:pt x="103915" y="10713"/>
                  </a:lnTo>
                  <a:lnTo>
                    <a:pt x="98828" y="12723"/>
                  </a:lnTo>
                  <a:lnTo>
                    <a:pt x="93809" y="14899"/>
                  </a:lnTo>
                  <a:lnTo>
                    <a:pt x="88864" y="17238"/>
                  </a:lnTo>
                  <a:lnTo>
                    <a:pt x="83999" y="19737"/>
                  </a:lnTo>
                  <a:lnTo>
                    <a:pt x="79217" y="22394"/>
                  </a:lnTo>
                  <a:lnTo>
                    <a:pt x="74525" y="25206"/>
                  </a:lnTo>
                  <a:lnTo>
                    <a:pt x="69928" y="28170"/>
                  </a:lnTo>
                  <a:lnTo>
                    <a:pt x="65430" y="31283"/>
                  </a:lnTo>
                  <a:lnTo>
                    <a:pt x="61036" y="34542"/>
                  </a:lnTo>
                  <a:lnTo>
                    <a:pt x="56752" y="37942"/>
                  </a:lnTo>
                  <a:lnTo>
                    <a:pt x="52580" y="41481"/>
                  </a:lnTo>
                  <a:lnTo>
                    <a:pt x="48527" y="45154"/>
                  </a:lnTo>
                  <a:lnTo>
                    <a:pt x="44596" y="48958"/>
                  </a:lnTo>
                  <a:lnTo>
                    <a:pt x="40792" y="52889"/>
                  </a:lnTo>
                  <a:lnTo>
                    <a:pt x="37118" y="56942"/>
                  </a:lnTo>
                  <a:lnTo>
                    <a:pt x="33579" y="61113"/>
                  </a:lnTo>
                  <a:lnTo>
                    <a:pt x="30179" y="65397"/>
                  </a:lnTo>
                  <a:lnTo>
                    <a:pt x="26920" y="69791"/>
                  </a:lnTo>
                  <a:lnTo>
                    <a:pt x="23807" y="74289"/>
                  </a:lnTo>
                  <a:lnTo>
                    <a:pt x="20842" y="78886"/>
                  </a:lnTo>
                  <a:lnTo>
                    <a:pt x="18030" y="83578"/>
                  </a:lnTo>
                  <a:lnTo>
                    <a:pt x="15373" y="88359"/>
                  </a:lnTo>
                  <a:lnTo>
                    <a:pt x="12873" y="93225"/>
                  </a:lnTo>
                  <a:lnTo>
                    <a:pt x="10534" y="98169"/>
                  </a:lnTo>
                  <a:lnTo>
                    <a:pt x="8358" y="103188"/>
                  </a:lnTo>
                  <a:lnTo>
                    <a:pt x="6348" y="108275"/>
                  </a:lnTo>
                  <a:lnTo>
                    <a:pt x="4505" y="113426"/>
                  </a:lnTo>
                  <a:lnTo>
                    <a:pt x="2831" y="118633"/>
                  </a:lnTo>
                  <a:lnTo>
                    <a:pt x="1329" y="123893"/>
                  </a:lnTo>
                  <a:lnTo>
                    <a:pt x="0" y="129199"/>
                  </a:lnTo>
                  <a:lnTo>
                    <a:pt x="16279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1702" y="1200228"/>
              <a:ext cx="162798" cy="37967"/>
            </a:xfrm>
            <a:custGeom>
              <a:avLst/>
              <a:pathLst>
                <a:path w="162798" h="37967">
                  <a:moveTo>
                    <a:pt x="0" y="0"/>
                  </a:moveTo>
                  <a:lnTo>
                    <a:pt x="162798" y="379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7" y="1075473"/>
              <a:ext cx="334330" cy="329872"/>
            </a:xfrm>
            <a:custGeom>
              <a:avLst/>
              <a:pathLst>
                <a:path w="334330" h="329872">
                  <a:moveTo>
                    <a:pt x="4365" y="124754"/>
                  </a:moveTo>
                  <a:lnTo>
                    <a:pt x="3239" y="129954"/>
                  </a:lnTo>
                  <a:lnTo>
                    <a:pt x="2279" y="135187"/>
                  </a:lnTo>
                  <a:lnTo>
                    <a:pt x="1487" y="140448"/>
                  </a:lnTo>
                  <a:lnTo>
                    <a:pt x="862" y="145731"/>
                  </a:lnTo>
                  <a:lnTo>
                    <a:pt x="405" y="151032"/>
                  </a:lnTo>
                  <a:lnTo>
                    <a:pt x="118" y="156344"/>
                  </a:lnTo>
                  <a:lnTo>
                    <a:pt x="0" y="161663"/>
                  </a:lnTo>
                  <a:lnTo>
                    <a:pt x="50" y="166983"/>
                  </a:lnTo>
                  <a:lnTo>
                    <a:pt x="271" y="172299"/>
                  </a:lnTo>
                  <a:lnTo>
                    <a:pt x="660" y="177605"/>
                  </a:lnTo>
                  <a:lnTo>
                    <a:pt x="1218" y="182895"/>
                  </a:lnTo>
                  <a:lnTo>
                    <a:pt x="1944" y="188166"/>
                  </a:lnTo>
                  <a:lnTo>
                    <a:pt x="2837" y="193410"/>
                  </a:lnTo>
                  <a:lnTo>
                    <a:pt x="3897" y="198624"/>
                  </a:lnTo>
                  <a:lnTo>
                    <a:pt x="5122" y="203801"/>
                  </a:lnTo>
                  <a:lnTo>
                    <a:pt x="6511" y="208937"/>
                  </a:lnTo>
                  <a:lnTo>
                    <a:pt x="8063" y="214026"/>
                  </a:lnTo>
                  <a:lnTo>
                    <a:pt x="9777" y="219063"/>
                  </a:lnTo>
                  <a:lnTo>
                    <a:pt x="11649" y="224042"/>
                  </a:lnTo>
                  <a:lnTo>
                    <a:pt x="13679" y="228960"/>
                  </a:lnTo>
                  <a:lnTo>
                    <a:pt x="15865" y="233811"/>
                  </a:lnTo>
                  <a:lnTo>
                    <a:pt x="18203" y="238589"/>
                  </a:lnTo>
                  <a:lnTo>
                    <a:pt x="20693" y="243291"/>
                  </a:lnTo>
                  <a:lnTo>
                    <a:pt x="23331" y="247911"/>
                  </a:lnTo>
                  <a:lnTo>
                    <a:pt x="26115" y="252445"/>
                  </a:lnTo>
                  <a:lnTo>
                    <a:pt x="29041" y="256888"/>
                  </a:lnTo>
                  <a:lnTo>
                    <a:pt x="32108" y="261235"/>
                  </a:lnTo>
                  <a:lnTo>
                    <a:pt x="35311" y="265483"/>
                  </a:lnTo>
                  <a:lnTo>
                    <a:pt x="38648" y="269627"/>
                  </a:lnTo>
                  <a:lnTo>
                    <a:pt x="42115" y="273662"/>
                  </a:lnTo>
                  <a:lnTo>
                    <a:pt x="45708" y="277585"/>
                  </a:lnTo>
                  <a:lnTo>
                    <a:pt x="49425" y="281392"/>
                  </a:lnTo>
                  <a:lnTo>
                    <a:pt x="53261" y="285079"/>
                  </a:lnTo>
                  <a:lnTo>
                    <a:pt x="57212" y="288641"/>
                  </a:lnTo>
                  <a:lnTo>
                    <a:pt x="61275" y="292076"/>
                  </a:lnTo>
                  <a:lnTo>
                    <a:pt x="65445" y="295380"/>
                  </a:lnTo>
                  <a:lnTo>
                    <a:pt x="69718" y="298550"/>
                  </a:lnTo>
                  <a:lnTo>
                    <a:pt x="74089" y="301582"/>
                  </a:lnTo>
                  <a:lnTo>
                    <a:pt x="78555" y="304474"/>
                  </a:lnTo>
                  <a:lnTo>
                    <a:pt x="83111" y="307221"/>
                  </a:lnTo>
                  <a:lnTo>
                    <a:pt x="87752" y="309823"/>
                  </a:lnTo>
                  <a:lnTo>
                    <a:pt x="92473" y="312275"/>
                  </a:lnTo>
                  <a:lnTo>
                    <a:pt x="97270" y="314576"/>
                  </a:lnTo>
                  <a:lnTo>
                    <a:pt x="102137" y="316724"/>
                  </a:lnTo>
                  <a:lnTo>
                    <a:pt x="107071" y="318715"/>
                  </a:lnTo>
                  <a:lnTo>
                    <a:pt x="112065" y="320548"/>
                  </a:lnTo>
                  <a:lnTo>
                    <a:pt x="117115" y="322222"/>
                  </a:lnTo>
                  <a:lnTo>
                    <a:pt x="122216" y="323733"/>
                  </a:lnTo>
                  <a:lnTo>
                    <a:pt x="127363" y="325082"/>
                  </a:lnTo>
                  <a:lnTo>
                    <a:pt x="132549" y="326266"/>
                  </a:lnTo>
                  <a:lnTo>
                    <a:pt x="137771" y="327285"/>
                  </a:lnTo>
                  <a:lnTo>
                    <a:pt x="143023" y="328137"/>
                  </a:lnTo>
                  <a:lnTo>
                    <a:pt x="148299" y="328822"/>
                  </a:lnTo>
                  <a:lnTo>
                    <a:pt x="153594" y="329338"/>
                  </a:lnTo>
                  <a:lnTo>
                    <a:pt x="158903" y="329685"/>
                  </a:lnTo>
                  <a:lnTo>
                    <a:pt x="164220" y="329863"/>
                  </a:lnTo>
                  <a:lnTo>
                    <a:pt x="169540" y="329872"/>
                  </a:lnTo>
                  <a:lnTo>
                    <a:pt x="174858" y="329712"/>
                  </a:lnTo>
                  <a:lnTo>
                    <a:pt x="180168" y="329383"/>
                  </a:lnTo>
                  <a:lnTo>
                    <a:pt x="185465" y="328885"/>
                  </a:lnTo>
                  <a:lnTo>
                    <a:pt x="190743" y="328218"/>
                  </a:lnTo>
                  <a:lnTo>
                    <a:pt x="195997" y="327384"/>
                  </a:lnTo>
                  <a:lnTo>
                    <a:pt x="201223" y="326383"/>
                  </a:lnTo>
                  <a:lnTo>
                    <a:pt x="206413" y="325216"/>
                  </a:lnTo>
                  <a:lnTo>
                    <a:pt x="211564" y="323885"/>
                  </a:lnTo>
                  <a:lnTo>
                    <a:pt x="216670" y="322390"/>
                  </a:lnTo>
                  <a:lnTo>
                    <a:pt x="221726" y="320734"/>
                  </a:lnTo>
                  <a:lnTo>
                    <a:pt x="226727" y="318918"/>
                  </a:lnTo>
                  <a:lnTo>
                    <a:pt x="231667" y="316943"/>
                  </a:lnTo>
                  <a:lnTo>
                    <a:pt x="236542" y="314813"/>
                  </a:lnTo>
                  <a:lnTo>
                    <a:pt x="241346" y="312528"/>
                  </a:lnTo>
                  <a:lnTo>
                    <a:pt x="246076" y="310092"/>
                  </a:lnTo>
                  <a:lnTo>
                    <a:pt x="250726" y="307506"/>
                  </a:lnTo>
                  <a:lnTo>
                    <a:pt x="255290" y="304773"/>
                  </a:lnTo>
                  <a:lnTo>
                    <a:pt x="259766" y="301897"/>
                  </a:lnTo>
                  <a:lnTo>
                    <a:pt x="264148" y="298880"/>
                  </a:lnTo>
                  <a:lnTo>
                    <a:pt x="268432" y="295725"/>
                  </a:lnTo>
                  <a:lnTo>
                    <a:pt x="272613" y="292435"/>
                  </a:lnTo>
                  <a:lnTo>
                    <a:pt x="276687" y="289014"/>
                  </a:lnTo>
                  <a:lnTo>
                    <a:pt x="280650" y="285464"/>
                  </a:lnTo>
                  <a:lnTo>
                    <a:pt x="284499" y="281791"/>
                  </a:lnTo>
                  <a:lnTo>
                    <a:pt x="288228" y="277997"/>
                  </a:lnTo>
                  <a:lnTo>
                    <a:pt x="291835" y="274086"/>
                  </a:lnTo>
                  <a:lnTo>
                    <a:pt x="295316" y="270062"/>
                  </a:lnTo>
                  <a:lnTo>
                    <a:pt x="298667" y="265930"/>
                  </a:lnTo>
                  <a:lnTo>
                    <a:pt x="301884" y="261693"/>
                  </a:lnTo>
                  <a:lnTo>
                    <a:pt x="304965" y="257356"/>
                  </a:lnTo>
                  <a:lnTo>
                    <a:pt x="307907" y="252923"/>
                  </a:lnTo>
                  <a:lnTo>
                    <a:pt x="310706" y="248399"/>
                  </a:lnTo>
                  <a:lnTo>
                    <a:pt x="313360" y="243787"/>
                  </a:lnTo>
                  <a:lnTo>
                    <a:pt x="315865" y="239094"/>
                  </a:lnTo>
                  <a:lnTo>
                    <a:pt x="318220" y="234324"/>
                  </a:lnTo>
                  <a:lnTo>
                    <a:pt x="320422" y="229480"/>
                  </a:lnTo>
                  <a:lnTo>
                    <a:pt x="322469" y="224570"/>
                  </a:lnTo>
                  <a:lnTo>
                    <a:pt x="324359" y="219596"/>
                  </a:lnTo>
                  <a:lnTo>
                    <a:pt x="326089" y="214565"/>
                  </a:lnTo>
                  <a:lnTo>
                    <a:pt x="327658" y="209482"/>
                  </a:lnTo>
                  <a:lnTo>
                    <a:pt x="329065" y="204351"/>
                  </a:lnTo>
                  <a:lnTo>
                    <a:pt x="330307" y="199178"/>
                  </a:lnTo>
                  <a:lnTo>
                    <a:pt x="331385" y="193968"/>
                  </a:lnTo>
                  <a:lnTo>
                    <a:pt x="332296" y="188726"/>
                  </a:lnTo>
                  <a:lnTo>
                    <a:pt x="333040" y="183458"/>
                  </a:lnTo>
                  <a:lnTo>
                    <a:pt x="333616" y="178169"/>
                  </a:lnTo>
                  <a:lnTo>
                    <a:pt x="334023" y="172865"/>
                  </a:lnTo>
                  <a:lnTo>
                    <a:pt x="334261" y="167550"/>
                  </a:lnTo>
                  <a:lnTo>
                    <a:pt x="334330" y="162230"/>
                  </a:lnTo>
                  <a:lnTo>
                    <a:pt x="334230" y="156911"/>
                  </a:lnTo>
                  <a:lnTo>
                    <a:pt x="333960" y="151598"/>
                  </a:lnTo>
                  <a:lnTo>
                    <a:pt x="333522" y="146295"/>
                  </a:lnTo>
                  <a:lnTo>
                    <a:pt x="332915" y="141010"/>
                  </a:lnTo>
                  <a:lnTo>
                    <a:pt x="332140" y="135747"/>
                  </a:lnTo>
                  <a:lnTo>
                    <a:pt x="331198" y="130510"/>
                  </a:lnTo>
                  <a:lnTo>
                    <a:pt x="330090" y="125307"/>
                  </a:lnTo>
                  <a:lnTo>
                    <a:pt x="328817" y="120141"/>
                  </a:lnTo>
                  <a:lnTo>
                    <a:pt x="327380" y="115019"/>
                  </a:lnTo>
                  <a:lnTo>
                    <a:pt x="325781" y="109945"/>
                  </a:lnTo>
                  <a:lnTo>
                    <a:pt x="324021" y="104924"/>
                  </a:lnTo>
                  <a:lnTo>
                    <a:pt x="322103" y="99962"/>
                  </a:lnTo>
                  <a:lnTo>
                    <a:pt x="320027" y="95063"/>
                  </a:lnTo>
                  <a:lnTo>
                    <a:pt x="317797" y="90233"/>
                  </a:lnTo>
                  <a:lnTo>
                    <a:pt x="315414" y="85476"/>
                  </a:lnTo>
                  <a:lnTo>
                    <a:pt x="312880" y="80798"/>
                  </a:lnTo>
                  <a:lnTo>
                    <a:pt x="310200" y="76202"/>
                  </a:lnTo>
                  <a:lnTo>
                    <a:pt x="307374" y="71695"/>
                  </a:lnTo>
                  <a:lnTo>
                    <a:pt x="304406" y="67279"/>
                  </a:lnTo>
                  <a:lnTo>
                    <a:pt x="301300" y="62960"/>
                  </a:lnTo>
                  <a:lnTo>
                    <a:pt x="298057" y="58742"/>
                  </a:lnTo>
                  <a:lnTo>
                    <a:pt x="294682" y="54629"/>
                  </a:lnTo>
                  <a:lnTo>
                    <a:pt x="291178" y="50626"/>
                  </a:lnTo>
                  <a:lnTo>
                    <a:pt x="287548" y="46737"/>
                  </a:lnTo>
                  <a:lnTo>
                    <a:pt x="283796" y="42965"/>
                  </a:lnTo>
                  <a:lnTo>
                    <a:pt x="279926" y="39314"/>
                  </a:lnTo>
                  <a:lnTo>
                    <a:pt x="275942" y="35788"/>
                  </a:lnTo>
                  <a:lnTo>
                    <a:pt x="271848" y="32391"/>
                  </a:lnTo>
                  <a:lnTo>
                    <a:pt x="267647" y="29126"/>
                  </a:lnTo>
                  <a:lnTo>
                    <a:pt x="263345" y="25996"/>
                  </a:lnTo>
                  <a:lnTo>
                    <a:pt x="258946" y="23004"/>
                  </a:lnTo>
                  <a:lnTo>
                    <a:pt x="254453" y="20155"/>
                  </a:lnTo>
                  <a:lnTo>
                    <a:pt x="249872" y="17449"/>
                  </a:lnTo>
                  <a:lnTo>
                    <a:pt x="245208" y="14891"/>
                  </a:lnTo>
                  <a:lnTo>
                    <a:pt x="240464" y="12482"/>
                  </a:lnTo>
                  <a:lnTo>
                    <a:pt x="235646" y="10226"/>
                  </a:lnTo>
                  <a:lnTo>
                    <a:pt x="230758" y="8124"/>
                  </a:lnTo>
                  <a:lnTo>
                    <a:pt x="225807" y="6178"/>
                  </a:lnTo>
                  <a:lnTo>
                    <a:pt x="220796" y="4391"/>
                  </a:lnTo>
                  <a:lnTo>
                    <a:pt x="215730" y="2765"/>
                  </a:lnTo>
                  <a:lnTo>
                    <a:pt x="210615" y="1300"/>
                  </a:lnTo>
                  <a:lnTo>
                    <a:pt x="205457" y="0"/>
                  </a:lnTo>
                  <a:lnTo>
                    <a:pt x="167164" y="162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964501" y="1071028"/>
              <a:ext cx="38293" cy="167167"/>
            </a:xfrm>
            <a:custGeom>
              <a:avLst/>
              <a:pathLst>
                <a:path w="38293" h="167167">
                  <a:moveTo>
                    <a:pt x="38293" y="4444"/>
                  </a:moveTo>
                  <a:lnTo>
                    <a:pt x="31998" y="3091"/>
                  </a:lnTo>
                  <a:lnTo>
                    <a:pt x="25655" y="1980"/>
                  </a:lnTo>
                  <a:lnTo>
                    <a:pt x="19275" y="1114"/>
                  </a:lnTo>
                  <a:lnTo>
                    <a:pt x="12865" y="495"/>
                  </a:lnTo>
                  <a:lnTo>
                    <a:pt x="6437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31616" y="1322571"/>
              <a:ext cx="57104" cy="167167"/>
            </a:xfrm>
            <a:custGeom>
              <a:avLst/>
              <a:pathLst>
                <a:path w="57104" h="167167">
                  <a:moveTo>
                    <a:pt x="57104" y="0"/>
                  </a:moveTo>
                  <a:lnTo>
                    <a:pt x="51278" y="101"/>
                  </a:lnTo>
                  <a:lnTo>
                    <a:pt x="45458" y="406"/>
                  </a:lnTo>
                  <a:lnTo>
                    <a:pt x="39653" y="913"/>
                  </a:lnTo>
                  <a:lnTo>
                    <a:pt x="33869" y="1622"/>
                  </a:lnTo>
                  <a:lnTo>
                    <a:pt x="28113" y="2533"/>
                  </a:lnTo>
                  <a:lnTo>
                    <a:pt x="22392" y="3643"/>
                  </a:lnTo>
                  <a:lnTo>
                    <a:pt x="16713" y="4953"/>
                  </a:lnTo>
                  <a:lnTo>
                    <a:pt x="11084" y="6459"/>
                  </a:lnTo>
                  <a:lnTo>
                    <a:pt x="5510" y="8161"/>
                  </a:lnTo>
                  <a:lnTo>
                    <a:pt x="0" y="10056"/>
                  </a:lnTo>
                  <a:lnTo>
                    <a:pt x="5710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1616" y="1332627"/>
              <a:ext cx="57104" cy="157111"/>
            </a:xfrm>
            <a:custGeom>
              <a:avLst/>
              <a:pathLst>
                <a:path w="57104" h="157111">
                  <a:moveTo>
                    <a:pt x="0" y="0"/>
                  </a:moveTo>
                  <a:lnTo>
                    <a:pt x="57104" y="1571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321571" y="1332627"/>
              <a:ext cx="334301" cy="324278"/>
            </a:xfrm>
            <a:custGeom>
              <a:avLst/>
              <a:pathLst>
                <a:path w="334301" h="324278">
                  <a:moveTo>
                    <a:pt x="110044" y="0"/>
                  </a:moveTo>
                  <a:lnTo>
                    <a:pt x="105090" y="1890"/>
                  </a:lnTo>
                  <a:lnTo>
                    <a:pt x="100198" y="3936"/>
                  </a:lnTo>
                  <a:lnTo>
                    <a:pt x="95374" y="6136"/>
                  </a:lnTo>
                  <a:lnTo>
                    <a:pt x="90622" y="8488"/>
                  </a:lnTo>
                  <a:lnTo>
                    <a:pt x="85948" y="10990"/>
                  </a:lnTo>
                  <a:lnTo>
                    <a:pt x="81354" y="13638"/>
                  </a:lnTo>
                  <a:lnTo>
                    <a:pt x="76848" y="16432"/>
                  </a:lnTo>
                  <a:lnTo>
                    <a:pt x="72431" y="19366"/>
                  </a:lnTo>
                  <a:lnTo>
                    <a:pt x="68111" y="22439"/>
                  </a:lnTo>
                  <a:lnTo>
                    <a:pt x="63890" y="25648"/>
                  </a:lnTo>
                  <a:lnTo>
                    <a:pt x="59772" y="28989"/>
                  </a:lnTo>
                  <a:lnTo>
                    <a:pt x="55763" y="32458"/>
                  </a:lnTo>
                  <a:lnTo>
                    <a:pt x="51866" y="36053"/>
                  </a:lnTo>
                  <a:lnTo>
                    <a:pt x="48085" y="39770"/>
                  </a:lnTo>
                  <a:lnTo>
                    <a:pt x="44423" y="43605"/>
                  </a:lnTo>
                  <a:lnTo>
                    <a:pt x="40885" y="47554"/>
                  </a:lnTo>
                  <a:lnTo>
                    <a:pt x="37475" y="51614"/>
                  </a:lnTo>
                  <a:lnTo>
                    <a:pt x="34194" y="55779"/>
                  </a:lnTo>
                  <a:lnTo>
                    <a:pt x="31047" y="60047"/>
                  </a:lnTo>
                  <a:lnTo>
                    <a:pt x="28038" y="64412"/>
                  </a:lnTo>
                  <a:lnTo>
                    <a:pt x="25168" y="68870"/>
                  </a:lnTo>
                  <a:lnTo>
                    <a:pt x="22441" y="73417"/>
                  </a:lnTo>
                  <a:lnTo>
                    <a:pt x="19859" y="78049"/>
                  </a:lnTo>
                  <a:lnTo>
                    <a:pt x="17426" y="82759"/>
                  </a:lnTo>
                  <a:lnTo>
                    <a:pt x="15143" y="87545"/>
                  </a:lnTo>
                  <a:lnTo>
                    <a:pt x="13014" y="92401"/>
                  </a:lnTo>
                  <a:lnTo>
                    <a:pt x="11039" y="97321"/>
                  </a:lnTo>
                  <a:lnTo>
                    <a:pt x="9221" y="102302"/>
                  </a:lnTo>
                  <a:lnTo>
                    <a:pt x="7563" y="107338"/>
                  </a:lnTo>
                  <a:lnTo>
                    <a:pt x="6064" y="112424"/>
                  </a:lnTo>
                  <a:lnTo>
                    <a:pt x="4728" y="117555"/>
                  </a:lnTo>
                  <a:lnTo>
                    <a:pt x="3556" y="122726"/>
                  </a:lnTo>
                  <a:lnTo>
                    <a:pt x="2547" y="127932"/>
                  </a:lnTo>
                  <a:lnTo>
                    <a:pt x="1705" y="133166"/>
                  </a:lnTo>
                  <a:lnTo>
                    <a:pt x="1029" y="138425"/>
                  </a:lnTo>
                  <a:lnTo>
                    <a:pt x="520" y="143703"/>
                  </a:lnTo>
                  <a:lnTo>
                    <a:pt x="178" y="148994"/>
                  </a:lnTo>
                  <a:lnTo>
                    <a:pt x="5" y="154293"/>
                  </a:lnTo>
                  <a:lnTo>
                    <a:pt x="0" y="159596"/>
                  </a:lnTo>
                  <a:lnTo>
                    <a:pt x="162" y="164895"/>
                  </a:lnTo>
                  <a:lnTo>
                    <a:pt x="493" y="170187"/>
                  </a:lnTo>
                  <a:lnTo>
                    <a:pt x="992" y="175466"/>
                  </a:lnTo>
                  <a:lnTo>
                    <a:pt x="1657" y="180726"/>
                  </a:lnTo>
                  <a:lnTo>
                    <a:pt x="2490" y="185962"/>
                  </a:lnTo>
                  <a:lnTo>
                    <a:pt x="3487" y="191170"/>
                  </a:lnTo>
                  <a:lnTo>
                    <a:pt x="4650" y="196343"/>
                  </a:lnTo>
                  <a:lnTo>
                    <a:pt x="5976" y="201477"/>
                  </a:lnTo>
                  <a:lnTo>
                    <a:pt x="7464" y="206566"/>
                  </a:lnTo>
                  <a:lnTo>
                    <a:pt x="9113" y="211605"/>
                  </a:lnTo>
                  <a:lnTo>
                    <a:pt x="10920" y="216589"/>
                  </a:lnTo>
                  <a:lnTo>
                    <a:pt x="12885" y="221514"/>
                  </a:lnTo>
                  <a:lnTo>
                    <a:pt x="15005" y="226374"/>
                  </a:lnTo>
                  <a:lnTo>
                    <a:pt x="17278" y="231164"/>
                  </a:lnTo>
                  <a:lnTo>
                    <a:pt x="19702" y="235880"/>
                  </a:lnTo>
                  <a:lnTo>
                    <a:pt x="22274" y="240516"/>
                  </a:lnTo>
                  <a:lnTo>
                    <a:pt x="24992" y="245069"/>
                  </a:lnTo>
                  <a:lnTo>
                    <a:pt x="27853" y="249533"/>
                  </a:lnTo>
                  <a:lnTo>
                    <a:pt x="30854" y="253904"/>
                  </a:lnTo>
                  <a:lnTo>
                    <a:pt x="33993" y="258178"/>
                  </a:lnTo>
                  <a:lnTo>
                    <a:pt x="37265" y="262350"/>
                  </a:lnTo>
                  <a:lnTo>
                    <a:pt x="40668" y="266416"/>
                  </a:lnTo>
                  <a:lnTo>
                    <a:pt x="44198" y="270372"/>
                  </a:lnTo>
                  <a:lnTo>
                    <a:pt x="47851" y="274214"/>
                  </a:lnTo>
                  <a:lnTo>
                    <a:pt x="51625" y="277939"/>
                  </a:lnTo>
                  <a:lnTo>
                    <a:pt x="55515" y="281541"/>
                  </a:lnTo>
                  <a:lnTo>
                    <a:pt x="59517" y="285019"/>
                  </a:lnTo>
                  <a:lnTo>
                    <a:pt x="63628" y="288368"/>
                  </a:lnTo>
                  <a:lnTo>
                    <a:pt x="67843" y="291585"/>
                  </a:lnTo>
                  <a:lnTo>
                    <a:pt x="72157" y="294667"/>
                  </a:lnTo>
                  <a:lnTo>
                    <a:pt x="76568" y="297610"/>
                  </a:lnTo>
                  <a:lnTo>
                    <a:pt x="81069" y="300412"/>
                  </a:lnTo>
                  <a:lnTo>
                    <a:pt x="85657" y="303070"/>
                  </a:lnTo>
                  <a:lnTo>
                    <a:pt x="90327" y="305581"/>
                  </a:lnTo>
                  <a:lnTo>
                    <a:pt x="95074" y="307943"/>
                  </a:lnTo>
                  <a:lnTo>
                    <a:pt x="99893" y="310152"/>
                  </a:lnTo>
                  <a:lnTo>
                    <a:pt x="104781" y="312208"/>
                  </a:lnTo>
                  <a:lnTo>
                    <a:pt x="109731" y="314108"/>
                  </a:lnTo>
                  <a:lnTo>
                    <a:pt x="114739" y="315850"/>
                  </a:lnTo>
                  <a:lnTo>
                    <a:pt x="119799" y="317432"/>
                  </a:lnTo>
                  <a:lnTo>
                    <a:pt x="124907" y="318853"/>
                  </a:lnTo>
                  <a:lnTo>
                    <a:pt x="130058" y="320112"/>
                  </a:lnTo>
                  <a:lnTo>
                    <a:pt x="135246" y="321206"/>
                  </a:lnTo>
                  <a:lnTo>
                    <a:pt x="140466" y="322135"/>
                  </a:lnTo>
                  <a:lnTo>
                    <a:pt x="145713" y="322898"/>
                  </a:lnTo>
                  <a:lnTo>
                    <a:pt x="150982" y="323495"/>
                  </a:lnTo>
                  <a:lnTo>
                    <a:pt x="156266" y="323924"/>
                  </a:lnTo>
                  <a:lnTo>
                    <a:pt x="161562" y="324185"/>
                  </a:lnTo>
                  <a:lnTo>
                    <a:pt x="166863" y="324278"/>
                  </a:lnTo>
                  <a:lnTo>
                    <a:pt x="172165" y="324203"/>
                  </a:lnTo>
                  <a:lnTo>
                    <a:pt x="177462" y="323960"/>
                  </a:lnTo>
                  <a:lnTo>
                    <a:pt x="182748" y="323549"/>
                  </a:lnTo>
                  <a:lnTo>
                    <a:pt x="188018" y="322970"/>
                  </a:lnTo>
                  <a:lnTo>
                    <a:pt x="193268" y="322225"/>
                  </a:lnTo>
                  <a:lnTo>
                    <a:pt x="198491" y="321314"/>
                  </a:lnTo>
                  <a:lnTo>
                    <a:pt x="203683" y="320237"/>
                  </a:lnTo>
                  <a:lnTo>
                    <a:pt x="208838" y="318997"/>
                  </a:lnTo>
                  <a:lnTo>
                    <a:pt x="213951" y="317593"/>
                  </a:lnTo>
                  <a:lnTo>
                    <a:pt x="219017" y="316028"/>
                  </a:lnTo>
                  <a:lnTo>
                    <a:pt x="224030" y="314303"/>
                  </a:lnTo>
                  <a:lnTo>
                    <a:pt x="228987" y="312420"/>
                  </a:lnTo>
                  <a:lnTo>
                    <a:pt x="233881" y="310381"/>
                  </a:lnTo>
                  <a:lnTo>
                    <a:pt x="238708" y="308187"/>
                  </a:lnTo>
                  <a:lnTo>
                    <a:pt x="243464" y="305842"/>
                  </a:lnTo>
                  <a:lnTo>
                    <a:pt x="248142" y="303347"/>
                  </a:lnTo>
                  <a:lnTo>
                    <a:pt x="252739" y="300705"/>
                  </a:lnTo>
                  <a:lnTo>
                    <a:pt x="257250" y="297918"/>
                  </a:lnTo>
                  <a:lnTo>
                    <a:pt x="261670" y="294990"/>
                  </a:lnTo>
                  <a:lnTo>
                    <a:pt x="265995" y="291923"/>
                  </a:lnTo>
                  <a:lnTo>
                    <a:pt x="270221" y="288720"/>
                  </a:lnTo>
                  <a:lnTo>
                    <a:pt x="274343" y="285385"/>
                  </a:lnTo>
                  <a:lnTo>
                    <a:pt x="278357" y="281921"/>
                  </a:lnTo>
                  <a:lnTo>
                    <a:pt x="282259" y="278332"/>
                  </a:lnTo>
                  <a:lnTo>
                    <a:pt x="286046" y="274620"/>
                  </a:lnTo>
                  <a:lnTo>
                    <a:pt x="289712" y="270790"/>
                  </a:lnTo>
                  <a:lnTo>
                    <a:pt x="293256" y="266846"/>
                  </a:lnTo>
                  <a:lnTo>
                    <a:pt x="296673" y="262792"/>
                  </a:lnTo>
                  <a:lnTo>
                    <a:pt x="299959" y="258631"/>
                  </a:lnTo>
                  <a:lnTo>
                    <a:pt x="303112" y="254368"/>
                  </a:lnTo>
                  <a:lnTo>
                    <a:pt x="306128" y="250007"/>
                  </a:lnTo>
                  <a:lnTo>
                    <a:pt x="309004" y="245553"/>
                  </a:lnTo>
                  <a:lnTo>
                    <a:pt x="311737" y="241010"/>
                  </a:lnTo>
                  <a:lnTo>
                    <a:pt x="314325" y="236382"/>
                  </a:lnTo>
                  <a:lnTo>
                    <a:pt x="316765" y="231675"/>
                  </a:lnTo>
                  <a:lnTo>
                    <a:pt x="319055" y="226892"/>
                  </a:lnTo>
                  <a:lnTo>
                    <a:pt x="321191" y="222040"/>
                  </a:lnTo>
                  <a:lnTo>
                    <a:pt x="323173" y="217122"/>
                  </a:lnTo>
                  <a:lnTo>
                    <a:pt x="324998" y="212143"/>
                  </a:lnTo>
                  <a:lnTo>
                    <a:pt x="326664" y="207110"/>
                  </a:lnTo>
                  <a:lnTo>
                    <a:pt x="328169" y="202026"/>
                  </a:lnTo>
                  <a:lnTo>
                    <a:pt x="329512" y="196897"/>
                  </a:lnTo>
                  <a:lnTo>
                    <a:pt x="330692" y="191728"/>
                  </a:lnTo>
                  <a:lnTo>
                    <a:pt x="331708" y="186524"/>
                  </a:lnTo>
                  <a:lnTo>
                    <a:pt x="332558" y="181290"/>
                  </a:lnTo>
                  <a:lnTo>
                    <a:pt x="333242" y="176032"/>
                  </a:lnTo>
                  <a:lnTo>
                    <a:pt x="333758" y="170755"/>
                  </a:lnTo>
                  <a:lnTo>
                    <a:pt x="334107" y="165465"/>
                  </a:lnTo>
                  <a:lnTo>
                    <a:pt x="334288" y="160165"/>
                  </a:lnTo>
                  <a:lnTo>
                    <a:pt x="334301" y="154863"/>
                  </a:lnTo>
                  <a:lnTo>
                    <a:pt x="334145" y="149563"/>
                  </a:lnTo>
                  <a:lnTo>
                    <a:pt x="333822" y="144271"/>
                  </a:lnTo>
                  <a:lnTo>
                    <a:pt x="333331" y="138992"/>
                  </a:lnTo>
                  <a:lnTo>
                    <a:pt x="332673" y="133731"/>
                  </a:lnTo>
                  <a:lnTo>
                    <a:pt x="331848" y="128493"/>
                  </a:lnTo>
                  <a:lnTo>
                    <a:pt x="330858" y="123284"/>
                  </a:lnTo>
                  <a:lnTo>
                    <a:pt x="329703" y="118109"/>
                  </a:lnTo>
                  <a:lnTo>
                    <a:pt x="328384" y="112974"/>
                  </a:lnTo>
                  <a:lnTo>
                    <a:pt x="326903" y="107883"/>
                  </a:lnTo>
                  <a:lnTo>
                    <a:pt x="325262" y="102841"/>
                  </a:lnTo>
                  <a:lnTo>
                    <a:pt x="323461" y="97854"/>
                  </a:lnTo>
                  <a:lnTo>
                    <a:pt x="321503" y="92927"/>
                  </a:lnTo>
                  <a:lnTo>
                    <a:pt x="319390" y="88064"/>
                  </a:lnTo>
                  <a:lnTo>
                    <a:pt x="317124" y="83270"/>
                  </a:lnTo>
                  <a:lnTo>
                    <a:pt x="314706" y="78551"/>
                  </a:lnTo>
                  <a:lnTo>
                    <a:pt x="312141" y="73911"/>
                  </a:lnTo>
                  <a:lnTo>
                    <a:pt x="309429" y="69355"/>
                  </a:lnTo>
                  <a:lnTo>
                    <a:pt x="306575" y="64887"/>
                  </a:lnTo>
                  <a:lnTo>
                    <a:pt x="303580" y="60511"/>
                  </a:lnTo>
                  <a:lnTo>
                    <a:pt x="300448" y="56233"/>
                  </a:lnTo>
                  <a:lnTo>
                    <a:pt x="297181" y="52057"/>
                  </a:lnTo>
                  <a:lnTo>
                    <a:pt x="293784" y="47986"/>
                  </a:lnTo>
                  <a:lnTo>
                    <a:pt x="290260" y="44024"/>
                  </a:lnTo>
                  <a:lnTo>
                    <a:pt x="286612" y="40177"/>
                  </a:lnTo>
                  <a:lnTo>
                    <a:pt x="282843" y="36447"/>
                  </a:lnTo>
                  <a:lnTo>
                    <a:pt x="278958" y="32839"/>
                  </a:lnTo>
                  <a:lnTo>
                    <a:pt x="274961" y="29355"/>
                  </a:lnTo>
                  <a:lnTo>
                    <a:pt x="270855" y="26001"/>
                  </a:lnTo>
                  <a:lnTo>
                    <a:pt x="266645" y="22778"/>
                  </a:lnTo>
                  <a:lnTo>
                    <a:pt x="262335" y="19690"/>
                  </a:lnTo>
                  <a:lnTo>
                    <a:pt x="257929" y="16740"/>
                  </a:lnTo>
                  <a:lnTo>
                    <a:pt x="253431" y="13932"/>
                  </a:lnTo>
                  <a:lnTo>
                    <a:pt x="248847" y="11268"/>
                  </a:lnTo>
                  <a:lnTo>
                    <a:pt x="244181" y="8750"/>
                  </a:lnTo>
                  <a:lnTo>
                    <a:pt x="239437" y="6382"/>
                  </a:lnTo>
                  <a:lnTo>
                    <a:pt x="234620" y="4165"/>
                  </a:lnTo>
                  <a:lnTo>
                    <a:pt x="229736" y="2102"/>
                  </a:lnTo>
                  <a:lnTo>
                    <a:pt x="167148" y="1571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88720" y="1322571"/>
              <a:ext cx="62587" cy="167167"/>
            </a:xfrm>
            <a:custGeom>
              <a:avLst/>
              <a:pathLst>
                <a:path w="62587" h="167167">
                  <a:moveTo>
                    <a:pt x="62587" y="12158"/>
                  </a:moveTo>
                  <a:lnTo>
                    <a:pt x="57142" y="10069"/>
                  </a:lnTo>
                  <a:lnTo>
                    <a:pt x="51628" y="8172"/>
                  </a:lnTo>
                  <a:lnTo>
                    <a:pt x="46051" y="6468"/>
                  </a:lnTo>
                  <a:lnTo>
                    <a:pt x="40418" y="4959"/>
                  </a:lnTo>
                  <a:lnTo>
                    <a:pt x="34736" y="3648"/>
                  </a:lnTo>
                  <a:lnTo>
                    <a:pt x="29011" y="2536"/>
                  </a:lnTo>
                  <a:lnTo>
                    <a:pt x="23251" y="1624"/>
                  </a:lnTo>
                  <a:lnTo>
                    <a:pt x="17463" y="914"/>
                  </a:lnTo>
                  <a:lnTo>
                    <a:pt x="11654" y="406"/>
                  </a:lnTo>
                  <a:lnTo>
                    <a:pt x="5830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78266" y="1681503"/>
              <a:ext cx="8258" cy="167167"/>
            </a:xfrm>
            <a:custGeom>
              <a:avLst/>
              <a:pathLst>
                <a:path w="8258" h="167167">
                  <a:moveTo>
                    <a:pt x="8258" y="0"/>
                  </a:moveTo>
                  <a:lnTo>
                    <a:pt x="0" y="204"/>
                  </a:lnTo>
                  <a:lnTo>
                    <a:pt x="825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8266" y="1681707"/>
              <a:ext cx="8258" cy="166963"/>
            </a:xfrm>
            <a:custGeom>
              <a:avLst/>
              <a:pathLst>
                <a:path w="8258" h="166963">
                  <a:moveTo>
                    <a:pt x="0" y="0"/>
                  </a:moveTo>
                  <a:lnTo>
                    <a:pt x="8258" y="1669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2951075" y="1681707"/>
              <a:ext cx="135449" cy="166963"/>
            </a:xfrm>
            <a:custGeom>
              <a:avLst/>
              <a:pathLst>
                <a:path w="135449" h="166963">
                  <a:moveTo>
                    <a:pt x="127190" y="0"/>
                  </a:moveTo>
                  <a:lnTo>
                    <a:pt x="121660" y="365"/>
                  </a:lnTo>
                  <a:lnTo>
                    <a:pt x="116145" y="914"/>
                  </a:lnTo>
                  <a:lnTo>
                    <a:pt x="110652" y="1645"/>
                  </a:lnTo>
                  <a:lnTo>
                    <a:pt x="105185" y="2558"/>
                  </a:lnTo>
                  <a:lnTo>
                    <a:pt x="99752" y="3651"/>
                  </a:lnTo>
                  <a:lnTo>
                    <a:pt x="94358" y="4924"/>
                  </a:lnTo>
                  <a:lnTo>
                    <a:pt x="89009" y="6375"/>
                  </a:lnTo>
                  <a:lnTo>
                    <a:pt x="83712" y="8003"/>
                  </a:lnTo>
                  <a:lnTo>
                    <a:pt x="78471" y="9805"/>
                  </a:lnTo>
                  <a:lnTo>
                    <a:pt x="73293" y="11780"/>
                  </a:lnTo>
                  <a:lnTo>
                    <a:pt x="68183" y="13926"/>
                  </a:lnTo>
                  <a:lnTo>
                    <a:pt x="63147" y="16240"/>
                  </a:lnTo>
                  <a:lnTo>
                    <a:pt x="58190" y="18720"/>
                  </a:lnTo>
                  <a:lnTo>
                    <a:pt x="53319" y="21362"/>
                  </a:lnTo>
                  <a:lnTo>
                    <a:pt x="48537" y="24165"/>
                  </a:lnTo>
                  <a:lnTo>
                    <a:pt x="43851" y="27124"/>
                  </a:lnTo>
                  <a:lnTo>
                    <a:pt x="39266" y="30237"/>
                  </a:lnTo>
                  <a:lnTo>
                    <a:pt x="34787" y="33501"/>
                  </a:lnTo>
                  <a:lnTo>
                    <a:pt x="30418" y="36911"/>
                  </a:lnTo>
                  <a:lnTo>
                    <a:pt x="26165" y="40464"/>
                  </a:lnTo>
                  <a:lnTo>
                    <a:pt x="22032" y="44156"/>
                  </a:lnTo>
                  <a:lnTo>
                    <a:pt x="18023" y="47983"/>
                  </a:lnTo>
                  <a:lnTo>
                    <a:pt x="14144" y="51941"/>
                  </a:lnTo>
                  <a:lnTo>
                    <a:pt x="10398" y="56025"/>
                  </a:lnTo>
                  <a:lnTo>
                    <a:pt x="6789" y="60232"/>
                  </a:lnTo>
                  <a:lnTo>
                    <a:pt x="3322" y="64555"/>
                  </a:lnTo>
                  <a:lnTo>
                    <a:pt x="0" y="68991"/>
                  </a:lnTo>
                  <a:lnTo>
                    <a:pt x="135449" y="1669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19364" y="1681503"/>
              <a:ext cx="334311" cy="334333"/>
            </a:xfrm>
            <a:custGeom>
              <a:avLst/>
              <a:pathLst>
                <a:path w="334311" h="334333">
                  <a:moveTo>
                    <a:pt x="31710" y="69195"/>
                  </a:moveTo>
                  <a:lnTo>
                    <a:pt x="28666" y="73548"/>
                  </a:lnTo>
                  <a:lnTo>
                    <a:pt x="25761" y="77996"/>
                  </a:lnTo>
                  <a:lnTo>
                    <a:pt x="23000" y="82533"/>
                  </a:lnTo>
                  <a:lnTo>
                    <a:pt x="20383" y="87156"/>
                  </a:lnTo>
                  <a:lnTo>
                    <a:pt x="17915" y="91860"/>
                  </a:lnTo>
                  <a:lnTo>
                    <a:pt x="15598" y="96640"/>
                  </a:lnTo>
                  <a:lnTo>
                    <a:pt x="13434" y="101491"/>
                  </a:lnTo>
                  <a:lnTo>
                    <a:pt x="11425" y="106408"/>
                  </a:lnTo>
                  <a:lnTo>
                    <a:pt x="9573" y="111387"/>
                  </a:lnTo>
                  <a:lnTo>
                    <a:pt x="7880" y="116422"/>
                  </a:lnTo>
                  <a:lnTo>
                    <a:pt x="6349" y="121508"/>
                  </a:lnTo>
                  <a:lnTo>
                    <a:pt x="4979" y="126640"/>
                  </a:lnTo>
                  <a:lnTo>
                    <a:pt x="3773" y="131814"/>
                  </a:lnTo>
                  <a:lnTo>
                    <a:pt x="2733" y="137023"/>
                  </a:lnTo>
                  <a:lnTo>
                    <a:pt x="1858" y="142262"/>
                  </a:lnTo>
                  <a:lnTo>
                    <a:pt x="1150" y="147526"/>
                  </a:lnTo>
                  <a:lnTo>
                    <a:pt x="610" y="152811"/>
                  </a:lnTo>
                  <a:lnTo>
                    <a:pt x="238" y="158110"/>
                  </a:lnTo>
                  <a:lnTo>
                    <a:pt x="34" y="163418"/>
                  </a:lnTo>
                  <a:lnTo>
                    <a:pt x="0" y="168730"/>
                  </a:lnTo>
                  <a:lnTo>
                    <a:pt x="134" y="174040"/>
                  </a:lnTo>
                  <a:lnTo>
                    <a:pt x="436" y="179343"/>
                  </a:lnTo>
                  <a:lnTo>
                    <a:pt x="907" y="184634"/>
                  </a:lnTo>
                  <a:lnTo>
                    <a:pt x="1546" y="189907"/>
                  </a:lnTo>
                  <a:lnTo>
                    <a:pt x="2352" y="195158"/>
                  </a:lnTo>
                  <a:lnTo>
                    <a:pt x="3325" y="200380"/>
                  </a:lnTo>
                  <a:lnTo>
                    <a:pt x="4463" y="205568"/>
                  </a:lnTo>
                  <a:lnTo>
                    <a:pt x="5765" y="210718"/>
                  </a:lnTo>
                  <a:lnTo>
                    <a:pt x="7230" y="215824"/>
                  </a:lnTo>
                  <a:lnTo>
                    <a:pt x="8857" y="220881"/>
                  </a:lnTo>
                  <a:lnTo>
                    <a:pt x="10643" y="225883"/>
                  </a:lnTo>
                  <a:lnTo>
                    <a:pt x="12588" y="230826"/>
                  </a:lnTo>
                  <a:lnTo>
                    <a:pt x="14689" y="235705"/>
                  </a:lnTo>
                  <a:lnTo>
                    <a:pt x="16943" y="240515"/>
                  </a:lnTo>
                  <a:lnTo>
                    <a:pt x="19349" y="245251"/>
                  </a:lnTo>
                  <a:lnTo>
                    <a:pt x="21905" y="249907"/>
                  </a:lnTo>
                  <a:lnTo>
                    <a:pt x="24607" y="254481"/>
                  </a:lnTo>
                  <a:lnTo>
                    <a:pt x="27453" y="258966"/>
                  </a:lnTo>
                  <a:lnTo>
                    <a:pt x="30440" y="263358"/>
                  </a:lnTo>
                  <a:lnTo>
                    <a:pt x="33565" y="267654"/>
                  </a:lnTo>
                  <a:lnTo>
                    <a:pt x="36826" y="271847"/>
                  </a:lnTo>
                  <a:lnTo>
                    <a:pt x="40217" y="275935"/>
                  </a:lnTo>
                  <a:lnTo>
                    <a:pt x="43737" y="279914"/>
                  </a:lnTo>
                  <a:lnTo>
                    <a:pt x="47382" y="283778"/>
                  </a:lnTo>
                  <a:lnTo>
                    <a:pt x="51147" y="287525"/>
                  </a:lnTo>
                  <a:lnTo>
                    <a:pt x="55030" y="291150"/>
                  </a:lnTo>
                  <a:lnTo>
                    <a:pt x="59025" y="294650"/>
                  </a:lnTo>
                  <a:lnTo>
                    <a:pt x="63130" y="298021"/>
                  </a:lnTo>
                  <a:lnTo>
                    <a:pt x="67340" y="301261"/>
                  </a:lnTo>
                  <a:lnTo>
                    <a:pt x="71651" y="304364"/>
                  </a:lnTo>
                  <a:lnTo>
                    <a:pt x="76059" y="307330"/>
                  </a:lnTo>
                  <a:lnTo>
                    <a:pt x="80558" y="310153"/>
                  </a:lnTo>
                  <a:lnTo>
                    <a:pt x="85144" y="312833"/>
                  </a:lnTo>
                  <a:lnTo>
                    <a:pt x="89814" y="315365"/>
                  </a:lnTo>
                  <a:lnTo>
                    <a:pt x="94562" y="317747"/>
                  </a:lnTo>
                  <a:lnTo>
                    <a:pt x="99382" y="319978"/>
                  </a:lnTo>
                  <a:lnTo>
                    <a:pt x="104272" y="322054"/>
                  </a:lnTo>
                  <a:lnTo>
                    <a:pt x="109225" y="323974"/>
                  </a:lnTo>
                  <a:lnTo>
                    <a:pt x="114236" y="325736"/>
                  </a:lnTo>
                  <a:lnTo>
                    <a:pt x="119301" y="327337"/>
                  </a:lnTo>
                  <a:lnTo>
                    <a:pt x="124414" y="328777"/>
                  </a:lnTo>
                  <a:lnTo>
                    <a:pt x="129570" y="330053"/>
                  </a:lnTo>
                  <a:lnTo>
                    <a:pt x="134764" y="331165"/>
                  </a:lnTo>
                  <a:lnTo>
                    <a:pt x="139991" y="332112"/>
                  </a:lnTo>
                  <a:lnTo>
                    <a:pt x="145245" y="332892"/>
                  </a:lnTo>
                  <a:lnTo>
                    <a:pt x="150522" y="333504"/>
                  </a:lnTo>
                  <a:lnTo>
                    <a:pt x="155815" y="333949"/>
                  </a:lnTo>
                  <a:lnTo>
                    <a:pt x="161120" y="334225"/>
                  </a:lnTo>
                  <a:lnTo>
                    <a:pt x="166431" y="334333"/>
                  </a:lnTo>
                  <a:lnTo>
                    <a:pt x="171742" y="334272"/>
                  </a:lnTo>
                  <a:lnTo>
                    <a:pt x="177049" y="334042"/>
                  </a:lnTo>
                  <a:lnTo>
                    <a:pt x="182346" y="333643"/>
                  </a:lnTo>
                  <a:lnTo>
                    <a:pt x="187628" y="333077"/>
                  </a:lnTo>
                  <a:lnTo>
                    <a:pt x="192889" y="332343"/>
                  </a:lnTo>
                  <a:lnTo>
                    <a:pt x="198124" y="331442"/>
                  </a:lnTo>
                  <a:lnTo>
                    <a:pt x="203327" y="330375"/>
                  </a:lnTo>
                  <a:lnTo>
                    <a:pt x="208494" y="329143"/>
                  </a:lnTo>
                  <a:lnTo>
                    <a:pt x="213620" y="327748"/>
                  </a:lnTo>
                  <a:lnTo>
                    <a:pt x="218698" y="326191"/>
                  </a:lnTo>
                  <a:lnTo>
                    <a:pt x="223725" y="324473"/>
                  </a:lnTo>
                  <a:lnTo>
                    <a:pt x="228694" y="322597"/>
                  </a:lnTo>
                  <a:lnTo>
                    <a:pt x="233602" y="320563"/>
                  </a:lnTo>
                  <a:lnTo>
                    <a:pt x="238442" y="318375"/>
                  </a:lnTo>
                  <a:lnTo>
                    <a:pt x="243210" y="316034"/>
                  </a:lnTo>
                  <a:lnTo>
                    <a:pt x="247901" y="313542"/>
                  </a:lnTo>
                  <a:lnTo>
                    <a:pt x="252511" y="310903"/>
                  </a:lnTo>
                  <a:lnTo>
                    <a:pt x="257035" y="308119"/>
                  </a:lnTo>
                  <a:lnTo>
                    <a:pt x="261468" y="305192"/>
                  </a:lnTo>
                  <a:lnTo>
                    <a:pt x="265806" y="302126"/>
                  </a:lnTo>
                  <a:lnTo>
                    <a:pt x="270044" y="298924"/>
                  </a:lnTo>
                  <a:lnTo>
                    <a:pt x="274178" y="295588"/>
                  </a:lnTo>
                  <a:lnTo>
                    <a:pt x="278204" y="292123"/>
                  </a:lnTo>
                  <a:lnTo>
                    <a:pt x="282118" y="288532"/>
                  </a:lnTo>
                  <a:lnTo>
                    <a:pt x="285916" y="284818"/>
                  </a:lnTo>
                  <a:lnTo>
                    <a:pt x="289594" y="280986"/>
                  </a:lnTo>
                  <a:lnTo>
                    <a:pt x="293149" y="277038"/>
                  </a:lnTo>
                  <a:lnTo>
                    <a:pt x="296576" y="272980"/>
                  </a:lnTo>
                  <a:lnTo>
                    <a:pt x="299872" y="268815"/>
                  </a:lnTo>
                  <a:lnTo>
                    <a:pt x="303035" y="264547"/>
                  </a:lnTo>
                  <a:lnTo>
                    <a:pt x="306060" y="260181"/>
                  </a:lnTo>
                  <a:lnTo>
                    <a:pt x="308945" y="255721"/>
                  </a:lnTo>
                  <a:lnTo>
                    <a:pt x="311687" y="251171"/>
                  </a:lnTo>
                  <a:lnTo>
                    <a:pt x="314283" y="246537"/>
                  </a:lnTo>
                  <a:lnTo>
                    <a:pt x="316731" y="241822"/>
                  </a:lnTo>
                  <a:lnTo>
                    <a:pt x="319027" y="237033"/>
                  </a:lnTo>
                  <a:lnTo>
                    <a:pt x="321170" y="232172"/>
                  </a:lnTo>
                  <a:lnTo>
                    <a:pt x="323158" y="227246"/>
                  </a:lnTo>
                  <a:lnTo>
                    <a:pt x="324988" y="222259"/>
                  </a:lnTo>
                  <a:lnTo>
                    <a:pt x="326659" y="217217"/>
                  </a:lnTo>
                  <a:lnTo>
                    <a:pt x="328168" y="212124"/>
                  </a:lnTo>
                  <a:lnTo>
                    <a:pt x="329515" y="206986"/>
                  </a:lnTo>
                  <a:lnTo>
                    <a:pt x="330699" y="201807"/>
                  </a:lnTo>
                  <a:lnTo>
                    <a:pt x="331717" y="196594"/>
                  </a:lnTo>
                  <a:lnTo>
                    <a:pt x="332569" y="191351"/>
                  </a:lnTo>
                  <a:lnTo>
                    <a:pt x="333253" y="186083"/>
                  </a:lnTo>
                  <a:lnTo>
                    <a:pt x="333771" y="180797"/>
                  </a:lnTo>
                  <a:lnTo>
                    <a:pt x="334119" y="175496"/>
                  </a:lnTo>
                  <a:lnTo>
                    <a:pt x="334300" y="170187"/>
                  </a:lnTo>
                  <a:lnTo>
                    <a:pt x="334311" y="164875"/>
                  </a:lnTo>
                  <a:lnTo>
                    <a:pt x="334154" y="159566"/>
                  </a:lnTo>
                  <a:lnTo>
                    <a:pt x="333828" y="154264"/>
                  </a:lnTo>
                  <a:lnTo>
                    <a:pt x="333334" y="148975"/>
                  </a:lnTo>
                  <a:lnTo>
                    <a:pt x="332672" y="143705"/>
                  </a:lnTo>
                  <a:lnTo>
                    <a:pt x="331843" y="138458"/>
                  </a:lnTo>
                  <a:lnTo>
                    <a:pt x="330848" y="133240"/>
                  </a:lnTo>
                  <a:lnTo>
                    <a:pt x="329688" y="128056"/>
                  </a:lnTo>
                  <a:lnTo>
                    <a:pt x="328363" y="122912"/>
                  </a:lnTo>
                  <a:lnTo>
                    <a:pt x="326875" y="117813"/>
                  </a:lnTo>
                  <a:lnTo>
                    <a:pt x="325227" y="112763"/>
                  </a:lnTo>
                  <a:lnTo>
                    <a:pt x="323418" y="107769"/>
                  </a:lnTo>
                  <a:lnTo>
                    <a:pt x="321452" y="102834"/>
                  </a:lnTo>
                  <a:lnTo>
                    <a:pt x="319330" y="97964"/>
                  </a:lnTo>
                  <a:lnTo>
                    <a:pt x="317055" y="93164"/>
                  </a:lnTo>
                  <a:lnTo>
                    <a:pt x="314628" y="88439"/>
                  </a:lnTo>
                  <a:lnTo>
                    <a:pt x="312052" y="83794"/>
                  </a:lnTo>
                  <a:lnTo>
                    <a:pt x="309330" y="79232"/>
                  </a:lnTo>
                  <a:lnTo>
                    <a:pt x="306465" y="74760"/>
                  </a:lnTo>
                  <a:lnTo>
                    <a:pt x="303458" y="70380"/>
                  </a:lnTo>
                  <a:lnTo>
                    <a:pt x="300314" y="66099"/>
                  </a:lnTo>
                  <a:lnTo>
                    <a:pt x="297036" y="61919"/>
                  </a:lnTo>
                  <a:lnTo>
                    <a:pt x="293626" y="57846"/>
                  </a:lnTo>
                  <a:lnTo>
                    <a:pt x="290089" y="53883"/>
                  </a:lnTo>
                  <a:lnTo>
                    <a:pt x="286428" y="50034"/>
                  </a:lnTo>
                  <a:lnTo>
                    <a:pt x="282646" y="46304"/>
                  </a:lnTo>
                  <a:lnTo>
                    <a:pt x="278748" y="42696"/>
                  </a:lnTo>
                  <a:lnTo>
                    <a:pt x="274737" y="39213"/>
                  </a:lnTo>
                  <a:lnTo>
                    <a:pt x="270617" y="35860"/>
                  </a:lnTo>
                  <a:lnTo>
                    <a:pt x="266393" y="32639"/>
                  </a:lnTo>
                  <a:lnTo>
                    <a:pt x="262069" y="29554"/>
                  </a:lnTo>
                  <a:lnTo>
                    <a:pt x="257649" y="26608"/>
                  </a:lnTo>
                  <a:lnTo>
                    <a:pt x="253137" y="23804"/>
                  </a:lnTo>
                  <a:lnTo>
                    <a:pt x="248539" y="21145"/>
                  </a:lnTo>
                  <a:lnTo>
                    <a:pt x="243858" y="18633"/>
                  </a:lnTo>
                  <a:lnTo>
                    <a:pt x="239100" y="16271"/>
                  </a:lnTo>
                  <a:lnTo>
                    <a:pt x="234270" y="14062"/>
                  </a:lnTo>
                  <a:lnTo>
                    <a:pt x="229372" y="12007"/>
                  </a:lnTo>
                  <a:lnTo>
                    <a:pt x="224410" y="10109"/>
                  </a:lnTo>
                  <a:lnTo>
                    <a:pt x="219391" y="8369"/>
                  </a:lnTo>
                  <a:lnTo>
                    <a:pt x="214320" y="6790"/>
                  </a:lnTo>
                  <a:lnTo>
                    <a:pt x="209200" y="5372"/>
                  </a:lnTo>
                  <a:lnTo>
                    <a:pt x="204039" y="4118"/>
                  </a:lnTo>
                  <a:lnTo>
                    <a:pt x="198840" y="3029"/>
                  </a:lnTo>
                  <a:lnTo>
                    <a:pt x="193609" y="2105"/>
                  </a:lnTo>
                  <a:lnTo>
                    <a:pt x="188351" y="1348"/>
                  </a:lnTo>
                  <a:lnTo>
                    <a:pt x="183072" y="759"/>
                  </a:lnTo>
                  <a:lnTo>
                    <a:pt x="177777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59159" y="2126963"/>
              <a:ext cx="22128" cy="167167"/>
            </a:xfrm>
            <a:custGeom>
              <a:avLst/>
              <a:pathLst>
                <a:path w="22128" h="167167">
                  <a:moveTo>
                    <a:pt x="22128" y="0"/>
                  </a:moveTo>
                  <a:lnTo>
                    <a:pt x="14732" y="163"/>
                  </a:lnTo>
                  <a:lnTo>
                    <a:pt x="7352" y="654"/>
                  </a:lnTo>
                  <a:lnTo>
                    <a:pt x="0" y="1471"/>
                  </a:lnTo>
                  <a:lnTo>
                    <a:pt x="2212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159" y="2128434"/>
              <a:ext cx="22128" cy="165696"/>
            </a:xfrm>
            <a:custGeom>
              <a:avLst/>
              <a:pathLst>
                <a:path w="22128" h="165696">
                  <a:moveTo>
                    <a:pt x="0" y="0"/>
                  </a:moveTo>
                  <a:lnTo>
                    <a:pt x="22128" y="1656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614130" y="2127686"/>
              <a:ext cx="334311" cy="333610"/>
            </a:xfrm>
            <a:custGeom>
              <a:avLst/>
              <a:pathLst>
                <a:path w="334311" h="333610">
                  <a:moveTo>
                    <a:pt x="145029" y="748"/>
                  </a:moveTo>
                  <a:lnTo>
                    <a:pt x="139786" y="1533"/>
                  </a:lnTo>
                  <a:lnTo>
                    <a:pt x="134570" y="2484"/>
                  </a:lnTo>
                  <a:lnTo>
                    <a:pt x="129388" y="3599"/>
                  </a:lnTo>
                  <a:lnTo>
                    <a:pt x="124243" y="4879"/>
                  </a:lnTo>
                  <a:lnTo>
                    <a:pt x="119142" y="6321"/>
                  </a:lnTo>
                  <a:lnTo>
                    <a:pt x="114089" y="7924"/>
                  </a:lnTo>
                  <a:lnTo>
                    <a:pt x="109089" y="9686"/>
                  </a:lnTo>
                  <a:lnTo>
                    <a:pt x="104147" y="11606"/>
                  </a:lnTo>
                  <a:lnTo>
                    <a:pt x="99269" y="13682"/>
                  </a:lnTo>
                  <a:lnTo>
                    <a:pt x="94460" y="15912"/>
                  </a:lnTo>
                  <a:lnTo>
                    <a:pt x="89723" y="18292"/>
                  </a:lnTo>
                  <a:lnTo>
                    <a:pt x="85064" y="20822"/>
                  </a:lnTo>
                  <a:lnTo>
                    <a:pt x="80488" y="23499"/>
                  </a:lnTo>
                  <a:lnTo>
                    <a:pt x="75999" y="26319"/>
                  </a:lnTo>
                  <a:lnTo>
                    <a:pt x="71601" y="29280"/>
                  </a:lnTo>
                  <a:lnTo>
                    <a:pt x="67300" y="32379"/>
                  </a:lnTo>
                  <a:lnTo>
                    <a:pt x="63099" y="35612"/>
                  </a:lnTo>
                  <a:lnTo>
                    <a:pt x="59003" y="38978"/>
                  </a:lnTo>
                  <a:lnTo>
                    <a:pt x="55016" y="42471"/>
                  </a:lnTo>
                  <a:lnTo>
                    <a:pt x="51141" y="46089"/>
                  </a:lnTo>
                  <a:lnTo>
                    <a:pt x="47383" y="49829"/>
                  </a:lnTo>
                  <a:lnTo>
                    <a:pt x="43746" y="53685"/>
                  </a:lnTo>
                  <a:lnTo>
                    <a:pt x="40232" y="57655"/>
                  </a:lnTo>
                  <a:lnTo>
                    <a:pt x="36847" y="61734"/>
                  </a:lnTo>
                  <a:lnTo>
                    <a:pt x="33592" y="65919"/>
                  </a:lnTo>
                  <a:lnTo>
                    <a:pt x="30471" y="70205"/>
                  </a:lnTo>
                  <a:lnTo>
                    <a:pt x="27489" y="74587"/>
                  </a:lnTo>
                  <a:lnTo>
                    <a:pt x="24646" y="79062"/>
                  </a:lnTo>
                  <a:lnTo>
                    <a:pt x="21947" y="83625"/>
                  </a:lnTo>
                  <a:lnTo>
                    <a:pt x="19394" y="88271"/>
                  </a:lnTo>
                  <a:lnTo>
                    <a:pt x="16989" y="92996"/>
                  </a:lnTo>
                  <a:lnTo>
                    <a:pt x="14736" y="97794"/>
                  </a:lnTo>
                  <a:lnTo>
                    <a:pt x="12636" y="102662"/>
                  </a:lnTo>
                  <a:lnTo>
                    <a:pt x="10691" y="107594"/>
                  </a:lnTo>
                  <a:lnTo>
                    <a:pt x="8904" y="112585"/>
                  </a:lnTo>
                  <a:lnTo>
                    <a:pt x="7275" y="117630"/>
                  </a:lnTo>
                  <a:lnTo>
                    <a:pt x="5808" y="122724"/>
                  </a:lnTo>
                  <a:lnTo>
                    <a:pt x="4503" y="127862"/>
                  </a:lnTo>
                  <a:lnTo>
                    <a:pt x="3361" y="133039"/>
                  </a:lnTo>
                  <a:lnTo>
                    <a:pt x="2384" y="138250"/>
                  </a:lnTo>
                  <a:lnTo>
                    <a:pt x="1573" y="143488"/>
                  </a:lnTo>
                  <a:lnTo>
                    <a:pt x="929" y="148750"/>
                  </a:lnTo>
                  <a:lnTo>
                    <a:pt x="451" y="154030"/>
                  </a:lnTo>
                  <a:lnTo>
                    <a:pt x="141" y="159323"/>
                  </a:lnTo>
                  <a:lnTo>
                    <a:pt x="0" y="164622"/>
                  </a:lnTo>
                  <a:lnTo>
                    <a:pt x="26" y="169923"/>
                  </a:lnTo>
                  <a:lnTo>
                    <a:pt x="220" y="175221"/>
                  </a:lnTo>
                  <a:lnTo>
                    <a:pt x="582" y="180510"/>
                  </a:lnTo>
                  <a:lnTo>
                    <a:pt x="1112" y="185785"/>
                  </a:lnTo>
                  <a:lnTo>
                    <a:pt x="1809" y="191040"/>
                  </a:lnTo>
                  <a:lnTo>
                    <a:pt x="2672" y="196271"/>
                  </a:lnTo>
                  <a:lnTo>
                    <a:pt x="3700" y="201471"/>
                  </a:lnTo>
                  <a:lnTo>
                    <a:pt x="4893" y="206637"/>
                  </a:lnTo>
                  <a:lnTo>
                    <a:pt x="6249" y="211762"/>
                  </a:lnTo>
                  <a:lnTo>
                    <a:pt x="7767" y="216841"/>
                  </a:lnTo>
                  <a:lnTo>
                    <a:pt x="9445" y="221870"/>
                  </a:lnTo>
                  <a:lnTo>
                    <a:pt x="11282" y="226843"/>
                  </a:lnTo>
                  <a:lnTo>
                    <a:pt x="13276" y="231755"/>
                  </a:lnTo>
                  <a:lnTo>
                    <a:pt x="15424" y="236602"/>
                  </a:lnTo>
                  <a:lnTo>
                    <a:pt x="17725" y="241378"/>
                  </a:lnTo>
                  <a:lnTo>
                    <a:pt x="20176" y="246078"/>
                  </a:lnTo>
                  <a:lnTo>
                    <a:pt x="22775" y="250699"/>
                  </a:lnTo>
                  <a:lnTo>
                    <a:pt x="25519" y="255235"/>
                  </a:lnTo>
                  <a:lnTo>
                    <a:pt x="28406" y="259681"/>
                  </a:lnTo>
                  <a:lnTo>
                    <a:pt x="31432" y="264034"/>
                  </a:lnTo>
                  <a:lnTo>
                    <a:pt x="34595" y="268288"/>
                  </a:lnTo>
                  <a:lnTo>
                    <a:pt x="37891" y="272441"/>
                  </a:lnTo>
                  <a:lnTo>
                    <a:pt x="41317" y="276486"/>
                  </a:lnTo>
                  <a:lnTo>
                    <a:pt x="44870" y="280421"/>
                  </a:lnTo>
                  <a:lnTo>
                    <a:pt x="48545" y="284241"/>
                  </a:lnTo>
                  <a:lnTo>
                    <a:pt x="52340" y="287943"/>
                  </a:lnTo>
                  <a:lnTo>
                    <a:pt x="56250" y="291523"/>
                  </a:lnTo>
                  <a:lnTo>
                    <a:pt x="60272" y="294977"/>
                  </a:lnTo>
                  <a:lnTo>
                    <a:pt x="64402" y="298301"/>
                  </a:lnTo>
                  <a:lnTo>
                    <a:pt x="68634" y="301493"/>
                  </a:lnTo>
                  <a:lnTo>
                    <a:pt x="72966" y="304549"/>
                  </a:lnTo>
                  <a:lnTo>
                    <a:pt x="77393" y="307466"/>
                  </a:lnTo>
                  <a:lnTo>
                    <a:pt x="81909" y="310242"/>
                  </a:lnTo>
                  <a:lnTo>
                    <a:pt x="86512" y="312873"/>
                  </a:lnTo>
                  <a:lnTo>
                    <a:pt x="91196" y="315356"/>
                  </a:lnTo>
                  <a:lnTo>
                    <a:pt x="95956" y="317690"/>
                  </a:lnTo>
                  <a:lnTo>
                    <a:pt x="100787" y="319872"/>
                  </a:lnTo>
                  <a:lnTo>
                    <a:pt x="105686" y="321899"/>
                  </a:lnTo>
                  <a:lnTo>
                    <a:pt x="110646" y="323770"/>
                  </a:lnTo>
                  <a:lnTo>
                    <a:pt x="115663" y="325483"/>
                  </a:lnTo>
                  <a:lnTo>
                    <a:pt x="120732" y="327036"/>
                  </a:lnTo>
                  <a:lnTo>
                    <a:pt x="125847" y="328427"/>
                  </a:lnTo>
                  <a:lnTo>
                    <a:pt x="131004" y="329655"/>
                  </a:lnTo>
                  <a:lnTo>
                    <a:pt x="136198" y="330720"/>
                  </a:lnTo>
                  <a:lnTo>
                    <a:pt x="141422" y="331619"/>
                  </a:lnTo>
                  <a:lnTo>
                    <a:pt x="146673" y="332352"/>
                  </a:lnTo>
                  <a:lnTo>
                    <a:pt x="151944" y="332918"/>
                  </a:lnTo>
                  <a:lnTo>
                    <a:pt x="157230" y="333316"/>
                  </a:lnTo>
                  <a:lnTo>
                    <a:pt x="162526" y="333547"/>
                  </a:lnTo>
                  <a:lnTo>
                    <a:pt x="167827" y="333610"/>
                  </a:lnTo>
                  <a:lnTo>
                    <a:pt x="173127" y="333505"/>
                  </a:lnTo>
                  <a:lnTo>
                    <a:pt x="178422" y="333232"/>
                  </a:lnTo>
                  <a:lnTo>
                    <a:pt x="183705" y="332790"/>
                  </a:lnTo>
                  <a:lnTo>
                    <a:pt x="188971" y="332182"/>
                  </a:lnTo>
                  <a:lnTo>
                    <a:pt x="194215" y="331407"/>
                  </a:lnTo>
                  <a:lnTo>
                    <a:pt x="199433" y="330466"/>
                  </a:lnTo>
                  <a:lnTo>
                    <a:pt x="204617" y="329360"/>
                  </a:lnTo>
                  <a:lnTo>
                    <a:pt x="209764" y="328091"/>
                  </a:lnTo>
                  <a:lnTo>
                    <a:pt x="214869" y="326658"/>
                  </a:lnTo>
                  <a:lnTo>
                    <a:pt x="219925" y="325065"/>
                  </a:lnTo>
                  <a:lnTo>
                    <a:pt x="224928" y="323312"/>
                  </a:lnTo>
                  <a:lnTo>
                    <a:pt x="229873" y="321401"/>
                  </a:lnTo>
                  <a:lnTo>
                    <a:pt x="234755" y="319335"/>
                  </a:lnTo>
                  <a:lnTo>
                    <a:pt x="239569" y="317114"/>
                  </a:lnTo>
                  <a:lnTo>
                    <a:pt x="244310" y="314742"/>
                  </a:lnTo>
                  <a:lnTo>
                    <a:pt x="248974" y="312221"/>
                  </a:lnTo>
                  <a:lnTo>
                    <a:pt x="253555" y="309554"/>
                  </a:lnTo>
                  <a:lnTo>
                    <a:pt x="258049" y="306742"/>
                  </a:lnTo>
                  <a:lnTo>
                    <a:pt x="262452" y="303790"/>
                  </a:lnTo>
                  <a:lnTo>
                    <a:pt x="266759" y="300699"/>
                  </a:lnTo>
                  <a:lnTo>
                    <a:pt x="270966" y="297473"/>
                  </a:lnTo>
                  <a:lnTo>
                    <a:pt x="275069" y="294115"/>
                  </a:lnTo>
                  <a:lnTo>
                    <a:pt x="279063" y="290630"/>
                  </a:lnTo>
                  <a:lnTo>
                    <a:pt x="282944" y="287019"/>
                  </a:lnTo>
                  <a:lnTo>
                    <a:pt x="286709" y="283287"/>
                  </a:lnTo>
                  <a:lnTo>
                    <a:pt x="290354" y="279437"/>
                  </a:lnTo>
                  <a:lnTo>
                    <a:pt x="293875" y="275474"/>
                  </a:lnTo>
                  <a:lnTo>
                    <a:pt x="297269" y="271401"/>
                  </a:lnTo>
                  <a:lnTo>
                    <a:pt x="300531" y="267222"/>
                  </a:lnTo>
                  <a:lnTo>
                    <a:pt x="303660" y="262943"/>
                  </a:lnTo>
                  <a:lnTo>
                    <a:pt x="306651" y="258566"/>
                  </a:lnTo>
                  <a:lnTo>
                    <a:pt x="309502" y="254096"/>
                  </a:lnTo>
                  <a:lnTo>
                    <a:pt x="312210" y="249538"/>
                  </a:lnTo>
                  <a:lnTo>
                    <a:pt x="314772" y="244897"/>
                  </a:lnTo>
                  <a:lnTo>
                    <a:pt x="317185" y="240177"/>
                  </a:lnTo>
                  <a:lnTo>
                    <a:pt x="319448" y="235383"/>
                  </a:lnTo>
                  <a:lnTo>
                    <a:pt x="321557" y="230519"/>
                  </a:lnTo>
                  <a:lnTo>
                    <a:pt x="323511" y="225591"/>
                  </a:lnTo>
                  <a:lnTo>
                    <a:pt x="325308" y="220604"/>
                  </a:lnTo>
                  <a:lnTo>
                    <a:pt x="326946" y="215562"/>
                  </a:lnTo>
                  <a:lnTo>
                    <a:pt x="328423" y="210470"/>
                  </a:lnTo>
                  <a:lnTo>
                    <a:pt x="329738" y="205335"/>
                  </a:lnTo>
                  <a:lnTo>
                    <a:pt x="330889" y="200160"/>
                  </a:lnTo>
                  <a:lnTo>
                    <a:pt x="331876" y="194951"/>
                  </a:lnTo>
                  <a:lnTo>
                    <a:pt x="332697" y="189714"/>
                  </a:lnTo>
                  <a:lnTo>
                    <a:pt x="333352" y="184453"/>
                  </a:lnTo>
                  <a:lnTo>
                    <a:pt x="333839" y="179174"/>
                  </a:lnTo>
                  <a:lnTo>
                    <a:pt x="334159" y="173882"/>
                  </a:lnTo>
                  <a:lnTo>
                    <a:pt x="334311" y="168583"/>
                  </a:lnTo>
                  <a:lnTo>
                    <a:pt x="334295" y="163282"/>
                  </a:lnTo>
                  <a:lnTo>
                    <a:pt x="334110" y="157984"/>
                  </a:lnTo>
                  <a:lnTo>
                    <a:pt x="333758" y="152694"/>
                  </a:lnTo>
                  <a:lnTo>
                    <a:pt x="333238" y="147418"/>
                  </a:lnTo>
                  <a:lnTo>
                    <a:pt x="332551" y="142162"/>
                  </a:lnTo>
                  <a:lnTo>
                    <a:pt x="331698" y="136929"/>
                  </a:lnTo>
                  <a:lnTo>
                    <a:pt x="330680" y="131727"/>
                  </a:lnTo>
                  <a:lnTo>
                    <a:pt x="329497" y="126559"/>
                  </a:lnTo>
                  <a:lnTo>
                    <a:pt x="328150" y="121432"/>
                  </a:lnTo>
                  <a:lnTo>
                    <a:pt x="326642" y="116349"/>
                  </a:lnTo>
                  <a:lnTo>
                    <a:pt x="324973" y="111318"/>
                  </a:lnTo>
                  <a:lnTo>
                    <a:pt x="323146" y="106341"/>
                  </a:lnTo>
                  <a:lnTo>
                    <a:pt x="321162" y="101425"/>
                  </a:lnTo>
                  <a:lnTo>
                    <a:pt x="319023" y="96574"/>
                  </a:lnTo>
                  <a:lnTo>
                    <a:pt x="316731" y="91794"/>
                  </a:lnTo>
                  <a:lnTo>
                    <a:pt x="314289" y="87089"/>
                  </a:lnTo>
                  <a:lnTo>
                    <a:pt x="311698" y="82463"/>
                  </a:lnTo>
                  <a:lnTo>
                    <a:pt x="308963" y="77922"/>
                  </a:lnTo>
                  <a:lnTo>
                    <a:pt x="306085" y="73470"/>
                  </a:lnTo>
                  <a:lnTo>
                    <a:pt x="303067" y="69112"/>
                  </a:lnTo>
                  <a:lnTo>
                    <a:pt x="299912" y="64851"/>
                  </a:lnTo>
                  <a:lnTo>
                    <a:pt x="296624" y="60693"/>
                  </a:lnTo>
                  <a:lnTo>
                    <a:pt x="293205" y="56641"/>
                  </a:lnTo>
                  <a:lnTo>
                    <a:pt x="289660" y="52699"/>
                  </a:lnTo>
                  <a:lnTo>
                    <a:pt x="285992" y="48872"/>
                  </a:lnTo>
                  <a:lnTo>
                    <a:pt x="282204" y="45163"/>
                  </a:lnTo>
                  <a:lnTo>
                    <a:pt x="278301" y="41576"/>
                  </a:lnTo>
                  <a:lnTo>
                    <a:pt x="274285" y="38115"/>
                  </a:lnTo>
                  <a:lnTo>
                    <a:pt x="270162" y="34782"/>
                  </a:lnTo>
                  <a:lnTo>
                    <a:pt x="265936" y="31582"/>
                  </a:lnTo>
                  <a:lnTo>
                    <a:pt x="261610" y="28518"/>
                  </a:lnTo>
                  <a:lnTo>
                    <a:pt x="257189" y="25592"/>
                  </a:lnTo>
                  <a:lnTo>
                    <a:pt x="252677" y="22808"/>
                  </a:lnTo>
                  <a:lnTo>
                    <a:pt x="248080" y="20169"/>
                  </a:lnTo>
                  <a:lnTo>
                    <a:pt x="243401" y="17676"/>
                  </a:lnTo>
                  <a:lnTo>
                    <a:pt x="238645" y="15334"/>
                  </a:lnTo>
                  <a:lnTo>
                    <a:pt x="233818" y="13143"/>
                  </a:lnTo>
                  <a:lnTo>
                    <a:pt x="228923" y="11106"/>
                  </a:lnTo>
                  <a:lnTo>
                    <a:pt x="223967" y="9226"/>
                  </a:lnTo>
                  <a:lnTo>
                    <a:pt x="218953" y="7503"/>
                  </a:lnTo>
                  <a:lnTo>
                    <a:pt x="213887" y="5941"/>
                  </a:lnTo>
                  <a:lnTo>
                    <a:pt x="208774" y="4540"/>
                  </a:lnTo>
                  <a:lnTo>
                    <a:pt x="203619" y="3302"/>
                  </a:lnTo>
                  <a:lnTo>
                    <a:pt x="198428" y="2228"/>
                  </a:lnTo>
                  <a:lnTo>
                    <a:pt x="193205" y="1319"/>
                  </a:lnTo>
                  <a:lnTo>
                    <a:pt x="187956" y="576"/>
                  </a:lnTo>
                  <a:lnTo>
                    <a:pt x="182686" y="0"/>
                  </a:lnTo>
                  <a:lnTo>
                    <a:pt x="167157" y="166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81287" y="2126963"/>
              <a:ext cx="15529" cy="167167"/>
            </a:xfrm>
            <a:custGeom>
              <a:avLst/>
              <a:pathLst>
                <a:path w="15529" h="167167">
                  <a:moveTo>
                    <a:pt x="15529" y="7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87103" y="2633064"/>
              <a:ext cx="3644" cy="167167"/>
            </a:xfrm>
            <a:custGeom>
              <a:avLst/>
              <a:pathLst>
                <a:path w="3644" h="167167">
                  <a:moveTo>
                    <a:pt x="3644" y="0"/>
                  </a:moveTo>
                  <a:lnTo>
                    <a:pt x="0" y="39"/>
                  </a:lnTo>
                  <a:lnTo>
                    <a:pt x="36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103" y="2633104"/>
              <a:ext cx="3644" cy="167127"/>
            </a:xfrm>
            <a:custGeom>
              <a:avLst/>
              <a:pathLst>
                <a:path w="3644" h="167127">
                  <a:moveTo>
                    <a:pt x="0" y="0"/>
                  </a:moveTo>
                  <a:lnTo>
                    <a:pt x="3644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423583" y="2633104"/>
              <a:ext cx="334331" cy="334284"/>
            </a:xfrm>
            <a:custGeom>
              <a:avLst/>
              <a:pathLst>
                <a:path w="334331" h="334284">
                  <a:moveTo>
                    <a:pt x="163520" y="0"/>
                  </a:moveTo>
                  <a:lnTo>
                    <a:pt x="158222" y="199"/>
                  </a:lnTo>
                  <a:lnTo>
                    <a:pt x="152933" y="567"/>
                  </a:lnTo>
                  <a:lnTo>
                    <a:pt x="147658" y="1102"/>
                  </a:lnTo>
                  <a:lnTo>
                    <a:pt x="142403" y="1804"/>
                  </a:lnTo>
                  <a:lnTo>
                    <a:pt x="137173" y="2672"/>
                  </a:lnTo>
                  <a:lnTo>
                    <a:pt x="131972" y="3706"/>
                  </a:lnTo>
                  <a:lnTo>
                    <a:pt x="126808" y="4904"/>
                  </a:lnTo>
                  <a:lnTo>
                    <a:pt x="121684" y="6266"/>
                  </a:lnTo>
                  <a:lnTo>
                    <a:pt x="116605" y="7789"/>
                  </a:lnTo>
                  <a:lnTo>
                    <a:pt x="111578" y="9472"/>
                  </a:lnTo>
                  <a:lnTo>
                    <a:pt x="106606" y="11314"/>
                  </a:lnTo>
                  <a:lnTo>
                    <a:pt x="101696" y="13313"/>
                  </a:lnTo>
                  <a:lnTo>
                    <a:pt x="96851" y="15467"/>
                  </a:lnTo>
                  <a:lnTo>
                    <a:pt x="92077" y="17773"/>
                  </a:lnTo>
                  <a:lnTo>
                    <a:pt x="87378" y="20229"/>
                  </a:lnTo>
                  <a:lnTo>
                    <a:pt x="82760" y="22833"/>
                  </a:lnTo>
                  <a:lnTo>
                    <a:pt x="78226" y="25582"/>
                  </a:lnTo>
                  <a:lnTo>
                    <a:pt x="73782" y="28474"/>
                  </a:lnTo>
                  <a:lnTo>
                    <a:pt x="69432" y="31505"/>
                  </a:lnTo>
                  <a:lnTo>
                    <a:pt x="65181" y="34673"/>
                  </a:lnTo>
                  <a:lnTo>
                    <a:pt x="61032" y="37973"/>
                  </a:lnTo>
                  <a:lnTo>
                    <a:pt x="56989" y="41404"/>
                  </a:lnTo>
                  <a:lnTo>
                    <a:pt x="53058" y="44961"/>
                  </a:lnTo>
                  <a:lnTo>
                    <a:pt x="49241" y="48641"/>
                  </a:lnTo>
                  <a:lnTo>
                    <a:pt x="45543" y="52440"/>
                  </a:lnTo>
                  <a:lnTo>
                    <a:pt x="41967" y="56355"/>
                  </a:lnTo>
                  <a:lnTo>
                    <a:pt x="38517" y="60381"/>
                  </a:lnTo>
                  <a:lnTo>
                    <a:pt x="35197" y="64514"/>
                  </a:lnTo>
                  <a:lnTo>
                    <a:pt x="32009" y="68751"/>
                  </a:lnTo>
                  <a:lnTo>
                    <a:pt x="28957" y="73086"/>
                  </a:lnTo>
                  <a:lnTo>
                    <a:pt x="26045" y="77516"/>
                  </a:lnTo>
                  <a:lnTo>
                    <a:pt x="23274" y="82037"/>
                  </a:lnTo>
                  <a:lnTo>
                    <a:pt x="20648" y="86642"/>
                  </a:lnTo>
                  <a:lnTo>
                    <a:pt x="18169" y="91329"/>
                  </a:lnTo>
                  <a:lnTo>
                    <a:pt x="15841" y="96092"/>
                  </a:lnTo>
                  <a:lnTo>
                    <a:pt x="13664" y="100927"/>
                  </a:lnTo>
                  <a:lnTo>
                    <a:pt x="11642" y="105828"/>
                  </a:lnTo>
                  <a:lnTo>
                    <a:pt x="9776" y="110791"/>
                  </a:lnTo>
                  <a:lnTo>
                    <a:pt x="8069" y="115810"/>
                  </a:lnTo>
                  <a:lnTo>
                    <a:pt x="6521" y="120881"/>
                  </a:lnTo>
                  <a:lnTo>
                    <a:pt x="5136" y="125999"/>
                  </a:lnTo>
                  <a:lnTo>
                    <a:pt x="3913" y="131158"/>
                  </a:lnTo>
                  <a:lnTo>
                    <a:pt x="2854" y="136353"/>
                  </a:lnTo>
                  <a:lnTo>
                    <a:pt x="1961" y="141579"/>
                  </a:lnTo>
                  <a:lnTo>
                    <a:pt x="1234" y="146831"/>
                  </a:lnTo>
                  <a:lnTo>
                    <a:pt x="674" y="152103"/>
                  </a:lnTo>
                  <a:lnTo>
                    <a:pt x="281" y="157390"/>
                  </a:lnTo>
                  <a:lnTo>
                    <a:pt x="56" y="162687"/>
                  </a:lnTo>
                  <a:lnTo>
                    <a:pt x="0" y="167989"/>
                  </a:lnTo>
                  <a:lnTo>
                    <a:pt x="111" y="173290"/>
                  </a:lnTo>
                  <a:lnTo>
                    <a:pt x="390" y="178584"/>
                  </a:lnTo>
                  <a:lnTo>
                    <a:pt x="838" y="183867"/>
                  </a:lnTo>
                  <a:lnTo>
                    <a:pt x="1452" y="189133"/>
                  </a:lnTo>
                  <a:lnTo>
                    <a:pt x="2233" y="194377"/>
                  </a:lnTo>
                  <a:lnTo>
                    <a:pt x="3180" y="199594"/>
                  </a:lnTo>
                  <a:lnTo>
                    <a:pt x="4292" y="204778"/>
                  </a:lnTo>
                  <a:lnTo>
                    <a:pt x="5568" y="209924"/>
                  </a:lnTo>
                  <a:lnTo>
                    <a:pt x="7007" y="215027"/>
                  </a:lnTo>
                  <a:lnTo>
                    <a:pt x="8606" y="220082"/>
                  </a:lnTo>
                  <a:lnTo>
                    <a:pt x="10365" y="225083"/>
                  </a:lnTo>
                  <a:lnTo>
                    <a:pt x="12282" y="230027"/>
                  </a:lnTo>
                  <a:lnTo>
                    <a:pt x="14355" y="234907"/>
                  </a:lnTo>
                  <a:lnTo>
                    <a:pt x="16581" y="239718"/>
                  </a:lnTo>
                  <a:lnTo>
                    <a:pt x="18959" y="244457"/>
                  </a:lnTo>
                  <a:lnTo>
                    <a:pt x="21485" y="249118"/>
                  </a:lnTo>
                  <a:lnTo>
                    <a:pt x="24159" y="253697"/>
                  </a:lnTo>
                  <a:lnTo>
                    <a:pt x="26976" y="258188"/>
                  </a:lnTo>
                  <a:lnTo>
                    <a:pt x="29934" y="262588"/>
                  </a:lnTo>
                  <a:lnTo>
                    <a:pt x="33031" y="266892"/>
                  </a:lnTo>
                  <a:lnTo>
                    <a:pt x="36262" y="271095"/>
                  </a:lnTo>
                  <a:lnTo>
                    <a:pt x="39625" y="275194"/>
                  </a:lnTo>
                  <a:lnTo>
                    <a:pt x="43116" y="279184"/>
                  </a:lnTo>
                  <a:lnTo>
                    <a:pt x="46732" y="283062"/>
                  </a:lnTo>
                  <a:lnTo>
                    <a:pt x="50469" y="286823"/>
                  </a:lnTo>
                  <a:lnTo>
                    <a:pt x="54323" y="290463"/>
                  </a:lnTo>
                  <a:lnTo>
                    <a:pt x="58291" y="293980"/>
                  </a:lnTo>
                  <a:lnTo>
                    <a:pt x="62369" y="297368"/>
                  </a:lnTo>
                  <a:lnTo>
                    <a:pt x="66552" y="300626"/>
                  </a:lnTo>
                  <a:lnTo>
                    <a:pt x="70836" y="303750"/>
                  </a:lnTo>
                  <a:lnTo>
                    <a:pt x="75217" y="306736"/>
                  </a:lnTo>
                  <a:lnTo>
                    <a:pt x="79690" y="309581"/>
                  </a:lnTo>
                  <a:lnTo>
                    <a:pt x="84252" y="312284"/>
                  </a:lnTo>
                  <a:lnTo>
                    <a:pt x="88897" y="314840"/>
                  </a:lnTo>
                  <a:lnTo>
                    <a:pt x="93620" y="317248"/>
                  </a:lnTo>
                  <a:lnTo>
                    <a:pt x="98418" y="319504"/>
                  </a:lnTo>
                  <a:lnTo>
                    <a:pt x="103285" y="321608"/>
                  </a:lnTo>
                  <a:lnTo>
                    <a:pt x="108216" y="323556"/>
                  </a:lnTo>
                  <a:lnTo>
                    <a:pt x="113206" y="325347"/>
                  </a:lnTo>
                  <a:lnTo>
                    <a:pt x="118251" y="326978"/>
                  </a:lnTo>
                  <a:lnTo>
                    <a:pt x="123344" y="328449"/>
                  </a:lnTo>
                  <a:lnTo>
                    <a:pt x="128482" y="329758"/>
                  </a:lnTo>
                  <a:lnTo>
                    <a:pt x="133659" y="330902"/>
                  </a:lnTo>
                  <a:lnTo>
                    <a:pt x="138870" y="331883"/>
                  </a:lnTo>
                  <a:lnTo>
                    <a:pt x="144109" y="332697"/>
                  </a:lnTo>
                  <a:lnTo>
                    <a:pt x="149371" y="333345"/>
                  </a:lnTo>
                  <a:lnTo>
                    <a:pt x="154651" y="333826"/>
                  </a:lnTo>
                  <a:lnTo>
                    <a:pt x="159943" y="334139"/>
                  </a:lnTo>
                  <a:lnTo>
                    <a:pt x="165243" y="334284"/>
                  </a:lnTo>
                  <a:lnTo>
                    <a:pt x="170545" y="334260"/>
                  </a:lnTo>
                  <a:lnTo>
                    <a:pt x="175843" y="334069"/>
                  </a:lnTo>
                  <a:lnTo>
                    <a:pt x="181133" y="333710"/>
                  </a:lnTo>
                  <a:lnTo>
                    <a:pt x="186409" y="333183"/>
                  </a:lnTo>
                  <a:lnTo>
                    <a:pt x="191665" y="332489"/>
                  </a:lnTo>
                  <a:lnTo>
                    <a:pt x="196897" y="331629"/>
                  </a:lnTo>
                  <a:lnTo>
                    <a:pt x="202098" y="330604"/>
                  </a:lnTo>
                  <a:lnTo>
                    <a:pt x="207265" y="329414"/>
                  </a:lnTo>
                  <a:lnTo>
                    <a:pt x="212391" y="328060"/>
                  </a:lnTo>
                  <a:lnTo>
                    <a:pt x="217472" y="326545"/>
                  </a:lnTo>
                  <a:lnTo>
                    <a:pt x="222502" y="324870"/>
                  </a:lnTo>
                  <a:lnTo>
                    <a:pt x="227477" y="323036"/>
                  </a:lnTo>
                  <a:lnTo>
                    <a:pt x="232391" y="321045"/>
                  </a:lnTo>
                  <a:lnTo>
                    <a:pt x="237239" y="318899"/>
                  </a:lnTo>
                  <a:lnTo>
                    <a:pt x="242017" y="316600"/>
                  </a:lnTo>
                  <a:lnTo>
                    <a:pt x="246719" y="314151"/>
                  </a:lnTo>
                  <a:lnTo>
                    <a:pt x="251341" y="311555"/>
                  </a:lnTo>
                  <a:lnTo>
                    <a:pt x="255879" y="308812"/>
                  </a:lnTo>
                  <a:lnTo>
                    <a:pt x="260328" y="305928"/>
                  </a:lnTo>
                  <a:lnTo>
                    <a:pt x="264682" y="302904"/>
                  </a:lnTo>
                  <a:lnTo>
                    <a:pt x="268939" y="299743"/>
                  </a:lnTo>
                  <a:lnTo>
                    <a:pt x="273093" y="296449"/>
                  </a:lnTo>
                  <a:lnTo>
                    <a:pt x="277141" y="293025"/>
                  </a:lnTo>
                  <a:lnTo>
                    <a:pt x="281078" y="289474"/>
                  </a:lnTo>
                  <a:lnTo>
                    <a:pt x="284901" y="285800"/>
                  </a:lnTo>
                  <a:lnTo>
                    <a:pt x="288605" y="282006"/>
                  </a:lnTo>
                  <a:lnTo>
                    <a:pt x="292187" y="278097"/>
                  </a:lnTo>
                  <a:lnTo>
                    <a:pt x="295643" y="274077"/>
                  </a:lnTo>
                  <a:lnTo>
                    <a:pt x="298970" y="269949"/>
                  </a:lnTo>
                  <a:lnTo>
                    <a:pt x="302165" y="265717"/>
                  </a:lnTo>
                  <a:lnTo>
                    <a:pt x="305223" y="261387"/>
                  </a:lnTo>
                  <a:lnTo>
                    <a:pt x="308143" y="256961"/>
                  </a:lnTo>
                  <a:lnTo>
                    <a:pt x="310921" y="252445"/>
                  </a:lnTo>
                  <a:lnTo>
                    <a:pt x="313554" y="247844"/>
                  </a:lnTo>
                  <a:lnTo>
                    <a:pt x="316040" y="243161"/>
                  </a:lnTo>
                  <a:lnTo>
                    <a:pt x="318376" y="238401"/>
                  </a:lnTo>
                  <a:lnTo>
                    <a:pt x="320561" y="233570"/>
                  </a:lnTo>
                  <a:lnTo>
                    <a:pt x="322590" y="228672"/>
                  </a:lnTo>
                  <a:lnTo>
                    <a:pt x="324464" y="223713"/>
                  </a:lnTo>
                  <a:lnTo>
                    <a:pt x="326179" y="218696"/>
                  </a:lnTo>
                  <a:lnTo>
                    <a:pt x="327735" y="213627"/>
                  </a:lnTo>
                  <a:lnTo>
                    <a:pt x="329129" y="208512"/>
                  </a:lnTo>
                  <a:lnTo>
                    <a:pt x="330359" y="203355"/>
                  </a:lnTo>
                  <a:lnTo>
                    <a:pt x="331426" y="198161"/>
                  </a:lnTo>
                  <a:lnTo>
                    <a:pt x="332328" y="192937"/>
                  </a:lnTo>
                  <a:lnTo>
                    <a:pt x="333063" y="187686"/>
                  </a:lnTo>
                  <a:lnTo>
                    <a:pt x="333632" y="182415"/>
                  </a:lnTo>
                  <a:lnTo>
                    <a:pt x="334033" y="177128"/>
                  </a:lnTo>
                  <a:lnTo>
                    <a:pt x="334266" y="171831"/>
                  </a:lnTo>
                  <a:lnTo>
                    <a:pt x="334331" y="166530"/>
                  </a:lnTo>
                  <a:lnTo>
                    <a:pt x="334228" y="161229"/>
                  </a:lnTo>
                  <a:lnTo>
                    <a:pt x="333957" y="155934"/>
                  </a:lnTo>
                  <a:lnTo>
                    <a:pt x="333518" y="150650"/>
                  </a:lnTo>
                  <a:lnTo>
                    <a:pt x="332912" y="145383"/>
                  </a:lnTo>
                  <a:lnTo>
                    <a:pt x="332139" y="140138"/>
                  </a:lnTo>
                  <a:lnTo>
                    <a:pt x="331200" y="134920"/>
                  </a:lnTo>
                  <a:lnTo>
                    <a:pt x="330096" y="129734"/>
                  </a:lnTo>
                  <a:lnTo>
                    <a:pt x="328829" y="124586"/>
                  </a:lnTo>
                  <a:lnTo>
                    <a:pt x="327398" y="119481"/>
                  </a:lnTo>
                  <a:lnTo>
                    <a:pt x="325807" y="114424"/>
                  </a:lnTo>
                  <a:lnTo>
                    <a:pt x="324056" y="109419"/>
                  </a:lnTo>
                  <a:lnTo>
                    <a:pt x="322147" y="104473"/>
                  </a:lnTo>
                  <a:lnTo>
                    <a:pt x="320082" y="99590"/>
                  </a:lnTo>
                  <a:lnTo>
                    <a:pt x="317863" y="94774"/>
                  </a:lnTo>
                  <a:lnTo>
                    <a:pt x="315493" y="90032"/>
                  </a:lnTo>
                  <a:lnTo>
                    <a:pt x="312973" y="85367"/>
                  </a:lnTo>
                  <a:lnTo>
                    <a:pt x="310307" y="80784"/>
                  </a:lnTo>
                  <a:lnTo>
                    <a:pt x="307497" y="76288"/>
                  </a:lnTo>
                  <a:lnTo>
                    <a:pt x="304546" y="71884"/>
                  </a:lnTo>
                  <a:lnTo>
                    <a:pt x="301456" y="67575"/>
                  </a:lnTo>
                  <a:lnTo>
                    <a:pt x="298232" y="63366"/>
                  </a:lnTo>
                  <a:lnTo>
                    <a:pt x="294876" y="59262"/>
                  </a:lnTo>
                  <a:lnTo>
                    <a:pt x="291391" y="55266"/>
                  </a:lnTo>
                  <a:lnTo>
                    <a:pt x="287781" y="51383"/>
                  </a:lnTo>
                  <a:lnTo>
                    <a:pt x="284050" y="47616"/>
                  </a:lnTo>
                  <a:lnTo>
                    <a:pt x="280201" y="43970"/>
                  </a:lnTo>
                  <a:lnTo>
                    <a:pt x="276239" y="40447"/>
                  </a:lnTo>
                  <a:lnTo>
                    <a:pt x="272166" y="37052"/>
                  </a:lnTo>
                  <a:lnTo>
                    <a:pt x="267989" y="33788"/>
                  </a:lnTo>
                  <a:lnTo>
                    <a:pt x="263710" y="30657"/>
                  </a:lnTo>
                  <a:lnTo>
                    <a:pt x="259333" y="27664"/>
                  </a:lnTo>
                  <a:lnTo>
                    <a:pt x="254864" y="24812"/>
                  </a:lnTo>
                  <a:lnTo>
                    <a:pt x="250307" y="22102"/>
                  </a:lnTo>
                  <a:lnTo>
                    <a:pt x="245666" y="19538"/>
                  </a:lnTo>
                  <a:lnTo>
                    <a:pt x="240946" y="17123"/>
                  </a:lnTo>
                  <a:lnTo>
                    <a:pt x="236152" y="14859"/>
                  </a:lnTo>
                  <a:lnTo>
                    <a:pt x="231289" y="12748"/>
                  </a:lnTo>
                  <a:lnTo>
                    <a:pt x="167165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90748" y="2633064"/>
              <a:ext cx="64124" cy="167167"/>
            </a:xfrm>
            <a:custGeom>
              <a:avLst/>
              <a:pathLst>
                <a:path w="64124" h="167167">
                  <a:moveTo>
                    <a:pt x="64124" y="12787"/>
                  </a:moveTo>
                  <a:lnTo>
                    <a:pt x="58559" y="10592"/>
                  </a:lnTo>
                  <a:lnTo>
                    <a:pt x="52919" y="8597"/>
                  </a:lnTo>
                  <a:lnTo>
                    <a:pt x="47211" y="6805"/>
                  </a:lnTo>
                  <a:lnTo>
                    <a:pt x="41443" y="5218"/>
                  </a:lnTo>
                  <a:lnTo>
                    <a:pt x="35621" y="3839"/>
                  </a:lnTo>
                  <a:lnTo>
                    <a:pt x="29754" y="2669"/>
                  </a:lnTo>
                  <a:lnTo>
                    <a:pt x="23849" y="1710"/>
                  </a:lnTo>
                  <a:lnTo>
                    <a:pt x="17913" y="962"/>
                  </a:lnTo>
                  <a:lnTo>
                    <a:pt x="11955" y="428"/>
                  </a:lnTo>
                  <a:lnTo>
                    <a:pt x="5981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09604" y="3170392"/>
              <a:ext cx="16375" cy="167167"/>
            </a:xfrm>
            <a:custGeom>
              <a:avLst/>
              <a:pathLst>
                <a:path w="16375" h="167167">
                  <a:moveTo>
                    <a:pt x="16375" y="0"/>
                  </a:moveTo>
                  <a:lnTo>
                    <a:pt x="8178" y="201"/>
                  </a:lnTo>
                  <a:lnTo>
                    <a:pt x="0" y="804"/>
                  </a:lnTo>
                  <a:lnTo>
                    <a:pt x="163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604" y="3171196"/>
              <a:ext cx="16375" cy="166363"/>
            </a:xfrm>
            <a:custGeom>
              <a:avLst/>
              <a:pathLst>
                <a:path w="16375" h="166363">
                  <a:moveTo>
                    <a:pt x="0" y="0"/>
                  </a:moveTo>
                  <a:lnTo>
                    <a:pt x="16375" y="1663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358827" y="3171196"/>
              <a:ext cx="334304" cy="333530"/>
            </a:xfrm>
            <a:custGeom>
              <a:avLst/>
              <a:pathLst>
                <a:path w="334304" h="333530">
                  <a:moveTo>
                    <a:pt x="150777" y="0"/>
                  </a:moveTo>
                  <a:lnTo>
                    <a:pt x="145507" y="603"/>
                  </a:lnTo>
                  <a:lnTo>
                    <a:pt x="140260" y="1373"/>
                  </a:lnTo>
                  <a:lnTo>
                    <a:pt x="135039" y="2309"/>
                  </a:lnTo>
                  <a:lnTo>
                    <a:pt x="129851" y="3410"/>
                  </a:lnTo>
                  <a:lnTo>
                    <a:pt x="124700" y="4676"/>
                  </a:lnTo>
                  <a:lnTo>
                    <a:pt x="119593" y="6104"/>
                  </a:lnTo>
                  <a:lnTo>
                    <a:pt x="114532" y="7693"/>
                  </a:lnTo>
                  <a:lnTo>
                    <a:pt x="109525" y="9442"/>
                  </a:lnTo>
                  <a:lnTo>
                    <a:pt x="104576" y="11349"/>
                  </a:lnTo>
                  <a:lnTo>
                    <a:pt x="99690" y="13413"/>
                  </a:lnTo>
                  <a:lnTo>
                    <a:pt x="94872" y="15630"/>
                  </a:lnTo>
                  <a:lnTo>
                    <a:pt x="90127" y="17998"/>
                  </a:lnTo>
                  <a:lnTo>
                    <a:pt x="85459" y="20517"/>
                  </a:lnTo>
                  <a:lnTo>
                    <a:pt x="80873" y="23182"/>
                  </a:lnTo>
                  <a:lnTo>
                    <a:pt x="76375" y="25991"/>
                  </a:lnTo>
                  <a:lnTo>
                    <a:pt x="71967" y="28941"/>
                  </a:lnTo>
                  <a:lnTo>
                    <a:pt x="67656" y="32030"/>
                  </a:lnTo>
                  <a:lnTo>
                    <a:pt x="63444" y="35254"/>
                  </a:lnTo>
                  <a:lnTo>
                    <a:pt x="59337" y="38610"/>
                  </a:lnTo>
                  <a:lnTo>
                    <a:pt x="55339" y="42095"/>
                  </a:lnTo>
                  <a:lnTo>
                    <a:pt x="51453" y="45704"/>
                  </a:lnTo>
                  <a:lnTo>
                    <a:pt x="47683" y="49435"/>
                  </a:lnTo>
                  <a:lnTo>
                    <a:pt x="44034" y="53284"/>
                  </a:lnTo>
                  <a:lnTo>
                    <a:pt x="40509" y="57247"/>
                  </a:lnTo>
                  <a:lnTo>
                    <a:pt x="37111" y="61319"/>
                  </a:lnTo>
                  <a:lnTo>
                    <a:pt x="33844" y="65497"/>
                  </a:lnTo>
                  <a:lnTo>
                    <a:pt x="30711" y="69777"/>
                  </a:lnTo>
                  <a:lnTo>
                    <a:pt x="27716" y="74154"/>
                  </a:lnTo>
                  <a:lnTo>
                    <a:pt x="24861" y="78624"/>
                  </a:lnTo>
                  <a:lnTo>
                    <a:pt x="22149" y="83182"/>
                  </a:lnTo>
                  <a:lnTo>
                    <a:pt x="19584" y="87824"/>
                  </a:lnTo>
                  <a:lnTo>
                    <a:pt x="17166" y="92545"/>
                  </a:lnTo>
                  <a:lnTo>
                    <a:pt x="14900" y="97340"/>
                  </a:lnTo>
                  <a:lnTo>
                    <a:pt x="12787" y="102205"/>
                  </a:lnTo>
                  <a:lnTo>
                    <a:pt x="10829" y="107134"/>
                  </a:lnTo>
                  <a:lnTo>
                    <a:pt x="9029" y="112123"/>
                  </a:lnTo>
                  <a:lnTo>
                    <a:pt x="7388" y="117166"/>
                  </a:lnTo>
                  <a:lnTo>
                    <a:pt x="5908" y="122259"/>
                  </a:lnTo>
                  <a:lnTo>
                    <a:pt x="4590" y="127397"/>
                  </a:lnTo>
                  <a:lnTo>
                    <a:pt x="3436" y="132573"/>
                  </a:lnTo>
                  <a:lnTo>
                    <a:pt x="2446" y="137784"/>
                  </a:lnTo>
                  <a:lnTo>
                    <a:pt x="1622" y="143024"/>
                  </a:lnTo>
                  <a:lnTo>
                    <a:pt x="965" y="148286"/>
                  </a:lnTo>
                  <a:lnTo>
                    <a:pt x="475" y="153568"/>
                  </a:lnTo>
                  <a:lnTo>
                    <a:pt x="153" y="158862"/>
                  </a:lnTo>
                  <a:lnTo>
                    <a:pt x="0" y="164163"/>
                  </a:lnTo>
                  <a:lnTo>
                    <a:pt x="14" y="169467"/>
                  </a:lnTo>
                  <a:lnTo>
                    <a:pt x="196" y="174768"/>
                  </a:lnTo>
                  <a:lnTo>
                    <a:pt x="547" y="180060"/>
                  </a:lnTo>
                  <a:lnTo>
                    <a:pt x="1065" y="185338"/>
                  </a:lnTo>
                  <a:lnTo>
                    <a:pt x="1751" y="190597"/>
                  </a:lnTo>
                  <a:lnTo>
                    <a:pt x="2603" y="195832"/>
                  </a:lnTo>
                  <a:lnTo>
                    <a:pt x="3621" y="201037"/>
                  </a:lnTo>
                  <a:lnTo>
                    <a:pt x="4803" y="206208"/>
                  </a:lnTo>
                  <a:lnTo>
                    <a:pt x="6149" y="211338"/>
                  </a:lnTo>
                  <a:lnTo>
                    <a:pt x="7657" y="216423"/>
                  </a:lnTo>
                  <a:lnTo>
                    <a:pt x="9325" y="221458"/>
                  </a:lnTo>
                  <a:lnTo>
                    <a:pt x="11152" y="226437"/>
                  </a:lnTo>
                  <a:lnTo>
                    <a:pt x="13136" y="231355"/>
                  </a:lnTo>
                  <a:lnTo>
                    <a:pt x="15276" y="236208"/>
                  </a:lnTo>
                  <a:lnTo>
                    <a:pt x="17568" y="240991"/>
                  </a:lnTo>
                  <a:lnTo>
                    <a:pt x="20011" y="245699"/>
                  </a:lnTo>
                  <a:lnTo>
                    <a:pt x="22601" y="250327"/>
                  </a:lnTo>
                  <a:lnTo>
                    <a:pt x="25338" y="254870"/>
                  </a:lnTo>
                  <a:lnTo>
                    <a:pt x="28217" y="259325"/>
                  </a:lnTo>
                  <a:lnTo>
                    <a:pt x="31236" y="263685"/>
                  </a:lnTo>
                  <a:lnTo>
                    <a:pt x="34392" y="267948"/>
                  </a:lnTo>
                  <a:lnTo>
                    <a:pt x="37681" y="272109"/>
                  </a:lnTo>
                  <a:lnTo>
                    <a:pt x="41101" y="276163"/>
                  </a:lnTo>
                  <a:lnTo>
                    <a:pt x="44648" y="280106"/>
                  </a:lnTo>
                  <a:lnTo>
                    <a:pt x="48318" y="283935"/>
                  </a:lnTo>
                  <a:lnTo>
                    <a:pt x="52107" y="287646"/>
                  </a:lnTo>
                  <a:lnTo>
                    <a:pt x="56013" y="291234"/>
                  </a:lnTo>
                  <a:lnTo>
                    <a:pt x="60030" y="294697"/>
                  </a:lnTo>
                  <a:lnTo>
                    <a:pt x="64155" y="298031"/>
                  </a:lnTo>
                  <a:lnTo>
                    <a:pt x="68384" y="301232"/>
                  </a:lnTo>
                  <a:lnTo>
                    <a:pt x="72712" y="304298"/>
                  </a:lnTo>
                  <a:lnTo>
                    <a:pt x="77135" y="307224"/>
                  </a:lnTo>
                  <a:lnTo>
                    <a:pt x="81649" y="310009"/>
                  </a:lnTo>
                  <a:lnTo>
                    <a:pt x="86249" y="312649"/>
                  </a:lnTo>
                  <a:lnTo>
                    <a:pt x="90931" y="315142"/>
                  </a:lnTo>
                  <a:lnTo>
                    <a:pt x="95689" y="317485"/>
                  </a:lnTo>
                  <a:lnTo>
                    <a:pt x="100519" y="319676"/>
                  </a:lnTo>
                  <a:lnTo>
                    <a:pt x="105416" y="321713"/>
                  </a:lnTo>
                  <a:lnTo>
                    <a:pt x="110375" y="323593"/>
                  </a:lnTo>
                  <a:lnTo>
                    <a:pt x="115392" y="325315"/>
                  </a:lnTo>
                  <a:lnTo>
                    <a:pt x="120460" y="326877"/>
                  </a:lnTo>
                  <a:lnTo>
                    <a:pt x="125576" y="328277"/>
                  </a:lnTo>
                  <a:lnTo>
                    <a:pt x="130733" y="329515"/>
                  </a:lnTo>
                  <a:lnTo>
                    <a:pt x="135927" y="330588"/>
                  </a:lnTo>
                  <a:lnTo>
                    <a:pt x="141153" y="331496"/>
                  </a:lnTo>
                  <a:lnTo>
                    <a:pt x="146404" y="332238"/>
                  </a:lnTo>
                  <a:lnTo>
                    <a:pt x="151677" y="332812"/>
                  </a:lnTo>
                  <a:lnTo>
                    <a:pt x="156965" y="333220"/>
                  </a:lnTo>
                  <a:lnTo>
                    <a:pt x="162263" y="333459"/>
                  </a:lnTo>
                  <a:lnTo>
                    <a:pt x="167567" y="333530"/>
                  </a:lnTo>
                  <a:lnTo>
                    <a:pt x="172870" y="333433"/>
                  </a:lnTo>
                  <a:lnTo>
                    <a:pt x="178167" y="333167"/>
                  </a:lnTo>
                  <a:lnTo>
                    <a:pt x="183453" y="332734"/>
                  </a:lnTo>
                  <a:lnTo>
                    <a:pt x="188722" y="332133"/>
                  </a:lnTo>
                  <a:lnTo>
                    <a:pt x="193970" y="331365"/>
                  </a:lnTo>
                  <a:lnTo>
                    <a:pt x="199191" y="330431"/>
                  </a:lnTo>
                  <a:lnTo>
                    <a:pt x="204380" y="329332"/>
                  </a:lnTo>
                  <a:lnTo>
                    <a:pt x="209531" y="328069"/>
                  </a:lnTo>
                  <a:lnTo>
                    <a:pt x="214640" y="326644"/>
                  </a:lnTo>
                  <a:lnTo>
                    <a:pt x="219700" y="325057"/>
                  </a:lnTo>
                  <a:lnTo>
                    <a:pt x="224708" y="323310"/>
                  </a:lnTo>
                  <a:lnTo>
                    <a:pt x="229658" y="321405"/>
                  </a:lnTo>
                  <a:lnTo>
                    <a:pt x="234545" y="319344"/>
                  </a:lnTo>
                  <a:lnTo>
                    <a:pt x="239364" y="317129"/>
                  </a:lnTo>
                  <a:lnTo>
                    <a:pt x="244111" y="314762"/>
                  </a:lnTo>
                  <a:lnTo>
                    <a:pt x="248780" y="312246"/>
                  </a:lnTo>
                  <a:lnTo>
                    <a:pt x="253367" y="309583"/>
                  </a:lnTo>
                  <a:lnTo>
                    <a:pt x="257867" y="306776"/>
                  </a:lnTo>
                  <a:lnTo>
                    <a:pt x="262275" y="303828"/>
                  </a:lnTo>
                  <a:lnTo>
                    <a:pt x="266588" y="300741"/>
                  </a:lnTo>
                  <a:lnTo>
                    <a:pt x="270801" y="297519"/>
                  </a:lnTo>
                  <a:lnTo>
                    <a:pt x="274910" y="294165"/>
                  </a:lnTo>
                  <a:lnTo>
                    <a:pt x="278910" y="290682"/>
                  </a:lnTo>
                  <a:lnTo>
                    <a:pt x="282797" y="287074"/>
                  </a:lnTo>
                  <a:lnTo>
                    <a:pt x="286568" y="283345"/>
                  </a:lnTo>
                  <a:lnTo>
                    <a:pt x="290219" y="279498"/>
                  </a:lnTo>
                  <a:lnTo>
                    <a:pt x="293747" y="275537"/>
                  </a:lnTo>
                  <a:lnTo>
                    <a:pt x="297146" y="271466"/>
                  </a:lnTo>
                  <a:lnTo>
                    <a:pt x="300415" y="267289"/>
                  </a:lnTo>
                  <a:lnTo>
                    <a:pt x="303550" y="263011"/>
                  </a:lnTo>
                  <a:lnTo>
                    <a:pt x="306547" y="258635"/>
                  </a:lnTo>
                  <a:lnTo>
                    <a:pt x="309404" y="254167"/>
                  </a:lnTo>
                  <a:lnTo>
                    <a:pt x="312118" y="249610"/>
                  </a:lnTo>
                  <a:lnTo>
                    <a:pt x="314686" y="244969"/>
                  </a:lnTo>
                  <a:lnTo>
                    <a:pt x="317105" y="240249"/>
                  </a:lnTo>
                  <a:lnTo>
                    <a:pt x="319374" y="235455"/>
                  </a:lnTo>
                  <a:lnTo>
                    <a:pt x="321489" y="230591"/>
                  </a:lnTo>
                  <a:lnTo>
                    <a:pt x="323449" y="225663"/>
                  </a:lnTo>
                  <a:lnTo>
                    <a:pt x="325251" y="220675"/>
                  </a:lnTo>
                  <a:lnTo>
                    <a:pt x="326894" y="215632"/>
                  </a:lnTo>
                  <a:lnTo>
                    <a:pt x="328377" y="210540"/>
                  </a:lnTo>
                  <a:lnTo>
                    <a:pt x="329697" y="205403"/>
                  </a:lnTo>
                  <a:lnTo>
                    <a:pt x="330854" y="200227"/>
                  </a:lnTo>
                  <a:lnTo>
                    <a:pt x="331846" y="195016"/>
                  </a:lnTo>
                  <a:lnTo>
                    <a:pt x="332672" y="189777"/>
                  </a:lnTo>
                  <a:lnTo>
                    <a:pt x="333331" y="184515"/>
                  </a:lnTo>
                  <a:lnTo>
                    <a:pt x="333824" y="179234"/>
                  </a:lnTo>
                  <a:lnTo>
                    <a:pt x="334148" y="173940"/>
                  </a:lnTo>
                  <a:lnTo>
                    <a:pt x="334304" y="168639"/>
                  </a:lnTo>
                  <a:lnTo>
                    <a:pt x="334292" y="163335"/>
                  </a:lnTo>
                  <a:lnTo>
                    <a:pt x="334112" y="158034"/>
                  </a:lnTo>
                  <a:lnTo>
                    <a:pt x="333764" y="152742"/>
                  </a:lnTo>
                  <a:lnTo>
                    <a:pt x="333248" y="147463"/>
                  </a:lnTo>
                  <a:lnTo>
                    <a:pt x="332565" y="142204"/>
                  </a:lnTo>
                  <a:lnTo>
                    <a:pt x="331715" y="136968"/>
                  </a:lnTo>
                  <a:lnTo>
                    <a:pt x="330700" y="131763"/>
                  </a:lnTo>
                  <a:lnTo>
                    <a:pt x="329520" y="126592"/>
                  </a:lnTo>
                  <a:lnTo>
                    <a:pt x="328177" y="121461"/>
                  </a:lnTo>
                  <a:lnTo>
                    <a:pt x="326671" y="116375"/>
                  </a:lnTo>
                  <a:lnTo>
                    <a:pt x="325005" y="111340"/>
                  </a:lnTo>
                  <a:lnTo>
                    <a:pt x="323180" y="106360"/>
                  </a:lnTo>
                  <a:lnTo>
                    <a:pt x="321198" y="101441"/>
                  </a:lnTo>
                  <a:lnTo>
                    <a:pt x="319061" y="96586"/>
                  </a:lnTo>
                  <a:lnTo>
                    <a:pt x="316771" y="91802"/>
                  </a:lnTo>
                  <a:lnTo>
                    <a:pt x="314330" y="87094"/>
                  </a:lnTo>
                  <a:lnTo>
                    <a:pt x="311742" y="82465"/>
                  </a:lnTo>
                  <a:lnTo>
                    <a:pt x="309007" y="77920"/>
                  </a:lnTo>
                  <a:lnTo>
                    <a:pt x="306130" y="73464"/>
                  </a:lnTo>
                  <a:lnTo>
                    <a:pt x="303113" y="69102"/>
                  </a:lnTo>
                  <a:lnTo>
                    <a:pt x="299959" y="64838"/>
                  </a:lnTo>
                  <a:lnTo>
                    <a:pt x="296672" y="60676"/>
                  </a:lnTo>
                  <a:lnTo>
                    <a:pt x="293254" y="56620"/>
                  </a:lnTo>
                  <a:lnTo>
                    <a:pt x="289709" y="52675"/>
                  </a:lnTo>
                  <a:lnTo>
                    <a:pt x="286041" y="48845"/>
                  </a:lnTo>
                  <a:lnTo>
                    <a:pt x="282253" y="45132"/>
                  </a:lnTo>
                  <a:lnTo>
                    <a:pt x="278349" y="41542"/>
                  </a:lnTo>
                  <a:lnTo>
                    <a:pt x="274333" y="38077"/>
                  </a:lnTo>
                  <a:lnTo>
                    <a:pt x="270210" y="34742"/>
                  </a:lnTo>
                  <a:lnTo>
                    <a:pt x="265982" y="31539"/>
                  </a:lnTo>
                  <a:lnTo>
                    <a:pt x="261656" y="28471"/>
                  </a:lnTo>
                  <a:lnTo>
                    <a:pt x="167152" y="1663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3170392"/>
              <a:ext cx="94503" cy="167167"/>
            </a:xfrm>
            <a:custGeom>
              <a:avLst/>
              <a:pathLst>
                <a:path w="94503" h="167167">
                  <a:moveTo>
                    <a:pt x="94503" y="29275"/>
                  </a:moveTo>
                  <a:lnTo>
                    <a:pt x="89848" y="26198"/>
                  </a:lnTo>
                  <a:lnTo>
                    <a:pt x="85094" y="23278"/>
                  </a:lnTo>
                  <a:lnTo>
                    <a:pt x="80244" y="20519"/>
                  </a:lnTo>
                  <a:lnTo>
                    <a:pt x="75305" y="17922"/>
                  </a:lnTo>
                  <a:lnTo>
                    <a:pt x="70283" y="15492"/>
                  </a:lnTo>
                  <a:lnTo>
                    <a:pt x="65182" y="13231"/>
                  </a:lnTo>
                  <a:lnTo>
                    <a:pt x="60008" y="11142"/>
                  </a:lnTo>
                  <a:lnTo>
                    <a:pt x="54768" y="9226"/>
                  </a:lnTo>
                  <a:lnTo>
                    <a:pt x="49466" y="7486"/>
                  </a:lnTo>
                  <a:lnTo>
                    <a:pt x="44110" y="5924"/>
                  </a:lnTo>
                  <a:lnTo>
                    <a:pt x="38704" y="4542"/>
                  </a:lnTo>
                  <a:lnTo>
                    <a:pt x="33255" y="3341"/>
                  </a:lnTo>
                  <a:lnTo>
                    <a:pt x="27770" y="2322"/>
                  </a:lnTo>
                  <a:lnTo>
                    <a:pt x="22253" y="1487"/>
                  </a:lnTo>
                  <a:lnTo>
                    <a:pt x="16711" y="837"/>
                  </a:lnTo>
                  <a:lnTo>
                    <a:pt x="11151" y="372"/>
                  </a:lnTo>
                  <a:lnTo>
                    <a:pt x="5578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86860" y="3707720"/>
              <a:ext cx="3887" cy="167167"/>
            </a:xfrm>
            <a:custGeom>
              <a:avLst/>
              <a:pathLst>
                <a:path w="3887" h="167167">
                  <a:moveTo>
                    <a:pt x="3887" y="0"/>
                  </a:moveTo>
                  <a:lnTo>
                    <a:pt x="0" y="45"/>
                  </a:lnTo>
                  <a:lnTo>
                    <a:pt x="38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860" y="3707765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423583" y="3707765"/>
              <a:ext cx="334331" cy="334278"/>
            </a:xfrm>
            <a:custGeom>
              <a:avLst/>
              <a:pathLst>
                <a:path w="334331" h="334278">
                  <a:moveTo>
                    <a:pt x="163277" y="0"/>
                  </a:moveTo>
                  <a:lnTo>
                    <a:pt x="157981" y="207"/>
                  </a:lnTo>
                  <a:lnTo>
                    <a:pt x="152696" y="582"/>
                  </a:lnTo>
                  <a:lnTo>
                    <a:pt x="147424" y="1124"/>
                  </a:lnTo>
                  <a:lnTo>
                    <a:pt x="142173" y="1833"/>
                  </a:lnTo>
                  <a:lnTo>
                    <a:pt x="136946" y="2708"/>
                  </a:lnTo>
                  <a:lnTo>
                    <a:pt x="131750" y="3748"/>
                  </a:lnTo>
                  <a:lnTo>
                    <a:pt x="126590" y="4953"/>
                  </a:lnTo>
                  <a:lnTo>
                    <a:pt x="121470" y="6321"/>
                  </a:lnTo>
                  <a:lnTo>
                    <a:pt x="116397" y="7850"/>
                  </a:lnTo>
                  <a:lnTo>
                    <a:pt x="111374" y="9539"/>
                  </a:lnTo>
                  <a:lnTo>
                    <a:pt x="106407" y="11386"/>
                  </a:lnTo>
                  <a:lnTo>
                    <a:pt x="101502" y="13390"/>
                  </a:lnTo>
                  <a:lnTo>
                    <a:pt x="96662" y="15549"/>
                  </a:lnTo>
                  <a:lnTo>
                    <a:pt x="91893" y="17859"/>
                  </a:lnTo>
                  <a:lnTo>
                    <a:pt x="87200" y="20320"/>
                  </a:lnTo>
                  <a:lnTo>
                    <a:pt x="82587" y="22928"/>
                  </a:lnTo>
                  <a:lnTo>
                    <a:pt x="78060" y="25682"/>
                  </a:lnTo>
                  <a:lnTo>
                    <a:pt x="73621" y="28577"/>
                  </a:lnTo>
                  <a:lnTo>
                    <a:pt x="69277" y="31611"/>
                  </a:lnTo>
                  <a:lnTo>
                    <a:pt x="65031" y="34782"/>
                  </a:lnTo>
                  <a:lnTo>
                    <a:pt x="60888" y="38086"/>
                  </a:lnTo>
                  <a:lnTo>
                    <a:pt x="56851" y="41519"/>
                  </a:lnTo>
                  <a:lnTo>
                    <a:pt x="52926" y="45079"/>
                  </a:lnTo>
                  <a:lnTo>
                    <a:pt x="49115" y="48761"/>
                  </a:lnTo>
                  <a:lnTo>
                    <a:pt x="45423" y="52562"/>
                  </a:lnTo>
                  <a:lnTo>
                    <a:pt x="41853" y="56478"/>
                  </a:lnTo>
                  <a:lnTo>
                    <a:pt x="38409" y="60505"/>
                  </a:lnTo>
                  <a:lnTo>
                    <a:pt x="35094" y="64640"/>
                  </a:lnTo>
                  <a:lnTo>
                    <a:pt x="31912" y="68877"/>
                  </a:lnTo>
                  <a:lnTo>
                    <a:pt x="28866" y="73214"/>
                  </a:lnTo>
                  <a:lnTo>
                    <a:pt x="25959" y="77644"/>
                  </a:lnTo>
                  <a:lnTo>
                    <a:pt x="23194" y="82165"/>
                  </a:lnTo>
                  <a:lnTo>
                    <a:pt x="20574" y="86771"/>
                  </a:lnTo>
                  <a:lnTo>
                    <a:pt x="18101" y="91457"/>
                  </a:lnTo>
                  <a:lnTo>
                    <a:pt x="15778" y="96220"/>
                  </a:lnTo>
                  <a:lnTo>
                    <a:pt x="13606" y="101054"/>
                  </a:lnTo>
                  <a:lnTo>
                    <a:pt x="11589" y="105954"/>
                  </a:lnTo>
                  <a:lnTo>
                    <a:pt x="9729" y="110916"/>
                  </a:lnTo>
                  <a:lnTo>
                    <a:pt x="8026" y="115934"/>
                  </a:lnTo>
                  <a:lnTo>
                    <a:pt x="6484" y="121004"/>
                  </a:lnTo>
                  <a:lnTo>
                    <a:pt x="5103" y="126120"/>
                  </a:lnTo>
                  <a:lnTo>
                    <a:pt x="3885" y="131277"/>
                  </a:lnTo>
                  <a:lnTo>
                    <a:pt x="2831" y="136470"/>
                  </a:lnTo>
                  <a:lnTo>
                    <a:pt x="1942" y="141694"/>
                  </a:lnTo>
                  <a:lnTo>
                    <a:pt x="1219" y="146944"/>
                  </a:lnTo>
                  <a:lnTo>
                    <a:pt x="663" y="152214"/>
                  </a:lnTo>
                  <a:lnTo>
                    <a:pt x="274" y="157499"/>
                  </a:lnTo>
                  <a:lnTo>
                    <a:pt x="53" y="162793"/>
                  </a:lnTo>
                  <a:lnTo>
                    <a:pt x="0" y="168092"/>
                  </a:lnTo>
                  <a:lnTo>
                    <a:pt x="114" y="173390"/>
                  </a:lnTo>
                  <a:lnTo>
                    <a:pt x="397" y="178682"/>
                  </a:lnTo>
                  <a:lnTo>
                    <a:pt x="847" y="183962"/>
                  </a:lnTo>
                  <a:lnTo>
                    <a:pt x="1464" y="189225"/>
                  </a:lnTo>
                  <a:lnTo>
                    <a:pt x="2248" y="194466"/>
                  </a:lnTo>
                  <a:lnTo>
                    <a:pt x="3198" y="199679"/>
                  </a:lnTo>
                  <a:lnTo>
                    <a:pt x="4312" y="204860"/>
                  </a:lnTo>
                  <a:lnTo>
                    <a:pt x="5590" y="210002"/>
                  </a:lnTo>
                  <a:lnTo>
                    <a:pt x="7030" y="215102"/>
                  </a:lnTo>
                  <a:lnTo>
                    <a:pt x="8631" y="220153"/>
                  </a:lnTo>
                  <a:lnTo>
                    <a:pt x="10392" y="225152"/>
                  </a:lnTo>
                  <a:lnTo>
                    <a:pt x="12310" y="230091"/>
                  </a:lnTo>
                  <a:lnTo>
                    <a:pt x="14384" y="234968"/>
                  </a:lnTo>
                  <a:lnTo>
                    <a:pt x="16611" y="239776"/>
                  </a:lnTo>
                  <a:lnTo>
                    <a:pt x="18989" y="244512"/>
                  </a:lnTo>
                  <a:lnTo>
                    <a:pt x="21517" y="249169"/>
                  </a:lnTo>
                  <a:lnTo>
                    <a:pt x="24190" y="253744"/>
                  </a:lnTo>
                  <a:lnTo>
                    <a:pt x="27008" y="258233"/>
                  </a:lnTo>
                  <a:lnTo>
                    <a:pt x="29966" y="262629"/>
                  </a:lnTo>
                  <a:lnTo>
                    <a:pt x="33062" y="266930"/>
                  </a:lnTo>
                  <a:lnTo>
                    <a:pt x="36293" y="271130"/>
                  </a:lnTo>
                  <a:lnTo>
                    <a:pt x="39655" y="275226"/>
                  </a:lnTo>
                  <a:lnTo>
                    <a:pt x="43146" y="279213"/>
                  </a:lnTo>
                  <a:lnTo>
                    <a:pt x="46761" y="283087"/>
                  </a:lnTo>
                  <a:lnTo>
                    <a:pt x="50497" y="286845"/>
                  </a:lnTo>
                  <a:lnTo>
                    <a:pt x="54350" y="290483"/>
                  </a:lnTo>
                  <a:lnTo>
                    <a:pt x="58317" y="293997"/>
                  </a:lnTo>
                  <a:lnTo>
                    <a:pt x="62393" y="297383"/>
                  </a:lnTo>
                  <a:lnTo>
                    <a:pt x="66575" y="300638"/>
                  </a:lnTo>
                  <a:lnTo>
                    <a:pt x="70857" y="303760"/>
                  </a:lnTo>
                  <a:lnTo>
                    <a:pt x="75236" y="306743"/>
                  </a:lnTo>
                  <a:lnTo>
                    <a:pt x="79708" y="309587"/>
                  </a:lnTo>
                  <a:lnTo>
                    <a:pt x="84267" y="312287"/>
                  </a:lnTo>
                  <a:lnTo>
                    <a:pt x="88910" y="314842"/>
                  </a:lnTo>
                  <a:lnTo>
                    <a:pt x="93631" y="317248"/>
                  </a:lnTo>
                  <a:lnTo>
                    <a:pt x="98427" y="319503"/>
                  </a:lnTo>
                  <a:lnTo>
                    <a:pt x="103291" y="321605"/>
                  </a:lnTo>
                  <a:lnTo>
                    <a:pt x="108220" y="323552"/>
                  </a:lnTo>
                  <a:lnTo>
                    <a:pt x="113207" y="325342"/>
                  </a:lnTo>
                  <a:lnTo>
                    <a:pt x="118249" y="326973"/>
                  </a:lnTo>
                  <a:lnTo>
                    <a:pt x="123340" y="328443"/>
                  </a:lnTo>
                  <a:lnTo>
                    <a:pt x="128476" y="329751"/>
                  </a:lnTo>
                  <a:lnTo>
                    <a:pt x="133650" y="330895"/>
                  </a:lnTo>
                  <a:lnTo>
                    <a:pt x="138857" y="331875"/>
                  </a:lnTo>
                  <a:lnTo>
                    <a:pt x="144094" y="332690"/>
                  </a:lnTo>
                  <a:lnTo>
                    <a:pt x="149353" y="333338"/>
                  </a:lnTo>
                  <a:lnTo>
                    <a:pt x="154630" y="333819"/>
                  </a:lnTo>
                  <a:lnTo>
                    <a:pt x="159920" y="334132"/>
                  </a:lnTo>
                  <a:lnTo>
                    <a:pt x="165217" y="334278"/>
                  </a:lnTo>
                  <a:lnTo>
                    <a:pt x="170516" y="334256"/>
                  </a:lnTo>
                  <a:lnTo>
                    <a:pt x="175812" y="334065"/>
                  </a:lnTo>
                  <a:lnTo>
                    <a:pt x="181099" y="333707"/>
                  </a:lnTo>
                  <a:lnTo>
                    <a:pt x="186372" y="333182"/>
                  </a:lnTo>
                  <a:lnTo>
                    <a:pt x="191626" y="332490"/>
                  </a:lnTo>
                  <a:lnTo>
                    <a:pt x="196855" y="331631"/>
                  </a:lnTo>
                  <a:lnTo>
                    <a:pt x="202054" y="330608"/>
                  </a:lnTo>
                  <a:lnTo>
                    <a:pt x="207219" y="329420"/>
                  </a:lnTo>
                  <a:lnTo>
                    <a:pt x="212343" y="328069"/>
                  </a:lnTo>
                  <a:lnTo>
                    <a:pt x="217421" y="326556"/>
                  </a:lnTo>
                  <a:lnTo>
                    <a:pt x="222449" y="324883"/>
                  </a:lnTo>
                  <a:lnTo>
                    <a:pt x="227422" y="323051"/>
                  </a:lnTo>
                  <a:lnTo>
                    <a:pt x="232334" y="321063"/>
                  </a:lnTo>
                  <a:lnTo>
                    <a:pt x="237180" y="318920"/>
                  </a:lnTo>
                  <a:lnTo>
                    <a:pt x="241956" y="316624"/>
                  </a:lnTo>
                  <a:lnTo>
                    <a:pt x="246657" y="314179"/>
                  </a:lnTo>
                  <a:lnTo>
                    <a:pt x="251279" y="311585"/>
                  </a:lnTo>
                  <a:lnTo>
                    <a:pt x="255815" y="308847"/>
                  </a:lnTo>
                  <a:lnTo>
                    <a:pt x="260263" y="305966"/>
                  </a:lnTo>
                  <a:lnTo>
                    <a:pt x="264617" y="302945"/>
                  </a:lnTo>
                  <a:lnTo>
                    <a:pt x="268873" y="299788"/>
                  </a:lnTo>
                  <a:lnTo>
                    <a:pt x="273026" y="296498"/>
                  </a:lnTo>
                  <a:lnTo>
                    <a:pt x="277074" y="293077"/>
                  </a:lnTo>
                  <a:lnTo>
                    <a:pt x="281011" y="289530"/>
                  </a:lnTo>
                  <a:lnTo>
                    <a:pt x="284834" y="285860"/>
                  </a:lnTo>
                  <a:lnTo>
                    <a:pt x="288538" y="282071"/>
                  </a:lnTo>
                  <a:lnTo>
                    <a:pt x="292120" y="278166"/>
                  </a:lnTo>
                  <a:lnTo>
                    <a:pt x="295577" y="274150"/>
                  </a:lnTo>
                  <a:lnTo>
                    <a:pt x="298905" y="270026"/>
                  </a:lnTo>
                  <a:lnTo>
                    <a:pt x="302100" y="265799"/>
                  </a:lnTo>
                  <a:lnTo>
                    <a:pt x="305160" y="261472"/>
                  </a:lnTo>
                  <a:lnTo>
                    <a:pt x="308081" y="257051"/>
                  </a:lnTo>
                  <a:lnTo>
                    <a:pt x="310861" y="252539"/>
                  </a:lnTo>
                  <a:lnTo>
                    <a:pt x="313496" y="247942"/>
                  </a:lnTo>
                  <a:lnTo>
                    <a:pt x="315984" y="243263"/>
                  </a:lnTo>
                  <a:lnTo>
                    <a:pt x="318323" y="238508"/>
                  </a:lnTo>
                  <a:lnTo>
                    <a:pt x="320510" y="233681"/>
                  </a:lnTo>
                  <a:lnTo>
                    <a:pt x="322542" y="228787"/>
                  </a:lnTo>
                  <a:lnTo>
                    <a:pt x="324419" y="223831"/>
                  </a:lnTo>
                  <a:lnTo>
                    <a:pt x="326137" y="218819"/>
                  </a:lnTo>
                  <a:lnTo>
                    <a:pt x="327696" y="213754"/>
                  </a:lnTo>
                  <a:lnTo>
                    <a:pt x="329093" y="208642"/>
                  </a:lnTo>
                  <a:lnTo>
                    <a:pt x="330328" y="203489"/>
                  </a:lnTo>
                  <a:lnTo>
                    <a:pt x="331398" y="198299"/>
                  </a:lnTo>
                  <a:lnTo>
                    <a:pt x="332304" y="193078"/>
                  </a:lnTo>
                  <a:lnTo>
                    <a:pt x="333044" y="187831"/>
                  </a:lnTo>
                  <a:lnTo>
                    <a:pt x="333617" y="182563"/>
                  </a:lnTo>
                  <a:lnTo>
                    <a:pt x="334023" y="177279"/>
                  </a:lnTo>
                  <a:lnTo>
                    <a:pt x="334261" y="171985"/>
                  </a:lnTo>
                  <a:lnTo>
                    <a:pt x="334331" y="166687"/>
                  </a:lnTo>
                  <a:lnTo>
                    <a:pt x="334233" y="161389"/>
                  </a:lnTo>
                  <a:lnTo>
                    <a:pt x="333968" y="156096"/>
                  </a:lnTo>
                  <a:lnTo>
                    <a:pt x="333534" y="150815"/>
                  </a:lnTo>
                  <a:lnTo>
                    <a:pt x="332934" y="145550"/>
                  </a:lnTo>
                  <a:lnTo>
                    <a:pt x="332167" y="140306"/>
                  </a:lnTo>
                  <a:lnTo>
                    <a:pt x="331234" y="135090"/>
                  </a:lnTo>
                  <a:lnTo>
                    <a:pt x="330136" y="129906"/>
                  </a:lnTo>
                  <a:lnTo>
                    <a:pt x="328875" y="124759"/>
                  </a:lnTo>
                  <a:lnTo>
                    <a:pt x="327451" y="119655"/>
                  </a:lnTo>
                  <a:lnTo>
                    <a:pt x="325866" y="114598"/>
                  </a:lnTo>
                  <a:lnTo>
                    <a:pt x="324121" y="109594"/>
                  </a:lnTo>
                  <a:lnTo>
                    <a:pt x="322219" y="104648"/>
                  </a:lnTo>
                  <a:lnTo>
                    <a:pt x="320161" y="99765"/>
                  </a:lnTo>
                  <a:lnTo>
                    <a:pt x="317949" y="94950"/>
                  </a:lnTo>
                  <a:lnTo>
                    <a:pt x="315586" y="90207"/>
                  </a:lnTo>
                  <a:lnTo>
                    <a:pt x="313074" y="85541"/>
                  </a:lnTo>
                  <a:lnTo>
                    <a:pt x="310415" y="80957"/>
                  </a:lnTo>
                  <a:lnTo>
                    <a:pt x="307612" y="76460"/>
                  </a:lnTo>
                  <a:lnTo>
                    <a:pt x="304667" y="72054"/>
                  </a:lnTo>
                  <a:lnTo>
                    <a:pt x="301585" y="67744"/>
                  </a:lnTo>
                  <a:lnTo>
                    <a:pt x="298368" y="63533"/>
                  </a:lnTo>
                  <a:lnTo>
                    <a:pt x="295019" y="59427"/>
                  </a:lnTo>
                  <a:lnTo>
                    <a:pt x="291541" y="55428"/>
                  </a:lnTo>
                  <a:lnTo>
                    <a:pt x="287938" y="51542"/>
                  </a:lnTo>
                  <a:lnTo>
                    <a:pt x="284214" y="47772"/>
                  </a:lnTo>
                  <a:lnTo>
                    <a:pt x="280372" y="44122"/>
                  </a:lnTo>
                  <a:lnTo>
                    <a:pt x="276417" y="40596"/>
                  </a:lnTo>
                  <a:lnTo>
                    <a:pt x="272352" y="37197"/>
                  </a:lnTo>
                  <a:lnTo>
                    <a:pt x="268181" y="33928"/>
                  </a:lnTo>
                  <a:lnTo>
                    <a:pt x="263909" y="30793"/>
                  </a:lnTo>
                  <a:lnTo>
                    <a:pt x="259539" y="27795"/>
                  </a:lnTo>
                  <a:lnTo>
                    <a:pt x="255076" y="24937"/>
                  </a:lnTo>
                  <a:lnTo>
                    <a:pt x="250526" y="22222"/>
                  </a:lnTo>
                  <a:lnTo>
                    <a:pt x="245891" y="19653"/>
                  </a:lnTo>
                  <a:lnTo>
                    <a:pt x="241177" y="17232"/>
                  </a:lnTo>
                  <a:lnTo>
                    <a:pt x="236389" y="14961"/>
                  </a:lnTo>
                  <a:lnTo>
                    <a:pt x="231532" y="12844"/>
                  </a:lnTo>
                  <a:lnTo>
                    <a:pt x="226610" y="10881"/>
                  </a:lnTo>
                  <a:lnTo>
                    <a:pt x="221628" y="9075"/>
                  </a:lnTo>
                  <a:lnTo>
                    <a:pt x="216591" y="7428"/>
                  </a:lnTo>
                  <a:lnTo>
                    <a:pt x="211504" y="5942"/>
                  </a:lnTo>
                  <a:lnTo>
                    <a:pt x="206373" y="4618"/>
                  </a:lnTo>
                  <a:lnTo>
                    <a:pt x="201203" y="3457"/>
                  </a:lnTo>
                  <a:lnTo>
                    <a:pt x="195998" y="2460"/>
                  </a:lnTo>
                  <a:lnTo>
                    <a:pt x="190765" y="1629"/>
                  </a:lnTo>
                  <a:lnTo>
                    <a:pt x="185508" y="964"/>
                  </a:lnTo>
                  <a:lnTo>
                    <a:pt x="180232" y="466"/>
                  </a:lnTo>
                  <a:lnTo>
                    <a:pt x="167164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3707720"/>
              <a:ext cx="13067" cy="167167"/>
            </a:xfrm>
            <a:custGeom>
              <a:avLst/>
              <a:pathLst>
                <a:path w="13067" h="167167">
                  <a:moveTo>
                    <a:pt x="13067" y="5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77400" y="4213821"/>
              <a:ext cx="3887" cy="167167"/>
            </a:xfrm>
            <a:custGeom>
              <a:avLst/>
              <a:pathLst>
                <a:path w="3887" h="167167">
                  <a:moveTo>
                    <a:pt x="3887" y="0"/>
                  </a:moveTo>
                  <a:lnTo>
                    <a:pt x="0" y="45"/>
                  </a:lnTo>
                  <a:lnTo>
                    <a:pt x="38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00" y="4213866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14123" y="4213866"/>
              <a:ext cx="334331" cy="334278"/>
            </a:xfrm>
            <a:custGeom>
              <a:avLst/>
              <a:pathLst>
                <a:path w="334331" h="334278">
                  <a:moveTo>
                    <a:pt x="163277" y="0"/>
                  </a:moveTo>
                  <a:lnTo>
                    <a:pt x="157981" y="207"/>
                  </a:lnTo>
                  <a:lnTo>
                    <a:pt x="152696" y="582"/>
                  </a:lnTo>
                  <a:lnTo>
                    <a:pt x="147424" y="1124"/>
                  </a:lnTo>
                  <a:lnTo>
                    <a:pt x="142173" y="1833"/>
                  </a:lnTo>
                  <a:lnTo>
                    <a:pt x="136946" y="2708"/>
                  </a:lnTo>
                  <a:lnTo>
                    <a:pt x="131750" y="3748"/>
                  </a:lnTo>
                  <a:lnTo>
                    <a:pt x="126590" y="4953"/>
                  </a:lnTo>
                  <a:lnTo>
                    <a:pt x="121470" y="6321"/>
                  </a:lnTo>
                  <a:lnTo>
                    <a:pt x="116397" y="7850"/>
                  </a:lnTo>
                  <a:lnTo>
                    <a:pt x="111374" y="9539"/>
                  </a:lnTo>
                  <a:lnTo>
                    <a:pt x="106407" y="11386"/>
                  </a:lnTo>
                  <a:lnTo>
                    <a:pt x="101502" y="13390"/>
                  </a:lnTo>
                  <a:lnTo>
                    <a:pt x="96662" y="15549"/>
                  </a:lnTo>
                  <a:lnTo>
                    <a:pt x="91893" y="17859"/>
                  </a:lnTo>
                  <a:lnTo>
                    <a:pt x="87200" y="20320"/>
                  </a:lnTo>
                  <a:lnTo>
                    <a:pt x="82587" y="22928"/>
                  </a:lnTo>
                  <a:lnTo>
                    <a:pt x="78060" y="25682"/>
                  </a:lnTo>
                  <a:lnTo>
                    <a:pt x="73621" y="28577"/>
                  </a:lnTo>
                  <a:lnTo>
                    <a:pt x="69277" y="31611"/>
                  </a:lnTo>
                  <a:lnTo>
                    <a:pt x="65031" y="34782"/>
                  </a:lnTo>
                  <a:lnTo>
                    <a:pt x="60888" y="38086"/>
                  </a:lnTo>
                  <a:lnTo>
                    <a:pt x="56851" y="41519"/>
                  </a:lnTo>
                  <a:lnTo>
                    <a:pt x="52926" y="45079"/>
                  </a:lnTo>
                  <a:lnTo>
                    <a:pt x="49115" y="48761"/>
                  </a:lnTo>
                  <a:lnTo>
                    <a:pt x="45423" y="52562"/>
                  </a:lnTo>
                  <a:lnTo>
                    <a:pt x="41853" y="56478"/>
                  </a:lnTo>
                  <a:lnTo>
                    <a:pt x="38409" y="60505"/>
                  </a:lnTo>
                  <a:lnTo>
                    <a:pt x="35094" y="64640"/>
                  </a:lnTo>
                  <a:lnTo>
                    <a:pt x="31912" y="68877"/>
                  </a:lnTo>
                  <a:lnTo>
                    <a:pt x="28866" y="73214"/>
                  </a:lnTo>
                  <a:lnTo>
                    <a:pt x="25959" y="77644"/>
                  </a:lnTo>
                  <a:lnTo>
                    <a:pt x="23194" y="82165"/>
                  </a:lnTo>
                  <a:lnTo>
                    <a:pt x="20574" y="86771"/>
                  </a:lnTo>
                  <a:lnTo>
                    <a:pt x="18101" y="91457"/>
                  </a:lnTo>
                  <a:lnTo>
                    <a:pt x="15778" y="96220"/>
                  </a:lnTo>
                  <a:lnTo>
                    <a:pt x="13606" y="101054"/>
                  </a:lnTo>
                  <a:lnTo>
                    <a:pt x="11589" y="105954"/>
                  </a:lnTo>
                  <a:lnTo>
                    <a:pt x="9729" y="110916"/>
                  </a:lnTo>
                  <a:lnTo>
                    <a:pt x="8026" y="115934"/>
                  </a:lnTo>
                  <a:lnTo>
                    <a:pt x="6484" y="121004"/>
                  </a:lnTo>
                  <a:lnTo>
                    <a:pt x="5103" y="126120"/>
                  </a:lnTo>
                  <a:lnTo>
                    <a:pt x="3885" y="131277"/>
                  </a:lnTo>
                  <a:lnTo>
                    <a:pt x="2831" y="136470"/>
                  </a:lnTo>
                  <a:lnTo>
                    <a:pt x="1942" y="141694"/>
                  </a:lnTo>
                  <a:lnTo>
                    <a:pt x="1219" y="146944"/>
                  </a:lnTo>
                  <a:lnTo>
                    <a:pt x="663" y="152214"/>
                  </a:lnTo>
                  <a:lnTo>
                    <a:pt x="274" y="157499"/>
                  </a:lnTo>
                  <a:lnTo>
                    <a:pt x="53" y="162793"/>
                  </a:lnTo>
                  <a:lnTo>
                    <a:pt x="0" y="168092"/>
                  </a:lnTo>
                  <a:lnTo>
                    <a:pt x="114" y="173390"/>
                  </a:lnTo>
                  <a:lnTo>
                    <a:pt x="397" y="178682"/>
                  </a:lnTo>
                  <a:lnTo>
                    <a:pt x="847" y="183962"/>
                  </a:lnTo>
                  <a:lnTo>
                    <a:pt x="1464" y="189225"/>
                  </a:lnTo>
                  <a:lnTo>
                    <a:pt x="2248" y="194466"/>
                  </a:lnTo>
                  <a:lnTo>
                    <a:pt x="3198" y="199679"/>
                  </a:lnTo>
                  <a:lnTo>
                    <a:pt x="4312" y="204860"/>
                  </a:lnTo>
                  <a:lnTo>
                    <a:pt x="5590" y="210002"/>
                  </a:lnTo>
                  <a:lnTo>
                    <a:pt x="7030" y="215102"/>
                  </a:lnTo>
                  <a:lnTo>
                    <a:pt x="8631" y="220153"/>
                  </a:lnTo>
                  <a:lnTo>
                    <a:pt x="10392" y="225152"/>
                  </a:lnTo>
                  <a:lnTo>
                    <a:pt x="12310" y="230091"/>
                  </a:lnTo>
                  <a:lnTo>
                    <a:pt x="14384" y="234968"/>
                  </a:lnTo>
                  <a:lnTo>
                    <a:pt x="16611" y="239776"/>
                  </a:lnTo>
                  <a:lnTo>
                    <a:pt x="18989" y="244512"/>
                  </a:lnTo>
                  <a:lnTo>
                    <a:pt x="21517" y="249169"/>
                  </a:lnTo>
                  <a:lnTo>
                    <a:pt x="24190" y="253744"/>
                  </a:lnTo>
                  <a:lnTo>
                    <a:pt x="27008" y="258233"/>
                  </a:lnTo>
                  <a:lnTo>
                    <a:pt x="29966" y="262629"/>
                  </a:lnTo>
                  <a:lnTo>
                    <a:pt x="33062" y="266930"/>
                  </a:lnTo>
                  <a:lnTo>
                    <a:pt x="36293" y="271130"/>
                  </a:lnTo>
                  <a:lnTo>
                    <a:pt x="39655" y="275226"/>
                  </a:lnTo>
                  <a:lnTo>
                    <a:pt x="43146" y="279213"/>
                  </a:lnTo>
                  <a:lnTo>
                    <a:pt x="46761" y="283087"/>
                  </a:lnTo>
                  <a:lnTo>
                    <a:pt x="50497" y="286845"/>
                  </a:lnTo>
                  <a:lnTo>
                    <a:pt x="54350" y="290483"/>
                  </a:lnTo>
                  <a:lnTo>
                    <a:pt x="58317" y="293997"/>
                  </a:lnTo>
                  <a:lnTo>
                    <a:pt x="62393" y="297383"/>
                  </a:lnTo>
                  <a:lnTo>
                    <a:pt x="66575" y="300638"/>
                  </a:lnTo>
                  <a:lnTo>
                    <a:pt x="70857" y="303760"/>
                  </a:lnTo>
                  <a:lnTo>
                    <a:pt x="75236" y="306743"/>
                  </a:lnTo>
                  <a:lnTo>
                    <a:pt x="79708" y="309587"/>
                  </a:lnTo>
                  <a:lnTo>
                    <a:pt x="84267" y="312287"/>
                  </a:lnTo>
                  <a:lnTo>
                    <a:pt x="88910" y="314842"/>
                  </a:lnTo>
                  <a:lnTo>
                    <a:pt x="93631" y="317248"/>
                  </a:lnTo>
                  <a:lnTo>
                    <a:pt x="98427" y="319503"/>
                  </a:lnTo>
                  <a:lnTo>
                    <a:pt x="103291" y="321605"/>
                  </a:lnTo>
                  <a:lnTo>
                    <a:pt x="108220" y="323552"/>
                  </a:lnTo>
                  <a:lnTo>
                    <a:pt x="113207" y="325342"/>
                  </a:lnTo>
                  <a:lnTo>
                    <a:pt x="118249" y="326973"/>
                  </a:lnTo>
                  <a:lnTo>
                    <a:pt x="123340" y="328443"/>
                  </a:lnTo>
                  <a:lnTo>
                    <a:pt x="128476" y="329751"/>
                  </a:lnTo>
                  <a:lnTo>
                    <a:pt x="133650" y="330895"/>
                  </a:lnTo>
                  <a:lnTo>
                    <a:pt x="138857" y="331875"/>
                  </a:lnTo>
                  <a:lnTo>
                    <a:pt x="144094" y="332690"/>
                  </a:lnTo>
                  <a:lnTo>
                    <a:pt x="149353" y="333338"/>
                  </a:lnTo>
                  <a:lnTo>
                    <a:pt x="154630" y="333819"/>
                  </a:lnTo>
                  <a:lnTo>
                    <a:pt x="159920" y="334132"/>
                  </a:lnTo>
                  <a:lnTo>
                    <a:pt x="165217" y="334278"/>
                  </a:lnTo>
                  <a:lnTo>
                    <a:pt x="170516" y="334256"/>
                  </a:lnTo>
                  <a:lnTo>
                    <a:pt x="175812" y="334065"/>
                  </a:lnTo>
                  <a:lnTo>
                    <a:pt x="181099" y="333707"/>
                  </a:lnTo>
                  <a:lnTo>
                    <a:pt x="186372" y="333182"/>
                  </a:lnTo>
                  <a:lnTo>
                    <a:pt x="191626" y="332490"/>
                  </a:lnTo>
                  <a:lnTo>
                    <a:pt x="196855" y="331631"/>
                  </a:lnTo>
                  <a:lnTo>
                    <a:pt x="202054" y="330608"/>
                  </a:lnTo>
                  <a:lnTo>
                    <a:pt x="207219" y="329420"/>
                  </a:lnTo>
                  <a:lnTo>
                    <a:pt x="212343" y="328069"/>
                  </a:lnTo>
                  <a:lnTo>
                    <a:pt x="217421" y="326556"/>
                  </a:lnTo>
                  <a:lnTo>
                    <a:pt x="222449" y="324883"/>
                  </a:lnTo>
                  <a:lnTo>
                    <a:pt x="227422" y="323051"/>
                  </a:lnTo>
                  <a:lnTo>
                    <a:pt x="232334" y="321063"/>
                  </a:lnTo>
                  <a:lnTo>
                    <a:pt x="237180" y="318920"/>
                  </a:lnTo>
                  <a:lnTo>
                    <a:pt x="241956" y="316624"/>
                  </a:lnTo>
                  <a:lnTo>
                    <a:pt x="246657" y="314179"/>
                  </a:lnTo>
                  <a:lnTo>
                    <a:pt x="251279" y="311585"/>
                  </a:lnTo>
                  <a:lnTo>
                    <a:pt x="255815" y="308847"/>
                  </a:lnTo>
                  <a:lnTo>
                    <a:pt x="260263" y="305966"/>
                  </a:lnTo>
                  <a:lnTo>
                    <a:pt x="264617" y="302945"/>
                  </a:lnTo>
                  <a:lnTo>
                    <a:pt x="268873" y="299788"/>
                  </a:lnTo>
                  <a:lnTo>
                    <a:pt x="273026" y="296498"/>
                  </a:lnTo>
                  <a:lnTo>
                    <a:pt x="277074" y="293077"/>
                  </a:lnTo>
                  <a:lnTo>
                    <a:pt x="281011" y="289530"/>
                  </a:lnTo>
                  <a:lnTo>
                    <a:pt x="284834" y="285860"/>
                  </a:lnTo>
                  <a:lnTo>
                    <a:pt x="288538" y="282071"/>
                  </a:lnTo>
                  <a:lnTo>
                    <a:pt x="292120" y="278166"/>
                  </a:lnTo>
                  <a:lnTo>
                    <a:pt x="295577" y="274150"/>
                  </a:lnTo>
                  <a:lnTo>
                    <a:pt x="298905" y="270026"/>
                  </a:lnTo>
                  <a:lnTo>
                    <a:pt x="302100" y="265799"/>
                  </a:lnTo>
                  <a:lnTo>
                    <a:pt x="305160" y="261472"/>
                  </a:lnTo>
                  <a:lnTo>
                    <a:pt x="308081" y="257051"/>
                  </a:lnTo>
                  <a:lnTo>
                    <a:pt x="310861" y="252539"/>
                  </a:lnTo>
                  <a:lnTo>
                    <a:pt x="313496" y="247942"/>
                  </a:lnTo>
                  <a:lnTo>
                    <a:pt x="315984" y="243263"/>
                  </a:lnTo>
                  <a:lnTo>
                    <a:pt x="318323" y="238508"/>
                  </a:lnTo>
                  <a:lnTo>
                    <a:pt x="320510" y="233681"/>
                  </a:lnTo>
                  <a:lnTo>
                    <a:pt x="322542" y="228787"/>
                  </a:lnTo>
                  <a:lnTo>
                    <a:pt x="324419" y="223831"/>
                  </a:lnTo>
                  <a:lnTo>
                    <a:pt x="326137" y="218819"/>
                  </a:lnTo>
                  <a:lnTo>
                    <a:pt x="327696" y="213754"/>
                  </a:lnTo>
                  <a:lnTo>
                    <a:pt x="329093" y="208642"/>
                  </a:lnTo>
                  <a:lnTo>
                    <a:pt x="330328" y="203489"/>
                  </a:lnTo>
                  <a:lnTo>
                    <a:pt x="331398" y="198299"/>
                  </a:lnTo>
                  <a:lnTo>
                    <a:pt x="332304" y="193078"/>
                  </a:lnTo>
                  <a:lnTo>
                    <a:pt x="333044" y="187831"/>
                  </a:lnTo>
                  <a:lnTo>
                    <a:pt x="333617" y="182563"/>
                  </a:lnTo>
                  <a:lnTo>
                    <a:pt x="334023" y="177279"/>
                  </a:lnTo>
                  <a:lnTo>
                    <a:pt x="334261" y="171985"/>
                  </a:lnTo>
                  <a:lnTo>
                    <a:pt x="334331" y="166687"/>
                  </a:lnTo>
                  <a:lnTo>
                    <a:pt x="334233" y="161389"/>
                  </a:lnTo>
                  <a:lnTo>
                    <a:pt x="333968" y="156096"/>
                  </a:lnTo>
                  <a:lnTo>
                    <a:pt x="333534" y="150815"/>
                  </a:lnTo>
                  <a:lnTo>
                    <a:pt x="332934" y="145550"/>
                  </a:lnTo>
                  <a:lnTo>
                    <a:pt x="332167" y="140306"/>
                  </a:lnTo>
                  <a:lnTo>
                    <a:pt x="331234" y="135090"/>
                  </a:lnTo>
                  <a:lnTo>
                    <a:pt x="330136" y="129906"/>
                  </a:lnTo>
                  <a:lnTo>
                    <a:pt x="328875" y="124759"/>
                  </a:lnTo>
                  <a:lnTo>
                    <a:pt x="327451" y="119655"/>
                  </a:lnTo>
                  <a:lnTo>
                    <a:pt x="325866" y="114598"/>
                  </a:lnTo>
                  <a:lnTo>
                    <a:pt x="324121" y="109594"/>
                  </a:lnTo>
                  <a:lnTo>
                    <a:pt x="322219" y="104648"/>
                  </a:lnTo>
                  <a:lnTo>
                    <a:pt x="320161" y="99765"/>
                  </a:lnTo>
                  <a:lnTo>
                    <a:pt x="317949" y="94950"/>
                  </a:lnTo>
                  <a:lnTo>
                    <a:pt x="315586" y="90207"/>
                  </a:lnTo>
                  <a:lnTo>
                    <a:pt x="313074" y="85541"/>
                  </a:lnTo>
                  <a:lnTo>
                    <a:pt x="310415" y="80957"/>
                  </a:lnTo>
                  <a:lnTo>
                    <a:pt x="307612" y="76460"/>
                  </a:lnTo>
                  <a:lnTo>
                    <a:pt x="304667" y="72054"/>
                  </a:lnTo>
                  <a:lnTo>
                    <a:pt x="301585" y="67744"/>
                  </a:lnTo>
                  <a:lnTo>
                    <a:pt x="298368" y="63533"/>
                  </a:lnTo>
                  <a:lnTo>
                    <a:pt x="295019" y="59427"/>
                  </a:lnTo>
                  <a:lnTo>
                    <a:pt x="291541" y="55428"/>
                  </a:lnTo>
                  <a:lnTo>
                    <a:pt x="287938" y="51542"/>
                  </a:lnTo>
                  <a:lnTo>
                    <a:pt x="284214" y="47772"/>
                  </a:lnTo>
                  <a:lnTo>
                    <a:pt x="280372" y="44122"/>
                  </a:lnTo>
                  <a:lnTo>
                    <a:pt x="276417" y="40596"/>
                  </a:lnTo>
                  <a:lnTo>
                    <a:pt x="272352" y="37197"/>
                  </a:lnTo>
                  <a:lnTo>
                    <a:pt x="268181" y="33928"/>
                  </a:lnTo>
                  <a:lnTo>
                    <a:pt x="263909" y="30793"/>
                  </a:lnTo>
                  <a:lnTo>
                    <a:pt x="259539" y="27795"/>
                  </a:lnTo>
                  <a:lnTo>
                    <a:pt x="255076" y="24937"/>
                  </a:lnTo>
                  <a:lnTo>
                    <a:pt x="250526" y="22222"/>
                  </a:lnTo>
                  <a:lnTo>
                    <a:pt x="245891" y="19653"/>
                  </a:lnTo>
                  <a:lnTo>
                    <a:pt x="241177" y="17232"/>
                  </a:lnTo>
                  <a:lnTo>
                    <a:pt x="236389" y="14961"/>
                  </a:lnTo>
                  <a:lnTo>
                    <a:pt x="231532" y="12844"/>
                  </a:lnTo>
                  <a:lnTo>
                    <a:pt x="226610" y="10881"/>
                  </a:lnTo>
                  <a:lnTo>
                    <a:pt x="221628" y="9075"/>
                  </a:lnTo>
                  <a:lnTo>
                    <a:pt x="216591" y="7428"/>
                  </a:lnTo>
                  <a:lnTo>
                    <a:pt x="211504" y="5942"/>
                  </a:lnTo>
                  <a:lnTo>
                    <a:pt x="206373" y="4618"/>
                  </a:lnTo>
                  <a:lnTo>
                    <a:pt x="201203" y="3457"/>
                  </a:lnTo>
                  <a:lnTo>
                    <a:pt x="195998" y="2460"/>
                  </a:lnTo>
                  <a:lnTo>
                    <a:pt x="190765" y="1629"/>
                  </a:lnTo>
                  <a:lnTo>
                    <a:pt x="185508" y="964"/>
                  </a:lnTo>
                  <a:lnTo>
                    <a:pt x="180232" y="466"/>
                  </a:lnTo>
                  <a:lnTo>
                    <a:pt x="167164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13067" cy="167167"/>
            </a:xfrm>
            <a:custGeom>
              <a:avLst/>
              <a:pathLst>
                <a:path w="13067" h="167167">
                  <a:moveTo>
                    <a:pt x="13067" y="5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5674" y="4659281"/>
              <a:ext cx="850" cy="167167"/>
            </a:xfrm>
            <a:custGeom>
              <a:avLst/>
              <a:pathLst>
                <a:path w="850" h="167167">
                  <a:moveTo>
                    <a:pt x="850" y="0"/>
                  </a:moveTo>
                  <a:lnTo>
                    <a:pt x="0" y="2"/>
                  </a:lnTo>
                  <a:lnTo>
                    <a:pt x="85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674" y="4659283"/>
              <a:ext cx="850" cy="167165"/>
            </a:xfrm>
            <a:custGeom>
              <a:avLst/>
              <a:pathLst>
                <a:path w="850" h="167165">
                  <a:moveTo>
                    <a:pt x="0" y="0"/>
                  </a:moveTo>
                  <a:lnTo>
                    <a:pt x="850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923191" y="4659283"/>
              <a:ext cx="163333" cy="167165"/>
            </a:xfrm>
            <a:custGeom>
              <a:avLst/>
              <a:pathLst>
                <a:path w="163333" h="167165">
                  <a:moveTo>
                    <a:pt x="162482" y="0"/>
                  </a:moveTo>
                  <a:lnTo>
                    <a:pt x="157106" y="113"/>
                  </a:lnTo>
                  <a:lnTo>
                    <a:pt x="151736" y="400"/>
                  </a:lnTo>
                  <a:lnTo>
                    <a:pt x="146378" y="859"/>
                  </a:lnTo>
                  <a:lnTo>
                    <a:pt x="141038" y="1491"/>
                  </a:lnTo>
                  <a:lnTo>
                    <a:pt x="135721" y="2293"/>
                  </a:lnTo>
                  <a:lnTo>
                    <a:pt x="130432" y="3267"/>
                  </a:lnTo>
                  <a:lnTo>
                    <a:pt x="125178" y="4410"/>
                  </a:lnTo>
                  <a:lnTo>
                    <a:pt x="119963" y="5721"/>
                  </a:lnTo>
                  <a:lnTo>
                    <a:pt x="114792" y="7200"/>
                  </a:lnTo>
                  <a:lnTo>
                    <a:pt x="109672" y="8844"/>
                  </a:lnTo>
                  <a:lnTo>
                    <a:pt x="104608" y="10652"/>
                  </a:lnTo>
                  <a:lnTo>
                    <a:pt x="99604" y="12622"/>
                  </a:lnTo>
                  <a:lnTo>
                    <a:pt x="94666" y="14751"/>
                  </a:lnTo>
                  <a:lnTo>
                    <a:pt x="89800" y="17039"/>
                  </a:lnTo>
                  <a:lnTo>
                    <a:pt x="85009" y="19481"/>
                  </a:lnTo>
                  <a:lnTo>
                    <a:pt x="80300" y="22077"/>
                  </a:lnTo>
                  <a:lnTo>
                    <a:pt x="75676" y="24823"/>
                  </a:lnTo>
                  <a:lnTo>
                    <a:pt x="71143" y="27716"/>
                  </a:lnTo>
                  <a:lnTo>
                    <a:pt x="66706" y="30753"/>
                  </a:lnTo>
                  <a:lnTo>
                    <a:pt x="62368" y="33932"/>
                  </a:lnTo>
                  <a:lnTo>
                    <a:pt x="58135" y="37248"/>
                  </a:lnTo>
                  <a:lnTo>
                    <a:pt x="54011" y="40699"/>
                  </a:lnTo>
                  <a:lnTo>
                    <a:pt x="50000" y="44281"/>
                  </a:lnTo>
                  <a:lnTo>
                    <a:pt x="46106" y="47989"/>
                  </a:lnTo>
                  <a:lnTo>
                    <a:pt x="42333" y="51822"/>
                  </a:lnTo>
                  <a:lnTo>
                    <a:pt x="38686" y="55773"/>
                  </a:lnTo>
                  <a:lnTo>
                    <a:pt x="35168" y="59840"/>
                  </a:lnTo>
                  <a:lnTo>
                    <a:pt x="31782" y="64018"/>
                  </a:lnTo>
                  <a:lnTo>
                    <a:pt x="28532" y="68302"/>
                  </a:lnTo>
                  <a:lnTo>
                    <a:pt x="25422" y="72689"/>
                  </a:lnTo>
                  <a:lnTo>
                    <a:pt x="22455" y="77174"/>
                  </a:lnTo>
                  <a:lnTo>
                    <a:pt x="19633" y="81751"/>
                  </a:lnTo>
                  <a:lnTo>
                    <a:pt x="16961" y="86418"/>
                  </a:lnTo>
                  <a:lnTo>
                    <a:pt x="14439" y="91167"/>
                  </a:lnTo>
                  <a:lnTo>
                    <a:pt x="12072" y="95996"/>
                  </a:lnTo>
                  <a:lnTo>
                    <a:pt x="9861" y="100898"/>
                  </a:lnTo>
                  <a:lnTo>
                    <a:pt x="7809" y="105868"/>
                  </a:lnTo>
                  <a:lnTo>
                    <a:pt x="5918" y="110902"/>
                  </a:lnTo>
                  <a:lnTo>
                    <a:pt x="4190" y="115994"/>
                  </a:lnTo>
                  <a:lnTo>
                    <a:pt x="2626" y="121140"/>
                  </a:lnTo>
                  <a:lnTo>
                    <a:pt x="1229" y="126332"/>
                  </a:lnTo>
                  <a:lnTo>
                    <a:pt x="0" y="131567"/>
                  </a:lnTo>
                  <a:lnTo>
                    <a:pt x="163333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19362" y="4659281"/>
              <a:ext cx="334314" cy="334332"/>
            </a:xfrm>
            <a:custGeom>
              <a:avLst/>
              <a:pathLst>
                <a:path w="334314" h="334332">
                  <a:moveTo>
                    <a:pt x="3828" y="131570"/>
                  </a:moveTo>
                  <a:lnTo>
                    <a:pt x="2780" y="136779"/>
                  </a:lnTo>
                  <a:lnTo>
                    <a:pt x="1897" y="142018"/>
                  </a:lnTo>
                  <a:lnTo>
                    <a:pt x="1181" y="147283"/>
                  </a:lnTo>
                  <a:lnTo>
                    <a:pt x="633" y="152568"/>
                  </a:lnTo>
                  <a:lnTo>
                    <a:pt x="253" y="157868"/>
                  </a:lnTo>
                  <a:lnTo>
                    <a:pt x="42" y="163178"/>
                  </a:lnTo>
                  <a:lnTo>
                    <a:pt x="0" y="168491"/>
                  </a:lnTo>
                  <a:lnTo>
                    <a:pt x="126" y="173803"/>
                  </a:lnTo>
                  <a:lnTo>
                    <a:pt x="421" y="179108"/>
                  </a:lnTo>
                  <a:lnTo>
                    <a:pt x="885" y="184402"/>
                  </a:lnTo>
                  <a:lnTo>
                    <a:pt x="1517" y="189677"/>
                  </a:lnTo>
                  <a:lnTo>
                    <a:pt x="2316" y="194931"/>
                  </a:lnTo>
                  <a:lnTo>
                    <a:pt x="3282" y="200156"/>
                  </a:lnTo>
                  <a:lnTo>
                    <a:pt x="4413" y="205347"/>
                  </a:lnTo>
                  <a:lnTo>
                    <a:pt x="5708" y="210500"/>
                  </a:lnTo>
                  <a:lnTo>
                    <a:pt x="7167" y="215610"/>
                  </a:lnTo>
                  <a:lnTo>
                    <a:pt x="8788" y="220670"/>
                  </a:lnTo>
                  <a:lnTo>
                    <a:pt x="10568" y="225677"/>
                  </a:lnTo>
                  <a:lnTo>
                    <a:pt x="12507" y="230624"/>
                  </a:lnTo>
                  <a:lnTo>
                    <a:pt x="14602" y="235507"/>
                  </a:lnTo>
                  <a:lnTo>
                    <a:pt x="16851" y="240321"/>
                  </a:lnTo>
                  <a:lnTo>
                    <a:pt x="19251" y="245061"/>
                  </a:lnTo>
                  <a:lnTo>
                    <a:pt x="21802" y="249723"/>
                  </a:lnTo>
                  <a:lnTo>
                    <a:pt x="24499" y="254301"/>
                  </a:lnTo>
                  <a:lnTo>
                    <a:pt x="27340" y="258791"/>
                  </a:lnTo>
                  <a:lnTo>
                    <a:pt x="30323" y="263188"/>
                  </a:lnTo>
                  <a:lnTo>
                    <a:pt x="33444" y="267489"/>
                  </a:lnTo>
                  <a:lnTo>
                    <a:pt x="36700" y="271688"/>
                  </a:lnTo>
                  <a:lnTo>
                    <a:pt x="40087" y="275781"/>
                  </a:lnTo>
                  <a:lnTo>
                    <a:pt x="43603" y="279765"/>
                  </a:lnTo>
                  <a:lnTo>
                    <a:pt x="47244" y="283635"/>
                  </a:lnTo>
                  <a:lnTo>
                    <a:pt x="51007" y="287387"/>
                  </a:lnTo>
                  <a:lnTo>
                    <a:pt x="54886" y="291018"/>
                  </a:lnTo>
                  <a:lnTo>
                    <a:pt x="58879" y="294524"/>
                  </a:lnTo>
                  <a:lnTo>
                    <a:pt x="62981" y="297901"/>
                  </a:lnTo>
                  <a:lnTo>
                    <a:pt x="67189" y="301146"/>
                  </a:lnTo>
                  <a:lnTo>
                    <a:pt x="71497" y="304256"/>
                  </a:lnTo>
                  <a:lnTo>
                    <a:pt x="75903" y="307227"/>
                  </a:lnTo>
                  <a:lnTo>
                    <a:pt x="80400" y="310056"/>
                  </a:lnTo>
                  <a:lnTo>
                    <a:pt x="84985" y="312742"/>
                  </a:lnTo>
                  <a:lnTo>
                    <a:pt x="89653" y="315280"/>
                  </a:lnTo>
                  <a:lnTo>
                    <a:pt x="94400" y="317668"/>
                  </a:lnTo>
                  <a:lnTo>
                    <a:pt x="99220" y="319905"/>
                  </a:lnTo>
                  <a:lnTo>
                    <a:pt x="104108" y="321987"/>
                  </a:lnTo>
                  <a:lnTo>
                    <a:pt x="109060" y="323913"/>
                  </a:lnTo>
                  <a:lnTo>
                    <a:pt x="114071" y="325680"/>
                  </a:lnTo>
                  <a:lnTo>
                    <a:pt x="119136" y="327287"/>
                  </a:lnTo>
                  <a:lnTo>
                    <a:pt x="124249" y="328733"/>
                  </a:lnTo>
                  <a:lnTo>
                    <a:pt x="129406" y="330015"/>
                  </a:lnTo>
                  <a:lnTo>
                    <a:pt x="134600" y="331133"/>
                  </a:lnTo>
                  <a:lnTo>
                    <a:pt x="139828" y="332085"/>
                  </a:lnTo>
                  <a:lnTo>
                    <a:pt x="145083" y="332870"/>
                  </a:lnTo>
                  <a:lnTo>
                    <a:pt x="150360" y="333488"/>
                  </a:lnTo>
                  <a:lnTo>
                    <a:pt x="155655" y="333938"/>
                  </a:lnTo>
                  <a:lnTo>
                    <a:pt x="160961" y="334219"/>
                  </a:lnTo>
                  <a:lnTo>
                    <a:pt x="166273" y="334332"/>
                  </a:lnTo>
                  <a:lnTo>
                    <a:pt x="171586" y="334276"/>
                  </a:lnTo>
                  <a:lnTo>
                    <a:pt x="176895" y="334051"/>
                  </a:lnTo>
                  <a:lnTo>
                    <a:pt x="182194" y="333657"/>
                  </a:lnTo>
                  <a:lnTo>
                    <a:pt x="187478" y="333095"/>
                  </a:lnTo>
                  <a:lnTo>
                    <a:pt x="192741" y="332366"/>
                  </a:lnTo>
                  <a:lnTo>
                    <a:pt x="197978" y="331469"/>
                  </a:lnTo>
                  <a:lnTo>
                    <a:pt x="203185" y="330407"/>
                  </a:lnTo>
                  <a:lnTo>
                    <a:pt x="208354" y="329180"/>
                  </a:lnTo>
                  <a:lnTo>
                    <a:pt x="213483" y="327789"/>
                  </a:lnTo>
                  <a:lnTo>
                    <a:pt x="218564" y="326235"/>
                  </a:lnTo>
                  <a:lnTo>
                    <a:pt x="223594" y="324521"/>
                  </a:lnTo>
                  <a:lnTo>
                    <a:pt x="228566" y="322648"/>
                  </a:lnTo>
                  <a:lnTo>
                    <a:pt x="233476" y="320618"/>
                  </a:lnTo>
                  <a:lnTo>
                    <a:pt x="238320" y="318433"/>
                  </a:lnTo>
                  <a:lnTo>
                    <a:pt x="243091" y="316095"/>
                  </a:lnTo>
                  <a:lnTo>
                    <a:pt x="247786" y="313607"/>
                  </a:lnTo>
                  <a:lnTo>
                    <a:pt x="252400" y="310970"/>
                  </a:lnTo>
                  <a:lnTo>
                    <a:pt x="256927" y="308189"/>
                  </a:lnTo>
                  <a:lnTo>
                    <a:pt x="261363" y="305265"/>
                  </a:lnTo>
                  <a:lnTo>
                    <a:pt x="265705" y="302201"/>
                  </a:lnTo>
                  <a:lnTo>
                    <a:pt x="269947" y="299001"/>
                  </a:lnTo>
                  <a:lnTo>
                    <a:pt x="274085" y="295668"/>
                  </a:lnTo>
                  <a:lnTo>
                    <a:pt x="278115" y="292205"/>
                  </a:lnTo>
                  <a:lnTo>
                    <a:pt x="282032" y="288615"/>
                  </a:lnTo>
                  <a:lnTo>
                    <a:pt x="285834" y="284903"/>
                  </a:lnTo>
                  <a:lnTo>
                    <a:pt x="289516" y="281072"/>
                  </a:lnTo>
                  <a:lnTo>
                    <a:pt x="293074" y="277126"/>
                  </a:lnTo>
                  <a:lnTo>
                    <a:pt x="296505" y="273069"/>
                  </a:lnTo>
                  <a:lnTo>
                    <a:pt x="299806" y="268904"/>
                  </a:lnTo>
                  <a:lnTo>
                    <a:pt x="302972" y="264637"/>
                  </a:lnTo>
                  <a:lnTo>
                    <a:pt x="306001" y="260272"/>
                  </a:lnTo>
                  <a:lnTo>
                    <a:pt x="308890" y="255812"/>
                  </a:lnTo>
                  <a:lnTo>
                    <a:pt x="311636" y="251263"/>
                  </a:lnTo>
                  <a:lnTo>
                    <a:pt x="314236" y="246629"/>
                  </a:lnTo>
                  <a:lnTo>
                    <a:pt x="316687" y="241915"/>
                  </a:lnTo>
                  <a:lnTo>
                    <a:pt x="318987" y="237125"/>
                  </a:lnTo>
                  <a:lnTo>
                    <a:pt x="321133" y="232264"/>
                  </a:lnTo>
                  <a:lnTo>
                    <a:pt x="323125" y="227338"/>
                  </a:lnTo>
                  <a:lnTo>
                    <a:pt x="324958" y="222351"/>
                  </a:lnTo>
                  <a:lnTo>
                    <a:pt x="326632" y="217308"/>
                  </a:lnTo>
                  <a:lnTo>
                    <a:pt x="328145" y="212214"/>
                  </a:lnTo>
                  <a:lnTo>
                    <a:pt x="329496" y="207075"/>
                  </a:lnTo>
                  <a:lnTo>
                    <a:pt x="330682" y="201896"/>
                  </a:lnTo>
                  <a:lnTo>
                    <a:pt x="331703" y="196681"/>
                  </a:lnTo>
                  <a:lnTo>
                    <a:pt x="332558" y="191437"/>
                  </a:lnTo>
                  <a:lnTo>
                    <a:pt x="333246" y="186168"/>
                  </a:lnTo>
                  <a:lnTo>
                    <a:pt x="333766" y="180880"/>
                  </a:lnTo>
                  <a:lnTo>
                    <a:pt x="334117" y="175578"/>
                  </a:lnTo>
                  <a:lnTo>
                    <a:pt x="334300" y="170268"/>
                  </a:lnTo>
                  <a:lnTo>
                    <a:pt x="334314" y="164954"/>
                  </a:lnTo>
                  <a:lnTo>
                    <a:pt x="334160" y="159643"/>
                  </a:lnTo>
                  <a:lnTo>
                    <a:pt x="333836" y="154339"/>
                  </a:lnTo>
                  <a:lnTo>
                    <a:pt x="333344" y="149049"/>
                  </a:lnTo>
                  <a:lnTo>
                    <a:pt x="332685" y="143776"/>
                  </a:lnTo>
                  <a:lnTo>
                    <a:pt x="331858" y="138528"/>
                  </a:lnTo>
                  <a:lnTo>
                    <a:pt x="330864" y="133308"/>
                  </a:lnTo>
                  <a:lnTo>
                    <a:pt x="329705" y="128122"/>
                  </a:lnTo>
                  <a:lnTo>
                    <a:pt x="328382" y="122976"/>
                  </a:lnTo>
                  <a:lnTo>
                    <a:pt x="326896" y="117874"/>
                  </a:lnTo>
                  <a:lnTo>
                    <a:pt x="325249" y="112823"/>
                  </a:lnTo>
                  <a:lnTo>
                    <a:pt x="323442" y="107826"/>
                  </a:lnTo>
                  <a:lnTo>
                    <a:pt x="321477" y="102889"/>
                  </a:lnTo>
                  <a:lnTo>
                    <a:pt x="319356" y="98017"/>
                  </a:lnTo>
                  <a:lnTo>
                    <a:pt x="317082" y="93215"/>
                  </a:lnTo>
                  <a:lnTo>
                    <a:pt x="314656" y="88488"/>
                  </a:lnTo>
                  <a:lnTo>
                    <a:pt x="312081" y="83840"/>
                  </a:lnTo>
                  <a:lnTo>
                    <a:pt x="309359" y="79276"/>
                  </a:lnTo>
                  <a:lnTo>
                    <a:pt x="306494" y="74801"/>
                  </a:lnTo>
                  <a:lnTo>
                    <a:pt x="303488" y="70420"/>
                  </a:lnTo>
                  <a:lnTo>
                    <a:pt x="300345" y="66136"/>
                  </a:lnTo>
                  <a:lnTo>
                    <a:pt x="297066" y="61954"/>
                  </a:lnTo>
                  <a:lnTo>
                    <a:pt x="293657" y="57879"/>
                  </a:lnTo>
                  <a:lnTo>
                    <a:pt x="290120" y="53914"/>
                  </a:lnTo>
                  <a:lnTo>
                    <a:pt x="286458" y="50063"/>
                  </a:lnTo>
                  <a:lnTo>
                    <a:pt x="282676" y="46331"/>
                  </a:lnTo>
                  <a:lnTo>
                    <a:pt x="278778" y="42721"/>
                  </a:lnTo>
                  <a:lnTo>
                    <a:pt x="274766" y="39236"/>
                  </a:lnTo>
                  <a:lnTo>
                    <a:pt x="270646" y="35881"/>
                  </a:lnTo>
                  <a:lnTo>
                    <a:pt x="266421" y="32658"/>
                  </a:lnTo>
                  <a:lnTo>
                    <a:pt x="262096" y="29572"/>
                  </a:lnTo>
                  <a:lnTo>
                    <a:pt x="257675" y="26624"/>
                  </a:lnTo>
                  <a:lnTo>
                    <a:pt x="253163" y="23818"/>
                  </a:lnTo>
                  <a:lnTo>
                    <a:pt x="248563" y="21158"/>
                  </a:lnTo>
                  <a:lnTo>
                    <a:pt x="243882" y="18644"/>
                  </a:lnTo>
                  <a:lnTo>
                    <a:pt x="239123" y="16281"/>
                  </a:lnTo>
                  <a:lnTo>
                    <a:pt x="234291" y="14070"/>
                  </a:lnTo>
                  <a:lnTo>
                    <a:pt x="229392" y="12014"/>
                  </a:lnTo>
                  <a:lnTo>
                    <a:pt x="224429" y="10115"/>
                  </a:lnTo>
                  <a:lnTo>
                    <a:pt x="219409" y="8374"/>
                  </a:lnTo>
                  <a:lnTo>
                    <a:pt x="214336" y="6794"/>
                  </a:lnTo>
                  <a:lnTo>
                    <a:pt x="209215" y="5375"/>
                  </a:lnTo>
                  <a:lnTo>
                    <a:pt x="204052" y="4121"/>
                  </a:lnTo>
                  <a:lnTo>
                    <a:pt x="198851" y="3031"/>
                  </a:lnTo>
                  <a:lnTo>
                    <a:pt x="193619" y="2106"/>
                  </a:lnTo>
                  <a:lnTo>
                    <a:pt x="188359" y="1349"/>
                  </a:lnTo>
                  <a:lnTo>
                    <a:pt x="183079" y="759"/>
                  </a:lnTo>
                  <a:lnTo>
                    <a:pt x="177782" y="337"/>
                  </a:lnTo>
                  <a:lnTo>
                    <a:pt x="172475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80" y="5018213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321561" y="5018213"/>
              <a:ext cx="334326" cy="334322"/>
            </a:xfrm>
            <a:custGeom>
              <a:avLst/>
              <a:pathLst>
                <a:path w="334326" h="334322">
                  <a:moveTo>
                    <a:pt x="167118" y="0"/>
                  </a:moveTo>
                  <a:lnTo>
                    <a:pt x="161835" y="84"/>
                  </a:lnTo>
                  <a:lnTo>
                    <a:pt x="156557" y="336"/>
                  </a:lnTo>
                  <a:lnTo>
                    <a:pt x="151289" y="754"/>
                  </a:lnTo>
                  <a:lnTo>
                    <a:pt x="146038" y="1339"/>
                  </a:lnTo>
                  <a:lnTo>
                    <a:pt x="140808" y="2089"/>
                  </a:lnTo>
                  <a:lnTo>
                    <a:pt x="135603" y="3005"/>
                  </a:lnTo>
                  <a:lnTo>
                    <a:pt x="130431" y="4084"/>
                  </a:lnTo>
                  <a:lnTo>
                    <a:pt x="125295" y="5326"/>
                  </a:lnTo>
                  <a:lnTo>
                    <a:pt x="120201" y="6730"/>
                  </a:lnTo>
                  <a:lnTo>
                    <a:pt x="115154" y="8295"/>
                  </a:lnTo>
                  <a:lnTo>
                    <a:pt x="110159" y="10017"/>
                  </a:lnTo>
                  <a:lnTo>
                    <a:pt x="105220" y="11897"/>
                  </a:lnTo>
                  <a:lnTo>
                    <a:pt x="100344" y="13933"/>
                  </a:lnTo>
                  <a:lnTo>
                    <a:pt x="95534" y="16121"/>
                  </a:lnTo>
                  <a:lnTo>
                    <a:pt x="90796" y="18460"/>
                  </a:lnTo>
                  <a:lnTo>
                    <a:pt x="86135" y="20948"/>
                  </a:lnTo>
                  <a:lnTo>
                    <a:pt x="81554" y="23581"/>
                  </a:lnTo>
                  <a:lnTo>
                    <a:pt x="77059" y="26359"/>
                  </a:lnTo>
                  <a:lnTo>
                    <a:pt x="72653" y="29277"/>
                  </a:lnTo>
                  <a:lnTo>
                    <a:pt x="68343" y="32332"/>
                  </a:lnTo>
                  <a:lnTo>
                    <a:pt x="64131" y="35523"/>
                  </a:lnTo>
                  <a:lnTo>
                    <a:pt x="60021" y="38845"/>
                  </a:lnTo>
                  <a:lnTo>
                    <a:pt x="56019" y="42295"/>
                  </a:lnTo>
                  <a:lnTo>
                    <a:pt x="52128" y="45870"/>
                  </a:lnTo>
                  <a:lnTo>
                    <a:pt x="48352" y="49566"/>
                  </a:lnTo>
                  <a:lnTo>
                    <a:pt x="44695" y="53380"/>
                  </a:lnTo>
                  <a:lnTo>
                    <a:pt x="41160" y="57307"/>
                  </a:lnTo>
                  <a:lnTo>
                    <a:pt x="37751" y="61344"/>
                  </a:lnTo>
                  <a:lnTo>
                    <a:pt x="34471" y="65487"/>
                  </a:lnTo>
                  <a:lnTo>
                    <a:pt x="31323" y="69731"/>
                  </a:lnTo>
                  <a:lnTo>
                    <a:pt x="28312" y="74073"/>
                  </a:lnTo>
                  <a:lnTo>
                    <a:pt x="25439" y="78508"/>
                  </a:lnTo>
                  <a:lnTo>
                    <a:pt x="22708" y="83031"/>
                  </a:lnTo>
                  <a:lnTo>
                    <a:pt x="20121" y="87638"/>
                  </a:lnTo>
                  <a:lnTo>
                    <a:pt x="17681" y="92325"/>
                  </a:lnTo>
                  <a:lnTo>
                    <a:pt x="15390" y="97087"/>
                  </a:lnTo>
                  <a:lnTo>
                    <a:pt x="13251" y="101919"/>
                  </a:lnTo>
                  <a:lnTo>
                    <a:pt x="11266" y="106815"/>
                  </a:lnTo>
                  <a:lnTo>
                    <a:pt x="9436" y="111773"/>
                  </a:lnTo>
                  <a:lnTo>
                    <a:pt x="7764" y="116785"/>
                  </a:lnTo>
                  <a:lnTo>
                    <a:pt x="6251" y="121848"/>
                  </a:lnTo>
                  <a:lnTo>
                    <a:pt x="4900" y="126956"/>
                  </a:lnTo>
                  <a:lnTo>
                    <a:pt x="3710" y="132104"/>
                  </a:lnTo>
                  <a:lnTo>
                    <a:pt x="2683" y="137288"/>
                  </a:lnTo>
                  <a:lnTo>
                    <a:pt x="1821" y="142501"/>
                  </a:lnTo>
                  <a:lnTo>
                    <a:pt x="1124" y="147739"/>
                  </a:lnTo>
                  <a:lnTo>
                    <a:pt x="593" y="152996"/>
                  </a:lnTo>
                  <a:lnTo>
                    <a:pt x="228" y="158267"/>
                  </a:lnTo>
                  <a:lnTo>
                    <a:pt x="30" y="163547"/>
                  </a:lnTo>
                  <a:lnTo>
                    <a:pt x="0" y="168831"/>
                  </a:lnTo>
                  <a:lnTo>
                    <a:pt x="136" y="174113"/>
                  </a:lnTo>
                  <a:lnTo>
                    <a:pt x="439" y="179389"/>
                  </a:lnTo>
                  <a:lnTo>
                    <a:pt x="908" y="184652"/>
                  </a:lnTo>
                  <a:lnTo>
                    <a:pt x="1544" y="189897"/>
                  </a:lnTo>
                  <a:lnTo>
                    <a:pt x="2345" y="195120"/>
                  </a:lnTo>
                  <a:lnTo>
                    <a:pt x="3311" y="200315"/>
                  </a:lnTo>
                  <a:lnTo>
                    <a:pt x="4440" y="205477"/>
                  </a:lnTo>
                  <a:lnTo>
                    <a:pt x="5732" y="210601"/>
                  </a:lnTo>
                  <a:lnTo>
                    <a:pt x="7186" y="215681"/>
                  </a:lnTo>
                  <a:lnTo>
                    <a:pt x="8799" y="220713"/>
                  </a:lnTo>
                  <a:lnTo>
                    <a:pt x="10570" y="225691"/>
                  </a:lnTo>
                  <a:lnTo>
                    <a:pt x="12498" y="230611"/>
                  </a:lnTo>
                  <a:lnTo>
                    <a:pt x="14581" y="235467"/>
                  </a:lnTo>
                  <a:lnTo>
                    <a:pt x="16815" y="240255"/>
                  </a:lnTo>
                  <a:lnTo>
                    <a:pt x="19200" y="244970"/>
                  </a:lnTo>
                  <a:lnTo>
                    <a:pt x="21733" y="249607"/>
                  </a:lnTo>
                  <a:lnTo>
                    <a:pt x="24412" y="254162"/>
                  </a:lnTo>
                  <a:lnTo>
                    <a:pt x="27232" y="258630"/>
                  </a:lnTo>
                  <a:lnTo>
                    <a:pt x="30193" y="263007"/>
                  </a:lnTo>
                  <a:lnTo>
                    <a:pt x="33290" y="267288"/>
                  </a:lnTo>
                  <a:lnTo>
                    <a:pt x="36522" y="271469"/>
                  </a:lnTo>
                  <a:lnTo>
                    <a:pt x="39883" y="275546"/>
                  </a:lnTo>
                  <a:lnTo>
                    <a:pt x="43372" y="279514"/>
                  </a:lnTo>
                  <a:lnTo>
                    <a:pt x="46985" y="283370"/>
                  </a:lnTo>
                  <a:lnTo>
                    <a:pt x="50717" y="287110"/>
                  </a:lnTo>
                  <a:lnTo>
                    <a:pt x="54566" y="290730"/>
                  </a:lnTo>
                  <a:lnTo>
                    <a:pt x="58528" y="294227"/>
                  </a:lnTo>
                  <a:lnTo>
                    <a:pt x="62598" y="297597"/>
                  </a:lnTo>
                  <a:lnTo>
                    <a:pt x="66772" y="300836"/>
                  </a:lnTo>
                  <a:lnTo>
                    <a:pt x="71047" y="303942"/>
                  </a:lnTo>
                  <a:lnTo>
                    <a:pt x="75418" y="306912"/>
                  </a:lnTo>
                  <a:lnTo>
                    <a:pt x="79880" y="309741"/>
                  </a:lnTo>
                  <a:lnTo>
                    <a:pt x="84430" y="312428"/>
                  </a:lnTo>
                  <a:lnTo>
                    <a:pt x="89062" y="314971"/>
                  </a:lnTo>
                  <a:lnTo>
                    <a:pt x="93773" y="317365"/>
                  </a:lnTo>
                  <a:lnTo>
                    <a:pt x="98556" y="319609"/>
                  </a:lnTo>
                  <a:lnTo>
                    <a:pt x="103408" y="321701"/>
                  </a:lnTo>
                  <a:lnTo>
                    <a:pt x="108324" y="323639"/>
                  </a:lnTo>
                  <a:lnTo>
                    <a:pt x="113299" y="325420"/>
                  </a:lnTo>
                  <a:lnTo>
                    <a:pt x="118327" y="327043"/>
                  </a:lnTo>
                  <a:lnTo>
                    <a:pt x="123405" y="328507"/>
                  </a:lnTo>
                  <a:lnTo>
                    <a:pt x="128526" y="329809"/>
                  </a:lnTo>
                  <a:lnTo>
                    <a:pt x="133685" y="330949"/>
                  </a:lnTo>
                  <a:lnTo>
                    <a:pt x="138878" y="331925"/>
                  </a:lnTo>
                  <a:lnTo>
                    <a:pt x="144100" y="332736"/>
                  </a:lnTo>
                  <a:lnTo>
                    <a:pt x="149344" y="333382"/>
                  </a:lnTo>
                  <a:lnTo>
                    <a:pt x="154606" y="333862"/>
                  </a:lnTo>
                  <a:lnTo>
                    <a:pt x="159881" y="334176"/>
                  </a:lnTo>
                  <a:lnTo>
                    <a:pt x="165163" y="334322"/>
                  </a:lnTo>
                  <a:lnTo>
                    <a:pt x="170447" y="334302"/>
                  </a:lnTo>
                  <a:lnTo>
                    <a:pt x="175727" y="334115"/>
                  </a:lnTo>
                  <a:lnTo>
                    <a:pt x="180999" y="333760"/>
                  </a:lnTo>
                  <a:lnTo>
                    <a:pt x="186258" y="333240"/>
                  </a:lnTo>
                  <a:lnTo>
                    <a:pt x="191497" y="332553"/>
                  </a:lnTo>
                  <a:lnTo>
                    <a:pt x="196712" y="331701"/>
                  </a:lnTo>
                  <a:lnTo>
                    <a:pt x="201897" y="330685"/>
                  </a:lnTo>
                  <a:lnTo>
                    <a:pt x="207048" y="329506"/>
                  </a:lnTo>
                  <a:lnTo>
                    <a:pt x="212158" y="328164"/>
                  </a:lnTo>
                  <a:lnTo>
                    <a:pt x="217224" y="326661"/>
                  </a:lnTo>
                  <a:lnTo>
                    <a:pt x="222240" y="324999"/>
                  </a:lnTo>
                  <a:lnTo>
                    <a:pt x="227201" y="323179"/>
                  </a:lnTo>
                  <a:lnTo>
                    <a:pt x="232102" y="321204"/>
                  </a:lnTo>
                  <a:lnTo>
                    <a:pt x="236937" y="319074"/>
                  </a:lnTo>
                  <a:lnTo>
                    <a:pt x="241704" y="316793"/>
                  </a:lnTo>
                  <a:lnTo>
                    <a:pt x="246395" y="314362"/>
                  </a:lnTo>
                  <a:lnTo>
                    <a:pt x="251008" y="311785"/>
                  </a:lnTo>
                  <a:lnTo>
                    <a:pt x="255537" y="309062"/>
                  </a:lnTo>
                  <a:lnTo>
                    <a:pt x="259977" y="306198"/>
                  </a:lnTo>
                  <a:lnTo>
                    <a:pt x="264325" y="303195"/>
                  </a:lnTo>
                  <a:lnTo>
                    <a:pt x="268575" y="300056"/>
                  </a:lnTo>
                  <a:lnTo>
                    <a:pt x="272725" y="296785"/>
                  </a:lnTo>
                  <a:lnTo>
                    <a:pt x="276768" y="293384"/>
                  </a:lnTo>
                  <a:lnTo>
                    <a:pt x="280703" y="289856"/>
                  </a:lnTo>
                  <a:lnTo>
                    <a:pt x="284524" y="286206"/>
                  </a:lnTo>
                  <a:lnTo>
                    <a:pt x="288227" y="282438"/>
                  </a:lnTo>
                  <a:lnTo>
                    <a:pt x="291810" y="278554"/>
                  </a:lnTo>
                  <a:lnTo>
                    <a:pt x="295268" y="274558"/>
                  </a:lnTo>
                  <a:lnTo>
                    <a:pt x="298598" y="270456"/>
                  </a:lnTo>
                  <a:lnTo>
                    <a:pt x="301797" y="266250"/>
                  </a:lnTo>
                  <a:lnTo>
                    <a:pt x="304861" y="261945"/>
                  </a:lnTo>
                  <a:lnTo>
                    <a:pt x="307788" y="257546"/>
                  </a:lnTo>
                  <a:lnTo>
                    <a:pt x="310574" y="253056"/>
                  </a:lnTo>
                  <a:lnTo>
                    <a:pt x="313217" y="248481"/>
                  </a:lnTo>
                  <a:lnTo>
                    <a:pt x="315714" y="243824"/>
                  </a:lnTo>
                  <a:lnTo>
                    <a:pt x="318062" y="239091"/>
                  </a:lnTo>
                  <a:lnTo>
                    <a:pt x="320260" y="234285"/>
                  </a:lnTo>
                  <a:lnTo>
                    <a:pt x="322305" y="229413"/>
                  </a:lnTo>
                  <a:lnTo>
                    <a:pt x="324195" y="224479"/>
                  </a:lnTo>
                  <a:lnTo>
                    <a:pt x="325928" y="219487"/>
                  </a:lnTo>
                  <a:lnTo>
                    <a:pt x="327502" y="214443"/>
                  </a:lnTo>
                  <a:lnTo>
                    <a:pt x="328916" y="209352"/>
                  </a:lnTo>
                  <a:lnTo>
                    <a:pt x="330168" y="204218"/>
                  </a:lnTo>
                  <a:lnTo>
                    <a:pt x="331258" y="199048"/>
                  </a:lnTo>
                  <a:lnTo>
                    <a:pt x="332184" y="193845"/>
                  </a:lnTo>
                  <a:lnTo>
                    <a:pt x="332944" y="188617"/>
                  </a:lnTo>
                  <a:lnTo>
                    <a:pt x="333539" y="183366"/>
                  </a:lnTo>
                  <a:lnTo>
                    <a:pt x="333968" y="178100"/>
                  </a:lnTo>
                  <a:lnTo>
                    <a:pt x="334230" y="172822"/>
                  </a:lnTo>
                  <a:lnTo>
                    <a:pt x="334326" y="167539"/>
                  </a:lnTo>
                  <a:lnTo>
                    <a:pt x="334254" y="162256"/>
                  </a:lnTo>
                  <a:lnTo>
                    <a:pt x="334015" y="156977"/>
                  </a:lnTo>
                  <a:lnTo>
                    <a:pt x="333610" y="151709"/>
                  </a:lnTo>
                  <a:lnTo>
                    <a:pt x="333038" y="146456"/>
                  </a:lnTo>
                  <a:lnTo>
                    <a:pt x="332301" y="141223"/>
                  </a:lnTo>
                  <a:lnTo>
                    <a:pt x="331398" y="136017"/>
                  </a:lnTo>
                  <a:lnTo>
                    <a:pt x="330332" y="130842"/>
                  </a:lnTo>
                  <a:lnTo>
                    <a:pt x="329102" y="125703"/>
                  </a:lnTo>
                  <a:lnTo>
                    <a:pt x="327711" y="120605"/>
                  </a:lnTo>
                  <a:lnTo>
                    <a:pt x="326159" y="115554"/>
                  </a:lnTo>
                  <a:lnTo>
                    <a:pt x="324448" y="110555"/>
                  </a:lnTo>
                  <a:lnTo>
                    <a:pt x="322581" y="105612"/>
                  </a:lnTo>
                  <a:lnTo>
                    <a:pt x="320557" y="100731"/>
                  </a:lnTo>
                  <a:lnTo>
                    <a:pt x="318381" y="95916"/>
                  </a:lnTo>
                  <a:lnTo>
                    <a:pt x="316054" y="91172"/>
                  </a:lnTo>
                  <a:lnTo>
                    <a:pt x="313577" y="86504"/>
                  </a:lnTo>
                  <a:lnTo>
                    <a:pt x="310955" y="81917"/>
                  </a:lnTo>
                  <a:lnTo>
                    <a:pt x="308189" y="77415"/>
                  </a:lnTo>
                  <a:lnTo>
                    <a:pt x="305282" y="73002"/>
                  </a:lnTo>
                  <a:lnTo>
                    <a:pt x="302237" y="68684"/>
                  </a:lnTo>
                  <a:lnTo>
                    <a:pt x="299057" y="64464"/>
                  </a:lnTo>
                  <a:lnTo>
                    <a:pt x="295745" y="60347"/>
                  </a:lnTo>
                  <a:lnTo>
                    <a:pt x="292305" y="56336"/>
                  </a:lnTo>
                  <a:lnTo>
                    <a:pt x="288739" y="52436"/>
                  </a:lnTo>
                  <a:lnTo>
                    <a:pt x="285052" y="48651"/>
                  </a:lnTo>
                  <a:lnTo>
                    <a:pt x="281248" y="44984"/>
                  </a:lnTo>
                  <a:lnTo>
                    <a:pt x="277329" y="41440"/>
                  </a:lnTo>
                  <a:lnTo>
                    <a:pt x="273301" y="38020"/>
                  </a:lnTo>
                  <a:lnTo>
                    <a:pt x="269166" y="34730"/>
                  </a:lnTo>
                  <a:lnTo>
                    <a:pt x="264929" y="31573"/>
                  </a:lnTo>
                  <a:lnTo>
                    <a:pt x="260595" y="28550"/>
                  </a:lnTo>
                  <a:lnTo>
                    <a:pt x="256167" y="25666"/>
                  </a:lnTo>
                  <a:lnTo>
                    <a:pt x="251651" y="22924"/>
                  </a:lnTo>
                  <a:lnTo>
                    <a:pt x="247050" y="20326"/>
                  </a:lnTo>
                  <a:lnTo>
                    <a:pt x="242369" y="17874"/>
                  </a:lnTo>
                  <a:lnTo>
                    <a:pt x="237613" y="15572"/>
                  </a:lnTo>
                  <a:lnTo>
                    <a:pt x="232787" y="13421"/>
                  </a:lnTo>
                  <a:lnTo>
                    <a:pt x="227895" y="11423"/>
                  </a:lnTo>
                  <a:lnTo>
                    <a:pt x="222942" y="9582"/>
                  </a:lnTo>
                  <a:lnTo>
                    <a:pt x="217934" y="7897"/>
                  </a:lnTo>
                  <a:lnTo>
                    <a:pt x="212875" y="6372"/>
                  </a:lnTo>
                  <a:lnTo>
                    <a:pt x="207770" y="5008"/>
                  </a:lnTo>
                  <a:lnTo>
                    <a:pt x="202625" y="3805"/>
                  </a:lnTo>
                  <a:lnTo>
                    <a:pt x="197444" y="2766"/>
                  </a:lnTo>
                  <a:lnTo>
                    <a:pt x="192233" y="1891"/>
                  </a:lnTo>
                  <a:lnTo>
                    <a:pt x="186997" y="118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19838" cy="167167"/>
            </a:xfrm>
            <a:custGeom>
              <a:avLst/>
              <a:pathLst>
                <a:path w="19838" h="167167">
                  <a:moveTo>
                    <a:pt x="19838" y="1181"/>
                  </a:moveTo>
                  <a:lnTo>
                    <a:pt x="9936" y="2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800018" y="5269756"/>
              <a:ext cx="164482" cy="167167"/>
            </a:xfrm>
            <a:custGeom>
              <a:avLst/>
              <a:pathLst>
                <a:path w="164482" h="167167">
                  <a:moveTo>
                    <a:pt x="164482" y="0"/>
                  </a:moveTo>
                  <a:lnTo>
                    <a:pt x="159074" y="87"/>
                  </a:lnTo>
                  <a:lnTo>
                    <a:pt x="153672" y="349"/>
                  </a:lnTo>
                  <a:lnTo>
                    <a:pt x="148281" y="786"/>
                  </a:lnTo>
                  <a:lnTo>
                    <a:pt x="142907" y="1398"/>
                  </a:lnTo>
                  <a:lnTo>
                    <a:pt x="137555" y="2182"/>
                  </a:lnTo>
                  <a:lnTo>
                    <a:pt x="132232" y="3140"/>
                  </a:lnTo>
                  <a:lnTo>
                    <a:pt x="126942" y="4269"/>
                  </a:lnTo>
                  <a:lnTo>
                    <a:pt x="121692" y="5569"/>
                  </a:lnTo>
                  <a:lnTo>
                    <a:pt x="116487" y="7038"/>
                  </a:lnTo>
                  <a:lnTo>
                    <a:pt x="111331" y="8674"/>
                  </a:lnTo>
                  <a:lnTo>
                    <a:pt x="106232" y="10477"/>
                  </a:lnTo>
                  <a:lnTo>
                    <a:pt x="101193" y="12443"/>
                  </a:lnTo>
                  <a:lnTo>
                    <a:pt x="96221" y="14572"/>
                  </a:lnTo>
                  <a:lnTo>
                    <a:pt x="91320" y="16860"/>
                  </a:lnTo>
                  <a:lnTo>
                    <a:pt x="86496" y="19305"/>
                  </a:lnTo>
                  <a:lnTo>
                    <a:pt x="81753" y="21906"/>
                  </a:lnTo>
                  <a:lnTo>
                    <a:pt x="77097" y="24658"/>
                  </a:lnTo>
                  <a:lnTo>
                    <a:pt x="72532" y="27560"/>
                  </a:lnTo>
                  <a:lnTo>
                    <a:pt x="68064" y="30608"/>
                  </a:lnTo>
                  <a:lnTo>
                    <a:pt x="63697" y="33798"/>
                  </a:lnTo>
                  <a:lnTo>
                    <a:pt x="59435" y="37129"/>
                  </a:lnTo>
                  <a:lnTo>
                    <a:pt x="55283" y="40595"/>
                  </a:lnTo>
                  <a:lnTo>
                    <a:pt x="51245" y="44194"/>
                  </a:lnTo>
                  <a:lnTo>
                    <a:pt x="47326" y="47922"/>
                  </a:lnTo>
                  <a:lnTo>
                    <a:pt x="43530" y="51774"/>
                  </a:lnTo>
                  <a:lnTo>
                    <a:pt x="39860" y="55748"/>
                  </a:lnTo>
                  <a:lnTo>
                    <a:pt x="36321" y="59838"/>
                  </a:lnTo>
                  <a:lnTo>
                    <a:pt x="32916" y="64040"/>
                  </a:lnTo>
                  <a:lnTo>
                    <a:pt x="29648" y="68350"/>
                  </a:lnTo>
                  <a:lnTo>
                    <a:pt x="26522" y="72764"/>
                  </a:lnTo>
                  <a:lnTo>
                    <a:pt x="23540" y="77276"/>
                  </a:lnTo>
                  <a:lnTo>
                    <a:pt x="20706" y="81883"/>
                  </a:lnTo>
                  <a:lnTo>
                    <a:pt x="18022" y="86579"/>
                  </a:lnTo>
                  <a:lnTo>
                    <a:pt x="15492" y="91359"/>
                  </a:lnTo>
                  <a:lnTo>
                    <a:pt x="13117" y="96219"/>
                  </a:lnTo>
                  <a:lnTo>
                    <a:pt x="10901" y="101153"/>
                  </a:lnTo>
                  <a:lnTo>
                    <a:pt x="8846" y="106156"/>
                  </a:lnTo>
                  <a:lnTo>
                    <a:pt x="6954" y="111223"/>
                  </a:lnTo>
                  <a:lnTo>
                    <a:pt x="5226" y="116348"/>
                  </a:lnTo>
                  <a:lnTo>
                    <a:pt x="3666" y="121527"/>
                  </a:lnTo>
                  <a:lnTo>
                    <a:pt x="2273" y="126754"/>
                  </a:lnTo>
                  <a:lnTo>
                    <a:pt x="1051" y="132022"/>
                  </a:lnTo>
                  <a:lnTo>
                    <a:pt x="0" y="137328"/>
                  </a:lnTo>
                  <a:lnTo>
                    <a:pt x="16448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7344" y="5269756"/>
              <a:ext cx="334307" cy="334334"/>
            </a:xfrm>
            <a:custGeom>
              <a:avLst/>
              <a:pathLst>
                <a:path w="334307" h="334334">
                  <a:moveTo>
                    <a:pt x="2674" y="137328"/>
                  </a:moveTo>
                  <a:lnTo>
                    <a:pt x="1809" y="142567"/>
                  </a:lnTo>
                  <a:lnTo>
                    <a:pt x="1111" y="147831"/>
                  </a:lnTo>
                  <a:lnTo>
                    <a:pt x="581" y="153114"/>
                  </a:lnTo>
                  <a:lnTo>
                    <a:pt x="219" y="158412"/>
                  </a:lnTo>
                  <a:lnTo>
                    <a:pt x="25" y="163718"/>
                  </a:lnTo>
                  <a:lnTo>
                    <a:pt x="0" y="169028"/>
                  </a:lnTo>
                  <a:lnTo>
                    <a:pt x="143" y="174336"/>
                  </a:lnTo>
                  <a:lnTo>
                    <a:pt x="455" y="179637"/>
                  </a:lnTo>
                  <a:lnTo>
                    <a:pt x="935" y="184925"/>
                  </a:lnTo>
                  <a:lnTo>
                    <a:pt x="1583" y="190195"/>
                  </a:lnTo>
                  <a:lnTo>
                    <a:pt x="2398" y="195442"/>
                  </a:lnTo>
                  <a:lnTo>
                    <a:pt x="3379" y="200660"/>
                  </a:lnTo>
                  <a:lnTo>
                    <a:pt x="4525" y="205845"/>
                  </a:lnTo>
                  <a:lnTo>
                    <a:pt x="5836" y="210991"/>
                  </a:lnTo>
                  <a:lnTo>
                    <a:pt x="7309" y="216092"/>
                  </a:lnTo>
                  <a:lnTo>
                    <a:pt x="8943" y="221144"/>
                  </a:lnTo>
                  <a:lnTo>
                    <a:pt x="10738" y="226142"/>
                  </a:lnTo>
                  <a:lnTo>
                    <a:pt x="12689" y="231080"/>
                  </a:lnTo>
                  <a:lnTo>
                    <a:pt x="14797" y="235954"/>
                  </a:lnTo>
                  <a:lnTo>
                    <a:pt x="17059" y="240758"/>
                  </a:lnTo>
                  <a:lnTo>
                    <a:pt x="19472" y="245488"/>
                  </a:lnTo>
                  <a:lnTo>
                    <a:pt x="22034" y="250139"/>
                  </a:lnTo>
                  <a:lnTo>
                    <a:pt x="24742" y="254706"/>
                  </a:lnTo>
                  <a:lnTo>
                    <a:pt x="27594" y="259185"/>
                  </a:lnTo>
                  <a:lnTo>
                    <a:pt x="30587" y="263571"/>
                  </a:lnTo>
                  <a:lnTo>
                    <a:pt x="33718" y="267860"/>
                  </a:lnTo>
                  <a:lnTo>
                    <a:pt x="36983" y="272047"/>
                  </a:lnTo>
                  <a:lnTo>
                    <a:pt x="40380" y="276128"/>
                  </a:lnTo>
                  <a:lnTo>
                    <a:pt x="43904" y="280100"/>
                  </a:lnTo>
                  <a:lnTo>
                    <a:pt x="47553" y="283957"/>
                  </a:lnTo>
                  <a:lnTo>
                    <a:pt x="51323" y="287697"/>
                  </a:lnTo>
                  <a:lnTo>
                    <a:pt x="55209" y="291315"/>
                  </a:lnTo>
                  <a:lnTo>
                    <a:pt x="59209" y="294808"/>
                  </a:lnTo>
                  <a:lnTo>
                    <a:pt x="63317" y="298172"/>
                  </a:lnTo>
                  <a:lnTo>
                    <a:pt x="67530" y="301404"/>
                  </a:lnTo>
                  <a:lnTo>
                    <a:pt x="71844" y="304500"/>
                  </a:lnTo>
                  <a:lnTo>
                    <a:pt x="76253" y="307458"/>
                  </a:lnTo>
                  <a:lnTo>
                    <a:pt x="80755" y="310274"/>
                  </a:lnTo>
                  <a:lnTo>
                    <a:pt x="85344" y="312946"/>
                  </a:lnTo>
                  <a:lnTo>
                    <a:pt x="90015" y="315471"/>
                  </a:lnTo>
                  <a:lnTo>
                    <a:pt x="94764" y="317846"/>
                  </a:lnTo>
                  <a:lnTo>
                    <a:pt x="99586" y="320069"/>
                  </a:lnTo>
                  <a:lnTo>
                    <a:pt x="104476" y="322138"/>
                  </a:lnTo>
                  <a:lnTo>
                    <a:pt x="109430" y="324051"/>
                  </a:lnTo>
                  <a:lnTo>
                    <a:pt x="114441" y="325805"/>
                  </a:lnTo>
                  <a:lnTo>
                    <a:pt x="119506" y="327399"/>
                  </a:lnTo>
                  <a:lnTo>
                    <a:pt x="124619" y="328832"/>
                  </a:lnTo>
                  <a:lnTo>
                    <a:pt x="129775" y="330101"/>
                  </a:lnTo>
                  <a:lnTo>
                    <a:pt x="134969" y="331206"/>
                  </a:lnTo>
                  <a:lnTo>
                    <a:pt x="140195" y="332146"/>
                  </a:lnTo>
                  <a:lnTo>
                    <a:pt x="145448" y="332919"/>
                  </a:lnTo>
                  <a:lnTo>
                    <a:pt x="150723" y="333525"/>
                  </a:lnTo>
                  <a:lnTo>
                    <a:pt x="156015" y="333963"/>
                  </a:lnTo>
                  <a:lnTo>
                    <a:pt x="161318" y="334232"/>
                  </a:lnTo>
                  <a:lnTo>
                    <a:pt x="166627" y="334334"/>
                  </a:lnTo>
                  <a:lnTo>
                    <a:pt x="171937" y="334266"/>
                  </a:lnTo>
                  <a:lnTo>
                    <a:pt x="177241" y="334030"/>
                  </a:lnTo>
                  <a:lnTo>
                    <a:pt x="182536" y="333625"/>
                  </a:lnTo>
                  <a:lnTo>
                    <a:pt x="187815" y="333053"/>
                  </a:lnTo>
                  <a:lnTo>
                    <a:pt x="193073" y="332313"/>
                  </a:lnTo>
                  <a:lnTo>
                    <a:pt x="198305" y="331407"/>
                  </a:lnTo>
                  <a:lnTo>
                    <a:pt x="203505" y="330335"/>
                  </a:lnTo>
                  <a:lnTo>
                    <a:pt x="208669" y="329098"/>
                  </a:lnTo>
                  <a:lnTo>
                    <a:pt x="213791" y="327698"/>
                  </a:lnTo>
                  <a:lnTo>
                    <a:pt x="218866" y="326136"/>
                  </a:lnTo>
                  <a:lnTo>
                    <a:pt x="223889" y="324413"/>
                  </a:lnTo>
                  <a:lnTo>
                    <a:pt x="228854" y="322532"/>
                  </a:lnTo>
                  <a:lnTo>
                    <a:pt x="233758" y="320494"/>
                  </a:lnTo>
                  <a:lnTo>
                    <a:pt x="238594" y="318302"/>
                  </a:lnTo>
                  <a:lnTo>
                    <a:pt x="243358" y="315957"/>
                  </a:lnTo>
                  <a:lnTo>
                    <a:pt x="248045" y="313461"/>
                  </a:lnTo>
                  <a:lnTo>
                    <a:pt x="252650" y="310819"/>
                  </a:lnTo>
                  <a:lnTo>
                    <a:pt x="257169" y="308031"/>
                  </a:lnTo>
                  <a:lnTo>
                    <a:pt x="261598" y="305101"/>
                  </a:lnTo>
                  <a:lnTo>
                    <a:pt x="265931" y="302032"/>
                  </a:lnTo>
                  <a:lnTo>
                    <a:pt x="270164" y="298827"/>
                  </a:lnTo>
                  <a:lnTo>
                    <a:pt x="274294" y="295489"/>
                  </a:lnTo>
                  <a:lnTo>
                    <a:pt x="278315" y="292021"/>
                  </a:lnTo>
                  <a:lnTo>
                    <a:pt x="282225" y="288428"/>
                  </a:lnTo>
                  <a:lnTo>
                    <a:pt x="286018" y="284712"/>
                  </a:lnTo>
                  <a:lnTo>
                    <a:pt x="289691" y="280878"/>
                  </a:lnTo>
                  <a:lnTo>
                    <a:pt x="293241" y="276929"/>
                  </a:lnTo>
                  <a:lnTo>
                    <a:pt x="296663" y="272869"/>
                  </a:lnTo>
                  <a:lnTo>
                    <a:pt x="299955" y="268703"/>
                  </a:lnTo>
                  <a:lnTo>
                    <a:pt x="303113" y="264434"/>
                  </a:lnTo>
                  <a:lnTo>
                    <a:pt x="306133" y="260067"/>
                  </a:lnTo>
                  <a:lnTo>
                    <a:pt x="309014" y="255606"/>
                  </a:lnTo>
                  <a:lnTo>
                    <a:pt x="311751" y="251056"/>
                  </a:lnTo>
                  <a:lnTo>
                    <a:pt x="314342" y="246421"/>
                  </a:lnTo>
                  <a:lnTo>
                    <a:pt x="316785" y="241707"/>
                  </a:lnTo>
                  <a:lnTo>
                    <a:pt x="319077" y="236917"/>
                  </a:lnTo>
                  <a:lnTo>
                    <a:pt x="321216" y="232057"/>
                  </a:lnTo>
                  <a:lnTo>
                    <a:pt x="323199" y="227131"/>
                  </a:lnTo>
                  <a:lnTo>
                    <a:pt x="325025" y="222145"/>
                  </a:lnTo>
                  <a:lnTo>
                    <a:pt x="326691" y="217104"/>
                  </a:lnTo>
                  <a:lnTo>
                    <a:pt x="328197" y="212012"/>
                  </a:lnTo>
                  <a:lnTo>
                    <a:pt x="329540" y="206874"/>
                  </a:lnTo>
                  <a:lnTo>
                    <a:pt x="330719" y="201697"/>
                  </a:lnTo>
                  <a:lnTo>
                    <a:pt x="331733" y="196485"/>
                  </a:lnTo>
                  <a:lnTo>
                    <a:pt x="332581" y="191243"/>
                  </a:lnTo>
                  <a:lnTo>
                    <a:pt x="333262" y="185977"/>
                  </a:lnTo>
                  <a:lnTo>
                    <a:pt x="333776" y="180692"/>
                  </a:lnTo>
                  <a:lnTo>
                    <a:pt x="334121" y="175393"/>
                  </a:lnTo>
                  <a:lnTo>
                    <a:pt x="334299" y="170087"/>
                  </a:lnTo>
                  <a:lnTo>
                    <a:pt x="334307" y="164777"/>
                  </a:lnTo>
                  <a:lnTo>
                    <a:pt x="334147" y="159469"/>
                  </a:lnTo>
                  <a:lnTo>
                    <a:pt x="333818" y="154169"/>
                  </a:lnTo>
                  <a:lnTo>
                    <a:pt x="333321" y="148883"/>
                  </a:lnTo>
                  <a:lnTo>
                    <a:pt x="332657" y="143615"/>
                  </a:lnTo>
                  <a:lnTo>
                    <a:pt x="331825" y="138370"/>
                  </a:lnTo>
                  <a:lnTo>
                    <a:pt x="330827" y="133155"/>
                  </a:lnTo>
                  <a:lnTo>
                    <a:pt x="329665" y="127974"/>
                  </a:lnTo>
                  <a:lnTo>
                    <a:pt x="328338" y="122833"/>
                  </a:lnTo>
                  <a:lnTo>
                    <a:pt x="326849" y="117736"/>
                  </a:lnTo>
                  <a:lnTo>
                    <a:pt x="325198" y="112689"/>
                  </a:lnTo>
                  <a:lnTo>
                    <a:pt x="323388" y="107697"/>
                  </a:lnTo>
                  <a:lnTo>
                    <a:pt x="321421" y="102765"/>
                  </a:lnTo>
                  <a:lnTo>
                    <a:pt x="319297" y="97898"/>
                  </a:lnTo>
                  <a:lnTo>
                    <a:pt x="317021" y="93101"/>
                  </a:lnTo>
                  <a:lnTo>
                    <a:pt x="314593" y="88379"/>
                  </a:lnTo>
                  <a:lnTo>
                    <a:pt x="312016" y="83736"/>
                  </a:lnTo>
                  <a:lnTo>
                    <a:pt x="309293" y="79177"/>
                  </a:lnTo>
                  <a:lnTo>
                    <a:pt x="306427" y="74708"/>
                  </a:lnTo>
                  <a:lnTo>
                    <a:pt x="303420" y="70331"/>
                  </a:lnTo>
                  <a:lnTo>
                    <a:pt x="300276" y="66052"/>
                  </a:lnTo>
                  <a:lnTo>
                    <a:pt x="296997" y="61875"/>
                  </a:lnTo>
                  <a:lnTo>
                    <a:pt x="293588" y="57805"/>
                  </a:lnTo>
                  <a:lnTo>
                    <a:pt x="290051" y="53844"/>
                  </a:lnTo>
                  <a:lnTo>
                    <a:pt x="286390" y="49998"/>
                  </a:lnTo>
                  <a:lnTo>
                    <a:pt x="282608" y="46271"/>
                  </a:lnTo>
                  <a:lnTo>
                    <a:pt x="278710" y="42665"/>
                  </a:lnTo>
                  <a:lnTo>
                    <a:pt x="274700" y="39185"/>
                  </a:lnTo>
                  <a:lnTo>
                    <a:pt x="270581" y="35834"/>
                  </a:lnTo>
                  <a:lnTo>
                    <a:pt x="266358" y="32615"/>
                  </a:lnTo>
                  <a:lnTo>
                    <a:pt x="262034" y="29533"/>
                  </a:lnTo>
                  <a:lnTo>
                    <a:pt x="257615" y="26589"/>
                  </a:lnTo>
                  <a:lnTo>
                    <a:pt x="253105" y="23787"/>
                  </a:lnTo>
                  <a:lnTo>
                    <a:pt x="248508" y="21129"/>
                  </a:lnTo>
                  <a:lnTo>
                    <a:pt x="243828" y="18619"/>
                  </a:lnTo>
                  <a:lnTo>
                    <a:pt x="239072" y="16259"/>
                  </a:lnTo>
                  <a:lnTo>
                    <a:pt x="234243" y="14051"/>
                  </a:lnTo>
                  <a:lnTo>
                    <a:pt x="229346" y="11998"/>
                  </a:lnTo>
                  <a:lnTo>
                    <a:pt x="224386" y="10101"/>
                  </a:lnTo>
                  <a:lnTo>
                    <a:pt x="219369" y="8363"/>
                  </a:lnTo>
                  <a:lnTo>
                    <a:pt x="214299" y="6785"/>
                  </a:lnTo>
                  <a:lnTo>
                    <a:pt x="209182" y="5368"/>
                  </a:lnTo>
                  <a:lnTo>
                    <a:pt x="204022" y="4115"/>
                  </a:lnTo>
                  <a:lnTo>
                    <a:pt x="198825" y="3027"/>
                  </a:lnTo>
                  <a:lnTo>
                    <a:pt x="193596" y="2104"/>
                  </a:lnTo>
                  <a:lnTo>
                    <a:pt x="188340" y="1347"/>
                  </a:lnTo>
                  <a:lnTo>
                    <a:pt x="183063" y="758"/>
                  </a:lnTo>
                  <a:lnTo>
                    <a:pt x="177770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1842" y="5399291"/>
              <a:ext cx="4373" cy="167167"/>
            </a:xfrm>
            <a:custGeom>
              <a:avLst/>
              <a:pathLst>
                <a:path w="4373" h="167167">
                  <a:moveTo>
                    <a:pt x="4373" y="0"/>
                  </a:moveTo>
                  <a:lnTo>
                    <a:pt x="0" y="57"/>
                  </a:lnTo>
                  <a:lnTo>
                    <a:pt x="437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1842" y="5399349"/>
              <a:ext cx="4373" cy="167110"/>
            </a:xfrm>
            <a:custGeom>
              <a:avLst/>
              <a:pathLst>
                <a:path w="4373" h="167110">
                  <a:moveTo>
                    <a:pt x="0" y="0"/>
                  </a:moveTo>
                  <a:lnTo>
                    <a:pt x="437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1842" y="5399349"/>
              <a:ext cx="4373" cy="167110"/>
            </a:xfrm>
            <a:custGeom>
              <a:avLst/>
              <a:pathLst>
                <a:path w="4373" h="167110">
                  <a:moveTo>
                    <a:pt x="0" y="0"/>
                  </a:moveTo>
                  <a:lnTo>
                    <a:pt x="437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1842" y="5399349"/>
              <a:ext cx="4373" cy="167110"/>
            </a:xfrm>
            <a:custGeom>
              <a:avLst/>
              <a:pathLst>
                <a:path w="4373" h="167110">
                  <a:moveTo>
                    <a:pt x="0" y="0"/>
                  </a:moveTo>
                  <a:lnTo>
                    <a:pt x="437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842" y="5399349"/>
              <a:ext cx="4373" cy="167110"/>
            </a:xfrm>
            <a:custGeom>
              <a:avLst/>
              <a:pathLst>
                <a:path w="4373" h="167110">
                  <a:moveTo>
                    <a:pt x="0" y="0"/>
                  </a:moveTo>
                  <a:lnTo>
                    <a:pt x="4373" y="1671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842" y="5399349"/>
              <a:ext cx="4373" cy="167110"/>
            </a:xfrm>
            <a:custGeom>
              <a:avLst/>
              <a:pathLst>
                <a:path w="4373" h="167110">
                  <a:moveTo>
                    <a:pt x="0" y="0"/>
                  </a:moveTo>
                  <a:lnTo>
                    <a:pt x="4373" y="1671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842" y="5399349"/>
              <a:ext cx="4373" cy="167110"/>
            </a:xfrm>
            <a:custGeom>
              <a:avLst/>
              <a:pathLst>
                <a:path w="4373" h="167110">
                  <a:moveTo>
                    <a:pt x="0" y="0"/>
                  </a:moveTo>
                  <a:lnTo>
                    <a:pt x="4373" y="1671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319056" y="5399349"/>
              <a:ext cx="334319" cy="334274"/>
            </a:xfrm>
            <a:custGeom>
              <a:avLst/>
              <a:pathLst>
                <a:path w="334319" h="334274">
                  <a:moveTo>
                    <a:pt x="162785" y="0"/>
                  </a:moveTo>
                  <a:lnTo>
                    <a:pt x="157487" y="222"/>
                  </a:lnTo>
                  <a:lnTo>
                    <a:pt x="152198" y="613"/>
                  </a:lnTo>
                  <a:lnTo>
                    <a:pt x="146924" y="1171"/>
                  </a:lnTo>
                  <a:lnTo>
                    <a:pt x="141671" y="1897"/>
                  </a:lnTo>
                  <a:lnTo>
                    <a:pt x="136443" y="2788"/>
                  </a:lnTo>
                  <a:lnTo>
                    <a:pt x="131246" y="3845"/>
                  </a:lnTo>
                  <a:lnTo>
                    <a:pt x="126085" y="5067"/>
                  </a:lnTo>
                  <a:lnTo>
                    <a:pt x="120966" y="6451"/>
                  </a:lnTo>
                  <a:lnTo>
                    <a:pt x="115893" y="7997"/>
                  </a:lnTo>
                  <a:lnTo>
                    <a:pt x="110872" y="9703"/>
                  </a:lnTo>
                  <a:lnTo>
                    <a:pt x="105907" y="11568"/>
                  </a:lnTo>
                  <a:lnTo>
                    <a:pt x="101004" y="13589"/>
                  </a:lnTo>
                  <a:lnTo>
                    <a:pt x="96168" y="15765"/>
                  </a:lnTo>
                  <a:lnTo>
                    <a:pt x="91403" y="18093"/>
                  </a:lnTo>
                  <a:lnTo>
                    <a:pt x="86714" y="20571"/>
                  </a:lnTo>
                  <a:lnTo>
                    <a:pt x="82106" y="23197"/>
                  </a:lnTo>
                  <a:lnTo>
                    <a:pt x="77584" y="25967"/>
                  </a:lnTo>
                  <a:lnTo>
                    <a:pt x="73152" y="28879"/>
                  </a:lnTo>
                  <a:lnTo>
                    <a:pt x="68815" y="31931"/>
                  </a:lnTo>
                  <a:lnTo>
                    <a:pt x="64576" y="35118"/>
                  </a:lnTo>
                  <a:lnTo>
                    <a:pt x="60441" y="38439"/>
                  </a:lnTo>
                  <a:lnTo>
                    <a:pt x="56413" y="41888"/>
                  </a:lnTo>
                  <a:lnTo>
                    <a:pt x="52497" y="45464"/>
                  </a:lnTo>
                  <a:lnTo>
                    <a:pt x="48696" y="49163"/>
                  </a:lnTo>
                  <a:lnTo>
                    <a:pt x="45014" y="52980"/>
                  </a:lnTo>
                  <a:lnTo>
                    <a:pt x="41455" y="56912"/>
                  </a:lnTo>
                  <a:lnTo>
                    <a:pt x="38023" y="60954"/>
                  </a:lnTo>
                  <a:lnTo>
                    <a:pt x="34721" y="65104"/>
                  </a:lnTo>
                  <a:lnTo>
                    <a:pt x="31552" y="69356"/>
                  </a:lnTo>
                  <a:lnTo>
                    <a:pt x="28519" y="73707"/>
                  </a:lnTo>
                  <a:lnTo>
                    <a:pt x="25626" y="78152"/>
                  </a:lnTo>
                  <a:lnTo>
                    <a:pt x="22876" y="82686"/>
                  </a:lnTo>
                  <a:lnTo>
                    <a:pt x="20270" y="87305"/>
                  </a:lnTo>
                  <a:lnTo>
                    <a:pt x="17813" y="92005"/>
                  </a:lnTo>
                  <a:lnTo>
                    <a:pt x="15506" y="96780"/>
                  </a:lnTo>
                  <a:lnTo>
                    <a:pt x="13351" y="101626"/>
                  </a:lnTo>
                  <a:lnTo>
                    <a:pt x="11351" y="106537"/>
                  </a:lnTo>
                  <a:lnTo>
                    <a:pt x="9508" y="111510"/>
                  </a:lnTo>
                  <a:lnTo>
                    <a:pt x="7824" y="116539"/>
                  </a:lnTo>
                  <a:lnTo>
                    <a:pt x="6300" y="121618"/>
                  </a:lnTo>
                  <a:lnTo>
                    <a:pt x="4938" y="126744"/>
                  </a:lnTo>
                  <a:lnTo>
                    <a:pt x="3739" y="131910"/>
                  </a:lnTo>
                  <a:lnTo>
                    <a:pt x="2705" y="137111"/>
                  </a:lnTo>
                  <a:lnTo>
                    <a:pt x="1836" y="142343"/>
                  </a:lnTo>
                  <a:lnTo>
                    <a:pt x="1134" y="147599"/>
                  </a:lnTo>
                  <a:lnTo>
                    <a:pt x="598" y="152876"/>
                  </a:lnTo>
                  <a:lnTo>
                    <a:pt x="231" y="158166"/>
                  </a:lnTo>
                  <a:lnTo>
                    <a:pt x="31" y="163466"/>
                  </a:lnTo>
                  <a:lnTo>
                    <a:pt x="0" y="168769"/>
                  </a:lnTo>
                  <a:lnTo>
                    <a:pt x="136" y="174070"/>
                  </a:lnTo>
                  <a:lnTo>
                    <a:pt x="441" y="179365"/>
                  </a:lnTo>
                  <a:lnTo>
                    <a:pt x="914" y="184647"/>
                  </a:lnTo>
                  <a:lnTo>
                    <a:pt x="1554" y="189911"/>
                  </a:lnTo>
                  <a:lnTo>
                    <a:pt x="2360" y="195153"/>
                  </a:lnTo>
                  <a:lnTo>
                    <a:pt x="3333" y="200366"/>
                  </a:lnTo>
                  <a:lnTo>
                    <a:pt x="4470" y="205546"/>
                  </a:lnTo>
                  <a:lnTo>
                    <a:pt x="5771" y="210687"/>
                  </a:lnTo>
                  <a:lnTo>
                    <a:pt x="7235" y="215785"/>
                  </a:lnTo>
                  <a:lnTo>
                    <a:pt x="8859" y="220833"/>
                  </a:lnTo>
                  <a:lnTo>
                    <a:pt x="10643" y="225827"/>
                  </a:lnTo>
                  <a:lnTo>
                    <a:pt x="12584" y="230763"/>
                  </a:lnTo>
                  <a:lnTo>
                    <a:pt x="14681" y="235634"/>
                  </a:lnTo>
                  <a:lnTo>
                    <a:pt x="16931" y="240436"/>
                  </a:lnTo>
                  <a:lnTo>
                    <a:pt x="19333" y="245164"/>
                  </a:lnTo>
                  <a:lnTo>
                    <a:pt x="21883" y="249814"/>
                  </a:lnTo>
                  <a:lnTo>
                    <a:pt x="24580" y="254381"/>
                  </a:lnTo>
                  <a:lnTo>
                    <a:pt x="27420" y="258859"/>
                  </a:lnTo>
                  <a:lnTo>
                    <a:pt x="30400" y="263246"/>
                  </a:lnTo>
                  <a:lnTo>
                    <a:pt x="33519" y="267535"/>
                  </a:lnTo>
                  <a:lnTo>
                    <a:pt x="36771" y="271724"/>
                  </a:lnTo>
                  <a:lnTo>
                    <a:pt x="40155" y="275807"/>
                  </a:lnTo>
                  <a:lnTo>
                    <a:pt x="43667" y="279781"/>
                  </a:lnTo>
                  <a:lnTo>
                    <a:pt x="47303" y="283642"/>
                  </a:lnTo>
                  <a:lnTo>
                    <a:pt x="51060" y="287385"/>
                  </a:lnTo>
                  <a:lnTo>
                    <a:pt x="54934" y="291007"/>
                  </a:lnTo>
                  <a:lnTo>
                    <a:pt x="58920" y="294504"/>
                  </a:lnTo>
                  <a:lnTo>
                    <a:pt x="63016" y="297874"/>
                  </a:lnTo>
                  <a:lnTo>
                    <a:pt x="67216" y="301111"/>
                  </a:lnTo>
                  <a:lnTo>
                    <a:pt x="71517" y="304214"/>
                  </a:lnTo>
                  <a:lnTo>
                    <a:pt x="75914" y="307179"/>
                  </a:lnTo>
                  <a:lnTo>
                    <a:pt x="80403" y="310003"/>
                  </a:lnTo>
                  <a:lnTo>
                    <a:pt x="84979" y="312683"/>
                  </a:lnTo>
                  <a:lnTo>
                    <a:pt x="89638" y="315216"/>
                  </a:lnTo>
                  <a:lnTo>
                    <a:pt x="94375" y="317601"/>
                  </a:lnTo>
                  <a:lnTo>
                    <a:pt x="99185" y="319834"/>
                  </a:lnTo>
                  <a:lnTo>
                    <a:pt x="104064" y="321913"/>
                  </a:lnTo>
                  <a:lnTo>
                    <a:pt x="109006" y="323836"/>
                  </a:lnTo>
                  <a:lnTo>
                    <a:pt x="114007" y="325602"/>
                  </a:lnTo>
                  <a:lnTo>
                    <a:pt x="119061" y="327208"/>
                  </a:lnTo>
                  <a:lnTo>
                    <a:pt x="124164" y="328653"/>
                  </a:lnTo>
                  <a:lnTo>
                    <a:pt x="129310" y="329936"/>
                  </a:lnTo>
                  <a:lnTo>
                    <a:pt x="134493" y="331055"/>
                  </a:lnTo>
                  <a:lnTo>
                    <a:pt x="139710" y="332008"/>
                  </a:lnTo>
                  <a:lnTo>
                    <a:pt x="144955" y="332796"/>
                  </a:lnTo>
                  <a:lnTo>
                    <a:pt x="150222" y="333417"/>
                  </a:lnTo>
                  <a:lnTo>
                    <a:pt x="155505" y="333870"/>
                  </a:lnTo>
                  <a:lnTo>
                    <a:pt x="160801" y="334156"/>
                  </a:lnTo>
                  <a:lnTo>
                    <a:pt x="166103" y="334274"/>
                  </a:lnTo>
                  <a:lnTo>
                    <a:pt x="171406" y="334223"/>
                  </a:lnTo>
                  <a:lnTo>
                    <a:pt x="176705" y="334004"/>
                  </a:lnTo>
                  <a:lnTo>
                    <a:pt x="181994" y="333618"/>
                  </a:lnTo>
                  <a:lnTo>
                    <a:pt x="187268" y="333063"/>
                  </a:lnTo>
                  <a:lnTo>
                    <a:pt x="192522" y="332342"/>
                  </a:lnTo>
                  <a:lnTo>
                    <a:pt x="197750" y="331454"/>
                  </a:lnTo>
                  <a:lnTo>
                    <a:pt x="202948" y="330401"/>
                  </a:lnTo>
                  <a:lnTo>
                    <a:pt x="208110" y="329184"/>
                  </a:lnTo>
                  <a:lnTo>
                    <a:pt x="213230" y="327803"/>
                  </a:lnTo>
                  <a:lnTo>
                    <a:pt x="218304" y="326261"/>
                  </a:lnTo>
                  <a:lnTo>
                    <a:pt x="223327" y="324558"/>
                  </a:lnTo>
                  <a:lnTo>
                    <a:pt x="228293" y="322698"/>
                  </a:lnTo>
                  <a:lnTo>
                    <a:pt x="233197" y="320680"/>
                  </a:lnTo>
                  <a:lnTo>
                    <a:pt x="238036" y="318508"/>
                  </a:lnTo>
                  <a:lnTo>
                    <a:pt x="242802" y="316184"/>
                  </a:lnTo>
                  <a:lnTo>
                    <a:pt x="247493" y="313709"/>
                  </a:lnTo>
                  <a:lnTo>
                    <a:pt x="252103" y="311087"/>
                  </a:lnTo>
                  <a:lnTo>
                    <a:pt x="256627" y="308320"/>
                  </a:lnTo>
                  <a:lnTo>
                    <a:pt x="261061" y="305411"/>
                  </a:lnTo>
                  <a:lnTo>
                    <a:pt x="265401" y="302363"/>
                  </a:lnTo>
                  <a:lnTo>
                    <a:pt x="269642" y="299179"/>
                  </a:lnTo>
                  <a:lnTo>
                    <a:pt x="273779" y="295861"/>
                  </a:lnTo>
                  <a:lnTo>
                    <a:pt x="277810" y="292415"/>
                  </a:lnTo>
                  <a:lnTo>
                    <a:pt x="281729" y="288842"/>
                  </a:lnTo>
                  <a:lnTo>
                    <a:pt x="285532" y="285146"/>
                  </a:lnTo>
                  <a:lnTo>
                    <a:pt x="289217" y="281332"/>
                  </a:lnTo>
                  <a:lnTo>
                    <a:pt x="292779" y="277403"/>
                  </a:lnTo>
                  <a:lnTo>
                    <a:pt x="296214" y="273363"/>
                  </a:lnTo>
                  <a:lnTo>
                    <a:pt x="299520" y="269215"/>
                  </a:lnTo>
                  <a:lnTo>
                    <a:pt x="302692" y="264965"/>
                  </a:lnTo>
                  <a:lnTo>
                    <a:pt x="305728" y="260617"/>
                  </a:lnTo>
                  <a:lnTo>
                    <a:pt x="308624" y="256175"/>
                  </a:lnTo>
                  <a:lnTo>
                    <a:pt x="311378" y="251642"/>
                  </a:lnTo>
                  <a:lnTo>
                    <a:pt x="313987" y="247025"/>
                  </a:lnTo>
                  <a:lnTo>
                    <a:pt x="316448" y="242328"/>
                  </a:lnTo>
                  <a:lnTo>
                    <a:pt x="318759" y="237554"/>
                  </a:lnTo>
                  <a:lnTo>
                    <a:pt x="320917" y="232710"/>
                  </a:lnTo>
                  <a:lnTo>
                    <a:pt x="322920" y="227800"/>
                  </a:lnTo>
                  <a:lnTo>
                    <a:pt x="324767" y="222828"/>
                  </a:lnTo>
                  <a:lnTo>
                    <a:pt x="326455" y="217801"/>
                  </a:lnTo>
                  <a:lnTo>
                    <a:pt x="327983" y="212722"/>
                  </a:lnTo>
                  <a:lnTo>
                    <a:pt x="329349" y="207598"/>
                  </a:lnTo>
                  <a:lnTo>
                    <a:pt x="330552" y="202433"/>
                  </a:lnTo>
                  <a:lnTo>
                    <a:pt x="331590" y="197232"/>
                  </a:lnTo>
                  <a:lnTo>
                    <a:pt x="332463" y="192001"/>
                  </a:lnTo>
                  <a:lnTo>
                    <a:pt x="333169" y="186745"/>
                  </a:lnTo>
                  <a:lnTo>
                    <a:pt x="333708" y="181470"/>
                  </a:lnTo>
                  <a:lnTo>
                    <a:pt x="334080" y="176179"/>
                  </a:lnTo>
                  <a:lnTo>
                    <a:pt x="334284" y="170880"/>
                  </a:lnTo>
                  <a:lnTo>
                    <a:pt x="334319" y="165577"/>
                  </a:lnTo>
                  <a:lnTo>
                    <a:pt x="334186" y="160275"/>
                  </a:lnTo>
                  <a:lnTo>
                    <a:pt x="333886" y="154981"/>
                  </a:lnTo>
                  <a:lnTo>
                    <a:pt x="333417" y="149698"/>
                  </a:lnTo>
                  <a:lnTo>
                    <a:pt x="332781" y="144433"/>
                  </a:lnTo>
                  <a:lnTo>
                    <a:pt x="331978" y="139191"/>
                  </a:lnTo>
                  <a:lnTo>
                    <a:pt x="331010" y="133977"/>
                  </a:lnTo>
                  <a:lnTo>
                    <a:pt x="329876" y="128796"/>
                  </a:lnTo>
                  <a:lnTo>
                    <a:pt x="328579" y="123654"/>
                  </a:lnTo>
                  <a:lnTo>
                    <a:pt x="327119" y="118555"/>
                  </a:lnTo>
                  <a:lnTo>
                    <a:pt x="325499" y="113506"/>
                  </a:lnTo>
                  <a:lnTo>
                    <a:pt x="323719" y="108510"/>
                  </a:lnTo>
                  <a:lnTo>
                    <a:pt x="321781" y="103574"/>
                  </a:lnTo>
                  <a:lnTo>
                    <a:pt x="319688" y="98701"/>
                  </a:lnTo>
                  <a:lnTo>
                    <a:pt x="317441" y="93897"/>
                  </a:lnTo>
                  <a:lnTo>
                    <a:pt x="315043" y="89167"/>
                  </a:lnTo>
                  <a:lnTo>
                    <a:pt x="312497" y="84515"/>
                  </a:lnTo>
                  <a:lnTo>
                    <a:pt x="309804" y="79947"/>
                  </a:lnTo>
                  <a:lnTo>
                    <a:pt x="306967" y="75466"/>
                  </a:lnTo>
                  <a:lnTo>
                    <a:pt x="303990" y="71077"/>
                  </a:lnTo>
                  <a:lnTo>
                    <a:pt x="300875" y="66785"/>
                  </a:lnTo>
                  <a:lnTo>
                    <a:pt x="297625" y="62594"/>
                  </a:lnTo>
                  <a:lnTo>
                    <a:pt x="294244" y="58508"/>
                  </a:lnTo>
                  <a:lnTo>
                    <a:pt x="290735" y="54532"/>
                  </a:lnTo>
                  <a:lnTo>
                    <a:pt x="287102" y="50668"/>
                  </a:lnTo>
                  <a:lnTo>
                    <a:pt x="283348" y="46922"/>
                  </a:lnTo>
                  <a:lnTo>
                    <a:pt x="279477" y="43297"/>
                  </a:lnTo>
                  <a:lnTo>
                    <a:pt x="275493" y="39797"/>
                  </a:lnTo>
                  <a:lnTo>
                    <a:pt x="271400" y="36425"/>
                  </a:lnTo>
                  <a:lnTo>
                    <a:pt x="267203" y="33184"/>
                  </a:lnTo>
                  <a:lnTo>
                    <a:pt x="262904" y="30078"/>
                  </a:lnTo>
                  <a:lnTo>
                    <a:pt x="258509" y="27110"/>
                  </a:lnTo>
                  <a:lnTo>
                    <a:pt x="254022" y="24282"/>
                  </a:lnTo>
                  <a:lnTo>
                    <a:pt x="249448" y="21599"/>
                  </a:lnTo>
                  <a:lnTo>
                    <a:pt x="244791" y="19062"/>
                  </a:lnTo>
                  <a:lnTo>
                    <a:pt x="240056" y="16674"/>
                  </a:lnTo>
                  <a:lnTo>
                    <a:pt x="235247" y="14437"/>
                  </a:lnTo>
                  <a:lnTo>
                    <a:pt x="230370" y="12354"/>
                  </a:lnTo>
                  <a:lnTo>
                    <a:pt x="225430" y="10427"/>
                  </a:lnTo>
                  <a:lnTo>
                    <a:pt x="220430" y="8658"/>
                  </a:lnTo>
                  <a:lnTo>
                    <a:pt x="215377" y="7047"/>
                  </a:lnTo>
                  <a:lnTo>
                    <a:pt x="210276" y="5598"/>
                  </a:lnTo>
                  <a:lnTo>
                    <a:pt x="205131" y="4312"/>
                  </a:lnTo>
                  <a:lnTo>
                    <a:pt x="199948" y="3190"/>
                  </a:lnTo>
                  <a:lnTo>
                    <a:pt x="194732" y="2232"/>
                  </a:lnTo>
                  <a:lnTo>
                    <a:pt x="189488" y="1440"/>
                  </a:lnTo>
                  <a:lnTo>
                    <a:pt x="167159" y="1671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22329" cy="167167"/>
            </a:xfrm>
            <a:custGeom>
              <a:avLst/>
              <a:pathLst>
                <a:path w="22329" h="167167">
                  <a:moveTo>
                    <a:pt x="22329" y="1497"/>
                  </a:moveTo>
                  <a:lnTo>
                    <a:pt x="14910" y="666"/>
                  </a:lnTo>
                  <a:lnTo>
                    <a:pt x="7462" y="16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974812" y="5399291"/>
              <a:ext cx="48731" cy="167167"/>
            </a:xfrm>
            <a:custGeom>
              <a:avLst/>
              <a:pathLst>
                <a:path w="48731" h="167167">
                  <a:moveTo>
                    <a:pt x="48731" y="0"/>
                  </a:moveTo>
                  <a:lnTo>
                    <a:pt x="42551" y="114"/>
                  </a:lnTo>
                  <a:lnTo>
                    <a:pt x="36380" y="456"/>
                  </a:lnTo>
                  <a:lnTo>
                    <a:pt x="30225" y="1027"/>
                  </a:lnTo>
                  <a:lnTo>
                    <a:pt x="24096" y="1825"/>
                  </a:lnTo>
                  <a:lnTo>
                    <a:pt x="18001" y="2848"/>
                  </a:lnTo>
                  <a:lnTo>
                    <a:pt x="11947" y="4097"/>
                  </a:lnTo>
                  <a:lnTo>
                    <a:pt x="5944" y="5568"/>
                  </a:lnTo>
                  <a:lnTo>
                    <a:pt x="0" y="7260"/>
                  </a:lnTo>
                  <a:lnTo>
                    <a:pt x="487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4812" y="5406552"/>
              <a:ext cx="48731" cy="159906"/>
            </a:xfrm>
            <a:custGeom>
              <a:avLst/>
              <a:pathLst>
                <a:path w="48731" h="159906">
                  <a:moveTo>
                    <a:pt x="0" y="0"/>
                  </a:moveTo>
                  <a:lnTo>
                    <a:pt x="48731" y="159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4812" y="5406552"/>
              <a:ext cx="48731" cy="159906"/>
            </a:xfrm>
            <a:custGeom>
              <a:avLst/>
              <a:pathLst>
                <a:path w="48731" h="159906">
                  <a:moveTo>
                    <a:pt x="0" y="0"/>
                  </a:moveTo>
                  <a:lnTo>
                    <a:pt x="48731" y="159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4812" y="5406552"/>
              <a:ext cx="48731" cy="159906"/>
            </a:xfrm>
            <a:custGeom>
              <a:avLst/>
              <a:pathLst>
                <a:path w="48731" h="159906">
                  <a:moveTo>
                    <a:pt x="0" y="0"/>
                  </a:moveTo>
                  <a:lnTo>
                    <a:pt x="48731" y="159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4812" y="5406552"/>
              <a:ext cx="48731" cy="159906"/>
            </a:xfrm>
            <a:custGeom>
              <a:avLst/>
              <a:pathLst>
                <a:path w="48731" h="159906">
                  <a:moveTo>
                    <a:pt x="0" y="0"/>
                  </a:moveTo>
                  <a:lnTo>
                    <a:pt x="48731" y="1599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4812" y="5406552"/>
              <a:ext cx="48731" cy="159906"/>
            </a:xfrm>
            <a:custGeom>
              <a:avLst/>
              <a:pathLst>
                <a:path w="48731" h="159906">
                  <a:moveTo>
                    <a:pt x="0" y="0"/>
                  </a:moveTo>
                  <a:lnTo>
                    <a:pt x="48731" y="1599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856378" y="5406552"/>
              <a:ext cx="188511" cy="327074"/>
            </a:xfrm>
            <a:custGeom>
              <a:avLst/>
              <a:pathLst>
                <a:path w="188511" h="327074">
                  <a:moveTo>
                    <a:pt x="118434" y="0"/>
                  </a:moveTo>
                  <a:lnTo>
                    <a:pt x="113347" y="1639"/>
                  </a:lnTo>
                  <a:lnTo>
                    <a:pt x="108314" y="3441"/>
                  </a:lnTo>
                  <a:lnTo>
                    <a:pt x="103342" y="5402"/>
                  </a:lnTo>
                  <a:lnTo>
                    <a:pt x="98435" y="7522"/>
                  </a:lnTo>
                  <a:lnTo>
                    <a:pt x="93598" y="9797"/>
                  </a:lnTo>
                  <a:lnTo>
                    <a:pt x="88837" y="12226"/>
                  </a:lnTo>
                  <a:lnTo>
                    <a:pt x="84155" y="14806"/>
                  </a:lnTo>
                  <a:lnTo>
                    <a:pt x="79558" y="17534"/>
                  </a:lnTo>
                  <a:lnTo>
                    <a:pt x="75051" y="20407"/>
                  </a:lnTo>
                  <a:lnTo>
                    <a:pt x="70639" y="23424"/>
                  </a:lnTo>
                  <a:lnTo>
                    <a:pt x="66324" y="26580"/>
                  </a:lnTo>
                  <a:lnTo>
                    <a:pt x="62113" y="29872"/>
                  </a:lnTo>
                  <a:lnTo>
                    <a:pt x="58010" y="33297"/>
                  </a:lnTo>
                  <a:lnTo>
                    <a:pt x="54018" y="36851"/>
                  </a:lnTo>
                  <a:lnTo>
                    <a:pt x="50141" y="40532"/>
                  </a:lnTo>
                  <a:lnTo>
                    <a:pt x="46385" y="44334"/>
                  </a:lnTo>
                  <a:lnTo>
                    <a:pt x="42751" y="48255"/>
                  </a:lnTo>
                  <a:lnTo>
                    <a:pt x="39245" y="52290"/>
                  </a:lnTo>
                  <a:lnTo>
                    <a:pt x="35870" y="56434"/>
                  </a:lnTo>
                  <a:lnTo>
                    <a:pt x="32629" y="60685"/>
                  </a:lnTo>
                  <a:lnTo>
                    <a:pt x="29526" y="65037"/>
                  </a:lnTo>
                  <a:lnTo>
                    <a:pt x="26563" y="69486"/>
                  </a:lnTo>
                  <a:lnTo>
                    <a:pt x="23744" y="74027"/>
                  </a:lnTo>
                  <a:lnTo>
                    <a:pt x="21072" y="78657"/>
                  </a:lnTo>
                  <a:lnTo>
                    <a:pt x="18549" y="83369"/>
                  </a:lnTo>
                  <a:lnTo>
                    <a:pt x="16178" y="88160"/>
                  </a:lnTo>
                  <a:lnTo>
                    <a:pt x="13961" y="93023"/>
                  </a:lnTo>
                  <a:lnTo>
                    <a:pt x="11901" y="97956"/>
                  </a:lnTo>
                  <a:lnTo>
                    <a:pt x="10000" y="102951"/>
                  </a:lnTo>
                  <a:lnTo>
                    <a:pt x="8259" y="108005"/>
                  </a:lnTo>
                  <a:lnTo>
                    <a:pt x="6681" y="113112"/>
                  </a:lnTo>
                  <a:lnTo>
                    <a:pt x="5267" y="118267"/>
                  </a:lnTo>
                  <a:lnTo>
                    <a:pt x="4019" y="123464"/>
                  </a:lnTo>
                  <a:lnTo>
                    <a:pt x="2937" y="128699"/>
                  </a:lnTo>
                  <a:lnTo>
                    <a:pt x="2023" y="133966"/>
                  </a:lnTo>
                  <a:lnTo>
                    <a:pt x="1278" y="139259"/>
                  </a:lnTo>
                  <a:lnTo>
                    <a:pt x="703" y="144573"/>
                  </a:lnTo>
                  <a:lnTo>
                    <a:pt x="298" y="149903"/>
                  </a:lnTo>
                  <a:lnTo>
                    <a:pt x="63" y="155243"/>
                  </a:lnTo>
                  <a:lnTo>
                    <a:pt x="0" y="160588"/>
                  </a:lnTo>
                  <a:lnTo>
                    <a:pt x="107" y="165932"/>
                  </a:lnTo>
                  <a:lnTo>
                    <a:pt x="385" y="171270"/>
                  </a:lnTo>
                  <a:lnTo>
                    <a:pt x="833" y="176596"/>
                  </a:lnTo>
                  <a:lnTo>
                    <a:pt x="1452" y="181905"/>
                  </a:lnTo>
                  <a:lnTo>
                    <a:pt x="2240" y="187192"/>
                  </a:lnTo>
                  <a:lnTo>
                    <a:pt x="3197" y="192451"/>
                  </a:lnTo>
                  <a:lnTo>
                    <a:pt x="4321" y="197677"/>
                  </a:lnTo>
                  <a:lnTo>
                    <a:pt x="5612" y="202864"/>
                  </a:lnTo>
                  <a:lnTo>
                    <a:pt x="7068" y="208007"/>
                  </a:lnTo>
                  <a:lnTo>
                    <a:pt x="8687" y="213101"/>
                  </a:lnTo>
                  <a:lnTo>
                    <a:pt x="10469" y="218140"/>
                  </a:lnTo>
                  <a:lnTo>
                    <a:pt x="12411" y="223120"/>
                  </a:lnTo>
                  <a:lnTo>
                    <a:pt x="14511" y="228036"/>
                  </a:lnTo>
                  <a:lnTo>
                    <a:pt x="16767" y="232881"/>
                  </a:lnTo>
                  <a:lnTo>
                    <a:pt x="19177" y="237652"/>
                  </a:lnTo>
                  <a:lnTo>
                    <a:pt x="21739" y="242344"/>
                  </a:lnTo>
                  <a:lnTo>
                    <a:pt x="24449" y="246951"/>
                  </a:lnTo>
                  <a:lnTo>
                    <a:pt x="27305" y="251470"/>
                  </a:lnTo>
                  <a:lnTo>
                    <a:pt x="30303" y="255894"/>
                  </a:lnTo>
                  <a:lnTo>
                    <a:pt x="33442" y="260221"/>
                  </a:lnTo>
                  <a:lnTo>
                    <a:pt x="36718" y="264445"/>
                  </a:lnTo>
                  <a:lnTo>
                    <a:pt x="40127" y="268562"/>
                  </a:lnTo>
                  <a:lnTo>
                    <a:pt x="43665" y="272568"/>
                  </a:lnTo>
                  <a:lnTo>
                    <a:pt x="47330" y="276459"/>
                  </a:lnTo>
                  <a:lnTo>
                    <a:pt x="51118" y="280231"/>
                  </a:lnTo>
                  <a:lnTo>
                    <a:pt x="55024" y="283879"/>
                  </a:lnTo>
                  <a:lnTo>
                    <a:pt x="59045" y="287401"/>
                  </a:lnTo>
                  <a:lnTo>
                    <a:pt x="63177" y="290793"/>
                  </a:lnTo>
                  <a:lnTo>
                    <a:pt x="67414" y="294051"/>
                  </a:lnTo>
                  <a:lnTo>
                    <a:pt x="71754" y="297171"/>
                  </a:lnTo>
                  <a:lnTo>
                    <a:pt x="76191" y="300151"/>
                  </a:lnTo>
                  <a:lnTo>
                    <a:pt x="80722" y="302988"/>
                  </a:lnTo>
                  <a:lnTo>
                    <a:pt x="85340" y="305679"/>
                  </a:lnTo>
                  <a:lnTo>
                    <a:pt x="90043" y="308220"/>
                  </a:lnTo>
                  <a:lnTo>
                    <a:pt x="94824" y="310610"/>
                  </a:lnTo>
                  <a:lnTo>
                    <a:pt x="99679" y="312846"/>
                  </a:lnTo>
                  <a:lnTo>
                    <a:pt x="104603" y="314925"/>
                  </a:lnTo>
                  <a:lnTo>
                    <a:pt x="109591" y="316846"/>
                  </a:lnTo>
                  <a:lnTo>
                    <a:pt x="114638" y="318607"/>
                  </a:lnTo>
                  <a:lnTo>
                    <a:pt x="119739" y="320205"/>
                  </a:lnTo>
                  <a:lnTo>
                    <a:pt x="124888" y="321639"/>
                  </a:lnTo>
                  <a:lnTo>
                    <a:pt x="130081" y="322908"/>
                  </a:lnTo>
                  <a:lnTo>
                    <a:pt x="135311" y="324011"/>
                  </a:lnTo>
                  <a:lnTo>
                    <a:pt x="140574" y="324945"/>
                  </a:lnTo>
                  <a:lnTo>
                    <a:pt x="145864" y="325711"/>
                  </a:lnTo>
                  <a:lnTo>
                    <a:pt x="151176" y="326307"/>
                  </a:lnTo>
                  <a:lnTo>
                    <a:pt x="156504" y="326733"/>
                  </a:lnTo>
                  <a:lnTo>
                    <a:pt x="161843" y="326989"/>
                  </a:lnTo>
                  <a:lnTo>
                    <a:pt x="167188" y="327074"/>
                  </a:lnTo>
                  <a:lnTo>
                    <a:pt x="172532" y="326988"/>
                  </a:lnTo>
                  <a:lnTo>
                    <a:pt x="177871" y="326731"/>
                  </a:lnTo>
                  <a:lnTo>
                    <a:pt x="183199" y="326303"/>
                  </a:lnTo>
                  <a:lnTo>
                    <a:pt x="188511" y="325705"/>
                  </a:lnTo>
                  <a:lnTo>
                    <a:pt x="167166" y="1599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167167" cy="332966"/>
            </a:xfrm>
            <a:custGeom>
              <a:avLst/>
              <a:pathLst>
                <a:path w="167167" h="332966">
                  <a:moveTo>
                    <a:pt x="21345" y="332966"/>
                  </a:moveTo>
                  <a:lnTo>
                    <a:pt x="26648" y="332197"/>
                  </a:lnTo>
                  <a:lnTo>
                    <a:pt x="31924" y="331258"/>
                  </a:lnTo>
                  <a:lnTo>
                    <a:pt x="37168" y="330150"/>
                  </a:lnTo>
                  <a:lnTo>
                    <a:pt x="42373" y="328875"/>
                  </a:lnTo>
                  <a:lnTo>
                    <a:pt x="47534" y="327434"/>
                  </a:lnTo>
                  <a:lnTo>
                    <a:pt x="52647" y="325828"/>
                  </a:lnTo>
                  <a:lnTo>
                    <a:pt x="57706" y="324058"/>
                  </a:lnTo>
                  <a:lnTo>
                    <a:pt x="62705" y="322128"/>
                  </a:lnTo>
                  <a:lnTo>
                    <a:pt x="67640" y="320039"/>
                  </a:lnTo>
                  <a:lnTo>
                    <a:pt x="72505" y="317792"/>
                  </a:lnTo>
                  <a:lnTo>
                    <a:pt x="77296" y="315390"/>
                  </a:lnTo>
                  <a:lnTo>
                    <a:pt x="82007" y="312837"/>
                  </a:lnTo>
                  <a:lnTo>
                    <a:pt x="86634" y="310133"/>
                  </a:lnTo>
                  <a:lnTo>
                    <a:pt x="91172" y="307283"/>
                  </a:lnTo>
                  <a:lnTo>
                    <a:pt x="95617" y="304288"/>
                  </a:lnTo>
                  <a:lnTo>
                    <a:pt x="99963" y="301153"/>
                  </a:lnTo>
                  <a:lnTo>
                    <a:pt x="104206" y="297880"/>
                  </a:lnTo>
                  <a:lnTo>
                    <a:pt x="108343" y="294473"/>
                  </a:lnTo>
                  <a:lnTo>
                    <a:pt x="112368" y="290934"/>
                  </a:lnTo>
                  <a:lnTo>
                    <a:pt x="116277" y="287269"/>
                  </a:lnTo>
                  <a:lnTo>
                    <a:pt x="120067" y="283480"/>
                  </a:lnTo>
                  <a:lnTo>
                    <a:pt x="123733" y="279572"/>
                  </a:lnTo>
                  <a:lnTo>
                    <a:pt x="127273" y="275548"/>
                  </a:lnTo>
                  <a:lnTo>
                    <a:pt x="130681" y="271413"/>
                  </a:lnTo>
                  <a:lnTo>
                    <a:pt x="133956" y="267170"/>
                  </a:lnTo>
                  <a:lnTo>
                    <a:pt x="137092" y="262825"/>
                  </a:lnTo>
                  <a:lnTo>
                    <a:pt x="140088" y="258382"/>
                  </a:lnTo>
                  <a:lnTo>
                    <a:pt x="142940" y="253844"/>
                  </a:lnTo>
                  <a:lnTo>
                    <a:pt x="145645" y="249218"/>
                  </a:lnTo>
                  <a:lnTo>
                    <a:pt x="148200" y="244507"/>
                  </a:lnTo>
                  <a:lnTo>
                    <a:pt x="150603" y="239717"/>
                  </a:lnTo>
                  <a:lnTo>
                    <a:pt x="152851" y="234853"/>
                  </a:lnTo>
                  <a:lnTo>
                    <a:pt x="154942" y="229919"/>
                  </a:lnTo>
                  <a:lnTo>
                    <a:pt x="156874" y="224920"/>
                  </a:lnTo>
                  <a:lnTo>
                    <a:pt x="158644" y="219862"/>
                  </a:lnTo>
                  <a:lnTo>
                    <a:pt x="160252" y="214750"/>
                  </a:lnTo>
                  <a:lnTo>
                    <a:pt x="161695" y="209588"/>
                  </a:lnTo>
                  <a:lnTo>
                    <a:pt x="162971" y="204384"/>
                  </a:lnTo>
                  <a:lnTo>
                    <a:pt x="164081" y="199141"/>
                  </a:lnTo>
                  <a:lnTo>
                    <a:pt x="165021" y="193865"/>
                  </a:lnTo>
                  <a:lnTo>
                    <a:pt x="165792" y="188562"/>
                  </a:lnTo>
                  <a:lnTo>
                    <a:pt x="166393" y="183236"/>
                  </a:lnTo>
                  <a:lnTo>
                    <a:pt x="166822" y="177895"/>
                  </a:lnTo>
                  <a:lnTo>
                    <a:pt x="167081" y="172542"/>
                  </a:lnTo>
                  <a:lnTo>
                    <a:pt x="167167" y="167184"/>
                  </a:lnTo>
                  <a:lnTo>
                    <a:pt x="167082" y="161825"/>
                  </a:lnTo>
                  <a:lnTo>
                    <a:pt x="166824" y="156472"/>
                  </a:lnTo>
                  <a:lnTo>
                    <a:pt x="166396" y="151131"/>
                  </a:lnTo>
                  <a:lnTo>
                    <a:pt x="165796" y="145805"/>
                  </a:lnTo>
                  <a:lnTo>
                    <a:pt x="165027" y="140502"/>
                  </a:lnTo>
                  <a:lnTo>
                    <a:pt x="164087" y="135226"/>
                  </a:lnTo>
                  <a:lnTo>
                    <a:pt x="162979" y="129983"/>
                  </a:lnTo>
                  <a:lnTo>
                    <a:pt x="161703" y="124778"/>
                  </a:lnTo>
                  <a:lnTo>
                    <a:pt x="160261" y="119616"/>
                  </a:lnTo>
                  <a:lnTo>
                    <a:pt x="158655" y="114504"/>
                  </a:lnTo>
                  <a:lnTo>
                    <a:pt x="156885" y="109445"/>
                  </a:lnTo>
                  <a:lnTo>
                    <a:pt x="154955" y="104446"/>
                  </a:lnTo>
                  <a:lnTo>
                    <a:pt x="152864" y="99511"/>
                  </a:lnTo>
                  <a:lnTo>
                    <a:pt x="150617" y="94646"/>
                  </a:lnTo>
                  <a:lnTo>
                    <a:pt x="148215" y="89856"/>
                  </a:lnTo>
                  <a:lnTo>
                    <a:pt x="145661" y="85145"/>
                  </a:lnTo>
                  <a:lnTo>
                    <a:pt x="142957" y="80518"/>
                  </a:lnTo>
                  <a:lnTo>
                    <a:pt x="140106" y="75980"/>
                  </a:lnTo>
                  <a:lnTo>
                    <a:pt x="137111" y="71536"/>
                  </a:lnTo>
                  <a:lnTo>
                    <a:pt x="133976" y="67190"/>
                  </a:lnTo>
                  <a:lnTo>
                    <a:pt x="130702" y="62947"/>
                  </a:lnTo>
                  <a:lnTo>
                    <a:pt x="127294" y="58811"/>
                  </a:lnTo>
                  <a:lnTo>
                    <a:pt x="123756" y="54787"/>
                  </a:lnTo>
                  <a:lnTo>
                    <a:pt x="120090" y="50878"/>
                  </a:lnTo>
                  <a:lnTo>
                    <a:pt x="116301" y="47088"/>
                  </a:lnTo>
                  <a:lnTo>
                    <a:pt x="112392" y="43422"/>
                  </a:lnTo>
                  <a:lnTo>
                    <a:pt x="108368" y="39883"/>
                  </a:lnTo>
                  <a:lnTo>
                    <a:pt x="104232" y="36475"/>
                  </a:lnTo>
                  <a:lnTo>
                    <a:pt x="99990" y="33201"/>
                  </a:lnTo>
                  <a:lnTo>
                    <a:pt x="95644" y="30065"/>
                  </a:lnTo>
                  <a:lnTo>
                    <a:pt x="91200" y="27069"/>
                  </a:lnTo>
                  <a:lnTo>
                    <a:pt x="86663" y="24218"/>
                  </a:lnTo>
                  <a:lnTo>
                    <a:pt x="82036" y="21513"/>
                  </a:lnTo>
                  <a:lnTo>
                    <a:pt x="77325" y="18959"/>
                  </a:lnTo>
                  <a:lnTo>
                    <a:pt x="72535" y="16556"/>
                  </a:lnTo>
                  <a:lnTo>
                    <a:pt x="67670" y="14309"/>
                  </a:lnTo>
                  <a:lnTo>
                    <a:pt x="62736" y="12218"/>
                  </a:lnTo>
                  <a:lnTo>
                    <a:pt x="57737" y="10287"/>
                  </a:lnTo>
                  <a:lnTo>
                    <a:pt x="52679" y="8517"/>
                  </a:lnTo>
                  <a:lnTo>
                    <a:pt x="47566" y="6910"/>
                  </a:lnTo>
                  <a:lnTo>
                    <a:pt x="42405" y="5467"/>
                  </a:lnTo>
                  <a:lnTo>
                    <a:pt x="37200" y="4191"/>
                  </a:lnTo>
                  <a:lnTo>
                    <a:pt x="31957" y="3083"/>
                  </a:lnTo>
                  <a:lnTo>
                    <a:pt x="26681" y="2143"/>
                  </a:lnTo>
                  <a:lnTo>
                    <a:pt x="21378" y="1372"/>
                  </a:lnTo>
                  <a:lnTo>
                    <a:pt x="16052" y="772"/>
                  </a:lnTo>
                  <a:lnTo>
                    <a:pt x="10711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28640" y="5269756"/>
              <a:ext cx="16617" cy="167167"/>
            </a:xfrm>
            <a:custGeom>
              <a:avLst/>
              <a:pathLst>
                <a:path w="16617" h="167167">
                  <a:moveTo>
                    <a:pt x="16617" y="0"/>
                  </a:moveTo>
                  <a:lnTo>
                    <a:pt x="8298" y="207"/>
                  </a:lnTo>
                  <a:lnTo>
                    <a:pt x="0" y="828"/>
                  </a:lnTo>
                  <a:lnTo>
                    <a:pt x="166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28640" y="5270584"/>
              <a:ext cx="16617" cy="166339"/>
            </a:xfrm>
            <a:custGeom>
              <a:avLst/>
              <a:pathLst>
                <a:path w="16617" h="166339">
                  <a:moveTo>
                    <a:pt x="0" y="0"/>
                  </a:moveTo>
                  <a:lnTo>
                    <a:pt x="16617" y="166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8640" y="5270584"/>
              <a:ext cx="16617" cy="166339"/>
            </a:xfrm>
            <a:custGeom>
              <a:avLst/>
              <a:pathLst>
                <a:path w="16617" h="166339">
                  <a:moveTo>
                    <a:pt x="0" y="0"/>
                  </a:moveTo>
                  <a:lnTo>
                    <a:pt x="16617" y="166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8640" y="5270584"/>
              <a:ext cx="16617" cy="166339"/>
            </a:xfrm>
            <a:custGeom>
              <a:avLst/>
              <a:pathLst>
                <a:path w="16617" h="166339">
                  <a:moveTo>
                    <a:pt x="0" y="0"/>
                  </a:moveTo>
                  <a:lnTo>
                    <a:pt x="16617" y="1663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8640" y="5270584"/>
              <a:ext cx="16617" cy="166339"/>
            </a:xfrm>
            <a:custGeom>
              <a:avLst/>
              <a:pathLst>
                <a:path w="16617" h="166339">
                  <a:moveTo>
                    <a:pt x="0" y="0"/>
                  </a:moveTo>
                  <a:lnTo>
                    <a:pt x="16617" y="1663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381977" y="5270584"/>
              <a:ext cx="163281" cy="166339"/>
            </a:xfrm>
            <a:custGeom>
              <a:avLst/>
              <a:pathLst>
                <a:path w="163281" h="166339">
                  <a:moveTo>
                    <a:pt x="146663" y="0"/>
                  </a:moveTo>
                  <a:lnTo>
                    <a:pt x="141179" y="639"/>
                  </a:lnTo>
                  <a:lnTo>
                    <a:pt x="135719" y="1459"/>
                  </a:lnTo>
                  <a:lnTo>
                    <a:pt x="130289" y="2460"/>
                  </a:lnTo>
                  <a:lnTo>
                    <a:pt x="124894" y="3638"/>
                  </a:lnTo>
                  <a:lnTo>
                    <a:pt x="119542" y="4995"/>
                  </a:lnTo>
                  <a:lnTo>
                    <a:pt x="114238" y="6527"/>
                  </a:lnTo>
                  <a:lnTo>
                    <a:pt x="108987" y="8234"/>
                  </a:lnTo>
                  <a:lnTo>
                    <a:pt x="103795" y="10114"/>
                  </a:lnTo>
                  <a:lnTo>
                    <a:pt x="98668" y="12163"/>
                  </a:lnTo>
                  <a:lnTo>
                    <a:pt x="93611" y="14381"/>
                  </a:lnTo>
                  <a:lnTo>
                    <a:pt x="88631" y="16765"/>
                  </a:lnTo>
                  <a:lnTo>
                    <a:pt x="83732" y="19312"/>
                  </a:lnTo>
                  <a:lnTo>
                    <a:pt x="78920" y="22019"/>
                  </a:lnTo>
                  <a:lnTo>
                    <a:pt x="74200" y="24884"/>
                  </a:lnTo>
                  <a:lnTo>
                    <a:pt x="69577" y="27903"/>
                  </a:lnTo>
                  <a:lnTo>
                    <a:pt x="65056" y="31073"/>
                  </a:lnTo>
                  <a:lnTo>
                    <a:pt x="60642" y="34391"/>
                  </a:lnTo>
                  <a:lnTo>
                    <a:pt x="56341" y="37853"/>
                  </a:lnTo>
                  <a:lnTo>
                    <a:pt x="52156" y="41454"/>
                  </a:lnTo>
                  <a:lnTo>
                    <a:pt x="48092" y="45192"/>
                  </a:lnTo>
                  <a:lnTo>
                    <a:pt x="44154" y="49063"/>
                  </a:lnTo>
                  <a:lnTo>
                    <a:pt x="40346" y="53061"/>
                  </a:lnTo>
                  <a:lnTo>
                    <a:pt x="36672" y="57182"/>
                  </a:lnTo>
                  <a:lnTo>
                    <a:pt x="33136" y="61423"/>
                  </a:lnTo>
                  <a:lnTo>
                    <a:pt x="29742" y="65779"/>
                  </a:lnTo>
                  <a:lnTo>
                    <a:pt x="26494" y="70244"/>
                  </a:lnTo>
                  <a:lnTo>
                    <a:pt x="23395" y="74813"/>
                  </a:lnTo>
                  <a:lnTo>
                    <a:pt x="20449" y="79483"/>
                  </a:lnTo>
                  <a:lnTo>
                    <a:pt x="17658" y="84247"/>
                  </a:lnTo>
                  <a:lnTo>
                    <a:pt x="15027" y="89101"/>
                  </a:lnTo>
                  <a:lnTo>
                    <a:pt x="12557" y="94040"/>
                  </a:lnTo>
                  <a:lnTo>
                    <a:pt x="10251" y="99057"/>
                  </a:lnTo>
                  <a:lnTo>
                    <a:pt x="8113" y="104147"/>
                  </a:lnTo>
                  <a:lnTo>
                    <a:pt x="6144" y="109306"/>
                  </a:lnTo>
                  <a:lnTo>
                    <a:pt x="4346" y="114526"/>
                  </a:lnTo>
                  <a:lnTo>
                    <a:pt x="2721" y="119803"/>
                  </a:lnTo>
                  <a:lnTo>
                    <a:pt x="1272" y="125131"/>
                  </a:lnTo>
                  <a:lnTo>
                    <a:pt x="0" y="130504"/>
                  </a:lnTo>
                  <a:lnTo>
                    <a:pt x="163281" y="1663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78094" y="5269756"/>
              <a:ext cx="334317" cy="334331"/>
            </a:xfrm>
            <a:custGeom>
              <a:avLst/>
              <a:pathLst>
                <a:path w="334317" h="334331">
                  <a:moveTo>
                    <a:pt x="3882" y="131332"/>
                  </a:moveTo>
                  <a:lnTo>
                    <a:pt x="2825" y="136541"/>
                  </a:lnTo>
                  <a:lnTo>
                    <a:pt x="1935" y="141781"/>
                  </a:lnTo>
                  <a:lnTo>
                    <a:pt x="1211" y="147047"/>
                  </a:lnTo>
                  <a:lnTo>
                    <a:pt x="655" y="152333"/>
                  </a:lnTo>
                  <a:lnTo>
                    <a:pt x="268" y="157634"/>
                  </a:lnTo>
                  <a:lnTo>
                    <a:pt x="49" y="162944"/>
                  </a:lnTo>
                  <a:lnTo>
                    <a:pt x="0" y="168259"/>
                  </a:lnTo>
                  <a:lnTo>
                    <a:pt x="119" y="173573"/>
                  </a:lnTo>
                  <a:lnTo>
                    <a:pt x="407" y="178880"/>
                  </a:lnTo>
                  <a:lnTo>
                    <a:pt x="863" y="184175"/>
                  </a:lnTo>
                  <a:lnTo>
                    <a:pt x="1488" y="189454"/>
                  </a:lnTo>
                  <a:lnTo>
                    <a:pt x="2280" y="194709"/>
                  </a:lnTo>
                  <a:lnTo>
                    <a:pt x="3239" y="199937"/>
                  </a:lnTo>
                  <a:lnTo>
                    <a:pt x="4364" y="205132"/>
                  </a:lnTo>
                  <a:lnTo>
                    <a:pt x="5653" y="210288"/>
                  </a:lnTo>
                  <a:lnTo>
                    <a:pt x="7106" y="215401"/>
                  </a:lnTo>
                  <a:lnTo>
                    <a:pt x="8720" y="220465"/>
                  </a:lnTo>
                  <a:lnTo>
                    <a:pt x="10495" y="225475"/>
                  </a:lnTo>
                  <a:lnTo>
                    <a:pt x="12428" y="230426"/>
                  </a:lnTo>
                  <a:lnTo>
                    <a:pt x="14517" y="235314"/>
                  </a:lnTo>
                  <a:lnTo>
                    <a:pt x="16760" y="240132"/>
                  </a:lnTo>
                  <a:lnTo>
                    <a:pt x="19156" y="244877"/>
                  </a:lnTo>
                  <a:lnTo>
                    <a:pt x="21701" y="249543"/>
                  </a:lnTo>
                  <a:lnTo>
                    <a:pt x="24394" y="254125"/>
                  </a:lnTo>
                  <a:lnTo>
                    <a:pt x="27230" y="258620"/>
                  </a:lnTo>
                  <a:lnTo>
                    <a:pt x="30208" y="263023"/>
                  </a:lnTo>
                  <a:lnTo>
                    <a:pt x="33325" y="267328"/>
                  </a:lnTo>
                  <a:lnTo>
                    <a:pt x="36577" y="271532"/>
                  </a:lnTo>
                  <a:lnTo>
                    <a:pt x="39961" y="275631"/>
                  </a:lnTo>
                  <a:lnTo>
                    <a:pt x="43473" y="279620"/>
                  </a:lnTo>
                  <a:lnTo>
                    <a:pt x="47111" y="283495"/>
                  </a:lnTo>
                  <a:lnTo>
                    <a:pt x="50870" y="287253"/>
                  </a:lnTo>
                  <a:lnTo>
                    <a:pt x="54746" y="290890"/>
                  </a:lnTo>
                  <a:lnTo>
                    <a:pt x="58736" y="294401"/>
                  </a:lnTo>
                  <a:lnTo>
                    <a:pt x="62836" y="297784"/>
                  </a:lnTo>
                  <a:lnTo>
                    <a:pt x="67041" y="301034"/>
                  </a:lnTo>
                  <a:lnTo>
                    <a:pt x="71347" y="304150"/>
                  </a:lnTo>
                  <a:lnTo>
                    <a:pt x="75751" y="307126"/>
                  </a:lnTo>
                  <a:lnTo>
                    <a:pt x="80246" y="309962"/>
                  </a:lnTo>
                  <a:lnTo>
                    <a:pt x="84830" y="312653"/>
                  </a:lnTo>
                  <a:lnTo>
                    <a:pt x="89497" y="315197"/>
                  </a:lnTo>
                  <a:lnTo>
                    <a:pt x="94242" y="317591"/>
                  </a:lnTo>
                  <a:lnTo>
                    <a:pt x="99061" y="319833"/>
                  </a:lnTo>
                  <a:lnTo>
                    <a:pt x="103949" y="321921"/>
                  </a:lnTo>
                  <a:lnTo>
                    <a:pt x="108900" y="323853"/>
                  </a:lnTo>
                  <a:lnTo>
                    <a:pt x="113911" y="325626"/>
                  </a:lnTo>
                  <a:lnTo>
                    <a:pt x="118976" y="327238"/>
                  </a:lnTo>
                  <a:lnTo>
                    <a:pt x="124089" y="328689"/>
                  </a:lnTo>
                  <a:lnTo>
                    <a:pt x="129245" y="329977"/>
                  </a:lnTo>
                  <a:lnTo>
                    <a:pt x="134440" y="331100"/>
                  </a:lnTo>
                  <a:lnTo>
                    <a:pt x="139669" y="332058"/>
                  </a:lnTo>
                  <a:lnTo>
                    <a:pt x="144925" y="332849"/>
                  </a:lnTo>
                  <a:lnTo>
                    <a:pt x="150203" y="333472"/>
                  </a:lnTo>
                  <a:lnTo>
                    <a:pt x="155499" y="333927"/>
                  </a:lnTo>
                  <a:lnTo>
                    <a:pt x="160806" y="334213"/>
                  </a:lnTo>
                  <a:lnTo>
                    <a:pt x="166120" y="334331"/>
                  </a:lnTo>
                  <a:lnTo>
                    <a:pt x="171435" y="334280"/>
                  </a:lnTo>
                  <a:lnTo>
                    <a:pt x="176745" y="334060"/>
                  </a:lnTo>
                  <a:lnTo>
                    <a:pt x="182046" y="333671"/>
                  </a:lnTo>
                  <a:lnTo>
                    <a:pt x="187332" y="333113"/>
                  </a:lnTo>
                  <a:lnTo>
                    <a:pt x="192597" y="332388"/>
                  </a:lnTo>
                  <a:lnTo>
                    <a:pt x="197837" y="331496"/>
                  </a:lnTo>
                  <a:lnTo>
                    <a:pt x="203045" y="330438"/>
                  </a:lnTo>
                  <a:lnTo>
                    <a:pt x="208218" y="329215"/>
                  </a:lnTo>
                  <a:lnTo>
                    <a:pt x="213349" y="327828"/>
                  </a:lnTo>
                  <a:lnTo>
                    <a:pt x="218433" y="326278"/>
                  </a:lnTo>
                  <a:lnTo>
                    <a:pt x="223465" y="324568"/>
                  </a:lnTo>
                  <a:lnTo>
                    <a:pt x="228441" y="322698"/>
                  </a:lnTo>
                  <a:lnTo>
                    <a:pt x="233354" y="320672"/>
                  </a:lnTo>
                  <a:lnTo>
                    <a:pt x="238201" y="318490"/>
                  </a:lnTo>
                  <a:lnTo>
                    <a:pt x="242976" y="316155"/>
                  </a:lnTo>
                  <a:lnTo>
                    <a:pt x="247674" y="313670"/>
                  </a:lnTo>
                  <a:lnTo>
                    <a:pt x="252291" y="311036"/>
                  </a:lnTo>
                  <a:lnTo>
                    <a:pt x="256821" y="308257"/>
                  </a:lnTo>
                  <a:lnTo>
                    <a:pt x="261261" y="305335"/>
                  </a:lnTo>
                  <a:lnTo>
                    <a:pt x="265606" y="302274"/>
                  </a:lnTo>
                  <a:lnTo>
                    <a:pt x="269852" y="299076"/>
                  </a:lnTo>
                  <a:lnTo>
                    <a:pt x="273993" y="295745"/>
                  </a:lnTo>
                  <a:lnTo>
                    <a:pt x="278027" y="292284"/>
                  </a:lnTo>
                  <a:lnTo>
                    <a:pt x="281949" y="288696"/>
                  </a:lnTo>
                  <a:lnTo>
                    <a:pt x="285754" y="284985"/>
                  </a:lnTo>
                  <a:lnTo>
                    <a:pt x="289440" y="281156"/>
                  </a:lnTo>
                  <a:lnTo>
                    <a:pt x="293002" y="277211"/>
                  </a:lnTo>
                  <a:lnTo>
                    <a:pt x="296437" y="273155"/>
                  </a:lnTo>
                  <a:lnTo>
                    <a:pt x="299741" y="268991"/>
                  </a:lnTo>
                  <a:lnTo>
                    <a:pt x="302911" y="264725"/>
                  </a:lnTo>
                  <a:lnTo>
                    <a:pt x="305944" y="260360"/>
                  </a:lnTo>
                  <a:lnTo>
                    <a:pt x="308836" y="255901"/>
                  </a:lnTo>
                  <a:lnTo>
                    <a:pt x="311585" y="251353"/>
                  </a:lnTo>
                  <a:lnTo>
                    <a:pt x="314189" y="246719"/>
                  </a:lnTo>
                  <a:lnTo>
                    <a:pt x="316644" y="242004"/>
                  </a:lnTo>
                  <a:lnTo>
                    <a:pt x="318947" y="237214"/>
                  </a:lnTo>
                  <a:lnTo>
                    <a:pt x="321097" y="232354"/>
                  </a:lnTo>
                  <a:lnTo>
                    <a:pt x="323092" y="227427"/>
                  </a:lnTo>
                  <a:lnTo>
                    <a:pt x="324929" y="222439"/>
                  </a:lnTo>
                  <a:lnTo>
                    <a:pt x="326606" y="217396"/>
                  </a:lnTo>
                  <a:lnTo>
                    <a:pt x="328122" y="212302"/>
                  </a:lnTo>
                  <a:lnTo>
                    <a:pt x="329476" y="207162"/>
                  </a:lnTo>
                  <a:lnTo>
                    <a:pt x="330665" y="201982"/>
                  </a:lnTo>
                  <a:lnTo>
                    <a:pt x="331689" y="196766"/>
                  </a:lnTo>
                  <a:lnTo>
                    <a:pt x="332547" y="191521"/>
                  </a:lnTo>
                  <a:lnTo>
                    <a:pt x="333238" y="186251"/>
                  </a:lnTo>
                  <a:lnTo>
                    <a:pt x="333761" y="180961"/>
                  </a:lnTo>
                  <a:lnTo>
                    <a:pt x="334115" y="175658"/>
                  </a:lnTo>
                  <a:lnTo>
                    <a:pt x="334301" y="170346"/>
                  </a:lnTo>
                  <a:lnTo>
                    <a:pt x="334317" y="165031"/>
                  </a:lnTo>
                  <a:lnTo>
                    <a:pt x="334165" y="159718"/>
                  </a:lnTo>
                  <a:lnTo>
                    <a:pt x="333844" y="154413"/>
                  </a:lnTo>
                  <a:lnTo>
                    <a:pt x="333354" y="149120"/>
                  </a:lnTo>
                  <a:lnTo>
                    <a:pt x="332696" y="143846"/>
                  </a:lnTo>
                  <a:lnTo>
                    <a:pt x="331871" y="138596"/>
                  </a:lnTo>
                  <a:lnTo>
                    <a:pt x="330880" y="133374"/>
                  </a:lnTo>
                  <a:lnTo>
                    <a:pt x="329722" y="128186"/>
                  </a:lnTo>
                  <a:lnTo>
                    <a:pt x="328401" y="123038"/>
                  </a:lnTo>
                  <a:lnTo>
                    <a:pt x="326917" y="117934"/>
                  </a:lnTo>
                  <a:lnTo>
                    <a:pt x="325271" y="112881"/>
                  </a:lnTo>
                  <a:lnTo>
                    <a:pt x="323465" y="107882"/>
                  </a:lnTo>
                  <a:lnTo>
                    <a:pt x="321501" y="102943"/>
                  </a:lnTo>
                  <a:lnTo>
                    <a:pt x="319381" y="98068"/>
                  </a:lnTo>
                  <a:lnTo>
                    <a:pt x="317108" y="93264"/>
                  </a:lnTo>
                  <a:lnTo>
                    <a:pt x="314683" y="88535"/>
                  </a:lnTo>
                  <a:lnTo>
                    <a:pt x="312108" y="83885"/>
                  </a:lnTo>
                  <a:lnTo>
                    <a:pt x="309387" y="79319"/>
                  </a:lnTo>
                  <a:lnTo>
                    <a:pt x="306523" y="74842"/>
                  </a:lnTo>
                  <a:lnTo>
                    <a:pt x="303517" y="70458"/>
                  </a:lnTo>
                  <a:lnTo>
                    <a:pt x="300374" y="66172"/>
                  </a:lnTo>
                  <a:lnTo>
                    <a:pt x="297096" y="61988"/>
                  </a:lnTo>
                  <a:lnTo>
                    <a:pt x="293686" y="57911"/>
                  </a:lnTo>
                  <a:lnTo>
                    <a:pt x="290149" y="53944"/>
                  </a:lnTo>
                  <a:lnTo>
                    <a:pt x="286487" y="50091"/>
                  </a:lnTo>
                  <a:lnTo>
                    <a:pt x="282705" y="46357"/>
                  </a:lnTo>
                  <a:lnTo>
                    <a:pt x="278806" y="42745"/>
                  </a:lnTo>
                  <a:lnTo>
                    <a:pt x="274794" y="39258"/>
                  </a:lnTo>
                  <a:lnTo>
                    <a:pt x="270673" y="35901"/>
                  </a:lnTo>
                  <a:lnTo>
                    <a:pt x="266448" y="32677"/>
                  </a:lnTo>
                  <a:lnTo>
                    <a:pt x="262122" y="29589"/>
                  </a:lnTo>
                  <a:lnTo>
                    <a:pt x="257700" y="26639"/>
                  </a:lnTo>
                  <a:lnTo>
                    <a:pt x="253187" y="23832"/>
                  </a:lnTo>
                  <a:lnTo>
                    <a:pt x="248587" y="21170"/>
                  </a:lnTo>
                  <a:lnTo>
                    <a:pt x="243904" y="18655"/>
                  </a:lnTo>
                  <a:lnTo>
                    <a:pt x="239144" y="16291"/>
                  </a:lnTo>
                  <a:lnTo>
                    <a:pt x="234311" y="14078"/>
                  </a:lnTo>
                  <a:lnTo>
                    <a:pt x="229411" y="12021"/>
                  </a:lnTo>
                  <a:lnTo>
                    <a:pt x="224447" y="10121"/>
                  </a:lnTo>
                  <a:lnTo>
                    <a:pt x="219425" y="8379"/>
                  </a:lnTo>
                  <a:lnTo>
                    <a:pt x="214351" y="6798"/>
                  </a:lnTo>
                  <a:lnTo>
                    <a:pt x="209229" y="5379"/>
                  </a:lnTo>
                  <a:lnTo>
                    <a:pt x="204064" y="4123"/>
                  </a:lnTo>
                  <a:lnTo>
                    <a:pt x="198862" y="3032"/>
                  </a:lnTo>
                  <a:lnTo>
                    <a:pt x="193628" y="2108"/>
                  </a:lnTo>
                  <a:lnTo>
                    <a:pt x="188367" y="1350"/>
                  </a:lnTo>
                  <a:lnTo>
                    <a:pt x="183085" y="759"/>
                  </a:lnTo>
                  <a:lnTo>
                    <a:pt x="177787" y="337"/>
                  </a:lnTo>
                  <a:lnTo>
                    <a:pt x="172478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996384" y="5018213"/>
              <a:ext cx="24654" cy="167167"/>
            </a:xfrm>
            <a:custGeom>
              <a:avLst/>
              <a:pathLst>
                <a:path w="24654" h="167167">
                  <a:moveTo>
                    <a:pt x="24654" y="0"/>
                  </a:moveTo>
                  <a:lnTo>
                    <a:pt x="16409" y="203"/>
                  </a:lnTo>
                  <a:lnTo>
                    <a:pt x="8184" y="813"/>
                  </a:lnTo>
                  <a:lnTo>
                    <a:pt x="0" y="1828"/>
                  </a:lnTo>
                  <a:lnTo>
                    <a:pt x="246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6384" y="5020041"/>
              <a:ext cx="24654" cy="165339"/>
            </a:xfrm>
            <a:custGeom>
              <a:avLst/>
              <a:pathLst>
                <a:path w="24654" h="165339">
                  <a:moveTo>
                    <a:pt x="0" y="0"/>
                  </a:moveTo>
                  <a:lnTo>
                    <a:pt x="24654" y="1653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6384" y="5020041"/>
              <a:ext cx="24654" cy="165339"/>
            </a:xfrm>
            <a:custGeom>
              <a:avLst/>
              <a:pathLst>
                <a:path w="24654" h="165339">
                  <a:moveTo>
                    <a:pt x="0" y="0"/>
                  </a:moveTo>
                  <a:lnTo>
                    <a:pt x="24654" y="1653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6384" y="5020041"/>
              <a:ext cx="24654" cy="165339"/>
            </a:xfrm>
            <a:custGeom>
              <a:avLst/>
              <a:pathLst>
                <a:path w="24654" h="165339">
                  <a:moveTo>
                    <a:pt x="0" y="0"/>
                  </a:moveTo>
                  <a:lnTo>
                    <a:pt x="24654" y="1653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853871" y="5020041"/>
              <a:ext cx="167167" cy="181846"/>
            </a:xfrm>
            <a:custGeom>
              <a:avLst/>
              <a:pathLst>
                <a:path w="167167" h="181846">
                  <a:moveTo>
                    <a:pt x="142512" y="0"/>
                  </a:moveTo>
                  <a:lnTo>
                    <a:pt x="137173" y="884"/>
                  </a:lnTo>
                  <a:lnTo>
                    <a:pt x="131865" y="1941"/>
                  </a:lnTo>
                  <a:lnTo>
                    <a:pt x="126594" y="3170"/>
                  </a:lnTo>
                  <a:lnTo>
                    <a:pt x="121366" y="4568"/>
                  </a:lnTo>
                  <a:lnTo>
                    <a:pt x="116186" y="6135"/>
                  </a:lnTo>
                  <a:lnTo>
                    <a:pt x="111059" y="7869"/>
                  </a:lnTo>
                  <a:lnTo>
                    <a:pt x="105991" y="9767"/>
                  </a:lnTo>
                  <a:lnTo>
                    <a:pt x="100987" y="11829"/>
                  </a:lnTo>
                  <a:lnTo>
                    <a:pt x="96053" y="14052"/>
                  </a:lnTo>
                  <a:lnTo>
                    <a:pt x="91193" y="16433"/>
                  </a:lnTo>
                  <a:lnTo>
                    <a:pt x="86412" y="18970"/>
                  </a:lnTo>
                  <a:lnTo>
                    <a:pt x="81717" y="21661"/>
                  </a:lnTo>
                  <a:lnTo>
                    <a:pt x="77111" y="24503"/>
                  </a:lnTo>
                  <a:lnTo>
                    <a:pt x="72599" y="27492"/>
                  </a:lnTo>
                  <a:lnTo>
                    <a:pt x="68186" y="30625"/>
                  </a:lnTo>
                  <a:lnTo>
                    <a:pt x="63877" y="33900"/>
                  </a:lnTo>
                  <a:lnTo>
                    <a:pt x="59677" y="37312"/>
                  </a:lnTo>
                  <a:lnTo>
                    <a:pt x="55589" y="40859"/>
                  </a:lnTo>
                  <a:lnTo>
                    <a:pt x="51618" y="44536"/>
                  </a:lnTo>
                  <a:lnTo>
                    <a:pt x="47768" y="48339"/>
                  </a:lnTo>
                  <a:lnTo>
                    <a:pt x="44043" y="52266"/>
                  </a:lnTo>
                  <a:lnTo>
                    <a:pt x="40447" y="56310"/>
                  </a:lnTo>
                  <a:lnTo>
                    <a:pt x="36985" y="60470"/>
                  </a:lnTo>
                  <a:lnTo>
                    <a:pt x="33658" y="64739"/>
                  </a:lnTo>
                  <a:lnTo>
                    <a:pt x="30472" y="69113"/>
                  </a:lnTo>
                  <a:lnTo>
                    <a:pt x="27428" y="73588"/>
                  </a:lnTo>
                  <a:lnTo>
                    <a:pt x="24532" y="78160"/>
                  </a:lnTo>
                  <a:lnTo>
                    <a:pt x="21784" y="82823"/>
                  </a:lnTo>
                  <a:lnTo>
                    <a:pt x="19189" y="87572"/>
                  </a:lnTo>
                  <a:lnTo>
                    <a:pt x="16750" y="92403"/>
                  </a:lnTo>
                  <a:lnTo>
                    <a:pt x="14467" y="97310"/>
                  </a:lnTo>
                  <a:lnTo>
                    <a:pt x="12345" y="102289"/>
                  </a:lnTo>
                  <a:lnTo>
                    <a:pt x="10386" y="107333"/>
                  </a:lnTo>
                  <a:lnTo>
                    <a:pt x="8590" y="112439"/>
                  </a:lnTo>
                  <a:lnTo>
                    <a:pt x="6961" y="117600"/>
                  </a:lnTo>
                  <a:lnTo>
                    <a:pt x="5499" y="122811"/>
                  </a:lnTo>
                  <a:lnTo>
                    <a:pt x="4207" y="128066"/>
                  </a:lnTo>
                  <a:lnTo>
                    <a:pt x="3086" y="133361"/>
                  </a:lnTo>
                  <a:lnTo>
                    <a:pt x="2137" y="138689"/>
                  </a:lnTo>
                  <a:lnTo>
                    <a:pt x="1361" y="144045"/>
                  </a:lnTo>
                  <a:lnTo>
                    <a:pt x="759" y="149423"/>
                  </a:lnTo>
                  <a:lnTo>
                    <a:pt x="331" y="154818"/>
                  </a:lnTo>
                  <a:lnTo>
                    <a:pt x="77" y="160224"/>
                  </a:lnTo>
                  <a:lnTo>
                    <a:pt x="0" y="165636"/>
                  </a:lnTo>
                  <a:lnTo>
                    <a:pt x="97" y="171047"/>
                  </a:lnTo>
                  <a:lnTo>
                    <a:pt x="369" y="176452"/>
                  </a:lnTo>
                  <a:lnTo>
                    <a:pt x="816" y="181846"/>
                  </a:lnTo>
                  <a:lnTo>
                    <a:pt x="167167" y="1653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4688" y="5018213"/>
              <a:ext cx="333506" cy="334329"/>
            </a:xfrm>
            <a:custGeom>
              <a:avLst/>
              <a:pathLst>
                <a:path w="333506" h="334329">
                  <a:moveTo>
                    <a:pt x="0" y="183674"/>
                  </a:moveTo>
                  <a:lnTo>
                    <a:pt x="609" y="188957"/>
                  </a:lnTo>
                  <a:lnTo>
                    <a:pt x="1386" y="194219"/>
                  </a:lnTo>
                  <a:lnTo>
                    <a:pt x="2330" y="199453"/>
                  </a:lnTo>
                  <a:lnTo>
                    <a:pt x="3440" y="204654"/>
                  </a:lnTo>
                  <a:lnTo>
                    <a:pt x="4715" y="209818"/>
                  </a:lnTo>
                  <a:lnTo>
                    <a:pt x="6154" y="214938"/>
                  </a:lnTo>
                  <a:lnTo>
                    <a:pt x="7754" y="220010"/>
                  </a:lnTo>
                  <a:lnTo>
                    <a:pt x="9516" y="225029"/>
                  </a:lnTo>
                  <a:lnTo>
                    <a:pt x="11436" y="229988"/>
                  </a:lnTo>
                  <a:lnTo>
                    <a:pt x="13513" y="234885"/>
                  </a:lnTo>
                  <a:lnTo>
                    <a:pt x="15744" y="239712"/>
                  </a:lnTo>
                  <a:lnTo>
                    <a:pt x="18128" y="244467"/>
                  </a:lnTo>
                  <a:lnTo>
                    <a:pt x="20662" y="249143"/>
                  </a:lnTo>
                  <a:lnTo>
                    <a:pt x="23344" y="253736"/>
                  </a:lnTo>
                  <a:lnTo>
                    <a:pt x="26170" y="258241"/>
                  </a:lnTo>
                  <a:lnTo>
                    <a:pt x="29138" y="262655"/>
                  </a:lnTo>
                  <a:lnTo>
                    <a:pt x="32245" y="266971"/>
                  </a:lnTo>
                  <a:lnTo>
                    <a:pt x="35488" y="271187"/>
                  </a:lnTo>
                  <a:lnTo>
                    <a:pt x="38863" y="275297"/>
                  </a:lnTo>
                  <a:lnTo>
                    <a:pt x="42368" y="279298"/>
                  </a:lnTo>
                  <a:lnTo>
                    <a:pt x="45998" y="283185"/>
                  </a:lnTo>
                  <a:lnTo>
                    <a:pt x="49749" y="286955"/>
                  </a:lnTo>
                  <a:lnTo>
                    <a:pt x="53619" y="290604"/>
                  </a:lnTo>
                  <a:lnTo>
                    <a:pt x="57603" y="294128"/>
                  </a:lnTo>
                  <a:lnTo>
                    <a:pt x="61697" y="297523"/>
                  </a:lnTo>
                  <a:lnTo>
                    <a:pt x="65897" y="300786"/>
                  </a:lnTo>
                  <a:lnTo>
                    <a:pt x="70198" y="303914"/>
                  </a:lnTo>
                  <a:lnTo>
                    <a:pt x="74597" y="306904"/>
                  </a:lnTo>
                  <a:lnTo>
                    <a:pt x="79089" y="309752"/>
                  </a:lnTo>
                  <a:lnTo>
                    <a:pt x="83669" y="312455"/>
                  </a:lnTo>
                  <a:lnTo>
                    <a:pt x="88332" y="315012"/>
                  </a:lnTo>
                  <a:lnTo>
                    <a:pt x="93075" y="317419"/>
                  </a:lnTo>
                  <a:lnTo>
                    <a:pt x="97892" y="319674"/>
                  </a:lnTo>
                  <a:lnTo>
                    <a:pt x="102778" y="321775"/>
                  </a:lnTo>
                  <a:lnTo>
                    <a:pt x="107729" y="323719"/>
                  </a:lnTo>
                  <a:lnTo>
                    <a:pt x="112738" y="325504"/>
                  </a:lnTo>
                  <a:lnTo>
                    <a:pt x="117803" y="327130"/>
                  </a:lnTo>
                  <a:lnTo>
                    <a:pt x="122916" y="328593"/>
                  </a:lnTo>
                  <a:lnTo>
                    <a:pt x="128073" y="329893"/>
                  </a:lnTo>
                  <a:lnTo>
                    <a:pt x="133269" y="331028"/>
                  </a:lnTo>
                  <a:lnTo>
                    <a:pt x="138499" y="331998"/>
                  </a:lnTo>
                  <a:lnTo>
                    <a:pt x="143756" y="332800"/>
                  </a:lnTo>
                  <a:lnTo>
                    <a:pt x="149037" y="333435"/>
                  </a:lnTo>
                  <a:lnTo>
                    <a:pt x="154335" y="333902"/>
                  </a:lnTo>
                  <a:lnTo>
                    <a:pt x="159645" y="334200"/>
                  </a:lnTo>
                  <a:lnTo>
                    <a:pt x="164962" y="334329"/>
                  </a:lnTo>
                  <a:lnTo>
                    <a:pt x="170280" y="334288"/>
                  </a:lnTo>
                  <a:lnTo>
                    <a:pt x="175595" y="334079"/>
                  </a:lnTo>
                  <a:lnTo>
                    <a:pt x="180900" y="333700"/>
                  </a:lnTo>
                  <a:lnTo>
                    <a:pt x="186190" y="333153"/>
                  </a:lnTo>
                  <a:lnTo>
                    <a:pt x="191461" y="332438"/>
                  </a:lnTo>
                  <a:lnTo>
                    <a:pt x="196705" y="331555"/>
                  </a:lnTo>
                  <a:lnTo>
                    <a:pt x="201919" y="330506"/>
                  </a:lnTo>
                  <a:lnTo>
                    <a:pt x="207098" y="329292"/>
                  </a:lnTo>
                  <a:lnTo>
                    <a:pt x="212234" y="327914"/>
                  </a:lnTo>
                  <a:lnTo>
                    <a:pt x="217325" y="326373"/>
                  </a:lnTo>
                  <a:lnTo>
                    <a:pt x="222364" y="324671"/>
                  </a:lnTo>
                  <a:lnTo>
                    <a:pt x="227346" y="322809"/>
                  </a:lnTo>
                  <a:lnTo>
                    <a:pt x="232266" y="320790"/>
                  </a:lnTo>
                  <a:lnTo>
                    <a:pt x="237120" y="318615"/>
                  </a:lnTo>
                  <a:lnTo>
                    <a:pt x="241902" y="316287"/>
                  </a:lnTo>
                  <a:lnTo>
                    <a:pt x="246607" y="313808"/>
                  </a:lnTo>
                  <a:lnTo>
                    <a:pt x="251232" y="311181"/>
                  </a:lnTo>
                  <a:lnTo>
                    <a:pt x="255770" y="308408"/>
                  </a:lnTo>
                  <a:lnTo>
                    <a:pt x="260218" y="305492"/>
                  </a:lnTo>
                  <a:lnTo>
                    <a:pt x="264571" y="302436"/>
                  </a:lnTo>
                  <a:lnTo>
                    <a:pt x="268824" y="299243"/>
                  </a:lnTo>
                  <a:lnTo>
                    <a:pt x="272974" y="295916"/>
                  </a:lnTo>
                  <a:lnTo>
                    <a:pt x="277016" y="292459"/>
                  </a:lnTo>
                  <a:lnTo>
                    <a:pt x="280945" y="288875"/>
                  </a:lnTo>
                  <a:lnTo>
                    <a:pt x="284759" y="285168"/>
                  </a:lnTo>
                  <a:lnTo>
                    <a:pt x="288453" y="281341"/>
                  </a:lnTo>
                  <a:lnTo>
                    <a:pt x="292023" y="277399"/>
                  </a:lnTo>
                  <a:lnTo>
                    <a:pt x="295466" y="273346"/>
                  </a:lnTo>
                  <a:lnTo>
                    <a:pt x="298779" y="269184"/>
                  </a:lnTo>
                  <a:lnTo>
                    <a:pt x="301957" y="264920"/>
                  </a:lnTo>
                  <a:lnTo>
                    <a:pt x="304998" y="260557"/>
                  </a:lnTo>
                  <a:lnTo>
                    <a:pt x="307899" y="256099"/>
                  </a:lnTo>
                  <a:lnTo>
                    <a:pt x="310656" y="251551"/>
                  </a:lnTo>
                  <a:lnTo>
                    <a:pt x="313268" y="246917"/>
                  </a:lnTo>
                  <a:lnTo>
                    <a:pt x="315730" y="242203"/>
                  </a:lnTo>
                  <a:lnTo>
                    <a:pt x="318042" y="237413"/>
                  </a:lnTo>
                  <a:lnTo>
                    <a:pt x="320200" y="232552"/>
                  </a:lnTo>
                  <a:lnTo>
                    <a:pt x="322202" y="227625"/>
                  </a:lnTo>
                  <a:lnTo>
                    <a:pt x="324046" y="222636"/>
                  </a:lnTo>
                  <a:lnTo>
                    <a:pt x="325731" y="217592"/>
                  </a:lnTo>
                  <a:lnTo>
                    <a:pt x="327254" y="212496"/>
                  </a:lnTo>
                  <a:lnTo>
                    <a:pt x="328615" y="207354"/>
                  </a:lnTo>
                  <a:lnTo>
                    <a:pt x="329811" y="202172"/>
                  </a:lnTo>
                  <a:lnTo>
                    <a:pt x="330842" y="196954"/>
                  </a:lnTo>
                  <a:lnTo>
                    <a:pt x="331706" y="191706"/>
                  </a:lnTo>
                  <a:lnTo>
                    <a:pt x="332403" y="186434"/>
                  </a:lnTo>
                  <a:lnTo>
                    <a:pt x="332932" y="181142"/>
                  </a:lnTo>
                  <a:lnTo>
                    <a:pt x="333293" y="175835"/>
                  </a:lnTo>
                  <a:lnTo>
                    <a:pt x="333484" y="170520"/>
                  </a:lnTo>
                  <a:lnTo>
                    <a:pt x="333506" y="165202"/>
                  </a:lnTo>
                  <a:lnTo>
                    <a:pt x="333359" y="159885"/>
                  </a:lnTo>
                  <a:lnTo>
                    <a:pt x="333043" y="154576"/>
                  </a:lnTo>
                  <a:lnTo>
                    <a:pt x="332558" y="149279"/>
                  </a:lnTo>
                  <a:lnTo>
                    <a:pt x="331904" y="144001"/>
                  </a:lnTo>
                  <a:lnTo>
                    <a:pt x="331084" y="138746"/>
                  </a:lnTo>
                  <a:lnTo>
                    <a:pt x="330096" y="133520"/>
                  </a:lnTo>
                  <a:lnTo>
                    <a:pt x="328943" y="128328"/>
                  </a:lnTo>
                  <a:lnTo>
                    <a:pt x="327625" y="123176"/>
                  </a:lnTo>
                  <a:lnTo>
                    <a:pt x="326144" y="118067"/>
                  </a:lnTo>
                  <a:lnTo>
                    <a:pt x="324501" y="113009"/>
                  </a:lnTo>
                  <a:lnTo>
                    <a:pt x="322698" y="108005"/>
                  </a:lnTo>
                  <a:lnTo>
                    <a:pt x="320737" y="103061"/>
                  </a:lnTo>
                  <a:lnTo>
                    <a:pt x="318620" y="98183"/>
                  </a:lnTo>
                  <a:lnTo>
                    <a:pt x="316348" y="93373"/>
                  </a:lnTo>
                  <a:lnTo>
                    <a:pt x="313925" y="88639"/>
                  </a:lnTo>
                  <a:lnTo>
                    <a:pt x="311352" y="83984"/>
                  </a:lnTo>
                  <a:lnTo>
                    <a:pt x="308632" y="79414"/>
                  </a:lnTo>
                  <a:lnTo>
                    <a:pt x="305769" y="74932"/>
                  </a:lnTo>
                  <a:lnTo>
                    <a:pt x="302764" y="70543"/>
                  </a:lnTo>
                  <a:lnTo>
                    <a:pt x="299621" y="66253"/>
                  </a:lnTo>
                  <a:lnTo>
                    <a:pt x="296344" y="62064"/>
                  </a:lnTo>
                  <a:lnTo>
                    <a:pt x="292934" y="57982"/>
                  </a:lnTo>
                  <a:lnTo>
                    <a:pt x="289397" y="54010"/>
                  </a:lnTo>
                  <a:lnTo>
                    <a:pt x="285735" y="50153"/>
                  </a:lnTo>
                  <a:lnTo>
                    <a:pt x="281952" y="46415"/>
                  </a:lnTo>
                  <a:lnTo>
                    <a:pt x="278052" y="42798"/>
                  </a:lnTo>
                  <a:lnTo>
                    <a:pt x="274039" y="39308"/>
                  </a:lnTo>
                  <a:lnTo>
                    <a:pt x="269917" y="35947"/>
                  </a:lnTo>
                  <a:lnTo>
                    <a:pt x="265691" y="32718"/>
                  </a:lnTo>
                  <a:lnTo>
                    <a:pt x="261363" y="29626"/>
                  </a:lnTo>
                  <a:lnTo>
                    <a:pt x="256940" y="26673"/>
                  </a:lnTo>
                  <a:lnTo>
                    <a:pt x="252425" y="23863"/>
                  </a:lnTo>
                  <a:lnTo>
                    <a:pt x="247822" y="21197"/>
                  </a:lnTo>
                  <a:lnTo>
                    <a:pt x="243137" y="18679"/>
                  </a:lnTo>
                  <a:lnTo>
                    <a:pt x="238375" y="16311"/>
                  </a:lnTo>
                  <a:lnTo>
                    <a:pt x="233539" y="14097"/>
                  </a:lnTo>
                  <a:lnTo>
                    <a:pt x="228636" y="12037"/>
                  </a:lnTo>
                  <a:lnTo>
                    <a:pt x="223669" y="10134"/>
                  </a:lnTo>
                  <a:lnTo>
                    <a:pt x="218645" y="8390"/>
                  </a:lnTo>
                  <a:lnTo>
                    <a:pt x="213568" y="6807"/>
                  </a:lnTo>
                  <a:lnTo>
                    <a:pt x="208442" y="5386"/>
                  </a:lnTo>
                  <a:lnTo>
                    <a:pt x="203274" y="4128"/>
                  </a:lnTo>
                  <a:lnTo>
                    <a:pt x="198069" y="3036"/>
                  </a:lnTo>
                  <a:lnTo>
                    <a:pt x="192832" y="2110"/>
                  </a:lnTo>
                  <a:lnTo>
                    <a:pt x="187568" y="1352"/>
                  </a:lnTo>
                  <a:lnTo>
                    <a:pt x="182282" y="760"/>
                  </a:lnTo>
                  <a:lnTo>
                    <a:pt x="176980" y="338"/>
                  </a:lnTo>
                  <a:lnTo>
                    <a:pt x="171668" y="84"/>
                  </a:lnTo>
                  <a:lnTo>
                    <a:pt x="166350" y="0"/>
                  </a:lnTo>
                  <a:lnTo>
                    <a:pt x="1663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339029" y="4659281"/>
              <a:ext cx="84205" cy="167167"/>
            </a:xfrm>
            <a:custGeom>
              <a:avLst/>
              <a:pathLst>
                <a:path w="84205" h="167167">
                  <a:moveTo>
                    <a:pt x="84205" y="0"/>
                  </a:moveTo>
                  <a:lnTo>
                    <a:pt x="78323" y="103"/>
                  </a:lnTo>
                  <a:lnTo>
                    <a:pt x="72448" y="413"/>
                  </a:lnTo>
                  <a:lnTo>
                    <a:pt x="66588" y="930"/>
                  </a:lnTo>
                  <a:lnTo>
                    <a:pt x="60750" y="1653"/>
                  </a:lnTo>
                  <a:lnTo>
                    <a:pt x="54941" y="2581"/>
                  </a:lnTo>
                  <a:lnTo>
                    <a:pt x="49168" y="3713"/>
                  </a:lnTo>
                  <a:lnTo>
                    <a:pt x="43438" y="5047"/>
                  </a:lnTo>
                  <a:lnTo>
                    <a:pt x="37759" y="6581"/>
                  </a:lnTo>
                  <a:lnTo>
                    <a:pt x="32137" y="8315"/>
                  </a:lnTo>
                  <a:lnTo>
                    <a:pt x="26580" y="10245"/>
                  </a:lnTo>
                  <a:lnTo>
                    <a:pt x="21095" y="12370"/>
                  </a:lnTo>
                  <a:lnTo>
                    <a:pt x="15687" y="14687"/>
                  </a:lnTo>
                  <a:lnTo>
                    <a:pt x="10364" y="17192"/>
                  </a:lnTo>
                  <a:lnTo>
                    <a:pt x="5133" y="19883"/>
                  </a:lnTo>
                  <a:lnTo>
                    <a:pt x="0" y="22756"/>
                  </a:lnTo>
                  <a:lnTo>
                    <a:pt x="842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39029" y="4682038"/>
              <a:ext cx="84205" cy="144410"/>
            </a:xfrm>
            <a:custGeom>
              <a:avLst/>
              <a:pathLst>
                <a:path w="84205" h="144410">
                  <a:moveTo>
                    <a:pt x="0" y="0"/>
                  </a:moveTo>
                  <a:lnTo>
                    <a:pt x="84205" y="144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39029" y="4682038"/>
              <a:ext cx="84205" cy="144410"/>
            </a:xfrm>
            <a:custGeom>
              <a:avLst/>
              <a:pathLst>
                <a:path w="84205" h="144410">
                  <a:moveTo>
                    <a:pt x="0" y="0"/>
                  </a:moveTo>
                  <a:lnTo>
                    <a:pt x="84205" y="144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256078" y="4682038"/>
              <a:ext cx="304513" cy="311574"/>
            </a:xfrm>
            <a:custGeom>
              <a:avLst/>
              <a:pathLst>
                <a:path w="304513" h="311574">
                  <a:moveTo>
                    <a:pt x="82951" y="0"/>
                  </a:moveTo>
                  <a:lnTo>
                    <a:pt x="78381" y="2763"/>
                  </a:lnTo>
                  <a:lnTo>
                    <a:pt x="73902" y="5671"/>
                  </a:lnTo>
                  <a:lnTo>
                    <a:pt x="69518" y="8720"/>
                  </a:lnTo>
                  <a:lnTo>
                    <a:pt x="65234" y="11908"/>
                  </a:lnTo>
                  <a:lnTo>
                    <a:pt x="61053" y="15231"/>
                  </a:lnTo>
                  <a:lnTo>
                    <a:pt x="56981" y="18686"/>
                  </a:lnTo>
                  <a:lnTo>
                    <a:pt x="53022" y="22269"/>
                  </a:lnTo>
                  <a:lnTo>
                    <a:pt x="49179" y="25977"/>
                  </a:lnTo>
                  <a:lnTo>
                    <a:pt x="45456" y="29806"/>
                  </a:lnTo>
                  <a:lnTo>
                    <a:pt x="41858" y="33752"/>
                  </a:lnTo>
                  <a:lnTo>
                    <a:pt x="38387" y="37811"/>
                  </a:lnTo>
                  <a:lnTo>
                    <a:pt x="35048" y="41978"/>
                  </a:lnTo>
                  <a:lnTo>
                    <a:pt x="31843" y="46250"/>
                  </a:lnTo>
                  <a:lnTo>
                    <a:pt x="28777" y="50622"/>
                  </a:lnTo>
                  <a:lnTo>
                    <a:pt x="25852" y="55090"/>
                  </a:lnTo>
                  <a:lnTo>
                    <a:pt x="23071" y="59649"/>
                  </a:lnTo>
                  <a:lnTo>
                    <a:pt x="20437" y="64295"/>
                  </a:lnTo>
                  <a:lnTo>
                    <a:pt x="17953" y="69022"/>
                  </a:lnTo>
                  <a:lnTo>
                    <a:pt x="15621" y="73826"/>
                  </a:lnTo>
                  <a:lnTo>
                    <a:pt x="13444" y="78702"/>
                  </a:lnTo>
                  <a:lnTo>
                    <a:pt x="11424" y="83646"/>
                  </a:lnTo>
                  <a:lnTo>
                    <a:pt x="9562" y="88651"/>
                  </a:lnTo>
                  <a:lnTo>
                    <a:pt x="7862" y="93713"/>
                  </a:lnTo>
                  <a:lnTo>
                    <a:pt x="6323" y="98827"/>
                  </a:lnTo>
                  <a:lnTo>
                    <a:pt x="4950" y="103988"/>
                  </a:lnTo>
                  <a:lnTo>
                    <a:pt x="3741" y="109189"/>
                  </a:lnTo>
                  <a:lnTo>
                    <a:pt x="2700" y="114427"/>
                  </a:lnTo>
                  <a:lnTo>
                    <a:pt x="1826" y="119695"/>
                  </a:lnTo>
                  <a:lnTo>
                    <a:pt x="1121" y="124989"/>
                  </a:lnTo>
                  <a:lnTo>
                    <a:pt x="585" y="130302"/>
                  </a:lnTo>
                  <a:lnTo>
                    <a:pt x="219" y="135630"/>
                  </a:lnTo>
                  <a:lnTo>
                    <a:pt x="24" y="140966"/>
                  </a:lnTo>
                  <a:lnTo>
                    <a:pt x="0" y="146307"/>
                  </a:lnTo>
                  <a:lnTo>
                    <a:pt x="145" y="151645"/>
                  </a:lnTo>
                  <a:lnTo>
                    <a:pt x="462" y="156976"/>
                  </a:lnTo>
                  <a:lnTo>
                    <a:pt x="948" y="162294"/>
                  </a:lnTo>
                  <a:lnTo>
                    <a:pt x="1604" y="167593"/>
                  </a:lnTo>
                  <a:lnTo>
                    <a:pt x="2429" y="172870"/>
                  </a:lnTo>
                  <a:lnTo>
                    <a:pt x="3422" y="178117"/>
                  </a:lnTo>
                  <a:lnTo>
                    <a:pt x="4582" y="183329"/>
                  </a:lnTo>
                  <a:lnTo>
                    <a:pt x="5908" y="188502"/>
                  </a:lnTo>
                  <a:lnTo>
                    <a:pt x="7399" y="193630"/>
                  </a:lnTo>
                  <a:lnTo>
                    <a:pt x="9053" y="198708"/>
                  </a:lnTo>
                  <a:lnTo>
                    <a:pt x="10868" y="203730"/>
                  </a:lnTo>
                  <a:lnTo>
                    <a:pt x="12842" y="208692"/>
                  </a:lnTo>
                  <a:lnTo>
                    <a:pt x="14974" y="213588"/>
                  </a:lnTo>
                  <a:lnTo>
                    <a:pt x="17262" y="218414"/>
                  </a:lnTo>
                  <a:lnTo>
                    <a:pt x="19702" y="223164"/>
                  </a:lnTo>
                  <a:lnTo>
                    <a:pt x="22293" y="227834"/>
                  </a:lnTo>
                  <a:lnTo>
                    <a:pt x="25031" y="232418"/>
                  </a:lnTo>
                  <a:lnTo>
                    <a:pt x="27915" y="236913"/>
                  </a:lnTo>
                  <a:lnTo>
                    <a:pt x="30941" y="241313"/>
                  </a:lnTo>
                  <a:lnTo>
                    <a:pt x="34105" y="245615"/>
                  </a:lnTo>
                  <a:lnTo>
                    <a:pt x="37406" y="249813"/>
                  </a:lnTo>
                  <a:lnTo>
                    <a:pt x="40839" y="253904"/>
                  </a:lnTo>
                  <a:lnTo>
                    <a:pt x="44401" y="257882"/>
                  </a:lnTo>
                  <a:lnTo>
                    <a:pt x="48088" y="261746"/>
                  </a:lnTo>
                  <a:lnTo>
                    <a:pt x="51896" y="265489"/>
                  </a:lnTo>
                  <a:lnTo>
                    <a:pt x="55822" y="269109"/>
                  </a:lnTo>
                  <a:lnTo>
                    <a:pt x="59862" y="272601"/>
                  </a:lnTo>
                  <a:lnTo>
                    <a:pt x="64012" y="275963"/>
                  </a:lnTo>
                  <a:lnTo>
                    <a:pt x="68266" y="279190"/>
                  </a:lnTo>
                  <a:lnTo>
                    <a:pt x="72622" y="282280"/>
                  </a:lnTo>
                  <a:lnTo>
                    <a:pt x="77074" y="285229"/>
                  </a:lnTo>
                  <a:lnTo>
                    <a:pt x="81618" y="288035"/>
                  </a:lnTo>
                  <a:lnTo>
                    <a:pt x="86249" y="290694"/>
                  </a:lnTo>
                  <a:lnTo>
                    <a:pt x="90963" y="293203"/>
                  </a:lnTo>
                  <a:lnTo>
                    <a:pt x="95754" y="295561"/>
                  </a:lnTo>
                  <a:lnTo>
                    <a:pt x="100619" y="297765"/>
                  </a:lnTo>
                  <a:lnTo>
                    <a:pt x="105551" y="299812"/>
                  </a:lnTo>
                  <a:lnTo>
                    <a:pt x="110546" y="301700"/>
                  </a:lnTo>
                  <a:lnTo>
                    <a:pt x="115599" y="303428"/>
                  </a:lnTo>
                  <a:lnTo>
                    <a:pt x="120705" y="304994"/>
                  </a:lnTo>
                  <a:lnTo>
                    <a:pt x="125858" y="306396"/>
                  </a:lnTo>
                  <a:lnTo>
                    <a:pt x="131053" y="307632"/>
                  </a:lnTo>
                  <a:lnTo>
                    <a:pt x="136285" y="308702"/>
                  </a:lnTo>
                  <a:lnTo>
                    <a:pt x="141548" y="309604"/>
                  </a:lnTo>
                  <a:lnTo>
                    <a:pt x="146838" y="310338"/>
                  </a:lnTo>
                  <a:lnTo>
                    <a:pt x="152148" y="310902"/>
                  </a:lnTo>
                  <a:lnTo>
                    <a:pt x="157474" y="311297"/>
                  </a:lnTo>
                  <a:lnTo>
                    <a:pt x="162809" y="311521"/>
                  </a:lnTo>
                  <a:lnTo>
                    <a:pt x="168149" y="311574"/>
                  </a:lnTo>
                  <a:lnTo>
                    <a:pt x="173488" y="311457"/>
                  </a:lnTo>
                  <a:lnTo>
                    <a:pt x="178821" y="311170"/>
                  </a:lnTo>
                  <a:lnTo>
                    <a:pt x="184141" y="310712"/>
                  </a:lnTo>
                  <a:lnTo>
                    <a:pt x="189444" y="310085"/>
                  </a:lnTo>
                  <a:lnTo>
                    <a:pt x="194725" y="309288"/>
                  </a:lnTo>
                  <a:lnTo>
                    <a:pt x="199977" y="308324"/>
                  </a:lnTo>
                  <a:lnTo>
                    <a:pt x="205196" y="307192"/>
                  </a:lnTo>
                  <a:lnTo>
                    <a:pt x="210376" y="305894"/>
                  </a:lnTo>
                  <a:lnTo>
                    <a:pt x="215512" y="304431"/>
                  </a:lnTo>
                  <a:lnTo>
                    <a:pt x="220599" y="302805"/>
                  </a:lnTo>
                  <a:lnTo>
                    <a:pt x="225631" y="301017"/>
                  </a:lnTo>
                  <a:lnTo>
                    <a:pt x="230603" y="299069"/>
                  </a:lnTo>
                  <a:lnTo>
                    <a:pt x="235511" y="296964"/>
                  </a:lnTo>
                  <a:lnTo>
                    <a:pt x="240349" y="294702"/>
                  </a:lnTo>
                  <a:lnTo>
                    <a:pt x="245112" y="292288"/>
                  </a:lnTo>
                  <a:lnTo>
                    <a:pt x="249796" y="289722"/>
                  </a:lnTo>
                  <a:lnTo>
                    <a:pt x="254395" y="287009"/>
                  </a:lnTo>
                  <a:lnTo>
                    <a:pt x="258905" y="284149"/>
                  </a:lnTo>
                  <a:lnTo>
                    <a:pt x="263322" y="281147"/>
                  </a:lnTo>
                  <a:lnTo>
                    <a:pt x="267640" y="278006"/>
                  </a:lnTo>
                  <a:lnTo>
                    <a:pt x="271856" y="274728"/>
                  </a:lnTo>
                  <a:lnTo>
                    <a:pt x="275965" y="271318"/>
                  </a:lnTo>
                  <a:lnTo>
                    <a:pt x="279963" y="267777"/>
                  </a:lnTo>
                  <a:lnTo>
                    <a:pt x="283846" y="264111"/>
                  </a:lnTo>
                  <a:lnTo>
                    <a:pt x="287610" y="260323"/>
                  </a:lnTo>
                  <a:lnTo>
                    <a:pt x="291251" y="256416"/>
                  </a:lnTo>
                  <a:lnTo>
                    <a:pt x="294765" y="252395"/>
                  </a:lnTo>
                  <a:lnTo>
                    <a:pt x="298150" y="248264"/>
                  </a:lnTo>
                  <a:lnTo>
                    <a:pt x="301400" y="244027"/>
                  </a:lnTo>
                  <a:lnTo>
                    <a:pt x="304513" y="239688"/>
                  </a:lnTo>
                  <a:lnTo>
                    <a:pt x="167156" y="1444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167167" cy="262445"/>
            </a:xfrm>
            <a:custGeom>
              <a:avLst/>
              <a:pathLst>
                <a:path w="167167" h="262445">
                  <a:moveTo>
                    <a:pt x="137357" y="262445"/>
                  </a:moveTo>
                  <a:lnTo>
                    <a:pt x="140336" y="257999"/>
                  </a:lnTo>
                  <a:lnTo>
                    <a:pt x="143172" y="253460"/>
                  </a:lnTo>
                  <a:lnTo>
                    <a:pt x="145861" y="248832"/>
                  </a:lnTo>
                  <a:lnTo>
                    <a:pt x="148401" y="244121"/>
                  </a:lnTo>
                  <a:lnTo>
                    <a:pt x="150788" y="239331"/>
                  </a:lnTo>
                  <a:lnTo>
                    <a:pt x="153021" y="234467"/>
                  </a:lnTo>
                  <a:lnTo>
                    <a:pt x="155097" y="229534"/>
                  </a:lnTo>
                  <a:lnTo>
                    <a:pt x="157014" y="224536"/>
                  </a:lnTo>
                  <a:lnTo>
                    <a:pt x="158771" y="219481"/>
                  </a:lnTo>
                  <a:lnTo>
                    <a:pt x="160364" y="214371"/>
                  </a:lnTo>
                  <a:lnTo>
                    <a:pt x="161793" y="209213"/>
                  </a:lnTo>
                  <a:lnTo>
                    <a:pt x="163056" y="204012"/>
                  </a:lnTo>
                  <a:lnTo>
                    <a:pt x="164152" y="198773"/>
                  </a:lnTo>
                  <a:lnTo>
                    <a:pt x="165080" y="193502"/>
                  </a:lnTo>
                  <a:lnTo>
                    <a:pt x="165838" y="188204"/>
                  </a:lnTo>
                  <a:lnTo>
                    <a:pt x="166426" y="182884"/>
                  </a:lnTo>
                  <a:lnTo>
                    <a:pt x="166844" y="177548"/>
                  </a:lnTo>
                  <a:lnTo>
                    <a:pt x="167091" y="172202"/>
                  </a:lnTo>
                  <a:lnTo>
                    <a:pt x="167167" y="166850"/>
                  </a:lnTo>
                  <a:lnTo>
                    <a:pt x="167071" y="161499"/>
                  </a:lnTo>
                  <a:lnTo>
                    <a:pt x="166804" y="156153"/>
                  </a:lnTo>
                  <a:lnTo>
                    <a:pt x="166366" y="150819"/>
                  </a:lnTo>
                  <a:lnTo>
                    <a:pt x="165757" y="145501"/>
                  </a:lnTo>
                  <a:lnTo>
                    <a:pt x="164979" y="140206"/>
                  </a:lnTo>
                  <a:lnTo>
                    <a:pt x="164031" y="134939"/>
                  </a:lnTo>
                  <a:lnTo>
                    <a:pt x="162915" y="129704"/>
                  </a:lnTo>
                  <a:lnTo>
                    <a:pt x="161632" y="124508"/>
                  </a:lnTo>
                  <a:lnTo>
                    <a:pt x="160184" y="119355"/>
                  </a:lnTo>
                  <a:lnTo>
                    <a:pt x="158571" y="114252"/>
                  </a:lnTo>
                  <a:lnTo>
                    <a:pt x="156796" y="109203"/>
                  </a:lnTo>
                  <a:lnTo>
                    <a:pt x="154860" y="104213"/>
                  </a:lnTo>
                  <a:lnTo>
                    <a:pt x="152765" y="99288"/>
                  </a:lnTo>
                  <a:lnTo>
                    <a:pt x="150514" y="94432"/>
                  </a:lnTo>
                  <a:lnTo>
                    <a:pt x="148108" y="89651"/>
                  </a:lnTo>
                  <a:lnTo>
                    <a:pt x="145551" y="84949"/>
                  </a:lnTo>
                  <a:lnTo>
                    <a:pt x="142844" y="80332"/>
                  </a:lnTo>
                  <a:lnTo>
                    <a:pt x="139991" y="75803"/>
                  </a:lnTo>
                  <a:lnTo>
                    <a:pt x="136995" y="71369"/>
                  </a:lnTo>
                  <a:lnTo>
                    <a:pt x="133858" y="67032"/>
                  </a:lnTo>
                  <a:lnTo>
                    <a:pt x="130583" y="62798"/>
                  </a:lnTo>
                  <a:lnTo>
                    <a:pt x="127175" y="58671"/>
                  </a:lnTo>
                  <a:lnTo>
                    <a:pt x="123637" y="54656"/>
                  </a:lnTo>
                  <a:lnTo>
                    <a:pt x="119972" y="50755"/>
                  </a:lnTo>
                  <a:lnTo>
                    <a:pt x="116183" y="46974"/>
                  </a:lnTo>
                  <a:lnTo>
                    <a:pt x="112276" y="43317"/>
                  </a:lnTo>
                  <a:lnTo>
                    <a:pt x="108254" y="39786"/>
                  </a:lnTo>
                  <a:lnTo>
                    <a:pt x="104120" y="36386"/>
                  </a:lnTo>
                  <a:lnTo>
                    <a:pt x="99880" y="33119"/>
                  </a:lnTo>
                  <a:lnTo>
                    <a:pt x="95538" y="29991"/>
                  </a:lnTo>
                  <a:lnTo>
                    <a:pt x="91098" y="27002"/>
                  </a:lnTo>
                  <a:lnTo>
                    <a:pt x="86564" y="24158"/>
                  </a:lnTo>
                  <a:lnTo>
                    <a:pt x="81941" y="21460"/>
                  </a:lnTo>
                  <a:lnTo>
                    <a:pt x="77235" y="18912"/>
                  </a:lnTo>
                  <a:lnTo>
                    <a:pt x="72449" y="16515"/>
                  </a:lnTo>
                  <a:lnTo>
                    <a:pt x="67589" y="14273"/>
                  </a:lnTo>
                  <a:lnTo>
                    <a:pt x="62660" y="12188"/>
                  </a:lnTo>
                  <a:lnTo>
                    <a:pt x="57667" y="10261"/>
                  </a:lnTo>
                  <a:lnTo>
                    <a:pt x="52614" y="8495"/>
                  </a:lnTo>
                  <a:lnTo>
                    <a:pt x="47507" y="6892"/>
                  </a:lnTo>
                  <a:lnTo>
                    <a:pt x="42352" y="5454"/>
                  </a:lnTo>
                  <a:lnTo>
                    <a:pt x="37154" y="4181"/>
                  </a:lnTo>
                  <a:lnTo>
                    <a:pt x="31917" y="3075"/>
                  </a:lnTo>
                  <a:lnTo>
                    <a:pt x="26647" y="2137"/>
                  </a:lnTo>
                  <a:lnTo>
                    <a:pt x="21351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625062" y="4213821"/>
              <a:ext cx="103409" cy="167167"/>
            </a:xfrm>
            <a:custGeom>
              <a:avLst/>
              <a:pathLst>
                <a:path w="103409" h="167167">
                  <a:moveTo>
                    <a:pt x="103409" y="0"/>
                  </a:moveTo>
                  <a:lnTo>
                    <a:pt x="97836" y="92"/>
                  </a:lnTo>
                  <a:lnTo>
                    <a:pt x="92268" y="371"/>
                  </a:lnTo>
                  <a:lnTo>
                    <a:pt x="86713" y="835"/>
                  </a:lnTo>
                  <a:lnTo>
                    <a:pt x="81177" y="1485"/>
                  </a:lnTo>
                  <a:lnTo>
                    <a:pt x="75665" y="2318"/>
                  </a:lnTo>
                  <a:lnTo>
                    <a:pt x="70184" y="3335"/>
                  </a:lnTo>
                  <a:lnTo>
                    <a:pt x="64740" y="4534"/>
                  </a:lnTo>
                  <a:lnTo>
                    <a:pt x="59339" y="5913"/>
                  </a:lnTo>
                  <a:lnTo>
                    <a:pt x="53987" y="7472"/>
                  </a:lnTo>
                  <a:lnTo>
                    <a:pt x="48690" y="9209"/>
                  </a:lnTo>
                  <a:lnTo>
                    <a:pt x="43454" y="11121"/>
                  </a:lnTo>
                  <a:lnTo>
                    <a:pt x="38284" y="13207"/>
                  </a:lnTo>
                  <a:lnTo>
                    <a:pt x="33187" y="15464"/>
                  </a:lnTo>
                  <a:lnTo>
                    <a:pt x="28168" y="17890"/>
                  </a:lnTo>
                  <a:lnTo>
                    <a:pt x="23233" y="20481"/>
                  </a:lnTo>
                  <a:lnTo>
                    <a:pt x="18387" y="23236"/>
                  </a:lnTo>
                  <a:lnTo>
                    <a:pt x="13635" y="26151"/>
                  </a:lnTo>
                  <a:lnTo>
                    <a:pt x="8983" y="29223"/>
                  </a:lnTo>
                  <a:lnTo>
                    <a:pt x="4436" y="32448"/>
                  </a:lnTo>
                  <a:lnTo>
                    <a:pt x="0" y="35823"/>
                  </a:lnTo>
                  <a:lnTo>
                    <a:pt x="10340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25062" y="4249644"/>
              <a:ext cx="103409" cy="131344"/>
            </a:xfrm>
            <a:custGeom>
              <a:avLst/>
              <a:pathLst>
                <a:path w="103409" h="131344">
                  <a:moveTo>
                    <a:pt x="0" y="0"/>
                  </a:moveTo>
                  <a:lnTo>
                    <a:pt x="103409" y="131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561315" y="4249644"/>
              <a:ext cx="334323" cy="298499"/>
            </a:xfrm>
            <a:custGeom>
              <a:avLst/>
              <a:pathLst>
                <a:path w="334323" h="298499">
                  <a:moveTo>
                    <a:pt x="63747" y="0"/>
                  </a:moveTo>
                  <a:lnTo>
                    <a:pt x="59612" y="3363"/>
                  </a:lnTo>
                  <a:lnTo>
                    <a:pt x="55587" y="6856"/>
                  </a:lnTo>
                  <a:lnTo>
                    <a:pt x="51675" y="10476"/>
                  </a:lnTo>
                  <a:lnTo>
                    <a:pt x="47881" y="14219"/>
                  </a:lnTo>
                  <a:lnTo>
                    <a:pt x="44207" y="18081"/>
                  </a:lnTo>
                  <a:lnTo>
                    <a:pt x="40659" y="22059"/>
                  </a:lnTo>
                  <a:lnTo>
                    <a:pt x="37239" y="26147"/>
                  </a:lnTo>
                  <a:lnTo>
                    <a:pt x="33952" y="30342"/>
                  </a:lnTo>
                  <a:lnTo>
                    <a:pt x="30800" y="34640"/>
                  </a:lnTo>
                  <a:lnTo>
                    <a:pt x="27786" y="39036"/>
                  </a:lnTo>
                  <a:lnTo>
                    <a:pt x="24914" y="43526"/>
                  </a:lnTo>
                  <a:lnTo>
                    <a:pt x="22187" y="48105"/>
                  </a:lnTo>
                  <a:lnTo>
                    <a:pt x="19607" y="52769"/>
                  </a:lnTo>
                  <a:lnTo>
                    <a:pt x="17177" y="57513"/>
                  </a:lnTo>
                  <a:lnTo>
                    <a:pt x="14900" y="62332"/>
                  </a:lnTo>
                  <a:lnTo>
                    <a:pt x="12777" y="67221"/>
                  </a:lnTo>
                  <a:lnTo>
                    <a:pt x="10811" y="72175"/>
                  </a:lnTo>
                  <a:lnTo>
                    <a:pt x="9004" y="77189"/>
                  </a:lnTo>
                  <a:lnTo>
                    <a:pt x="7358" y="82258"/>
                  </a:lnTo>
                  <a:lnTo>
                    <a:pt x="5875" y="87378"/>
                  </a:lnTo>
                  <a:lnTo>
                    <a:pt x="4555" y="92541"/>
                  </a:lnTo>
                  <a:lnTo>
                    <a:pt x="3401" y="97745"/>
                  </a:lnTo>
                  <a:lnTo>
                    <a:pt x="2413" y="102982"/>
                  </a:lnTo>
                  <a:lnTo>
                    <a:pt x="1592" y="108249"/>
                  </a:lnTo>
                  <a:lnTo>
                    <a:pt x="940" y="113539"/>
                  </a:lnTo>
                  <a:lnTo>
                    <a:pt x="457" y="118847"/>
                  </a:lnTo>
                  <a:lnTo>
                    <a:pt x="143" y="124167"/>
                  </a:lnTo>
                  <a:lnTo>
                    <a:pt x="0" y="129495"/>
                  </a:lnTo>
                  <a:lnTo>
                    <a:pt x="26" y="134825"/>
                  </a:lnTo>
                  <a:lnTo>
                    <a:pt x="221" y="140151"/>
                  </a:lnTo>
                  <a:lnTo>
                    <a:pt x="587" y="145469"/>
                  </a:lnTo>
                  <a:lnTo>
                    <a:pt x="1122" y="150772"/>
                  </a:lnTo>
                  <a:lnTo>
                    <a:pt x="1826" y="156055"/>
                  </a:lnTo>
                  <a:lnTo>
                    <a:pt x="2698" y="161313"/>
                  </a:lnTo>
                  <a:lnTo>
                    <a:pt x="3737" y="166541"/>
                  </a:lnTo>
                  <a:lnTo>
                    <a:pt x="4942" y="171732"/>
                  </a:lnTo>
                  <a:lnTo>
                    <a:pt x="6312" y="176883"/>
                  </a:lnTo>
                  <a:lnTo>
                    <a:pt x="7845" y="181988"/>
                  </a:lnTo>
                  <a:lnTo>
                    <a:pt x="9541" y="187041"/>
                  </a:lnTo>
                  <a:lnTo>
                    <a:pt x="11396" y="192037"/>
                  </a:lnTo>
                  <a:lnTo>
                    <a:pt x="13410" y="196972"/>
                  </a:lnTo>
                  <a:lnTo>
                    <a:pt x="15581" y="201840"/>
                  </a:lnTo>
                  <a:lnTo>
                    <a:pt x="17905" y="206636"/>
                  </a:lnTo>
                  <a:lnTo>
                    <a:pt x="20381" y="211356"/>
                  </a:lnTo>
                  <a:lnTo>
                    <a:pt x="23007" y="215994"/>
                  </a:lnTo>
                  <a:lnTo>
                    <a:pt x="25779" y="220547"/>
                  </a:lnTo>
                  <a:lnTo>
                    <a:pt x="28694" y="225009"/>
                  </a:lnTo>
                  <a:lnTo>
                    <a:pt x="31750" y="229375"/>
                  </a:lnTo>
                  <a:lnTo>
                    <a:pt x="34944" y="233642"/>
                  </a:lnTo>
                  <a:lnTo>
                    <a:pt x="38273" y="237805"/>
                  </a:lnTo>
                  <a:lnTo>
                    <a:pt x="41732" y="241859"/>
                  </a:lnTo>
                  <a:lnTo>
                    <a:pt x="45319" y="245802"/>
                  </a:lnTo>
                  <a:lnTo>
                    <a:pt x="49030" y="249628"/>
                  </a:lnTo>
                  <a:lnTo>
                    <a:pt x="52861" y="253333"/>
                  </a:lnTo>
                  <a:lnTo>
                    <a:pt x="56808" y="256915"/>
                  </a:lnTo>
                  <a:lnTo>
                    <a:pt x="60867" y="260369"/>
                  </a:lnTo>
                  <a:lnTo>
                    <a:pt x="65034" y="263692"/>
                  </a:lnTo>
                  <a:lnTo>
                    <a:pt x="69306" y="266880"/>
                  </a:lnTo>
                  <a:lnTo>
                    <a:pt x="73676" y="269931"/>
                  </a:lnTo>
                  <a:lnTo>
                    <a:pt x="78142" y="272840"/>
                  </a:lnTo>
                  <a:lnTo>
                    <a:pt x="82698" y="275606"/>
                  </a:lnTo>
                  <a:lnTo>
                    <a:pt x="87340" y="278226"/>
                  </a:lnTo>
                  <a:lnTo>
                    <a:pt x="92063" y="280695"/>
                  </a:lnTo>
                  <a:lnTo>
                    <a:pt x="96862" y="283013"/>
                  </a:lnTo>
                  <a:lnTo>
                    <a:pt x="101733" y="285177"/>
                  </a:lnTo>
                  <a:lnTo>
                    <a:pt x="106670" y="287185"/>
                  </a:lnTo>
                  <a:lnTo>
                    <a:pt x="111669" y="289034"/>
                  </a:lnTo>
                  <a:lnTo>
                    <a:pt x="116725" y="290723"/>
                  </a:lnTo>
                  <a:lnTo>
                    <a:pt x="121831" y="292249"/>
                  </a:lnTo>
                  <a:lnTo>
                    <a:pt x="126984" y="293612"/>
                  </a:lnTo>
                  <a:lnTo>
                    <a:pt x="132177" y="294811"/>
                  </a:lnTo>
                  <a:lnTo>
                    <a:pt x="137406" y="295843"/>
                  </a:lnTo>
                  <a:lnTo>
                    <a:pt x="142665" y="296708"/>
                  </a:lnTo>
                  <a:lnTo>
                    <a:pt x="147950" y="297404"/>
                  </a:lnTo>
                  <a:lnTo>
                    <a:pt x="153253" y="297932"/>
                  </a:lnTo>
                  <a:lnTo>
                    <a:pt x="158571" y="298291"/>
                  </a:lnTo>
                  <a:lnTo>
                    <a:pt x="163898" y="298480"/>
                  </a:lnTo>
                  <a:lnTo>
                    <a:pt x="169228" y="298499"/>
                  </a:lnTo>
                  <a:lnTo>
                    <a:pt x="174555" y="298348"/>
                  </a:lnTo>
                  <a:lnTo>
                    <a:pt x="179876" y="298027"/>
                  </a:lnTo>
                  <a:lnTo>
                    <a:pt x="185183" y="297537"/>
                  </a:lnTo>
                  <a:lnTo>
                    <a:pt x="190472" y="296877"/>
                  </a:lnTo>
                  <a:lnTo>
                    <a:pt x="195737" y="296050"/>
                  </a:lnTo>
                  <a:lnTo>
                    <a:pt x="200973" y="295055"/>
                  </a:lnTo>
                  <a:lnTo>
                    <a:pt x="206175" y="293894"/>
                  </a:lnTo>
                  <a:lnTo>
                    <a:pt x="211337" y="292567"/>
                  </a:lnTo>
                  <a:lnTo>
                    <a:pt x="216455" y="291077"/>
                  </a:lnTo>
                  <a:lnTo>
                    <a:pt x="221522" y="289424"/>
                  </a:lnTo>
                  <a:lnTo>
                    <a:pt x="226534" y="287611"/>
                  </a:lnTo>
                  <a:lnTo>
                    <a:pt x="231485" y="285638"/>
                  </a:lnTo>
                  <a:lnTo>
                    <a:pt x="236371" y="283509"/>
                  </a:lnTo>
                  <a:lnTo>
                    <a:pt x="241187" y="281225"/>
                  </a:lnTo>
                  <a:lnTo>
                    <a:pt x="245928" y="278789"/>
                  </a:lnTo>
                  <a:lnTo>
                    <a:pt x="250588" y="276203"/>
                  </a:lnTo>
                  <a:lnTo>
                    <a:pt x="255164" y="273470"/>
                  </a:lnTo>
                  <a:lnTo>
                    <a:pt x="259650" y="270592"/>
                  </a:lnTo>
                  <a:lnTo>
                    <a:pt x="264042" y="267572"/>
                  </a:lnTo>
                  <a:lnTo>
                    <a:pt x="268336" y="264415"/>
                  </a:lnTo>
                  <a:lnTo>
                    <a:pt x="272526" y="261121"/>
                  </a:lnTo>
                  <a:lnTo>
                    <a:pt x="276610" y="257696"/>
                  </a:lnTo>
                  <a:lnTo>
                    <a:pt x="280582" y="254143"/>
                  </a:lnTo>
                  <a:lnTo>
                    <a:pt x="284440" y="250464"/>
                  </a:lnTo>
                  <a:lnTo>
                    <a:pt x="288177" y="246665"/>
                  </a:lnTo>
                  <a:lnTo>
                    <a:pt x="291792" y="242748"/>
                  </a:lnTo>
                  <a:lnTo>
                    <a:pt x="295280" y="238718"/>
                  </a:lnTo>
                  <a:lnTo>
                    <a:pt x="298638" y="234579"/>
                  </a:lnTo>
                  <a:lnTo>
                    <a:pt x="301863" y="230335"/>
                  </a:lnTo>
                  <a:lnTo>
                    <a:pt x="304950" y="225991"/>
                  </a:lnTo>
                  <a:lnTo>
                    <a:pt x="307897" y="221550"/>
                  </a:lnTo>
                  <a:lnTo>
                    <a:pt x="310701" y="217017"/>
                  </a:lnTo>
                  <a:lnTo>
                    <a:pt x="313360" y="212397"/>
                  </a:lnTo>
                  <a:lnTo>
                    <a:pt x="315869" y="207695"/>
                  </a:lnTo>
                  <a:lnTo>
                    <a:pt x="318228" y="202916"/>
                  </a:lnTo>
                  <a:lnTo>
                    <a:pt x="320433" y="198063"/>
                  </a:lnTo>
                  <a:lnTo>
                    <a:pt x="322482" y="193143"/>
                  </a:lnTo>
                  <a:lnTo>
                    <a:pt x="324373" y="188160"/>
                  </a:lnTo>
                  <a:lnTo>
                    <a:pt x="326104" y="183119"/>
                  </a:lnTo>
                  <a:lnTo>
                    <a:pt x="327674" y="178025"/>
                  </a:lnTo>
                  <a:lnTo>
                    <a:pt x="329081" y="172885"/>
                  </a:lnTo>
                  <a:lnTo>
                    <a:pt x="330323" y="167701"/>
                  </a:lnTo>
                  <a:lnTo>
                    <a:pt x="331399" y="162481"/>
                  </a:lnTo>
                  <a:lnTo>
                    <a:pt x="332308" y="157229"/>
                  </a:lnTo>
                  <a:lnTo>
                    <a:pt x="333049" y="151951"/>
                  </a:lnTo>
                  <a:lnTo>
                    <a:pt x="333622" y="146652"/>
                  </a:lnTo>
                  <a:lnTo>
                    <a:pt x="334025" y="141338"/>
                  </a:lnTo>
                  <a:lnTo>
                    <a:pt x="334259" y="136013"/>
                  </a:lnTo>
                  <a:lnTo>
                    <a:pt x="334323" y="130684"/>
                  </a:lnTo>
                  <a:lnTo>
                    <a:pt x="334217" y="125355"/>
                  </a:lnTo>
                  <a:lnTo>
                    <a:pt x="333941" y="120032"/>
                  </a:lnTo>
                  <a:lnTo>
                    <a:pt x="333496" y="114721"/>
                  </a:lnTo>
                  <a:lnTo>
                    <a:pt x="332881" y="109426"/>
                  </a:lnTo>
                  <a:lnTo>
                    <a:pt x="167157" y="131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165724" cy="167167"/>
            </a:xfrm>
            <a:custGeom>
              <a:avLst/>
              <a:pathLst>
                <a:path w="165724" h="167167">
                  <a:moveTo>
                    <a:pt x="165724" y="145249"/>
                  </a:moveTo>
                  <a:lnTo>
                    <a:pt x="164918" y="139841"/>
                  </a:lnTo>
                  <a:lnTo>
                    <a:pt x="163936" y="134462"/>
                  </a:lnTo>
                  <a:lnTo>
                    <a:pt x="162779" y="129118"/>
                  </a:lnTo>
                  <a:lnTo>
                    <a:pt x="161448" y="123814"/>
                  </a:lnTo>
                  <a:lnTo>
                    <a:pt x="159943" y="118557"/>
                  </a:lnTo>
                  <a:lnTo>
                    <a:pt x="158268" y="113352"/>
                  </a:lnTo>
                  <a:lnTo>
                    <a:pt x="156423" y="108205"/>
                  </a:lnTo>
                  <a:lnTo>
                    <a:pt x="154411" y="103120"/>
                  </a:lnTo>
                  <a:lnTo>
                    <a:pt x="152234" y="98104"/>
                  </a:lnTo>
                  <a:lnTo>
                    <a:pt x="149894" y="93162"/>
                  </a:lnTo>
                  <a:lnTo>
                    <a:pt x="147393" y="88299"/>
                  </a:lnTo>
                  <a:lnTo>
                    <a:pt x="144735" y="83521"/>
                  </a:lnTo>
                  <a:lnTo>
                    <a:pt x="141922" y="78832"/>
                  </a:lnTo>
                  <a:lnTo>
                    <a:pt x="138957" y="74238"/>
                  </a:lnTo>
                  <a:lnTo>
                    <a:pt x="135843" y="69743"/>
                  </a:lnTo>
                  <a:lnTo>
                    <a:pt x="132584" y="65352"/>
                  </a:lnTo>
                  <a:lnTo>
                    <a:pt x="129183" y="61070"/>
                  </a:lnTo>
                  <a:lnTo>
                    <a:pt x="125644" y="56902"/>
                  </a:lnTo>
                  <a:lnTo>
                    <a:pt x="121971" y="52852"/>
                  </a:lnTo>
                  <a:lnTo>
                    <a:pt x="118167" y="48924"/>
                  </a:lnTo>
                  <a:lnTo>
                    <a:pt x="114236" y="45122"/>
                  </a:lnTo>
                  <a:lnTo>
                    <a:pt x="110184" y="41451"/>
                  </a:lnTo>
                  <a:lnTo>
                    <a:pt x="106013" y="37915"/>
                  </a:lnTo>
                  <a:lnTo>
                    <a:pt x="101729" y="34517"/>
                  </a:lnTo>
                  <a:lnTo>
                    <a:pt x="97336" y="31261"/>
                  </a:lnTo>
                  <a:lnTo>
                    <a:pt x="92839" y="28150"/>
                  </a:lnTo>
                  <a:lnTo>
                    <a:pt x="88243" y="25188"/>
                  </a:lnTo>
                  <a:lnTo>
                    <a:pt x="83552" y="22378"/>
                  </a:lnTo>
                  <a:lnTo>
                    <a:pt x="78772" y="19723"/>
                  </a:lnTo>
                  <a:lnTo>
                    <a:pt x="73908" y="17225"/>
                  </a:lnTo>
                  <a:lnTo>
                    <a:pt x="68964" y="14888"/>
                  </a:lnTo>
                  <a:lnTo>
                    <a:pt x="63947" y="12714"/>
                  </a:lnTo>
                  <a:lnTo>
                    <a:pt x="58861" y="10705"/>
                  </a:lnTo>
                  <a:lnTo>
                    <a:pt x="53712" y="8864"/>
                  </a:lnTo>
                  <a:lnTo>
                    <a:pt x="48506" y="7192"/>
                  </a:lnTo>
                  <a:lnTo>
                    <a:pt x="43248" y="5691"/>
                  </a:lnTo>
                  <a:lnTo>
                    <a:pt x="37944" y="4363"/>
                  </a:lnTo>
                  <a:lnTo>
                    <a:pt x="32599" y="3209"/>
                  </a:lnTo>
                  <a:lnTo>
                    <a:pt x="27219" y="2230"/>
                  </a:lnTo>
                  <a:lnTo>
                    <a:pt x="21810" y="1428"/>
                  </a:lnTo>
                  <a:lnTo>
                    <a:pt x="16378" y="804"/>
                  </a:lnTo>
                  <a:lnTo>
                    <a:pt x="10928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56389" y="3707720"/>
              <a:ext cx="162622" cy="167167"/>
            </a:xfrm>
            <a:custGeom>
              <a:avLst/>
              <a:pathLst>
                <a:path w="162622" h="167167">
                  <a:moveTo>
                    <a:pt x="162622" y="0"/>
                  </a:moveTo>
                  <a:lnTo>
                    <a:pt x="157171" y="88"/>
                  </a:lnTo>
                  <a:lnTo>
                    <a:pt x="151726" y="355"/>
                  </a:lnTo>
                  <a:lnTo>
                    <a:pt x="146293" y="799"/>
                  </a:lnTo>
                  <a:lnTo>
                    <a:pt x="140877" y="1420"/>
                  </a:lnTo>
                  <a:lnTo>
                    <a:pt x="135484" y="2217"/>
                  </a:lnTo>
                  <a:lnTo>
                    <a:pt x="130121" y="3189"/>
                  </a:lnTo>
                  <a:lnTo>
                    <a:pt x="124791" y="4336"/>
                  </a:lnTo>
                  <a:lnTo>
                    <a:pt x="119502" y="5656"/>
                  </a:lnTo>
                  <a:lnTo>
                    <a:pt x="114259" y="7148"/>
                  </a:lnTo>
                  <a:lnTo>
                    <a:pt x="109067" y="8810"/>
                  </a:lnTo>
                  <a:lnTo>
                    <a:pt x="103932" y="10641"/>
                  </a:lnTo>
                  <a:lnTo>
                    <a:pt x="98860" y="12637"/>
                  </a:lnTo>
                  <a:lnTo>
                    <a:pt x="93855" y="14799"/>
                  </a:lnTo>
                  <a:lnTo>
                    <a:pt x="88924" y="17122"/>
                  </a:lnTo>
                  <a:lnTo>
                    <a:pt x="84071" y="19605"/>
                  </a:lnTo>
                  <a:lnTo>
                    <a:pt x="79301" y="22244"/>
                  </a:lnTo>
                  <a:lnTo>
                    <a:pt x="74620" y="25038"/>
                  </a:lnTo>
                  <a:lnTo>
                    <a:pt x="70032" y="27983"/>
                  </a:lnTo>
                  <a:lnTo>
                    <a:pt x="65544" y="31076"/>
                  </a:lnTo>
                  <a:lnTo>
                    <a:pt x="61158" y="34313"/>
                  </a:lnTo>
                  <a:lnTo>
                    <a:pt x="56880" y="37692"/>
                  </a:lnTo>
                  <a:lnTo>
                    <a:pt x="52715" y="41209"/>
                  </a:lnTo>
                  <a:lnTo>
                    <a:pt x="48666" y="44860"/>
                  </a:lnTo>
                  <a:lnTo>
                    <a:pt x="44739" y="48640"/>
                  </a:lnTo>
                  <a:lnTo>
                    <a:pt x="40937" y="52547"/>
                  </a:lnTo>
                  <a:lnTo>
                    <a:pt x="37264" y="56575"/>
                  </a:lnTo>
                  <a:lnTo>
                    <a:pt x="33725" y="60722"/>
                  </a:lnTo>
                  <a:lnTo>
                    <a:pt x="30323" y="64981"/>
                  </a:lnTo>
                  <a:lnTo>
                    <a:pt x="27061" y="69349"/>
                  </a:lnTo>
                  <a:lnTo>
                    <a:pt x="23944" y="73821"/>
                  </a:lnTo>
                  <a:lnTo>
                    <a:pt x="20974" y="78392"/>
                  </a:lnTo>
                  <a:lnTo>
                    <a:pt x="18155" y="83058"/>
                  </a:lnTo>
                  <a:lnTo>
                    <a:pt x="15489" y="87813"/>
                  </a:lnTo>
                  <a:lnTo>
                    <a:pt x="12980" y="92653"/>
                  </a:lnTo>
                  <a:lnTo>
                    <a:pt x="10630" y="97572"/>
                  </a:lnTo>
                  <a:lnTo>
                    <a:pt x="8442" y="102564"/>
                  </a:lnTo>
                  <a:lnTo>
                    <a:pt x="6417" y="107626"/>
                  </a:lnTo>
                  <a:lnTo>
                    <a:pt x="4559" y="112751"/>
                  </a:lnTo>
                  <a:lnTo>
                    <a:pt x="2869" y="117933"/>
                  </a:lnTo>
                  <a:lnTo>
                    <a:pt x="1348" y="123168"/>
                  </a:lnTo>
                  <a:lnTo>
                    <a:pt x="0" y="128450"/>
                  </a:lnTo>
                  <a:lnTo>
                    <a:pt x="16262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1855" y="3710804"/>
              <a:ext cx="334302" cy="331251"/>
            </a:xfrm>
            <a:custGeom>
              <a:avLst/>
              <a:pathLst>
                <a:path w="334302" h="331251">
                  <a:moveTo>
                    <a:pt x="4533" y="125367"/>
                  </a:moveTo>
                  <a:lnTo>
                    <a:pt x="3388" y="130539"/>
                  </a:lnTo>
                  <a:lnTo>
                    <a:pt x="2407" y="135745"/>
                  </a:lnTo>
                  <a:lnTo>
                    <a:pt x="1592" y="140980"/>
                  </a:lnTo>
                  <a:lnTo>
                    <a:pt x="943" y="146238"/>
                  </a:lnTo>
                  <a:lnTo>
                    <a:pt x="461" y="151513"/>
                  </a:lnTo>
                  <a:lnTo>
                    <a:pt x="146" y="156801"/>
                  </a:lnTo>
                  <a:lnTo>
                    <a:pt x="0" y="162097"/>
                  </a:lnTo>
                  <a:lnTo>
                    <a:pt x="20" y="167395"/>
                  </a:lnTo>
                  <a:lnTo>
                    <a:pt x="209" y="172689"/>
                  </a:lnTo>
                  <a:lnTo>
                    <a:pt x="566" y="177974"/>
                  </a:lnTo>
                  <a:lnTo>
                    <a:pt x="1090" y="183246"/>
                  </a:lnTo>
                  <a:lnTo>
                    <a:pt x="1780" y="188498"/>
                  </a:lnTo>
                  <a:lnTo>
                    <a:pt x="2637" y="193726"/>
                  </a:lnTo>
                  <a:lnTo>
                    <a:pt x="3659" y="198924"/>
                  </a:lnTo>
                  <a:lnTo>
                    <a:pt x="4845" y="204088"/>
                  </a:lnTo>
                  <a:lnTo>
                    <a:pt x="6194" y="209210"/>
                  </a:lnTo>
                  <a:lnTo>
                    <a:pt x="7705" y="214288"/>
                  </a:lnTo>
                  <a:lnTo>
                    <a:pt x="9375" y="219315"/>
                  </a:lnTo>
                  <a:lnTo>
                    <a:pt x="11205" y="224287"/>
                  </a:lnTo>
                  <a:lnTo>
                    <a:pt x="13191" y="229198"/>
                  </a:lnTo>
                  <a:lnTo>
                    <a:pt x="15331" y="234044"/>
                  </a:lnTo>
                  <a:lnTo>
                    <a:pt x="17624" y="238820"/>
                  </a:lnTo>
                  <a:lnTo>
                    <a:pt x="20068" y="243520"/>
                  </a:lnTo>
                  <a:lnTo>
                    <a:pt x="22658" y="248141"/>
                  </a:lnTo>
                  <a:lnTo>
                    <a:pt x="25394" y="252678"/>
                  </a:lnTo>
                  <a:lnTo>
                    <a:pt x="28273" y="257125"/>
                  </a:lnTo>
                  <a:lnTo>
                    <a:pt x="31291" y="261479"/>
                  </a:lnTo>
                  <a:lnTo>
                    <a:pt x="34445" y="265735"/>
                  </a:lnTo>
                  <a:lnTo>
                    <a:pt x="37733" y="269889"/>
                  </a:lnTo>
                  <a:lnTo>
                    <a:pt x="41150" y="273937"/>
                  </a:lnTo>
                  <a:lnTo>
                    <a:pt x="44694" y="277874"/>
                  </a:lnTo>
                  <a:lnTo>
                    <a:pt x="48362" y="281698"/>
                  </a:lnTo>
                  <a:lnTo>
                    <a:pt x="52148" y="285403"/>
                  </a:lnTo>
                  <a:lnTo>
                    <a:pt x="56050" y="288986"/>
                  </a:lnTo>
                  <a:lnTo>
                    <a:pt x="60063" y="292444"/>
                  </a:lnTo>
                  <a:lnTo>
                    <a:pt x="64184" y="295773"/>
                  </a:lnTo>
                  <a:lnTo>
                    <a:pt x="68409" y="298969"/>
                  </a:lnTo>
                  <a:lnTo>
                    <a:pt x="72732" y="302030"/>
                  </a:lnTo>
                  <a:lnTo>
                    <a:pt x="77151" y="304953"/>
                  </a:lnTo>
                  <a:lnTo>
                    <a:pt x="81660" y="307734"/>
                  </a:lnTo>
                  <a:lnTo>
                    <a:pt x="86254" y="310371"/>
                  </a:lnTo>
                  <a:lnTo>
                    <a:pt x="90930" y="312861"/>
                  </a:lnTo>
                  <a:lnTo>
                    <a:pt x="95683" y="315202"/>
                  </a:lnTo>
                  <a:lnTo>
                    <a:pt x="100507" y="317391"/>
                  </a:lnTo>
                  <a:lnTo>
                    <a:pt x="105398" y="319425"/>
                  </a:lnTo>
                  <a:lnTo>
                    <a:pt x="110352" y="321304"/>
                  </a:lnTo>
                  <a:lnTo>
                    <a:pt x="115362" y="323025"/>
                  </a:lnTo>
                  <a:lnTo>
                    <a:pt x="120424" y="324587"/>
                  </a:lnTo>
                  <a:lnTo>
                    <a:pt x="125533" y="325987"/>
                  </a:lnTo>
                  <a:lnTo>
                    <a:pt x="130684" y="327224"/>
                  </a:lnTo>
                  <a:lnTo>
                    <a:pt x="135872" y="328298"/>
                  </a:lnTo>
                  <a:lnTo>
                    <a:pt x="141091" y="329207"/>
                  </a:lnTo>
                  <a:lnTo>
                    <a:pt x="146336" y="329950"/>
                  </a:lnTo>
                  <a:lnTo>
                    <a:pt x="151603" y="330526"/>
                  </a:lnTo>
                  <a:lnTo>
                    <a:pt x="156884" y="330935"/>
                  </a:lnTo>
                  <a:lnTo>
                    <a:pt x="162176" y="331177"/>
                  </a:lnTo>
                  <a:lnTo>
                    <a:pt x="167473" y="331251"/>
                  </a:lnTo>
                  <a:lnTo>
                    <a:pt x="172770" y="331157"/>
                  </a:lnTo>
                  <a:lnTo>
                    <a:pt x="178061" y="330895"/>
                  </a:lnTo>
                  <a:lnTo>
                    <a:pt x="183342" y="330466"/>
                  </a:lnTo>
                  <a:lnTo>
                    <a:pt x="188605" y="329869"/>
                  </a:lnTo>
                  <a:lnTo>
                    <a:pt x="193848" y="329106"/>
                  </a:lnTo>
                  <a:lnTo>
                    <a:pt x="199063" y="328178"/>
                  </a:lnTo>
                  <a:lnTo>
                    <a:pt x="204247" y="327084"/>
                  </a:lnTo>
                  <a:lnTo>
                    <a:pt x="209393" y="325827"/>
                  </a:lnTo>
                  <a:lnTo>
                    <a:pt x="214497" y="324407"/>
                  </a:lnTo>
                  <a:lnTo>
                    <a:pt x="219553" y="322827"/>
                  </a:lnTo>
                  <a:lnTo>
                    <a:pt x="224557" y="321087"/>
                  </a:lnTo>
                  <a:lnTo>
                    <a:pt x="229503" y="319189"/>
                  </a:lnTo>
                  <a:lnTo>
                    <a:pt x="234386" y="317136"/>
                  </a:lnTo>
                  <a:lnTo>
                    <a:pt x="239202" y="314928"/>
                  </a:lnTo>
                  <a:lnTo>
                    <a:pt x="243946" y="312570"/>
                  </a:lnTo>
                  <a:lnTo>
                    <a:pt x="248612" y="310062"/>
                  </a:lnTo>
                  <a:lnTo>
                    <a:pt x="253197" y="307408"/>
                  </a:lnTo>
                  <a:lnTo>
                    <a:pt x="257695" y="304609"/>
                  </a:lnTo>
                  <a:lnTo>
                    <a:pt x="262103" y="301670"/>
                  </a:lnTo>
                  <a:lnTo>
                    <a:pt x="266414" y="298592"/>
                  </a:lnTo>
                  <a:lnTo>
                    <a:pt x="270627" y="295379"/>
                  </a:lnTo>
                  <a:lnTo>
                    <a:pt x="274735" y="292035"/>
                  </a:lnTo>
                  <a:lnTo>
                    <a:pt x="278735" y="288562"/>
                  </a:lnTo>
                  <a:lnTo>
                    <a:pt x="282624" y="284964"/>
                  </a:lnTo>
                  <a:lnTo>
                    <a:pt x="286396" y="281244"/>
                  </a:lnTo>
                  <a:lnTo>
                    <a:pt x="290048" y="277407"/>
                  </a:lnTo>
                  <a:lnTo>
                    <a:pt x="293577" y="273456"/>
                  </a:lnTo>
                  <a:lnTo>
                    <a:pt x="296980" y="269395"/>
                  </a:lnTo>
                  <a:lnTo>
                    <a:pt x="300251" y="265229"/>
                  </a:lnTo>
                  <a:lnTo>
                    <a:pt x="303389" y="260961"/>
                  </a:lnTo>
                  <a:lnTo>
                    <a:pt x="306391" y="256595"/>
                  </a:lnTo>
                  <a:lnTo>
                    <a:pt x="309252" y="252137"/>
                  </a:lnTo>
                  <a:lnTo>
                    <a:pt x="311971" y="247590"/>
                  </a:lnTo>
                  <a:lnTo>
                    <a:pt x="314544" y="242960"/>
                  </a:lnTo>
                  <a:lnTo>
                    <a:pt x="316970" y="238250"/>
                  </a:lnTo>
                  <a:lnTo>
                    <a:pt x="319244" y="233465"/>
                  </a:lnTo>
                  <a:lnTo>
                    <a:pt x="321366" y="228611"/>
                  </a:lnTo>
                  <a:lnTo>
                    <a:pt x="323334" y="223693"/>
                  </a:lnTo>
                  <a:lnTo>
                    <a:pt x="325144" y="218714"/>
                  </a:lnTo>
                  <a:lnTo>
                    <a:pt x="326796" y="213680"/>
                  </a:lnTo>
                  <a:lnTo>
                    <a:pt x="328287" y="208597"/>
                  </a:lnTo>
                  <a:lnTo>
                    <a:pt x="329617" y="203469"/>
                  </a:lnTo>
                  <a:lnTo>
                    <a:pt x="330783" y="198301"/>
                  </a:lnTo>
                  <a:lnTo>
                    <a:pt x="331785" y="193100"/>
                  </a:lnTo>
                  <a:lnTo>
                    <a:pt x="332622" y="187868"/>
                  </a:lnTo>
                  <a:lnTo>
                    <a:pt x="333292" y="182613"/>
                  </a:lnTo>
                  <a:lnTo>
                    <a:pt x="333796" y="177340"/>
                  </a:lnTo>
                  <a:lnTo>
                    <a:pt x="334133" y="172053"/>
                  </a:lnTo>
                  <a:lnTo>
                    <a:pt x="334301" y="166758"/>
                  </a:lnTo>
                  <a:lnTo>
                    <a:pt x="334302" y="161460"/>
                  </a:lnTo>
                  <a:lnTo>
                    <a:pt x="334135" y="156165"/>
                  </a:lnTo>
                  <a:lnTo>
                    <a:pt x="333800" y="150878"/>
                  </a:lnTo>
                  <a:lnTo>
                    <a:pt x="333298" y="145605"/>
                  </a:lnTo>
                  <a:lnTo>
                    <a:pt x="332629" y="140349"/>
                  </a:lnTo>
                  <a:lnTo>
                    <a:pt x="331794" y="135118"/>
                  </a:lnTo>
                  <a:lnTo>
                    <a:pt x="330793" y="129916"/>
                  </a:lnTo>
                  <a:lnTo>
                    <a:pt x="329629" y="124748"/>
                  </a:lnTo>
                  <a:lnTo>
                    <a:pt x="328301" y="119619"/>
                  </a:lnTo>
                  <a:lnTo>
                    <a:pt x="326811" y="114536"/>
                  </a:lnTo>
                  <a:lnTo>
                    <a:pt x="325161" y="109502"/>
                  </a:lnTo>
                  <a:lnTo>
                    <a:pt x="323352" y="104522"/>
                  </a:lnTo>
                  <a:lnTo>
                    <a:pt x="321386" y="99603"/>
                  </a:lnTo>
                  <a:lnTo>
                    <a:pt x="319266" y="94748"/>
                  </a:lnTo>
                  <a:lnTo>
                    <a:pt x="316992" y="89963"/>
                  </a:lnTo>
                  <a:lnTo>
                    <a:pt x="314568" y="85253"/>
                  </a:lnTo>
                  <a:lnTo>
                    <a:pt x="311996" y="80621"/>
                  </a:lnTo>
                  <a:lnTo>
                    <a:pt x="309279" y="76074"/>
                  </a:lnTo>
                  <a:lnTo>
                    <a:pt x="306419" y="71615"/>
                  </a:lnTo>
                  <a:lnTo>
                    <a:pt x="303419" y="67248"/>
                  </a:lnTo>
                  <a:lnTo>
                    <a:pt x="300282" y="62979"/>
                  </a:lnTo>
                  <a:lnTo>
                    <a:pt x="297012" y="58812"/>
                  </a:lnTo>
                  <a:lnTo>
                    <a:pt x="293611" y="54750"/>
                  </a:lnTo>
                  <a:lnTo>
                    <a:pt x="290083" y="50798"/>
                  </a:lnTo>
                  <a:lnTo>
                    <a:pt x="286432" y="46959"/>
                  </a:lnTo>
                  <a:lnTo>
                    <a:pt x="282660" y="43239"/>
                  </a:lnTo>
                  <a:lnTo>
                    <a:pt x="278773" y="39640"/>
                  </a:lnTo>
                  <a:lnTo>
                    <a:pt x="274774" y="36165"/>
                  </a:lnTo>
                  <a:lnTo>
                    <a:pt x="270667" y="32819"/>
                  </a:lnTo>
                  <a:lnTo>
                    <a:pt x="266455" y="29605"/>
                  </a:lnTo>
                  <a:lnTo>
                    <a:pt x="262145" y="26527"/>
                  </a:lnTo>
                  <a:lnTo>
                    <a:pt x="257738" y="23586"/>
                  </a:lnTo>
                  <a:lnTo>
                    <a:pt x="253241" y="20786"/>
                  </a:lnTo>
                  <a:lnTo>
                    <a:pt x="248657" y="18130"/>
                  </a:lnTo>
                  <a:lnTo>
                    <a:pt x="243991" y="15621"/>
                  </a:lnTo>
                  <a:lnTo>
                    <a:pt x="239248" y="13261"/>
                  </a:lnTo>
                  <a:lnTo>
                    <a:pt x="234433" y="11052"/>
                  </a:lnTo>
                  <a:lnTo>
                    <a:pt x="229550" y="8997"/>
                  </a:lnTo>
                  <a:lnTo>
                    <a:pt x="224605" y="7098"/>
                  </a:lnTo>
                  <a:lnTo>
                    <a:pt x="219602" y="5357"/>
                  </a:lnTo>
                  <a:lnTo>
                    <a:pt x="214546" y="3774"/>
                  </a:lnTo>
                  <a:lnTo>
                    <a:pt x="209443" y="2353"/>
                  </a:lnTo>
                  <a:lnTo>
                    <a:pt x="204297" y="1095"/>
                  </a:lnTo>
                  <a:lnTo>
                    <a:pt x="199113" y="0"/>
                  </a:lnTo>
                  <a:lnTo>
                    <a:pt x="167155" y="164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31958" cy="167167"/>
            </a:xfrm>
            <a:custGeom>
              <a:avLst/>
              <a:pathLst>
                <a:path w="31958" h="167167">
                  <a:moveTo>
                    <a:pt x="31958" y="3083"/>
                  </a:moveTo>
                  <a:lnTo>
                    <a:pt x="25623" y="1975"/>
                  </a:lnTo>
                  <a:lnTo>
                    <a:pt x="19250" y="1112"/>
                  </a:lnTo>
                  <a:lnTo>
                    <a:pt x="12849" y="494"/>
                  </a:lnTo>
                  <a:lnTo>
                    <a:pt x="6429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tx75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2025-06-05T22:55:47Z</dcterms:modified>
  <cp:category/>
</cp:coreProperties>
</file>