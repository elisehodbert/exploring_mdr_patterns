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023544" y="1275828"/>
              <a:ext cx="0" cy="4123463"/>
            </a:xfrm>
            <a:custGeom>
              <a:avLst/>
              <a:pathLst>
                <a:path w="0" h="4123463">
                  <a:moveTo>
                    <a:pt x="0" y="0"/>
                  </a:moveTo>
                  <a:lnTo>
                    <a:pt x="0" y="412346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163766" y="1256912"/>
              <a:ext cx="1782536" cy="3421284"/>
            </a:xfrm>
            <a:custGeom>
              <a:avLst/>
              <a:pathLst>
                <a:path w="1782536" h="3421284">
                  <a:moveTo>
                    <a:pt x="1782536" y="0"/>
                  </a:moveTo>
                  <a:lnTo>
                    <a:pt x="0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00785" y="1256912"/>
              <a:ext cx="1550445" cy="2975823"/>
            </a:xfrm>
            <a:custGeom>
              <a:avLst/>
              <a:pathLst>
                <a:path w="1550445" h="2975823">
                  <a:moveTo>
                    <a:pt x="0" y="0"/>
                  </a:moveTo>
                  <a:lnTo>
                    <a:pt x="1550445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063274" y="1271038"/>
              <a:ext cx="918033" cy="3751965"/>
            </a:xfrm>
            <a:custGeom>
              <a:avLst/>
              <a:pathLst>
                <a:path w="918033" h="3751965">
                  <a:moveTo>
                    <a:pt x="0" y="0"/>
                  </a:moveTo>
                  <a:lnTo>
                    <a:pt x="918033" y="37519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583212" y="1627638"/>
              <a:ext cx="2343335" cy="3419842"/>
            </a:xfrm>
            <a:custGeom>
              <a:avLst/>
              <a:pathLst>
                <a:path w="2343335" h="3419842">
                  <a:moveTo>
                    <a:pt x="0" y="0"/>
                  </a:moveTo>
                  <a:lnTo>
                    <a:pt x="2343335" y="3419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7116" y="3170392"/>
              <a:ext cx="46663" cy="167167"/>
            </a:xfrm>
            <a:custGeom>
              <a:avLst/>
              <a:pathLst>
                <a:path w="46663" h="167167">
                  <a:moveTo>
                    <a:pt x="46663" y="0"/>
                  </a:moveTo>
                  <a:lnTo>
                    <a:pt x="40752" y="104"/>
                  </a:lnTo>
                  <a:lnTo>
                    <a:pt x="34850" y="417"/>
                  </a:lnTo>
                  <a:lnTo>
                    <a:pt x="28962" y="939"/>
                  </a:lnTo>
                  <a:lnTo>
                    <a:pt x="23096" y="1669"/>
                  </a:lnTo>
                  <a:lnTo>
                    <a:pt x="17259" y="2606"/>
                  </a:lnTo>
                  <a:lnTo>
                    <a:pt x="11460" y="3748"/>
                  </a:lnTo>
                  <a:lnTo>
                    <a:pt x="5704" y="5095"/>
                  </a:lnTo>
                  <a:lnTo>
                    <a:pt x="0" y="6644"/>
                  </a:lnTo>
                  <a:lnTo>
                    <a:pt x="466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7116" y="3177037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26" y="3170489"/>
              <a:ext cx="334305" cy="334237"/>
            </a:xfrm>
            <a:custGeom>
              <a:avLst/>
              <a:pathLst>
                <a:path w="334305" h="334237">
                  <a:moveTo>
                    <a:pt x="120489" y="6547"/>
                  </a:moveTo>
                  <a:lnTo>
                    <a:pt x="115419" y="8109"/>
                  </a:lnTo>
                  <a:lnTo>
                    <a:pt x="110402" y="9830"/>
                  </a:lnTo>
                  <a:lnTo>
                    <a:pt x="105441" y="11710"/>
                  </a:lnTo>
                  <a:lnTo>
                    <a:pt x="100542" y="13747"/>
                  </a:lnTo>
                  <a:lnTo>
                    <a:pt x="95711" y="15937"/>
                  </a:lnTo>
                  <a:lnTo>
                    <a:pt x="90952" y="18280"/>
                  </a:lnTo>
                  <a:lnTo>
                    <a:pt x="86269" y="20773"/>
                  </a:lnTo>
                  <a:lnTo>
                    <a:pt x="81668" y="23413"/>
                  </a:lnTo>
                  <a:lnTo>
                    <a:pt x="77152" y="26198"/>
                  </a:lnTo>
                  <a:lnTo>
                    <a:pt x="72728" y="29125"/>
                  </a:lnTo>
                  <a:lnTo>
                    <a:pt x="68398" y="32190"/>
                  </a:lnTo>
                  <a:lnTo>
                    <a:pt x="64168" y="35391"/>
                  </a:lnTo>
                  <a:lnTo>
                    <a:pt x="60042" y="38725"/>
                  </a:lnTo>
                  <a:lnTo>
                    <a:pt x="56024" y="42189"/>
                  </a:lnTo>
                  <a:lnTo>
                    <a:pt x="52117" y="45778"/>
                  </a:lnTo>
                  <a:lnTo>
                    <a:pt x="48326" y="49489"/>
                  </a:lnTo>
                  <a:lnTo>
                    <a:pt x="44655" y="53318"/>
                  </a:lnTo>
                  <a:lnTo>
                    <a:pt x="41108" y="57262"/>
                  </a:lnTo>
                  <a:lnTo>
                    <a:pt x="37687" y="61317"/>
                  </a:lnTo>
                  <a:lnTo>
                    <a:pt x="34397" y="65478"/>
                  </a:lnTo>
                  <a:lnTo>
                    <a:pt x="31240" y="69742"/>
                  </a:lnTo>
                  <a:lnTo>
                    <a:pt x="28220" y="74103"/>
                  </a:lnTo>
                  <a:lnTo>
                    <a:pt x="25340" y="78558"/>
                  </a:lnTo>
                  <a:lnTo>
                    <a:pt x="22603" y="83103"/>
                  </a:lnTo>
                  <a:lnTo>
                    <a:pt x="20012" y="87732"/>
                  </a:lnTo>
                  <a:lnTo>
                    <a:pt x="17568" y="92440"/>
                  </a:lnTo>
                  <a:lnTo>
                    <a:pt x="15276" y="97224"/>
                  </a:lnTo>
                  <a:lnTo>
                    <a:pt x="13136" y="102078"/>
                  </a:lnTo>
                  <a:lnTo>
                    <a:pt x="11151" y="106998"/>
                  </a:lnTo>
                  <a:lnTo>
                    <a:pt x="9324" y="111978"/>
                  </a:lnTo>
                  <a:lnTo>
                    <a:pt x="7655" y="117014"/>
                  </a:lnTo>
                  <a:lnTo>
                    <a:pt x="6147" y="122100"/>
                  </a:lnTo>
                  <a:lnTo>
                    <a:pt x="4801" y="127231"/>
                  </a:lnTo>
                  <a:lnTo>
                    <a:pt x="3619" y="132403"/>
                  </a:lnTo>
                  <a:lnTo>
                    <a:pt x="2601" y="137609"/>
                  </a:lnTo>
                  <a:lnTo>
                    <a:pt x="1749" y="142845"/>
                  </a:lnTo>
                  <a:lnTo>
                    <a:pt x="1064" y="148105"/>
                  </a:lnTo>
                  <a:lnTo>
                    <a:pt x="546" y="153385"/>
                  </a:lnTo>
                  <a:lnTo>
                    <a:pt x="196" y="158678"/>
                  </a:lnTo>
                  <a:lnTo>
                    <a:pt x="13" y="163980"/>
                  </a:lnTo>
                  <a:lnTo>
                    <a:pt x="0" y="169285"/>
                  </a:lnTo>
                  <a:lnTo>
                    <a:pt x="154" y="174588"/>
                  </a:lnTo>
                  <a:lnTo>
                    <a:pt x="477" y="179883"/>
                  </a:lnTo>
                  <a:lnTo>
                    <a:pt x="967" y="185165"/>
                  </a:lnTo>
                  <a:lnTo>
                    <a:pt x="1625" y="190429"/>
                  </a:lnTo>
                  <a:lnTo>
                    <a:pt x="2449" y="195669"/>
                  </a:lnTo>
                  <a:lnTo>
                    <a:pt x="3440" y="200881"/>
                  </a:lnTo>
                  <a:lnTo>
                    <a:pt x="4595" y="206058"/>
                  </a:lnTo>
                  <a:lnTo>
                    <a:pt x="5914" y="211197"/>
                  </a:lnTo>
                  <a:lnTo>
                    <a:pt x="7395" y="216291"/>
                  </a:lnTo>
                  <a:lnTo>
                    <a:pt x="9037" y="221335"/>
                  </a:lnTo>
                  <a:lnTo>
                    <a:pt x="10839" y="226325"/>
                  </a:lnTo>
                  <a:lnTo>
                    <a:pt x="12798" y="231255"/>
                  </a:lnTo>
                  <a:lnTo>
                    <a:pt x="14912" y="236120"/>
                  </a:lnTo>
                  <a:lnTo>
                    <a:pt x="17180" y="240916"/>
                  </a:lnTo>
                  <a:lnTo>
                    <a:pt x="19598" y="245637"/>
                  </a:lnTo>
                  <a:lnTo>
                    <a:pt x="22166" y="250279"/>
                  </a:lnTo>
                  <a:lnTo>
                    <a:pt x="24879" y="254838"/>
                  </a:lnTo>
                  <a:lnTo>
                    <a:pt x="27735" y="259308"/>
                  </a:lnTo>
                  <a:lnTo>
                    <a:pt x="30732" y="263685"/>
                  </a:lnTo>
                  <a:lnTo>
                    <a:pt x="33867" y="267965"/>
                  </a:lnTo>
                  <a:lnTo>
                    <a:pt x="37135" y="272144"/>
                  </a:lnTo>
                  <a:lnTo>
                    <a:pt x="40534" y="276216"/>
                  </a:lnTo>
                  <a:lnTo>
                    <a:pt x="44061" y="280179"/>
                  </a:lnTo>
                  <a:lnTo>
                    <a:pt x="47712" y="284028"/>
                  </a:lnTo>
                  <a:lnTo>
                    <a:pt x="51484" y="287759"/>
                  </a:lnTo>
                  <a:lnTo>
                    <a:pt x="55371" y="291368"/>
                  </a:lnTo>
                  <a:lnTo>
                    <a:pt x="59372" y="294852"/>
                  </a:lnTo>
                  <a:lnTo>
                    <a:pt x="63480" y="298208"/>
                  </a:lnTo>
                  <a:lnTo>
                    <a:pt x="67693" y="301431"/>
                  </a:lnTo>
                  <a:lnTo>
                    <a:pt x="72007" y="304519"/>
                  </a:lnTo>
                  <a:lnTo>
                    <a:pt x="76416" y="307469"/>
                  </a:lnTo>
                  <a:lnTo>
                    <a:pt x="80917" y="310277"/>
                  </a:lnTo>
                  <a:lnTo>
                    <a:pt x="85504" y="312942"/>
                  </a:lnTo>
                  <a:lnTo>
                    <a:pt x="90174" y="315459"/>
                  </a:lnTo>
                  <a:lnTo>
                    <a:pt x="94921" y="317827"/>
                  </a:lnTo>
                  <a:lnTo>
                    <a:pt x="99741" y="320043"/>
                  </a:lnTo>
                  <a:lnTo>
                    <a:pt x="104628" y="322105"/>
                  </a:lnTo>
                  <a:lnTo>
                    <a:pt x="109579" y="324010"/>
                  </a:lnTo>
                  <a:lnTo>
                    <a:pt x="114588" y="325758"/>
                  </a:lnTo>
                  <a:lnTo>
                    <a:pt x="119649" y="327346"/>
                  </a:lnTo>
                  <a:lnTo>
                    <a:pt x="124759" y="328773"/>
                  </a:lnTo>
                  <a:lnTo>
                    <a:pt x="129911" y="330036"/>
                  </a:lnTo>
                  <a:lnTo>
                    <a:pt x="135101" y="331136"/>
                  </a:lnTo>
                  <a:lnTo>
                    <a:pt x="140323" y="332070"/>
                  </a:lnTo>
                  <a:lnTo>
                    <a:pt x="145572" y="332839"/>
                  </a:lnTo>
                  <a:lnTo>
                    <a:pt x="150842" y="333440"/>
                  </a:lnTo>
                  <a:lnTo>
                    <a:pt x="156130" y="333874"/>
                  </a:lnTo>
                  <a:lnTo>
                    <a:pt x="161428" y="334139"/>
                  </a:lnTo>
                  <a:lnTo>
                    <a:pt x="166732" y="334237"/>
                  </a:lnTo>
                  <a:lnTo>
                    <a:pt x="172036" y="334166"/>
                  </a:lnTo>
                  <a:lnTo>
                    <a:pt x="177336" y="333927"/>
                  </a:lnTo>
                  <a:lnTo>
                    <a:pt x="182625" y="333520"/>
                  </a:lnTo>
                  <a:lnTo>
                    <a:pt x="187899" y="332945"/>
                  </a:lnTo>
                  <a:lnTo>
                    <a:pt x="193151" y="332203"/>
                  </a:lnTo>
                  <a:lnTo>
                    <a:pt x="198378" y="331295"/>
                  </a:lnTo>
                  <a:lnTo>
                    <a:pt x="203573" y="330222"/>
                  </a:lnTo>
                  <a:lnTo>
                    <a:pt x="208732" y="328984"/>
                  </a:lnTo>
                  <a:lnTo>
                    <a:pt x="213848" y="327583"/>
                  </a:lnTo>
                  <a:lnTo>
                    <a:pt x="218918" y="326021"/>
                  </a:lnTo>
                  <a:lnTo>
                    <a:pt x="223935" y="324298"/>
                  </a:lnTo>
                  <a:lnTo>
                    <a:pt x="228895" y="322417"/>
                  </a:lnTo>
                  <a:lnTo>
                    <a:pt x="233793" y="320380"/>
                  </a:lnTo>
                  <a:lnTo>
                    <a:pt x="238624" y="318188"/>
                  </a:lnTo>
                  <a:lnTo>
                    <a:pt x="243383" y="315844"/>
                  </a:lnTo>
                  <a:lnTo>
                    <a:pt x="248066" y="313351"/>
                  </a:lnTo>
                  <a:lnTo>
                    <a:pt x="252666" y="310710"/>
                  </a:lnTo>
                  <a:lnTo>
                    <a:pt x="257181" y="307924"/>
                  </a:lnTo>
                  <a:lnTo>
                    <a:pt x="261605" y="304996"/>
                  </a:lnTo>
                  <a:lnTo>
                    <a:pt x="265934" y="301930"/>
                  </a:lnTo>
                  <a:lnTo>
                    <a:pt x="270163" y="298728"/>
                  </a:lnTo>
                  <a:lnTo>
                    <a:pt x="274289" y="295393"/>
                  </a:lnTo>
                  <a:lnTo>
                    <a:pt x="278306" y="291929"/>
                  </a:lnTo>
                  <a:lnTo>
                    <a:pt x="282212" y="288339"/>
                  </a:lnTo>
                  <a:lnTo>
                    <a:pt x="286002" y="284627"/>
                  </a:lnTo>
                  <a:lnTo>
                    <a:pt x="289672" y="280797"/>
                  </a:lnTo>
                  <a:lnTo>
                    <a:pt x="293219" y="276852"/>
                  </a:lnTo>
                  <a:lnTo>
                    <a:pt x="296639" y="272797"/>
                  </a:lnTo>
                  <a:lnTo>
                    <a:pt x="299929" y="268635"/>
                  </a:lnTo>
                  <a:lnTo>
                    <a:pt x="303085" y="264371"/>
                  </a:lnTo>
                  <a:lnTo>
                    <a:pt x="306103" y="260008"/>
                  </a:lnTo>
                  <a:lnTo>
                    <a:pt x="308982" y="255553"/>
                  </a:lnTo>
                  <a:lnTo>
                    <a:pt x="311719" y="251008"/>
                  </a:lnTo>
                  <a:lnTo>
                    <a:pt x="314309" y="246379"/>
                  </a:lnTo>
                  <a:lnTo>
                    <a:pt x="316751" y="241669"/>
                  </a:lnTo>
                  <a:lnTo>
                    <a:pt x="319043" y="236885"/>
                  </a:lnTo>
                  <a:lnTo>
                    <a:pt x="321182" y="232030"/>
                  </a:lnTo>
                  <a:lnTo>
                    <a:pt x="323166" y="227110"/>
                  </a:lnTo>
                  <a:lnTo>
                    <a:pt x="324992" y="222130"/>
                  </a:lnTo>
                  <a:lnTo>
                    <a:pt x="326660" y="217094"/>
                  </a:lnTo>
                  <a:lnTo>
                    <a:pt x="328167" y="212007"/>
                  </a:lnTo>
                  <a:lnTo>
                    <a:pt x="329511" y="206876"/>
                  </a:lnTo>
                  <a:lnTo>
                    <a:pt x="330693" y="201704"/>
                  </a:lnTo>
                  <a:lnTo>
                    <a:pt x="331709" y="196498"/>
                  </a:lnTo>
                  <a:lnTo>
                    <a:pt x="332560" y="191261"/>
                  </a:lnTo>
                  <a:lnTo>
                    <a:pt x="333244" y="186001"/>
                  </a:lnTo>
                  <a:lnTo>
                    <a:pt x="333761" y="180721"/>
                  </a:lnTo>
                  <a:lnTo>
                    <a:pt x="334111" y="175428"/>
                  </a:lnTo>
                  <a:lnTo>
                    <a:pt x="334292" y="170126"/>
                  </a:lnTo>
                  <a:lnTo>
                    <a:pt x="334305" y="164821"/>
                  </a:lnTo>
                  <a:lnTo>
                    <a:pt x="334149" y="159518"/>
                  </a:lnTo>
                  <a:lnTo>
                    <a:pt x="333825" y="154223"/>
                  </a:lnTo>
                  <a:lnTo>
                    <a:pt x="333334" y="148941"/>
                  </a:lnTo>
                  <a:lnTo>
                    <a:pt x="332675" y="143678"/>
                  </a:lnTo>
                  <a:lnTo>
                    <a:pt x="331849" y="138437"/>
                  </a:lnTo>
                  <a:lnTo>
                    <a:pt x="330858" y="133226"/>
                  </a:lnTo>
                  <a:lnTo>
                    <a:pt x="329702" y="128049"/>
                  </a:lnTo>
                  <a:lnTo>
                    <a:pt x="328382" y="122911"/>
                  </a:lnTo>
                  <a:lnTo>
                    <a:pt x="326899" y="117817"/>
                  </a:lnTo>
                  <a:lnTo>
                    <a:pt x="325256" y="112773"/>
                  </a:lnTo>
                  <a:lnTo>
                    <a:pt x="323454" y="107784"/>
                  </a:lnTo>
                  <a:lnTo>
                    <a:pt x="321494" y="102854"/>
                  </a:lnTo>
                  <a:lnTo>
                    <a:pt x="319378" y="97989"/>
                  </a:lnTo>
                  <a:lnTo>
                    <a:pt x="317110" y="93194"/>
                  </a:lnTo>
                  <a:lnTo>
                    <a:pt x="314690" y="88473"/>
                  </a:lnTo>
                  <a:lnTo>
                    <a:pt x="312122" y="83831"/>
                  </a:lnTo>
                  <a:lnTo>
                    <a:pt x="309408" y="79273"/>
                  </a:lnTo>
                  <a:lnTo>
                    <a:pt x="306550" y="74804"/>
                  </a:lnTo>
                  <a:lnTo>
                    <a:pt x="303553" y="70427"/>
                  </a:lnTo>
                  <a:lnTo>
                    <a:pt x="300417" y="66148"/>
                  </a:lnTo>
                  <a:lnTo>
                    <a:pt x="297148" y="61970"/>
                  </a:lnTo>
                  <a:lnTo>
                    <a:pt x="293748" y="57898"/>
                  </a:lnTo>
                  <a:lnTo>
                    <a:pt x="290220" y="53936"/>
                  </a:lnTo>
                  <a:lnTo>
                    <a:pt x="286568" y="50088"/>
                  </a:lnTo>
                  <a:lnTo>
                    <a:pt x="282796" y="46358"/>
                  </a:lnTo>
                  <a:lnTo>
                    <a:pt x="278908" y="42749"/>
                  </a:lnTo>
                  <a:lnTo>
                    <a:pt x="274907" y="39266"/>
                  </a:lnTo>
                  <a:lnTo>
                    <a:pt x="270797" y="35911"/>
                  </a:lnTo>
                  <a:lnTo>
                    <a:pt x="266584" y="32689"/>
                  </a:lnTo>
                  <a:lnTo>
                    <a:pt x="262270" y="29601"/>
                  </a:lnTo>
                  <a:lnTo>
                    <a:pt x="257860" y="26653"/>
                  </a:lnTo>
                  <a:lnTo>
                    <a:pt x="253359" y="23845"/>
                  </a:lnTo>
                  <a:lnTo>
                    <a:pt x="248771" y="21182"/>
                  </a:lnTo>
                  <a:lnTo>
                    <a:pt x="244101" y="18666"/>
                  </a:lnTo>
                  <a:lnTo>
                    <a:pt x="239353" y="16299"/>
                  </a:lnTo>
                  <a:lnTo>
                    <a:pt x="234533" y="14084"/>
                  </a:lnTo>
                  <a:lnTo>
                    <a:pt x="229645" y="12023"/>
                  </a:lnTo>
                  <a:lnTo>
                    <a:pt x="224693" y="10118"/>
                  </a:lnTo>
                  <a:lnTo>
                    <a:pt x="219684" y="8371"/>
                  </a:lnTo>
                  <a:lnTo>
                    <a:pt x="214622" y="6784"/>
                  </a:lnTo>
                  <a:lnTo>
                    <a:pt x="209513" y="5359"/>
                  </a:lnTo>
                  <a:lnTo>
                    <a:pt x="204360" y="4096"/>
                  </a:lnTo>
                  <a:lnTo>
                    <a:pt x="199170" y="2998"/>
                  </a:lnTo>
                  <a:lnTo>
                    <a:pt x="193948" y="2064"/>
                  </a:lnTo>
                  <a:lnTo>
                    <a:pt x="188699" y="1297"/>
                  </a:lnTo>
                  <a:lnTo>
                    <a:pt x="183428" y="697"/>
                  </a:lnTo>
                  <a:lnTo>
                    <a:pt x="178141" y="264"/>
                  </a:lnTo>
                  <a:lnTo>
                    <a:pt x="172843" y="0"/>
                  </a:lnTo>
                  <a:lnTo>
                    <a:pt x="167152" y="1670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5690" cy="167167"/>
            </a:xfrm>
            <a:custGeom>
              <a:avLst/>
              <a:pathLst>
                <a:path w="5690" h="167167">
                  <a:moveTo>
                    <a:pt x="5690" y="9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6879" y="2633064"/>
              <a:ext cx="162132" cy="167167"/>
            </a:xfrm>
            <a:custGeom>
              <a:avLst/>
              <a:pathLst>
                <a:path w="162132" h="167167">
                  <a:moveTo>
                    <a:pt x="162132" y="0"/>
                  </a:moveTo>
                  <a:lnTo>
                    <a:pt x="156731" y="87"/>
                  </a:lnTo>
                  <a:lnTo>
                    <a:pt x="151337" y="348"/>
                  </a:lnTo>
                  <a:lnTo>
                    <a:pt x="145953" y="784"/>
                  </a:lnTo>
                  <a:lnTo>
                    <a:pt x="140587" y="1394"/>
                  </a:lnTo>
                  <a:lnTo>
                    <a:pt x="135243" y="2176"/>
                  </a:lnTo>
                  <a:lnTo>
                    <a:pt x="129927" y="3131"/>
                  </a:lnTo>
                  <a:lnTo>
                    <a:pt x="124644" y="4257"/>
                  </a:lnTo>
                  <a:lnTo>
                    <a:pt x="119401" y="5553"/>
                  </a:lnTo>
                  <a:lnTo>
                    <a:pt x="114202" y="7018"/>
                  </a:lnTo>
                  <a:lnTo>
                    <a:pt x="109054" y="8650"/>
                  </a:lnTo>
                  <a:lnTo>
                    <a:pt x="103961" y="10447"/>
                  </a:lnTo>
                  <a:lnTo>
                    <a:pt x="98928" y="12408"/>
                  </a:lnTo>
                  <a:lnTo>
                    <a:pt x="93962" y="14531"/>
                  </a:lnTo>
                  <a:lnTo>
                    <a:pt x="89066" y="16813"/>
                  </a:lnTo>
                  <a:lnTo>
                    <a:pt x="84247" y="19251"/>
                  </a:lnTo>
                  <a:lnTo>
                    <a:pt x="79510" y="21845"/>
                  </a:lnTo>
                  <a:lnTo>
                    <a:pt x="74858" y="24590"/>
                  </a:lnTo>
                  <a:lnTo>
                    <a:pt x="70298" y="27483"/>
                  </a:lnTo>
                  <a:lnTo>
                    <a:pt x="65833" y="30523"/>
                  </a:lnTo>
                  <a:lnTo>
                    <a:pt x="61469" y="33705"/>
                  </a:lnTo>
                  <a:lnTo>
                    <a:pt x="57210" y="37027"/>
                  </a:lnTo>
                  <a:lnTo>
                    <a:pt x="53061" y="40484"/>
                  </a:lnTo>
                  <a:lnTo>
                    <a:pt x="49025" y="44074"/>
                  </a:lnTo>
                  <a:lnTo>
                    <a:pt x="45108" y="47792"/>
                  </a:lnTo>
                  <a:lnTo>
                    <a:pt x="41313" y="51635"/>
                  </a:lnTo>
                  <a:lnTo>
                    <a:pt x="37643" y="55598"/>
                  </a:lnTo>
                  <a:lnTo>
                    <a:pt x="34104" y="59678"/>
                  </a:lnTo>
                  <a:lnTo>
                    <a:pt x="30698" y="63870"/>
                  </a:lnTo>
                  <a:lnTo>
                    <a:pt x="27430" y="68170"/>
                  </a:lnTo>
                  <a:lnTo>
                    <a:pt x="24302" y="72573"/>
                  </a:lnTo>
                  <a:lnTo>
                    <a:pt x="21318" y="77075"/>
                  </a:lnTo>
                  <a:lnTo>
                    <a:pt x="18481" y="81671"/>
                  </a:lnTo>
                  <a:lnTo>
                    <a:pt x="15794" y="86356"/>
                  </a:lnTo>
                  <a:lnTo>
                    <a:pt x="13260" y="91126"/>
                  </a:lnTo>
                  <a:lnTo>
                    <a:pt x="10881" y="95975"/>
                  </a:lnTo>
                  <a:lnTo>
                    <a:pt x="8661" y="100898"/>
                  </a:lnTo>
                  <a:lnTo>
                    <a:pt x="6600" y="105890"/>
                  </a:lnTo>
                  <a:lnTo>
                    <a:pt x="4701" y="110947"/>
                  </a:lnTo>
                  <a:lnTo>
                    <a:pt x="2967" y="116062"/>
                  </a:lnTo>
                  <a:lnTo>
                    <a:pt x="1400" y="121230"/>
                  </a:lnTo>
                  <a:lnTo>
                    <a:pt x="0" y="126447"/>
                  </a:lnTo>
                  <a:lnTo>
                    <a:pt x="1621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6879" y="2759511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1849" y="2691458"/>
              <a:ext cx="334321" cy="275936"/>
            </a:xfrm>
            <a:custGeom>
              <a:avLst/>
              <a:pathLst>
                <a:path w="334321" h="275936">
                  <a:moveTo>
                    <a:pt x="5030" y="68052"/>
                  </a:moveTo>
                  <a:lnTo>
                    <a:pt x="3819" y="73220"/>
                  </a:lnTo>
                  <a:lnTo>
                    <a:pt x="2772" y="78424"/>
                  </a:lnTo>
                  <a:lnTo>
                    <a:pt x="1892" y="83658"/>
                  </a:lnTo>
                  <a:lnTo>
                    <a:pt x="1178" y="88918"/>
                  </a:lnTo>
                  <a:lnTo>
                    <a:pt x="631" y="94197"/>
                  </a:lnTo>
                  <a:lnTo>
                    <a:pt x="252" y="99492"/>
                  </a:lnTo>
                  <a:lnTo>
                    <a:pt x="42" y="104795"/>
                  </a:lnTo>
                  <a:lnTo>
                    <a:pt x="0" y="110103"/>
                  </a:lnTo>
                  <a:lnTo>
                    <a:pt x="126" y="115409"/>
                  </a:lnTo>
                  <a:lnTo>
                    <a:pt x="421" y="120709"/>
                  </a:lnTo>
                  <a:lnTo>
                    <a:pt x="884" y="125997"/>
                  </a:lnTo>
                  <a:lnTo>
                    <a:pt x="1515" y="131267"/>
                  </a:lnTo>
                  <a:lnTo>
                    <a:pt x="2312" y="136514"/>
                  </a:lnTo>
                  <a:lnTo>
                    <a:pt x="3276" y="141734"/>
                  </a:lnTo>
                  <a:lnTo>
                    <a:pt x="4405" y="146920"/>
                  </a:lnTo>
                  <a:lnTo>
                    <a:pt x="5698" y="152068"/>
                  </a:lnTo>
                  <a:lnTo>
                    <a:pt x="7154" y="157173"/>
                  </a:lnTo>
                  <a:lnTo>
                    <a:pt x="8771" y="162228"/>
                  </a:lnTo>
                  <a:lnTo>
                    <a:pt x="10548" y="167230"/>
                  </a:lnTo>
                  <a:lnTo>
                    <a:pt x="12483" y="172172"/>
                  </a:lnTo>
                  <a:lnTo>
                    <a:pt x="14574" y="177051"/>
                  </a:lnTo>
                  <a:lnTo>
                    <a:pt x="16819" y="181861"/>
                  </a:lnTo>
                  <a:lnTo>
                    <a:pt x="19215" y="186597"/>
                  </a:lnTo>
                  <a:lnTo>
                    <a:pt x="21760" y="191255"/>
                  </a:lnTo>
                  <a:lnTo>
                    <a:pt x="24452" y="195829"/>
                  </a:lnTo>
                  <a:lnTo>
                    <a:pt x="27288" y="200316"/>
                  </a:lnTo>
                  <a:lnTo>
                    <a:pt x="30265" y="204711"/>
                  </a:lnTo>
                  <a:lnTo>
                    <a:pt x="33379" y="209009"/>
                  </a:lnTo>
                  <a:lnTo>
                    <a:pt x="36629" y="213205"/>
                  </a:lnTo>
                  <a:lnTo>
                    <a:pt x="40010" y="217297"/>
                  </a:lnTo>
                  <a:lnTo>
                    <a:pt x="43520" y="221279"/>
                  </a:lnTo>
                  <a:lnTo>
                    <a:pt x="47154" y="225147"/>
                  </a:lnTo>
                  <a:lnTo>
                    <a:pt x="50909" y="228899"/>
                  </a:lnTo>
                  <a:lnTo>
                    <a:pt x="54781" y="232529"/>
                  </a:lnTo>
                  <a:lnTo>
                    <a:pt x="58767" y="236034"/>
                  </a:lnTo>
                  <a:lnTo>
                    <a:pt x="62862" y="239411"/>
                  </a:lnTo>
                  <a:lnTo>
                    <a:pt x="67062" y="242657"/>
                  </a:lnTo>
                  <a:lnTo>
                    <a:pt x="71363" y="245767"/>
                  </a:lnTo>
                  <a:lnTo>
                    <a:pt x="75761" y="248740"/>
                  </a:lnTo>
                  <a:lnTo>
                    <a:pt x="80250" y="251571"/>
                  </a:lnTo>
                  <a:lnTo>
                    <a:pt x="84828" y="254258"/>
                  </a:lnTo>
                  <a:lnTo>
                    <a:pt x="89488" y="256799"/>
                  </a:lnTo>
                  <a:lnTo>
                    <a:pt x="94227" y="259190"/>
                  </a:lnTo>
                  <a:lnTo>
                    <a:pt x="99039" y="261430"/>
                  </a:lnTo>
                  <a:lnTo>
                    <a:pt x="103920" y="263516"/>
                  </a:lnTo>
                  <a:lnTo>
                    <a:pt x="108864" y="265445"/>
                  </a:lnTo>
                  <a:lnTo>
                    <a:pt x="113868" y="267217"/>
                  </a:lnTo>
                  <a:lnTo>
                    <a:pt x="118925" y="268829"/>
                  </a:lnTo>
                  <a:lnTo>
                    <a:pt x="124031" y="270280"/>
                  </a:lnTo>
                  <a:lnTo>
                    <a:pt x="129180" y="271568"/>
                  </a:lnTo>
                  <a:lnTo>
                    <a:pt x="134367" y="272692"/>
                  </a:lnTo>
                  <a:lnTo>
                    <a:pt x="139588" y="273650"/>
                  </a:lnTo>
                  <a:lnTo>
                    <a:pt x="144836" y="274442"/>
                  </a:lnTo>
                  <a:lnTo>
                    <a:pt x="150107" y="275068"/>
                  </a:lnTo>
                  <a:lnTo>
                    <a:pt x="155395" y="275525"/>
                  </a:lnTo>
                  <a:lnTo>
                    <a:pt x="160695" y="275815"/>
                  </a:lnTo>
                  <a:lnTo>
                    <a:pt x="166002" y="275936"/>
                  </a:lnTo>
                  <a:lnTo>
                    <a:pt x="171309" y="275888"/>
                  </a:lnTo>
                  <a:lnTo>
                    <a:pt x="176613" y="275673"/>
                  </a:lnTo>
                  <a:lnTo>
                    <a:pt x="181907" y="275288"/>
                  </a:lnTo>
                  <a:lnTo>
                    <a:pt x="187186" y="274736"/>
                  </a:lnTo>
                  <a:lnTo>
                    <a:pt x="192445" y="274017"/>
                  </a:lnTo>
                  <a:lnTo>
                    <a:pt x="197678" y="273131"/>
                  </a:lnTo>
                  <a:lnTo>
                    <a:pt x="202881" y="272079"/>
                  </a:lnTo>
                  <a:lnTo>
                    <a:pt x="208047" y="270863"/>
                  </a:lnTo>
                  <a:lnTo>
                    <a:pt x="213173" y="269483"/>
                  </a:lnTo>
                  <a:lnTo>
                    <a:pt x="218252" y="267941"/>
                  </a:lnTo>
                  <a:lnTo>
                    <a:pt x="223279" y="266239"/>
                  </a:lnTo>
                  <a:lnTo>
                    <a:pt x="228250" y="264378"/>
                  </a:lnTo>
                  <a:lnTo>
                    <a:pt x="233159" y="262360"/>
                  </a:lnTo>
                  <a:lnTo>
                    <a:pt x="238002" y="260188"/>
                  </a:lnTo>
                  <a:lnTo>
                    <a:pt x="242774" y="257862"/>
                  </a:lnTo>
                  <a:lnTo>
                    <a:pt x="247469" y="255387"/>
                  </a:lnTo>
                  <a:lnTo>
                    <a:pt x="252083" y="252763"/>
                  </a:lnTo>
                  <a:lnTo>
                    <a:pt x="256611" y="249995"/>
                  </a:lnTo>
                  <a:lnTo>
                    <a:pt x="261050" y="247084"/>
                  </a:lnTo>
                  <a:lnTo>
                    <a:pt x="265394" y="244033"/>
                  </a:lnTo>
                  <a:lnTo>
                    <a:pt x="269638" y="240846"/>
                  </a:lnTo>
                  <a:lnTo>
                    <a:pt x="273780" y="237526"/>
                  </a:lnTo>
                  <a:lnTo>
                    <a:pt x="277814" y="234077"/>
                  </a:lnTo>
                  <a:lnTo>
                    <a:pt x="281736" y="230500"/>
                  </a:lnTo>
                  <a:lnTo>
                    <a:pt x="285543" y="226802"/>
                  </a:lnTo>
                  <a:lnTo>
                    <a:pt x="289230" y="222984"/>
                  </a:lnTo>
                  <a:lnTo>
                    <a:pt x="292795" y="219051"/>
                  </a:lnTo>
                  <a:lnTo>
                    <a:pt x="296232" y="215007"/>
                  </a:lnTo>
                  <a:lnTo>
                    <a:pt x="299540" y="210855"/>
                  </a:lnTo>
                  <a:lnTo>
                    <a:pt x="302714" y="206601"/>
                  </a:lnTo>
                  <a:lnTo>
                    <a:pt x="305752" y="202248"/>
                  </a:lnTo>
                  <a:lnTo>
                    <a:pt x="308649" y="197801"/>
                  </a:lnTo>
                  <a:lnTo>
                    <a:pt x="311405" y="193265"/>
                  </a:lnTo>
                  <a:lnTo>
                    <a:pt x="314014" y="188643"/>
                  </a:lnTo>
                  <a:lnTo>
                    <a:pt x="316476" y="183940"/>
                  </a:lnTo>
                  <a:lnTo>
                    <a:pt x="318787" y="179162"/>
                  </a:lnTo>
                  <a:lnTo>
                    <a:pt x="320945" y="174313"/>
                  </a:lnTo>
                  <a:lnTo>
                    <a:pt x="322949" y="169397"/>
                  </a:lnTo>
                  <a:lnTo>
                    <a:pt x="324795" y="164421"/>
                  </a:lnTo>
                  <a:lnTo>
                    <a:pt x="326482" y="159388"/>
                  </a:lnTo>
                  <a:lnTo>
                    <a:pt x="328009" y="154305"/>
                  </a:lnTo>
                  <a:lnTo>
                    <a:pt x="329373" y="149175"/>
                  </a:lnTo>
                  <a:lnTo>
                    <a:pt x="330574" y="144005"/>
                  </a:lnTo>
                  <a:lnTo>
                    <a:pt x="331610" y="138799"/>
                  </a:lnTo>
                  <a:lnTo>
                    <a:pt x="332481" y="133563"/>
                  </a:lnTo>
                  <a:lnTo>
                    <a:pt x="333184" y="128302"/>
                  </a:lnTo>
                  <a:lnTo>
                    <a:pt x="333721" y="123022"/>
                  </a:lnTo>
                  <a:lnTo>
                    <a:pt x="334089" y="117727"/>
                  </a:lnTo>
                  <a:lnTo>
                    <a:pt x="334289" y="112423"/>
                  </a:lnTo>
                  <a:lnTo>
                    <a:pt x="334321" y="107115"/>
                  </a:lnTo>
                  <a:lnTo>
                    <a:pt x="334184" y="101809"/>
                  </a:lnTo>
                  <a:lnTo>
                    <a:pt x="333879" y="96510"/>
                  </a:lnTo>
                  <a:lnTo>
                    <a:pt x="333405" y="91223"/>
                  </a:lnTo>
                  <a:lnTo>
                    <a:pt x="332764" y="85954"/>
                  </a:lnTo>
                  <a:lnTo>
                    <a:pt x="331956" y="80708"/>
                  </a:lnTo>
                  <a:lnTo>
                    <a:pt x="330982" y="75490"/>
                  </a:lnTo>
                  <a:lnTo>
                    <a:pt x="329843" y="70306"/>
                  </a:lnTo>
                  <a:lnTo>
                    <a:pt x="328540" y="65161"/>
                  </a:lnTo>
                  <a:lnTo>
                    <a:pt x="327074" y="60059"/>
                  </a:lnTo>
                  <a:lnTo>
                    <a:pt x="325447" y="55007"/>
                  </a:lnTo>
                  <a:lnTo>
                    <a:pt x="323660" y="50009"/>
                  </a:lnTo>
                  <a:lnTo>
                    <a:pt x="321716" y="45070"/>
                  </a:lnTo>
                  <a:lnTo>
                    <a:pt x="319615" y="40195"/>
                  </a:lnTo>
                  <a:lnTo>
                    <a:pt x="317361" y="35390"/>
                  </a:lnTo>
                  <a:lnTo>
                    <a:pt x="314956" y="30658"/>
                  </a:lnTo>
                  <a:lnTo>
                    <a:pt x="312401" y="26006"/>
                  </a:lnTo>
                  <a:lnTo>
                    <a:pt x="309701" y="21436"/>
                  </a:lnTo>
                  <a:lnTo>
                    <a:pt x="306856" y="16955"/>
                  </a:lnTo>
                  <a:lnTo>
                    <a:pt x="303871" y="12566"/>
                  </a:lnTo>
                  <a:lnTo>
                    <a:pt x="300747" y="8275"/>
                  </a:lnTo>
                  <a:lnTo>
                    <a:pt x="297489" y="4084"/>
                  </a:lnTo>
                  <a:lnTo>
                    <a:pt x="294100" y="0"/>
                  </a:lnTo>
                  <a:lnTo>
                    <a:pt x="167162" y="1087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919011" y="2633064"/>
              <a:ext cx="126938" cy="167167"/>
            </a:xfrm>
            <a:custGeom>
              <a:avLst/>
              <a:pathLst>
                <a:path w="126938" h="167167">
                  <a:moveTo>
                    <a:pt x="126938" y="58394"/>
                  </a:moveTo>
                  <a:lnTo>
                    <a:pt x="123261" y="54245"/>
                  </a:lnTo>
                  <a:lnTo>
                    <a:pt x="119449" y="50219"/>
                  </a:lnTo>
                  <a:lnTo>
                    <a:pt x="115505" y="46323"/>
                  </a:lnTo>
                  <a:lnTo>
                    <a:pt x="111435" y="42559"/>
                  </a:lnTo>
                  <a:lnTo>
                    <a:pt x="107241" y="38932"/>
                  </a:lnTo>
                  <a:lnTo>
                    <a:pt x="102930" y="35447"/>
                  </a:lnTo>
                  <a:lnTo>
                    <a:pt x="98506" y="32106"/>
                  </a:lnTo>
                  <a:lnTo>
                    <a:pt x="93973" y="28914"/>
                  </a:lnTo>
                  <a:lnTo>
                    <a:pt x="89337" y="25874"/>
                  </a:lnTo>
                  <a:lnTo>
                    <a:pt x="84603" y="22989"/>
                  </a:lnTo>
                  <a:lnTo>
                    <a:pt x="79775" y="20263"/>
                  </a:lnTo>
                  <a:lnTo>
                    <a:pt x="74860" y="17698"/>
                  </a:lnTo>
                  <a:lnTo>
                    <a:pt x="69862" y="15298"/>
                  </a:lnTo>
                  <a:lnTo>
                    <a:pt x="64788" y="13065"/>
                  </a:lnTo>
                  <a:lnTo>
                    <a:pt x="59642" y="11001"/>
                  </a:lnTo>
                  <a:lnTo>
                    <a:pt x="54431" y="9110"/>
                  </a:lnTo>
                  <a:lnTo>
                    <a:pt x="49160" y="7392"/>
                  </a:lnTo>
                  <a:lnTo>
                    <a:pt x="43835" y="5849"/>
                  </a:lnTo>
                  <a:lnTo>
                    <a:pt x="38462" y="4484"/>
                  </a:lnTo>
                  <a:lnTo>
                    <a:pt x="33046" y="3298"/>
                  </a:lnTo>
                  <a:lnTo>
                    <a:pt x="27594" y="2293"/>
                  </a:lnTo>
                  <a:lnTo>
                    <a:pt x="22112" y="1468"/>
                  </a:lnTo>
                  <a:lnTo>
                    <a:pt x="16605" y="826"/>
                  </a:lnTo>
                  <a:lnTo>
                    <a:pt x="11080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3104" y="2126963"/>
              <a:ext cx="65367" cy="167167"/>
            </a:xfrm>
            <a:custGeom>
              <a:avLst/>
              <a:pathLst>
                <a:path w="65367" h="167167">
                  <a:moveTo>
                    <a:pt x="65367" y="0"/>
                  </a:moveTo>
                  <a:lnTo>
                    <a:pt x="59263" y="111"/>
                  </a:lnTo>
                  <a:lnTo>
                    <a:pt x="53167" y="445"/>
                  </a:lnTo>
                  <a:lnTo>
                    <a:pt x="47088" y="1002"/>
                  </a:lnTo>
                  <a:lnTo>
                    <a:pt x="41032" y="1780"/>
                  </a:lnTo>
                  <a:lnTo>
                    <a:pt x="35009" y="2779"/>
                  </a:lnTo>
                  <a:lnTo>
                    <a:pt x="29027" y="3997"/>
                  </a:lnTo>
                  <a:lnTo>
                    <a:pt x="23093" y="5433"/>
                  </a:lnTo>
                  <a:lnTo>
                    <a:pt x="17216" y="7085"/>
                  </a:lnTo>
                  <a:lnTo>
                    <a:pt x="11402" y="8950"/>
                  </a:lnTo>
                  <a:lnTo>
                    <a:pt x="5661" y="11026"/>
                  </a:lnTo>
                  <a:lnTo>
                    <a:pt x="0" y="13310"/>
                  </a:lnTo>
                  <a:lnTo>
                    <a:pt x="653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63104" y="2140274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61309" y="2140274"/>
              <a:ext cx="233387" cy="321021"/>
            </a:xfrm>
            <a:custGeom>
              <a:avLst/>
              <a:pathLst>
                <a:path w="233387" h="321021">
                  <a:moveTo>
                    <a:pt x="101795" y="0"/>
                  </a:moveTo>
                  <a:lnTo>
                    <a:pt x="96938" y="2155"/>
                  </a:lnTo>
                  <a:lnTo>
                    <a:pt x="92151" y="4464"/>
                  </a:lnTo>
                  <a:lnTo>
                    <a:pt x="87441" y="6923"/>
                  </a:lnTo>
                  <a:lnTo>
                    <a:pt x="82811" y="9531"/>
                  </a:lnTo>
                  <a:lnTo>
                    <a:pt x="78266" y="12285"/>
                  </a:lnTo>
                  <a:lnTo>
                    <a:pt x="73812" y="15182"/>
                  </a:lnTo>
                  <a:lnTo>
                    <a:pt x="69451" y="18219"/>
                  </a:lnTo>
                  <a:lnTo>
                    <a:pt x="65189" y="21394"/>
                  </a:lnTo>
                  <a:lnTo>
                    <a:pt x="61031" y="24702"/>
                  </a:lnTo>
                  <a:lnTo>
                    <a:pt x="56979" y="28140"/>
                  </a:lnTo>
                  <a:lnTo>
                    <a:pt x="53039" y="31706"/>
                  </a:lnTo>
                  <a:lnTo>
                    <a:pt x="49214" y="35395"/>
                  </a:lnTo>
                  <a:lnTo>
                    <a:pt x="45509" y="39204"/>
                  </a:lnTo>
                  <a:lnTo>
                    <a:pt x="41926" y="43128"/>
                  </a:lnTo>
                  <a:lnTo>
                    <a:pt x="38470" y="47165"/>
                  </a:lnTo>
                  <a:lnTo>
                    <a:pt x="35144" y="51309"/>
                  </a:lnTo>
                  <a:lnTo>
                    <a:pt x="31951" y="55557"/>
                  </a:lnTo>
                  <a:lnTo>
                    <a:pt x="28895" y="59904"/>
                  </a:lnTo>
                  <a:lnTo>
                    <a:pt x="25979" y="64346"/>
                  </a:lnTo>
                  <a:lnTo>
                    <a:pt x="23205" y="68879"/>
                  </a:lnTo>
                  <a:lnTo>
                    <a:pt x="20577" y="73498"/>
                  </a:lnTo>
                  <a:lnTo>
                    <a:pt x="18097" y="78197"/>
                  </a:lnTo>
                  <a:lnTo>
                    <a:pt x="15767" y="82973"/>
                  </a:lnTo>
                  <a:lnTo>
                    <a:pt x="13591" y="87821"/>
                  </a:lnTo>
                  <a:lnTo>
                    <a:pt x="11570" y="92736"/>
                  </a:lnTo>
                  <a:lnTo>
                    <a:pt x="9706" y="97712"/>
                  </a:lnTo>
                  <a:lnTo>
                    <a:pt x="8001" y="102745"/>
                  </a:lnTo>
                  <a:lnTo>
                    <a:pt x="6456" y="107830"/>
                  </a:lnTo>
                  <a:lnTo>
                    <a:pt x="5075" y="112961"/>
                  </a:lnTo>
                  <a:lnTo>
                    <a:pt x="3857" y="118133"/>
                  </a:lnTo>
                  <a:lnTo>
                    <a:pt x="2804" y="123342"/>
                  </a:lnTo>
                  <a:lnTo>
                    <a:pt x="1917" y="128581"/>
                  </a:lnTo>
                  <a:lnTo>
                    <a:pt x="1197" y="133846"/>
                  </a:lnTo>
                  <a:lnTo>
                    <a:pt x="645" y="139132"/>
                  </a:lnTo>
                  <a:lnTo>
                    <a:pt x="261" y="144432"/>
                  </a:lnTo>
                  <a:lnTo>
                    <a:pt x="46" y="149741"/>
                  </a:lnTo>
                  <a:lnTo>
                    <a:pt x="0" y="155055"/>
                  </a:lnTo>
                  <a:lnTo>
                    <a:pt x="122" y="160368"/>
                  </a:lnTo>
                  <a:lnTo>
                    <a:pt x="413" y="165673"/>
                  </a:lnTo>
                  <a:lnTo>
                    <a:pt x="873" y="170968"/>
                  </a:lnTo>
                  <a:lnTo>
                    <a:pt x="1501" y="176244"/>
                  </a:lnTo>
                  <a:lnTo>
                    <a:pt x="2296" y="181498"/>
                  </a:lnTo>
                  <a:lnTo>
                    <a:pt x="3258" y="186725"/>
                  </a:lnTo>
                  <a:lnTo>
                    <a:pt x="4386" y="191917"/>
                  </a:lnTo>
                  <a:lnTo>
                    <a:pt x="5678" y="197072"/>
                  </a:lnTo>
                  <a:lnTo>
                    <a:pt x="7133" y="202183"/>
                  </a:lnTo>
                  <a:lnTo>
                    <a:pt x="8750" y="207245"/>
                  </a:lnTo>
                  <a:lnTo>
                    <a:pt x="10527" y="212253"/>
                  </a:lnTo>
                  <a:lnTo>
                    <a:pt x="12462" y="217202"/>
                  </a:lnTo>
                  <a:lnTo>
                    <a:pt x="14553" y="222087"/>
                  </a:lnTo>
                  <a:lnTo>
                    <a:pt x="16799" y="226903"/>
                  </a:lnTo>
                  <a:lnTo>
                    <a:pt x="19197" y="231645"/>
                  </a:lnTo>
                  <a:lnTo>
                    <a:pt x="21744" y="236309"/>
                  </a:lnTo>
                  <a:lnTo>
                    <a:pt x="24438" y="240889"/>
                  </a:lnTo>
                  <a:lnTo>
                    <a:pt x="27277" y="245382"/>
                  </a:lnTo>
                  <a:lnTo>
                    <a:pt x="30256" y="249782"/>
                  </a:lnTo>
                  <a:lnTo>
                    <a:pt x="33374" y="254085"/>
                  </a:lnTo>
                  <a:lnTo>
                    <a:pt x="36628" y="258286"/>
                  </a:lnTo>
                  <a:lnTo>
                    <a:pt x="40013" y="262383"/>
                  </a:lnTo>
                  <a:lnTo>
                    <a:pt x="43526" y="266369"/>
                  </a:lnTo>
                  <a:lnTo>
                    <a:pt x="47165" y="270242"/>
                  </a:lnTo>
                  <a:lnTo>
                    <a:pt x="50925" y="273997"/>
                  </a:lnTo>
                  <a:lnTo>
                    <a:pt x="54802" y="277631"/>
                  </a:lnTo>
                  <a:lnTo>
                    <a:pt x="58793" y="281140"/>
                  </a:lnTo>
                  <a:lnTo>
                    <a:pt x="62893" y="284520"/>
                  </a:lnTo>
                  <a:lnTo>
                    <a:pt x="67099" y="287768"/>
                  </a:lnTo>
                  <a:lnTo>
                    <a:pt x="71406" y="290881"/>
                  </a:lnTo>
                  <a:lnTo>
                    <a:pt x="75809" y="293855"/>
                  </a:lnTo>
                  <a:lnTo>
                    <a:pt x="80305" y="296688"/>
                  </a:lnTo>
                  <a:lnTo>
                    <a:pt x="84889" y="299376"/>
                  </a:lnTo>
                  <a:lnTo>
                    <a:pt x="89556" y="301918"/>
                  </a:lnTo>
                  <a:lnTo>
                    <a:pt x="94301" y="304310"/>
                  </a:lnTo>
                  <a:lnTo>
                    <a:pt x="99120" y="306550"/>
                  </a:lnTo>
                  <a:lnTo>
                    <a:pt x="104007" y="308635"/>
                  </a:lnTo>
                  <a:lnTo>
                    <a:pt x="108959" y="310564"/>
                  </a:lnTo>
                  <a:lnTo>
                    <a:pt x="113969" y="312335"/>
                  </a:lnTo>
                  <a:lnTo>
                    <a:pt x="119033" y="313946"/>
                  </a:lnTo>
                  <a:lnTo>
                    <a:pt x="124146" y="315395"/>
                  </a:lnTo>
                  <a:lnTo>
                    <a:pt x="129302" y="316680"/>
                  </a:lnTo>
                  <a:lnTo>
                    <a:pt x="134496" y="317801"/>
                  </a:lnTo>
                  <a:lnTo>
                    <a:pt x="139723" y="318757"/>
                  </a:lnTo>
                  <a:lnTo>
                    <a:pt x="144979" y="319546"/>
                  </a:lnTo>
                  <a:lnTo>
                    <a:pt x="150256" y="320167"/>
                  </a:lnTo>
                  <a:lnTo>
                    <a:pt x="155551" y="320620"/>
                  </a:lnTo>
                  <a:lnTo>
                    <a:pt x="160857" y="320905"/>
                  </a:lnTo>
                  <a:lnTo>
                    <a:pt x="166170" y="321021"/>
                  </a:lnTo>
                  <a:lnTo>
                    <a:pt x="171483" y="320968"/>
                  </a:lnTo>
                  <a:lnTo>
                    <a:pt x="176793" y="320746"/>
                  </a:lnTo>
                  <a:lnTo>
                    <a:pt x="182092" y="320356"/>
                  </a:lnTo>
                  <a:lnTo>
                    <a:pt x="187377" y="319797"/>
                  </a:lnTo>
                  <a:lnTo>
                    <a:pt x="192641" y="319071"/>
                  </a:lnTo>
                  <a:lnTo>
                    <a:pt x="197879" y="318178"/>
                  </a:lnTo>
                  <a:lnTo>
                    <a:pt x="203086" y="317118"/>
                  </a:lnTo>
                  <a:lnTo>
                    <a:pt x="208257" y="315894"/>
                  </a:lnTo>
                  <a:lnTo>
                    <a:pt x="213387" y="314506"/>
                  </a:lnTo>
                  <a:lnTo>
                    <a:pt x="218470" y="312956"/>
                  </a:lnTo>
                  <a:lnTo>
                    <a:pt x="223501" y="311245"/>
                  </a:lnTo>
                  <a:lnTo>
                    <a:pt x="228475" y="309374"/>
                  </a:lnTo>
                  <a:lnTo>
                    <a:pt x="233387" y="307347"/>
                  </a:lnTo>
                  <a:lnTo>
                    <a:pt x="167163" y="1538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728472" y="2126963"/>
              <a:ext cx="167153" cy="320657"/>
            </a:xfrm>
            <a:custGeom>
              <a:avLst/>
              <a:pathLst>
                <a:path w="167153" h="320657">
                  <a:moveTo>
                    <a:pt x="66223" y="320657"/>
                  </a:moveTo>
                  <a:lnTo>
                    <a:pt x="71069" y="318475"/>
                  </a:lnTo>
                  <a:lnTo>
                    <a:pt x="75843" y="316139"/>
                  </a:lnTo>
                  <a:lnTo>
                    <a:pt x="80540" y="313653"/>
                  </a:lnTo>
                  <a:lnTo>
                    <a:pt x="85156" y="311019"/>
                  </a:lnTo>
                  <a:lnTo>
                    <a:pt x="89686" y="308239"/>
                  </a:lnTo>
                  <a:lnTo>
                    <a:pt x="94125" y="305317"/>
                  </a:lnTo>
                  <a:lnTo>
                    <a:pt x="98469" y="302255"/>
                  </a:lnTo>
                  <a:lnTo>
                    <a:pt x="102714" y="299056"/>
                  </a:lnTo>
                  <a:lnTo>
                    <a:pt x="106854" y="295724"/>
                  </a:lnTo>
                  <a:lnTo>
                    <a:pt x="110887" y="292263"/>
                  </a:lnTo>
                  <a:lnTo>
                    <a:pt x="114807" y="288674"/>
                  </a:lnTo>
                  <a:lnTo>
                    <a:pt x="118612" y="284963"/>
                  </a:lnTo>
                  <a:lnTo>
                    <a:pt x="122297" y="281133"/>
                  </a:lnTo>
                  <a:lnTo>
                    <a:pt x="125858" y="277188"/>
                  </a:lnTo>
                  <a:lnTo>
                    <a:pt x="129291" y="273132"/>
                  </a:lnTo>
                  <a:lnTo>
                    <a:pt x="132595" y="268968"/>
                  </a:lnTo>
                  <a:lnTo>
                    <a:pt x="135764" y="264702"/>
                  </a:lnTo>
                  <a:lnTo>
                    <a:pt x="138796" y="260337"/>
                  </a:lnTo>
                  <a:lnTo>
                    <a:pt x="141687" y="255878"/>
                  </a:lnTo>
                  <a:lnTo>
                    <a:pt x="144435" y="251329"/>
                  </a:lnTo>
                  <a:lnTo>
                    <a:pt x="147038" y="246695"/>
                  </a:lnTo>
                  <a:lnTo>
                    <a:pt x="149492" y="241980"/>
                  </a:lnTo>
                  <a:lnTo>
                    <a:pt x="151794" y="237191"/>
                  </a:lnTo>
                  <a:lnTo>
                    <a:pt x="153944" y="232330"/>
                  </a:lnTo>
                  <a:lnTo>
                    <a:pt x="155937" y="227403"/>
                  </a:lnTo>
                  <a:lnTo>
                    <a:pt x="157773" y="222416"/>
                  </a:lnTo>
                  <a:lnTo>
                    <a:pt x="159450" y="217372"/>
                  </a:lnTo>
                  <a:lnTo>
                    <a:pt x="160965" y="212278"/>
                  </a:lnTo>
                  <a:lnTo>
                    <a:pt x="162318" y="207139"/>
                  </a:lnTo>
                  <a:lnTo>
                    <a:pt x="163506" y="201959"/>
                  </a:lnTo>
                  <a:lnTo>
                    <a:pt x="164530" y="196743"/>
                  </a:lnTo>
                  <a:lnTo>
                    <a:pt x="165387" y="191498"/>
                  </a:lnTo>
                  <a:lnTo>
                    <a:pt x="166077" y="186229"/>
                  </a:lnTo>
                  <a:lnTo>
                    <a:pt x="166599" y="180940"/>
                  </a:lnTo>
                  <a:lnTo>
                    <a:pt x="166952" y="175637"/>
                  </a:lnTo>
                  <a:lnTo>
                    <a:pt x="167137" y="170325"/>
                  </a:lnTo>
                  <a:lnTo>
                    <a:pt x="167153" y="165011"/>
                  </a:lnTo>
                  <a:lnTo>
                    <a:pt x="167000" y="159698"/>
                  </a:lnTo>
                  <a:lnTo>
                    <a:pt x="166678" y="154393"/>
                  </a:lnTo>
                  <a:lnTo>
                    <a:pt x="166188" y="149101"/>
                  </a:lnTo>
                  <a:lnTo>
                    <a:pt x="165530" y="143828"/>
                  </a:lnTo>
                  <a:lnTo>
                    <a:pt x="164704" y="138577"/>
                  </a:lnTo>
                  <a:lnTo>
                    <a:pt x="163712" y="133356"/>
                  </a:lnTo>
                  <a:lnTo>
                    <a:pt x="162554" y="128169"/>
                  </a:lnTo>
                  <a:lnTo>
                    <a:pt x="161233" y="123021"/>
                  </a:lnTo>
                  <a:lnTo>
                    <a:pt x="159748" y="117918"/>
                  </a:lnTo>
                  <a:lnTo>
                    <a:pt x="158102" y="112865"/>
                  </a:lnTo>
                  <a:lnTo>
                    <a:pt x="156296" y="107867"/>
                  </a:lnTo>
                  <a:lnTo>
                    <a:pt x="154331" y="102928"/>
                  </a:lnTo>
                  <a:lnTo>
                    <a:pt x="152211" y="98055"/>
                  </a:lnTo>
                  <a:lnTo>
                    <a:pt x="149938" y="93251"/>
                  </a:lnTo>
                  <a:lnTo>
                    <a:pt x="147512" y="88522"/>
                  </a:lnTo>
                  <a:lnTo>
                    <a:pt x="144938" y="83873"/>
                  </a:lnTo>
                  <a:lnTo>
                    <a:pt x="142216" y="79307"/>
                  </a:lnTo>
                  <a:lnTo>
                    <a:pt x="139352" y="74831"/>
                  </a:lnTo>
                  <a:lnTo>
                    <a:pt x="136346" y="70448"/>
                  </a:lnTo>
                  <a:lnTo>
                    <a:pt x="133203" y="66163"/>
                  </a:lnTo>
                  <a:lnTo>
                    <a:pt x="129924" y="61979"/>
                  </a:lnTo>
                  <a:lnTo>
                    <a:pt x="126515" y="57902"/>
                  </a:lnTo>
                  <a:lnTo>
                    <a:pt x="122978" y="53936"/>
                  </a:lnTo>
                  <a:lnTo>
                    <a:pt x="119316" y="50084"/>
                  </a:lnTo>
                  <a:lnTo>
                    <a:pt x="115534" y="46350"/>
                  </a:lnTo>
                  <a:lnTo>
                    <a:pt x="111635" y="42738"/>
                  </a:lnTo>
                  <a:lnTo>
                    <a:pt x="107623" y="39253"/>
                  </a:lnTo>
                  <a:lnTo>
                    <a:pt x="103503" y="35896"/>
                  </a:lnTo>
                  <a:lnTo>
                    <a:pt x="99277" y="32672"/>
                  </a:lnTo>
                  <a:lnTo>
                    <a:pt x="94952" y="29584"/>
                  </a:lnTo>
                  <a:lnTo>
                    <a:pt x="90530" y="26635"/>
                  </a:lnTo>
                  <a:lnTo>
                    <a:pt x="86017" y="23829"/>
                  </a:lnTo>
                  <a:lnTo>
                    <a:pt x="81417" y="21167"/>
                  </a:lnTo>
                  <a:lnTo>
                    <a:pt x="76735" y="18652"/>
                  </a:lnTo>
                  <a:lnTo>
                    <a:pt x="71975" y="16288"/>
                  </a:lnTo>
                  <a:lnTo>
                    <a:pt x="67143" y="14076"/>
                  </a:lnTo>
                  <a:lnTo>
                    <a:pt x="62242" y="12019"/>
                  </a:lnTo>
                  <a:lnTo>
                    <a:pt x="57279" y="10119"/>
                  </a:lnTo>
                  <a:lnTo>
                    <a:pt x="52258" y="8378"/>
                  </a:lnTo>
                  <a:lnTo>
                    <a:pt x="47183" y="6797"/>
                  </a:lnTo>
                  <a:lnTo>
                    <a:pt x="42062" y="5378"/>
                  </a:lnTo>
                  <a:lnTo>
                    <a:pt x="36897" y="4122"/>
                  </a:lnTo>
                  <a:lnTo>
                    <a:pt x="31696" y="3032"/>
                  </a:lnTo>
                  <a:lnTo>
                    <a:pt x="26462" y="2107"/>
                  </a:lnTo>
                  <a:lnTo>
                    <a:pt x="21202" y="1350"/>
                  </a:lnTo>
                  <a:lnTo>
                    <a:pt x="15920" y="759"/>
                  </a:lnTo>
                  <a:lnTo>
                    <a:pt x="10622" y="337"/>
                  </a:lnTo>
                  <a:lnTo>
                    <a:pt x="531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1134" y="1681503"/>
              <a:ext cx="52100" cy="167167"/>
            </a:xfrm>
            <a:custGeom>
              <a:avLst/>
              <a:pathLst>
                <a:path w="52100" h="167167">
                  <a:moveTo>
                    <a:pt x="52100" y="0"/>
                  </a:moveTo>
                  <a:lnTo>
                    <a:pt x="46214" y="103"/>
                  </a:lnTo>
                  <a:lnTo>
                    <a:pt x="40336" y="414"/>
                  </a:lnTo>
                  <a:lnTo>
                    <a:pt x="34472" y="932"/>
                  </a:lnTo>
                  <a:lnTo>
                    <a:pt x="28630" y="1655"/>
                  </a:lnTo>
                  <a:lnTo>
                    <a:pt x="22817" y="2584"/>
                  </a:lnTo>
                  <a:lnTo>
                    <a:pt x="17040" y="3717"/>
                  </a:lnTo>
                  <a:lnTo>
                    <a:pt x="11307" y="5053"/>
                  </a:lnTo>
                  <a:lnTo>
                    <a:pt x="5624" y="6590"/>
                  </a:lnTo>
                  <a:lnTo>
                    <a:pt x="0" y="8326"/>
                  </a:lnTo>
                  <a:lnTo>
                    <a:pt x="5210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56079" y="1689829"/>
              <a:ext cx="334322" cy="326002"/>
            </a:xfrm>
            <a:custGeom>
              <a:avLst/>
              <a:pathLst>
                <a:path w="334322" h="326002">
                  <a:moveTo>
                    <a:pt x="115055" y="0"/>
                  </a:moveTo>
                  <a:lnTo>
                    <a:pt x="110055" y="1727"/>
                  </a:lnTo>
                  <a:lnTo>
                    <a:pt x="105113" y="3613"/>
                  </a:lnTo>
                  <a:lnTo>
                    <a:pt x="100232" y="5653"/>
                  </a:lnTo>
                  <a:lnTo>
                    <a:pt x="95419" y="7848"/>
                  </a:lnTo>
                  <a:lnTo>
                    <a:pt x="90678" y="10193"/>
                  </a:lnTo>
                  <a:lnTo>
                    <a:pt x="86013" y="12687"/>
                  </a:lnTo>
                  <a:lnTo>
                    <a:pt x="81429" y="15327"/>
                  </a:lnTo>
                  <a:lnTo>
                    <a:pt x="76931" y="18112"/>
                  </a:lnTo>
                  <a:lnTo>
                    <a:pt x="72524" y="21037"/>
                  </a:lnTo>
                  <a:lnTo>
                    <a:pt x="68211" y="24100"/>
                  </a:lnTo>
                  <a:lnTo>
                    <a:pt x="63998" y="27298"/>
                  </a:lnTo>
                  <a:lnTo>
                    <a:pt x="59887" y="30628"/>
                  </a:lnTo>
                  <a:lnTo>
                    <a:pt x="55884" y="34086"/>
                  </a:lnTo>
                  <a:lnTo>
                    <a:pt x="51993" y="37669"/>
                  </a:lnTo>
                  <a:lnTo>
                    <a:pt x="48217" y="41373"/>
                  </a:lnTo>
                  <a:lnTo>
                    <a:pt x="44560" y="45195"/>
                  </a:lnTo>
                  <a:lnTo>
                    <a:pt x="41025" y="49131"/>
                  </a:lnTo>
                  <a:lnTo>
                    <a:pt x="37617" y="53177"/>
                  </a:lnTo>
                  <a:lnTo>
                    <a:pt x="34339" y="57328"/>
                  </a:lnTo>
                  <a:lnTo>
                    <a:pt x="31194" y="61581"/>
                  </a:lnTo>
                  <a:lnTo>
                    <a:pt x="28184" y="65931"/>
                  </a:lnTo>
                  <a:lnTo>
                    <a:pt x="25314" y="70375"/>
                  </a:lnTo>
                  <a:lnTo>
                    <a:pt x="22586" y="74907"/>
                  </a:lnTo>
                  <a:lnTo>
                    <a:pt x="20003" y="79523"/>
                  </a:lnTo>
                  <a:lnTo>
                    <a:pt x="17567" y="84219"/>
                  </a:lnTo>
                  <a:lnTo>
                    <a:pt x="15281" y="88989"/>
                  </a:lnTo>
                  <a:lnTo>
                    <a:pt x="13147" y="93829"/>
                  </a:lnTo>
                  <a:lnTo>
                    <a:pt x="11167" y="98735"/>
                  </a:lnTo>
                  <a:lnTo>
                    <a:pt x="9344" y="103700"/>
                  </a:lnTo>
                  <a:lnTo>
                    <a:pt x="7678" y="108721"/>
                  </a:lnTo>
                  <a:lnTo>
                    <a:pt x="6172" y="113792"/>
                  </a:lnTo>
                  <a:lnTo>
                    <a:pt x="4827" y="118908"/>
                  </a:lnTo>
                  <a:lnTo>
                    <a:pt x="3645" y="124064"/>
                  </a:lnTo>
                  <a:lnTo>
                    <a:pt x="2627" y="129255"/>
                  </a:lnTo>
                  <a:lnTo>
                    <a:pt x="1773" y="134475"/>
                  </a:lnTo>
                  <a:lnTo>
                    <a:pt x="1085" y="139720"/>
                  </a:lnTo>
                  <a:lnTo>
                    <a:pt x="563" y="144984"/>
                  </a:lnTo>
                  <a:lnTo>
                    <a:pt x="208" y="150262"/>
                  </a:lnTo>
                  <a:lnTo>
                    <a:pt x="20" y="155548"/>
                  </a:lnTo>
                  <a:lnTo>
                    <a:pt x="0" y="160838"/>
                  </a:lnTo>
                  <a:lnTo>
                    <a:pt x="146" y="166126"/>
                  </a:lnTo>
                  <a:lnTo>
                    <a:pt x="460" y="171406"/>
                  </a:lnTo>
                  <a:lnTo>
                    <a:pt x="942" y="176674"/>
                  </a:lnTo>
                  <a:lnTo>
                    <a:pt x="1589" y="181924"/>
                  </a:lnTo>
                  <a:lnTo>
                    <a:pt x="2402" y="187151"/>
                  </a:lnTo>
                  <a:lnTo>
                    <a:pt x="3380" y="192349"/>
                  </a:lnTo>
                  <a:lnTo>
                    <a:pt x="4523" y="197514"/>
                  </a:lnTo>
                  <a:lnTo>
                    <a:pt x="5828" y="202641"/>
                  </a:lnTo>
                  <a:lnTo>
                    <a:pt x="7294" y="207723"/>
                  </a:lnTo>
                  <a:lnTo>
                    <a:pt x="8921" y="212757"/>
                  </a:lnTo>
                  <a:lnTo>
                    <a:pt x="10706" y="217736"/>
                  </a:lnTo>
                  <a:lnTo>
                    <a:pt x="12648" y="222657"/>
                  </a:lnTo>
                  <a:lnTo>
                    <a:pt x="14744" y="227513"/>
                  </a:lnTo>
                  <a:lnTo>
                    <a:pt x="16993" y="232301"/>
                  </a:lnTo>
                  <a:lnTo>
                    <a:pt x="19393" y="237015"/>
                  </a:lnTo>
                  <a:lnTo>
                    <a:pt x="21940" y="241651"/>
                  </a:lnTo>
                  <a:lnTo>
                    <a:pt x="24633" y="246204"/>
                  </a:lnTo>
                  <a:lnTo>
                    <a:pt x="27468" y="250670"/>
                  </a:lnTo>
                  <a:lnTo>
                    <a:pt x="30444" y="255044"/>
                  </a:lnTo>
                  <a:lnTo>
                    <a:pt x="33556" y="259321"/>
                  </a:lnTo>
                  <a:lnTo>
                    <a:pt x="36802" y="263498"/>
                  </a:lnTo>
                  <a:lnTo>
                    <a:pt x="40179" y="267570"/>
                  </a:lnTo>
                  <a:lnTo>
                    <a:pt x="43682" y="271533"/>
                  </a:lnTo>
                  <a:lnTo>
                    <a:pt x="47310" y="275383"/>
                  </a:lnTo>
                  <a:lnTo>
                    <a:pt x="51057" y="279116"/>
                  </a:lnTo>
                  <a:lnTo>
                    <a:pt x="54921" y="282729"/>
                  </a:lnTo>
                  <a:lnTo>
                    <a:pt x="58897" y="286219"/>
                  </a:lnTo>
                  <a:lnTo>
                    <a:pt x="62981" y="289580"/>
                  </a:lnTo>
                  <a:lnTo>
                    <a:pt x="67170" y="292811"/>
                  </a:lnTo>
                  <a:lnTo>
                    <a:pt x="71459" y="295907"/>
                  </a:lnTo>
                  <a:lnTo>
                    <a:pt x="75843" y="298866"/>
                  </a:lnTo>
                  <a:lnTo>
                    <a:pt x="80319" y="301685"/>
                  </a:lnTo>
                  <a:lnTo>
                    <a:pt x="84883" y="304361"/>
                  </a:lnTo>
                  <a:lnTo>
                    <a:pt x="89528" y="306891"/>
                  </a:lnTo>
                  <a:lnTo>
                    <a:pt x="94251" y="309273"/>
                  </a:lnTo>
                  <a:lnTo>
                    <a:pt x="99047" y="311505"/>
                  </a:lnTo>
                  <a:lnTo>
                    <a:pt x="103912" y="313583"/>
                  </a:lnTo>
                  <a:lnTo>
                    <a:pt x="108839" y="315507"/>
                  </a:lnTo>
                  <a:lnTo>
                    <a:pt x="113825" y="317273"/>
                  </a:lnTo>
                  <a:lnTo>
                    <a:pt x="118865" y="318881"/>
                  </a:lnTo>
                  <a:lnTo>
                    <a:pt x="123953" y="320329"/>
                  </a:lnTo>
                  <a:lnTo>
                    <a:pt x="129084" y="321615"/>
                  </a:lnTo>
                  <a:lnTo>
                    <a:pt x="134253" y="322738"/>
                  </a:lnTo>
                  <a:lnTo>
                    <a:pt x="139455" y="323697"/>
                  </a:lnTo>
                  <a:lnTo>
                    <a:pt x="144685" y="324491"/>
                  </a:lnTo>
                  <a:lnTo>
                    <a:pt x="149937" y="325119"/>
                  </a:lnTo>
                  <a:lnTo>
                    <a:pt x="155207" y="325581"/>
                  </a:lnTo>
                  <a:lnTo>
                    <a:pt x="160488" y="325875"/>
                  </a:lnTo>
                  <a:lnTo>
                    <a:pt x="165777" y="326002"/>
                  </a:lnTo>
                  <a:lnTo>
                    <a:pt x="171066" y="325962"/>
                  </a:lnTo>
                  <a:lnTo>
                    <a:pt x="176352" y="325755"/>
                  </a:lnTo>
                  <a:lnTo>
                    <a:pt x="181629" y="325380"/>
                  </a:lnTo>
                  <a:lnTo>
                    <a:pt x="186891" y="324839"/>
                  </a:lnTo>
                  <a:lnTo>
                    <a:pt x="192133" y="324132"/>
                  </a:lnTo>
                  <a:lnTo>
                    <a:pt x="197350" y="323258"/>
                  </a:lnTo>
                  <a:lnTo>
                    <a:pt x="202537" y="322221"/>
                  </a:lnTo>
                  <a:lnTo>
                    <a:pt x="207689" y="321020"/>
                  </a:lnTo>
                  <a:lnTo>
                    <a:pt x="212800" y="319656"/>
                  </a:lnTo>
                  <a:lnTo>
                    <a:pt x="217865" y="318131"/>
                  </a:lnTo>
                  <a:lnTo>
                    <a:pt x="222879" y="316447"/>
                  </a:lnTo>
                  <a:lnTo>
                    <a:pt x="227838" y="314605"/>
                  </a:lnTo>
                  <a:lnTo>
                    <a:pt x="232736" y="312607"/>
                  </a:lnTo>
                  <a:lnTo>
                    <a:pt x="237568" y="310455"/>
                  </a:lnTo>
                  <a:lnTo>
                    <a:pt x="242330" y="308151"/>
                  </a:lnTo>
                  <a:lnTo>
                    <a:pt x="247017" y="305698"/>
                  </a:lnTo>
                  <a:lnTo>
                    <a:pt x="251623" y="303098"/>
                  </a:lnTo>
                  <a:lnTo>
                    <a:pt x="256145" y="300353"/>
                  </a:lnTo>
                  <a:lnTo>
                    <a:pt x="260578" y="297466"/>
                  </a:lnTo>
                  <a:lnTo>
                    <a:pt x="264917" y="294441"/>
                  </a:lnTo>
                  <a:lnTo>
                    <a:pt x="269159" y="291280"/>
                  </a:lnTo>
                  <a:lnTo>
                    <a:pt x="273298" y="287986"/>
                  </a:lnTo>
                  <a:lnTo>
                    <a:pt x="277331" y="284563"/>
                  </a:lnTo>
                  <a:lnTo>
                    <a:pt x="281254" y="281015"/>
                  </a:lnTo>
                  <a:lnTo>
                    <a:pt x="285062" y="277343"/>
                  </a:lnTo>
                  <a:lnTo>
                    <a:pt x="288752" y="273553"/>
                  </a:lnTo>
                  <a:lnTo>
                    <a:pt x="292321" y="269649"/>
                  </a:lnTo>
                  <a:lnTo>
                    <a:pt x="295764" y="265633"/>
                  </a:lnTo>
                  <a:lnTo>
                    <a:pt x="299079" y="261510"/>
                  </a:lnTo>
                  <a:lnTo>
                    <a:pt x="302261" y="257285"/>
                  </a:lnTo>
                  <a:lnTo>
                    <a:pt x="305308" y="252961"/>
                  </a:lnTo>
                  <a:lnTo>
                    <a:pt x="308217" y="248543"/>
                  </a:lnTo>
                  <a:lnTo>
                    <a:pt x="310985" y="244035"/>
                  </a:lnTo>
                  <a:lnTo>
                    <a:pt x="313608" y="239441"/>
                  </a:lnTo>
                  <a:lnTo>
                    <a:pt x="316085" y="234767"/>
                  </a:lnTo>
                  <a:lnTo>
                    <a:pt x="318413" y="230017"/>
                  </a:lnTo>
                  <a:lnTo>
                    <a:pt x="320589" y="225196"/>
                  </a:lnTo>
                  <a:lnTo>
                    <a:pt x="322612" y="220308"/>
                  </a:lnTo>
                  <a:lnTo>
                    <a:pt x="324479" y="215359"/>
                  </a:lnTo>
                  <a:lnTo>
                    <a:pt x="326188" y="210353"/>
                  </a:lnTo>
                  <a:lnTo>
                    <a:pt x="327738" y="205295"/>
                  </a:lnTo>
                  <a:lnTo>
                    <a:pt x="329128" y="200191"/>
                  </a:lnTo>
                  <a:lnTo>
                    <a:pt x="330355" y="195046"/>
                  </a:lnTo>
                  <a:lnTo>
                    <a:pt x="331419" y="189864"/>
                  </a:lnTo>
                  <a:lnTo>
                    <a:pt x="332318" y="184651"/>
                  </a:lnTo>
                  <a:lnTo>
                    <a:pt x="333052" y="179412"/>
                  </a:lnTo>
                  <a:lnTo>
                    <a:pt x="333620" y="174153"/>
                  </a:lnTo>
                  <a:lnTo>
                    <a:pt x="334021" y="168879"/>
                  </a:lnTo>
                  <a:lnTo>
                    <a:pt x="334255" y="163594"/>
                  </a:lnTo>
                  <a:lnTo>
                    <a:pt x="334322" y="158305"/>
                  </a:lnTo>
                  <a:lnTo>
                    <a:pt x="334221" y="153016"/>
                  </a:lnTo>
                  <a:lnTo>
                    <a:pt x="333953" y="147733"/>
                  </a:lnTo>
                  <a:lnTo>
                    <a:pt x="333518" y="142461"/>
                  </a:lnTo>
                  <a:lnTo>
                    <a:pt x="332917" y="137205"/>
                  </a:lnTo>
                  <a:lnTo>
                    <a:pt x="332149" y="131972"/>
                  </a:lnTo>
                  <a:lnTo>
                    <a:pt x="331216" y="126765"/>
                  </a:lnTo>
                  <a:lnTo>
                    <a:pt x="330119" y="121590"/>
                  </a:lnTo>
                  <a:lnTo>
                    <a:pt x="328859" y="116452"/>
                  </a:lnTo>
                  <a:lnTo>
                    <a:pt x="327437" y="111357"/>
                  </a:lnTo>
                  <a:lnTo>
                    <a:pt x="325854" y="106310"/>
                  </a:lnTo>
                  <a:lnTo>
                    <a:pt x="324113" y="101315"/>
                  </a:lnTo>
                  <a:lnTo>
                    <a:pt x="322214" y="96378"/>
                  </a:lnTo>
                  <a:lnTo>
                    <a:pt x="320160" y="91503"/>
                  </a:lnTo>
                  <a:lnTo>
                    <a:pt x="317953" y="86696"/>
                  </a:lnTo>
                  <a:lnTo>
                    <a:pt x="315595" y="81961"/>
                  </a:lnTo>
                  <a:lnTo>
                    <a:pt x="313088" y="77302"/>
                  </a:lnTo>
                  <a:lnTo>
                    <a:pt x="310435" y="72726"/>
                  </a:lnTo>
                  <a:lnTo>
                    <a:pt x="307639" y="68236"/>
                  </a:lnTo>
                  <a:lnTo>
                    <a:pt x="304702" y="63836"/>
                  </a:lnTo>
                  <a:lnTo>
                    <a:pt x="301627" y="59532"/>
                  </a:lnTo>
                  <a:lnTo>
                    <a:pt x="298418" y="55327"/>
                  </a:lnTo>
                  <a:lnTo>
                    <a:pt x="295077" y="51226"/>
                  </a:lnTo>
                  <a:lnTo>
                    <a:pt x="291608" y="47232"/>
                  </a:lnTo>
                  <a:lnTo>
                    <a:pt x="288014" y="43350"/>
                  </a:lnTo>
                  <a:lnTo>
                    <a:pt x="284300" y="39584"/>
                  </a:lnTo>
                  <a:lnTo>
                    <a:pt x="280468" y="35938"/>
                  </a:lnTo>
                  <a:lnTo>
                    <a:pt x="276522" y="32414"/>
                  </a:lnTo>
                  <a:lnTo>
                    <a:pt x="272468" y="29017"/>
                  </a:lnTo>
                  <a:lnTo>
                    <a:pt x="268307" y="25750"/>
                  </a:lnTo>
                  <a:lnTo>
                    <a:pt x="264046" y="22616"/>
                  </a:lnTo>
                  <a:lnTo>
                    <a:pt x="259687" y="19619"/>
                  </a:lnTo>
                  <a:lnTo>
                    <a:pt x="255236" y="16761"/>
                  </a:lnTo>
                  <a:lnTo>
                    <a:pt x="250696" y="14045"/>
                  </a:lnTo>
                  <a:lnTo>
                    <a:pt x="246073" y="11474"/>
                  </a:lnTo>
                  <a:lnTo>
                    <a:pt x="241371" y="9051"/>
                  </a:lnTo>
                  <a:lnTo>
                    <a:pt x="236595" y="6778"/>
                  </a:lnTo>
                  <a:lnTo>
                    <a:pt x="167155" y="1588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23235" y="1681503"/>
              <a:ext cx="69439" cy="167167"/>
            </a:xfrm>
            <a:custGeom>
              <a:avLst/>
              <a:pathLst>
                <a:path w="69439" h="167167">
                  <a:moveTo>
                    <a:pt x="69439" y="15104"/>
                  </a:moveTo>
                  <a:lnTo>
                    <a:pt x="63968" y="12723"/>
                  </a:lnTo>
                  <a:lnTo>
                    <a:pt x="58415" y="10538"/>
                  </a:lnTo>
                  <a:lnTo>
                    <a:pt x="52788" y="8553"/>
                  </a:lnTo>
                  <a:lnTo>
                    <a:pt x="47093" y="6770"/>
                  </a:lnTo>
                  <a:lnTo>
                    <a:pt x="41338" y="5191"/>
                  </a:lnTo>
                  <a:lnTo>
                    <a:pt x="35531" y="3819"/>
                  </a:lnTo>
                  <a:lnTo>
                    <a:pt x="29679" y="2655"/>
                  </a:lnTo>
                  <a:lnTo>
                    <a:pt x="23788" y="1701"/>
                  </a:lnTo>
                  <a:lnTo>
                    <a:pt x="17868" y="957"/>
                  </a:lnTo>
                  <a:lnTo>
                    <a:pt x="11924" y="425"/>
                  </a:lnTo>
                  <a:lnTo>
                    <a:pt x="5966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853880" y="1322571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6"/>
                  </a:lnTo>
                  <a:lnTo>
                    <a:pt x="90805" y="18455"/>
                  </a:lnTo>
                  <a:lnTo>
                    <a:pt x="86141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4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4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50"/>
                  </a:lnTo>
                  <a:lnTo>
                    <a:pt x="11252" y="106849"/>
                  </a:lnTo>
                  <a:lnTo>
                    <a:pt x="9423" y="111809"/>
                  </a:lnTo>
                  <a:lnTo>
                    <a:pt x="7751" y="116823"/>
                  </a:lnTo>
                  <a:lnTo>
                    <a:pt x="6239" y="121888"/>
                  </a:lnTo>
                  <a:lnTo>
                    <a:pt x="4888" y="126999"/>
                  </a:lnTo>
                  <a:lnTo>
                    <a:pt x="3699" y="132149"/>
                  </a:lnTo>
                  <a:lnTo>
                    <a:pt x="2674" y="137335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50"/>
                  </a:lnTo>
                  <a:lnTo>
                    <a:pt x="225" y="158323"/>
                  </a:lnTo>
                  <a:lnTo>
                    <a:pt x="29" y="163606"/>
                  </a:lnTo>
                  <a:lnTo>
                    <a:pt x="0" y="168892"/>
                  </a:lnTo>
                  <a:lnTo>
                    <a:pt x="138" y="174176"/>
                  </a:lnTo>
                  <a:lnTo>
                    <a:pt x="443" y="179453"/>
                  </a:lnTo>
                  <a:lnTo>
                    <a:pt x="914" y="184718"/>
                  </a:lnTo>
                  <a:lnTo>
                    <a:pt x="1553" y="189965"/>
                  </a:lnTo>
                  <a:lnTo>
                    <a:pt x="2356" y="195190"/>
                  </a:lnTo>
                  <a:lnTo>
                    <a:pt x="3325" y="200386"/>
                  </a:lnTo>
                  <a:lnTo>
                    <a:pt x="4457" y="205550"/>
                  </a:lnTo>
                  <a:lnTo>
                    <a:pt x="5752" y="210675"/>
                  </a:lnTo>
                  <a:lnTo>
                    <a:pt x="7208" y="215756"/>
                  </a:lnTo>
                  <a:lnTo>
                    <a:pt x="8824" y="220789"/>
                  </a:lnTo>
                  <a:lnTo>
                    <a:pt x="10599" y="225768"/>
                  </a:lnTo>
                  <a:lnTo>
                    <a:pt x="12530" y="230689"/>
                  </a:lnTo>
                  <a:lnTo>
                    <a:pt x="14615" y="235546"/>
                  </a:lnTo>
                  <a:lnTo>
                    <a:pt x="16854" y="240335"/>
                  </a:lnTo>
                  <a:lnTo>
                    <a:pt x="19242" y="245050"/>
                  </a:lnTo>
                  <a:lnTo>
                    <a:pt x="21778" y="249688"/>
                  </a:lnTo>
                  <a:lnTo>
                    <a:pt x="24460" y="254243"/>
                  </a:lnTo>
                  <a:lnTo>
                    <a:pt x="27285" y="258711"/>
                  </a:lnTo>
                  <a:lnTo>
                    <a:pt x="30249" y="263088"/>
                  </a:lnTo>
                  <a:lnTo>
                    <a:pt x="33350" y="267369"/>
                  </a:lnTo>
                  <a:lnTo>
                    <a:pt x="36585" y="271549"/>
                  </a:lnTo>
                  <a:lnTo>
                    <a:pt x="39951" y="275625"/>
                  </a:lnTo>
                  <a:lnTo>
                    <a:pt x="43443" y="279593"/>
                  </a:lnTo>
                  <a:lnTo>
                    <a:pt x="47060" y="283448"/>
                  </a:lnTo>
                  <a:lnTo>
                    <a:pt x="50796" y="287187"/>
                  </a:lnTo>
                  <a:lnTo>
                    <a:pt x="54649" y="290806"/>
                  </a:lnTo>
                  <a:lnTo>
                    <a:pt x="58614" y="294302"/>
                  </a:lnTo>
                  <a:lnTo>
                    <a:pt x="62688" y="297670"/>
                  </a:lnTo>
                  <a:lnTo>
                    <a:pt x="66867" y="300908"/>
                  </a:lnTo>
                  <a:lnTo>
                    <a:pt x="71145" y="304012"/>
                  </a:lnTo>
                  <a:lnTo>
                    <a:pt x="75520" y="306979"/>
                  </a:lnTo>
                  <a:lnTo>
                    <a:pt x="79986" y="309806"/>
                  </a:lnTo>
                  <a:lnTo>
                    <a:pt x="84540" y="312491"/>
                  </a:lnTo>
                  <a:lnTo>
                    <a:pt x="89176" y="315031"/>
                  </a:lnTo>
                  <a:lnTo>
                    <a:pt x="93890" y="317422"/>
                  </a:lnTo>
                  <a:lnTo>
                    <a:pt x="98677" y="319664"/>
                  </a:lnTo>
                  <a:lnTo>
                    <a:pt x="103533" y="321753"/>
                  </a:lnTo>
                  <a:lnTo>
                    <a:pt x="108452" y="323687"/>
                  </a:lnTo>
                  <a:lnTo>
                    <a:pt x="113430" y="325465"/>
                  </a:lnTo>
                  <a:lnTo>
                    <a:pt x="118462" y="327084"/>
                  </a:lnTo>
                  <a:lnTo>
                    <a:pt x="123542" y="328544"/>
                  </a:lnTo>
                  <a:lnTo>
                    <a:pt x="128666" y="329842"/>
                  </a:lnTo>
                  <a:lnTo>
                    <a:pt x="133829" y="330978"/>
                  </a:lnTo>
                  <a:lnTo>
                    <a:pt x="139025" y="331950"/>
                  </a:lnTo>
                  <a:lnTo>
                    <a:pt x="144249" y="332757"/>
                  </a:lnTo>
                  <a:lnTo>
                    <a:pt x="149496" y="333399"/>
                  </a:lnTo>
                  <a:lnTo>
                    <a:pt x="154760" y="333874"/>
                  </a:lnTo>
                  <a:lnTo>
                    <a:pt x="160037" y="334183"/>
                  </a:lnTo>
                  <a:lnTo>
                    <a:pt x="165321" y="334324"/>
                  </a:lnTo>
                  <a:lnTo>
                    <a:pt x="170607" y="334299"/>
                  </a:lnTo>
                  <a:lnTo>
                    <a:pt x="175890" y="334106"/>
                  </a:lnTo>
                  <a:lnTo>
                    <a:pt x="181163" y="333747"/>
                  </a:lnTo>
                  <a:lnTo>
                    <a:pt x="186423" y="333221"/>
                  </a:lnTo>
                  <a:lnTo>
                    <a:pt x="191664" y="332528"/>
                  </a:lnTo>
                  <a:lnTo>
                    <a:pt x="196880" y="331671"/>
                  </a:lnTo>
                  <a:lnTo>
                    <a:pt x="202066" y="330649"/>
                  </a:lnTo>
                  <a:lnTo>
                    <a:pt x="207217" y="329464"/>
                  </a:lnTo>
                  <a:lnTo>
                    <a:pt x="212329" y="328116"/>
                  </a:lnTo>
                  <a:lnTo>
                    <a:pt x="217395" y="326607"/>
                  </a:lnTo>
                  <a:lnTo>
                    <a:pt x="222411" y="324939"/>
                  </a:lnTo>
                  <a:lnTo>
                    <a:pt x="227371" y="323113"/>
                  </a:lnTo>
                  <a:lnTo>
                    <a:pt x="232272" y="321132"/>
                  </a:lnTo>
                  <a:lnTo>
                    <a:pt x="237107" y="318996"/>
                  </a:lnTo>
                  <a:lnTo>
                    <a:pt x="241873" y="316709"/>
                  </a:lnTo>
                  <a:lnTo>
                    <a:pt x="246563" y="314272"/>
                  </a:lnTo>
                  <a:lnTo>
                    <a:pt x="251175" y="311687"/>
                  </a:lnTo>
                  <a:lnTo>
                    <a:pt x="255702" y="308959"/>
                  </a:lnTo>
                  <a:lnTo>
                    <a:pt x="260141" y="306088"/>
                  </a:lnTo>
                  <a:lnTo>
                    <a:pt x="264486" y="303079"/>
                  </a:lnTo>
                  <a:lnTo>
                    <a:pt x="268735" y="299934"/>
                  </a:lnTo>
                  <a:lnTo>
                    <a:pt x="272882" y="296656"/>
                  </a:lnTo>
                  <a:lnTo>
                    <a:pt x="276923" y="293249"/>
                  </a:lnTo>
                  <a:lnTo>
                    <a:pt x="280854" y="289715"/>
                  </a:lnTo>
                  <a:lnTo>
                    <a:pt x="284672" y="286059"/>
                  </a:lnTo>
                  <a:lnTo>
                    <a:pt x="288372" y="282284"/>
                  </a:lnTo>
                  <a:lnTo>
                    <a:pt x="291952" y="278394"/>
                  </a:lnTo>
                  <a:lnTo>
                    <a:pt x="295406" y="274393"/>
                  </a:lnTo>
                  <a:lnTo>
                    <a:pt x="298732" y="270285"/>
                  </a:lnTo>
                  <a:lnTo>
                    <a:pt x="301926" y="266073"/>
                  </a:lnTo>
                  <a:lnTo>
                    <a:pt x="304986" y="261763"/>
                  </a:lnTo>
                  <a:lnTo>
                    <a:pt x="307908" y="257358"/>
                  </a:lnTo>
                  <a:lnTo>
                    <a:pt x="310689" y="252863"/>
                  </a:lnTo>
                  <a:lnTo>
                    <a:pt x="313327" y="248282"/>
                  </a:lnTo>
                  <a:lnTo>
                    <a:pt x="315818" y="243620"/>
                  </a:lnTo>
                  <a:lnTo>
                    <a:pt x="318161" y="238881"/>
                  </a:lnTo>
                  <a:lnTo>
                    <a:pt x="320353" y="234071"/>
                  </a:lnTo>
                  <a:lnTo>
                    <a:pt x="322392" y="229194"/>
                  </a:lnTo>
                  <a:lnTo>
                    <a:pt x="324275" y="224255"/>
                  </a:lnTo>
                  <a:lnTo>
                    <a:pt x="326002" y="219259"/>
                  </a:lnTo>
                  <a:lnTo>
                    <a:pt x="327569" y="214211"/>
                  </a:lnTo>
                  <a:lnTo>
                    <a:pt x="328977" y="209116"/>
                  </a:lnTo>
                  <a:lnTo>
                    <a:pt x="330222" y="203978"/>
                  </a:lnTo>
                  <a:lnTo>
                    <a:pt x="331304" y="198804"/>
                  </a:lnTo>
                  <a:lnTo>
                    <a:pt x="332223" y="193599"/>
                  </a:lnTo>
                  <a:lnTo>
                    <a:pt x="332976" y="188367"/>
                  </a:lnTo>
                  <a:lnTo>
                    <a:pt x="333563" y="183113"/>
                  </a:lnTo>
                  <a:lnTo>
                    <a:pt x="333984" y="177844"/>
                  </a:lnTo>
                  <a:lnTo>
                    <a:pt x="334238" y="172564"/>
                  </a:lnTo>
                  <a:lnTo>
                    <a:pt x="334325" y="167279"/>
                  </a:lnTo>
                  <a:lnTo>
                    <a:pt x="334245" y="161994"/>
                  </a:lnTo>
                  <a:lnTo>
                    <a:pt x="333998" y="156713"/>
                  </a:lnTo>
                  <a:lnTo>
                    <a:pt x="333584" y="151444"/>
                  </a:lnTo>
                  <a:lnTo>
                    <a:pt x="333004" y="146190"/>
                  </a:lnTo>
                  <a:lnTo>
                    <a:pt x="332258" y="140957"/>
                  </a:lnTo>
                  <a:lnTo>
                    <a:pt x="331347" y="135750"/>
                  </a:lnTo>
                  <a:lnTo>
                    <a:pt x="330271" y="130574"/>
                  </a:lnTo>
                  <a:lnTo>
                    <a:pt x="329033" y="125435"/>
                  </a:lnTo>
                  <a:lnTo>
                    <a:pt x="327632" y="120338"/>
                  </a:lnTo>
                  <a:lnTo>
                    <a:pt x="326072" y="115288"/>
                  </a:lnTo>
                  <a:lnTo>
                    <a:pt x="324352" y="110290"/>
                  </a:lnTo>
                  <a:lnTo>
                    <a:pt x="322475" y="105348"/>
                  </a:lnTo>
                  <a:lnTo>
                    <a:pt x="320443" y="100468"/>
                  </a:lnTo>
                  <a:lnTo>
                    <a:pt x="318257" y="95655"/>
                  </a:lnTo>
                  <a:lnTo>
                    <a:pt x="315921" y="90914"/>
                  </a:lnTo>
                  <a:lnTo>
                    <a:pt x="313436" y="86248"/>
                  </a:lnTo>
                  <a:lnTo>
                    <a:pt x="310804" y="81664"/>
                  </a:lnTo>
                  <a:lnTo>
                    <a:pt x="308029" y="77165"/>
                  </a:lnTo>
                  <a:lnTo>
                    <a:pt x="305113" y="72756"/>
                  </a:lnTo>
                  <a:lnTo>
                    <a:pt x="302059" y="68442"/>
                  </a:lnTo>
                  <a:lnTo>
                    <a:pt x="298870" y="64226"/>
                  </a:lnTo>
                  <a:lnTo>
                    <a:pt x="295550" y="60113"/>
                  </a:lnTo>
                  <a:lnTo>
                    <a:pt x="292101" y="56107"/>
                  </a:lnTo>
                  <a:lnTo>
                    <a:pt x="288527" y="52212"/>
                  </a:lnTo>
                  <a:lnTo>
                    <a:pt x="284832" y="48432"/>
                  </a:lnTo>
                  <a:lnTo>
                    <a:pt x="281019" y="44771"/>
                  </a:lnTo>
                  <a:lnTo>
                    <a:pt x="277092" y="41233"/>
                  </a:lnTo>
                  <a:lnTo>
                    <a:pt x="273055" y="37820"/>
                  </a:lnTo>
                  <a:lnTo>
                    <a:pt x="268913" y="34536"/>
                  </a:lnTo>
                  <a:lnTo>
                    <a:pt x="264669" y="31385"/>
                  </a:lnTo>
                  <a:lnTo>
                    <a:pt x="260327" y="2837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50942"/>
              <a:ext cx="93168" cy="138796"/>
            </a:xfrm>
            <a:custGeom>
              <a:avLst/>
              <a:pathLst>
                <a:path w="93168" h="138796">
                  <a:moveTo>
                    <a:pt x="93168" y="0"/>
                  </a:moveTo>
                  <a:lnTo>
                    <a:pt x="0" y="138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49348"/>
              <a:ext cx="93168" cy="140390"/>
            </a:xfrm>
            <a:custGeom>
              <a:avLst/>
              <a:pathLst>
                <a:path w="93168" h="140390">
                  <a:moveTo>
                    <a:pt x="93168" y="1593"/>
                  </a:moveTo>
                  <a:lnTo>
                    <a:pt x="90749" y="0"/>
                  </a:lnTo>
                  <a:lnTo>
                    <a:pt x="0" y="1403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21039" y="1322571"/>
              <a:ext cx="90749" cy="167167"/>
            </a:xfrm>
            <a:custGeom>
              <a:avLst/>
              <a:pathLst>
                <a:path w="90749" h="167167">
                  <a:moveTo>
                    <a:pt x="90749" y="26776"/>
                  </a:moveTo>
                  <a:lnTo>
                    <a:pt x="85959" y="23794"/>
                  </a:lnTo>
                  <a:lnTo>
                    <a:pt x="81071" y="20974"/>
                  </a:lnTo>
                  <a:lnTo>
                    <a:pt x="76091" y="18321"/>
                  </a:lnTo>
                  <a:lnTo>
                    <a:pt x="71024" y="15838"/>
                  </a:lnTo>
                  <a:lnTo>
                    <a:pt x="65877" y="13527"/>
                  </a:lnTo>
                  <a:lnTo>
                    <a:pt x="60654" y="11392"/>
                  </a:lnTo>
                  <a:lnTo>
                    <a:pt x="55362" y="9433"/>
                  </a:lnTo>
                  <a:lnTo>
                    <a:pt x="50007" y="7655"/>
                  </a:lnTo>
                  <a:lnTo>
                    <a:pt x="44595" y="6058"/>
                  </a:lnTo>
                  <a:lnTo>
                    <a:pt x="39133" y="4644"/>
                  </a:lnTo>
                  <a:lnTo>
                    <a:pt x="33625" y="3416"/>
                  </a:lnTo>
                  <a:lnTo>
                    <a:pt x="28080" y="2375"/>
                  </a:lnTo>
                  <a:lnTo>
                    <a:pt x="22502" y="1521"/>
                  </a:lnTo>
                  <a:lnTo>
                    <a:pt x="16899" y="856"/>
                  </a:lnTo>
                  <a:lnTo>
                    <a:pt x="11277" y="380"/>
                  </a:lnTo>
                  <a:lnTo>
                    <a:pt x="564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378100" y="1071028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1" y="3001"/>
                  </a:lnTo>
                  <a:lnTo>
                    <a:pt x="130445" y="4081"/>
                  </a:lnTo>
                  <a:lnTo>
                    <a:pt x="125306" y="5323"/>
                  </a:lnTo>
                  <a:lnTo>
                    <a:pt x="120208" y="6728"/>
                  </a:lnTo>
                  <a:lnTo>
                    <a:pt x="115158" y="8293"/>
                  </a:lnTo>
                  <a:lnTo>
                    <a:pt x="110159" y="10017"/>
                  </a:lnTo>
                  <a:lnTo>
                    <a:pt x="105218" y="11898"/>
                  </a:lnTo>
                  <a:lnTo>
                    <a:pt x="100338" y="13934"/>
                  </a:lnTo>
                  <a:lnTo>
                    <a:pt x="95526" y="16124"/>
                  </a:lnTo>
                  <a:lnTo>
                    <a:pt x="90785" y="18465"/>
                  </a:lnTo>
                  <a:lnTo>
                    <a:pt x="86120" y="20955"/>
                  </a:lnTo>
                  <a:lnTo>
                    <a:pt x="81537" y="23591"/>
                  </a:lnTo>
                  <a:lnTo>
                    <a:pt x="77039" y="26371"/>
                  </a:lnTo>
                  <a:lnTo>
                    <a:pt x="72631" y="29291"/>
                  </a:lnTo>
                  <a:lnTo>
                    <a:pt x="68318" y="32350"/>
                  </a:lnTo>
                  <a:lnTo>
                    <a:pt x="64104" y="35543"/>
                  </a:lnTo>
                  <a:lnTo>
                    <a:pt x="59993" y="38868"/>
                  </a:lnTo>
                  <a:lnTo>
                    <a:pt x="55989" y="42321"/>
                  </a:lnTo>
                  <a:lnTo>
                    <a:pt x="52096" y="45899"/>
                  </a:lnTo>
                  <a:lnTo>
                    <a:pt x="48318" y="49599"/>
                  </a:lnTo>
                  <a:lnTo>
                    <a:pt x="44660" y="53416"/>
                  </a:lnTo>
                  <a:lnTo>
                    <a:pt x="41123" y="57347"/>
                  </a:lnTo>
                  <a:lnTo>
                    <a:pt x="37713" y="61388"/>
                  </a:lnTo>
                  <a:lnTo>
                    <a:pt x="34433" y="65535"/>
                  </a:lnTo>
                  <a:lnTo>
                    <a:pt x="31285" y="69783"/>
                  </a:lnTo>
                  <a:lnTo>
                    <a:pt x="28273" y="74129"/>
                  </a:lnTo>
                  <a:lnTo>
                    <a:pt x="25400" y="78568"/>
                  </a:lnTo>
                  <a:lnTo>
                    <a:pt x="22669" y="83095"/>
                  </a:lnTo>
                  <a:lnTo>
                    <a:pt x="20082" y="87707"/>
                  </a:lnTo>
                  <a:lnTo>
                    <a:pt x="17643" y="92398"/>
                  </a:lnTo>
                  <a:lnTo>
                    <a:pt x="15353" y="97164"/>
                  </a:lnTo>
                  <a:lnTo>
                    <a:pt x="13215" y="102000"/>
                  </a:lnTo>
                  <a:lnTo>
                    <a:pt x="11231" y="106901"/>
                  </a:lnTo>
                  <a:lnTo>
                    <a:pt x="9403" y="111862"/>
                  </a:lnTo>
                  <a:lnTo>
                    <a:pt x="7733" y="116879"/>
                  </a:lnTo>
                  <a:lnTo>
                    <a:pt x="6222" y="121946"/>
                  </a:lnTo>
                  <a:lnTo>
                    <a:pt x="4873" y="127058"/>
                  </a:lnTo>
                  <a:lnTo>
                    <a:pt x="3686" y="132211"/>
                  </a:lnTo>
                  <a:lnTo>
                    <a:pt x="2662" y="137398"/>
                  </a:lnTo>
                  <a:lnTo>
                    <a:pt x="1803" y="142615"/>
                  </a:lnTo>
                  <a:lnTo>
                    <a:pt x="1109" y="147857"/>
                  </a:lnTo>
                  <a:lnTo>
                    <a:pt x="581" y="153118"/>
                  </a:lnTo>
                  <a:lnTo>
                    <a:pt x="220" y="158393"/>
                  </a:lnTo>
                  <a:lnTo>
                    <a:pt x="26" y="163677"/>
                  </a:lnTo>
                  <a:lnTo>
                    <a:pt x="0" y="168964"/>
                  </a:lnTo>
                  <a:lnTo>
                    <a:pt x="140" y="174250"/>
                  </a:lnTo>
                  <a:lnTo>
                    <a:pt x="448" y="179528"/>
                  </a:lnTo>
                  <a:lnTo>
                    <a:pt x="922" y="184795"/>
                  </a:lnTo>
                  <a:lnTo>
                    <a:pt x="1562" y="190043"/>
                  </a:lnTo>
                  <a:lnTo>
                    <a:pt x="2369" y="195269"/>
                  </a:lnTo>
                  <a:lnTo>
                    <a:pt x="3340" y="200466"/>
                  </a:lnTo>
                  <a:lnTo>
                    <a:pt x="4475" y="205630"/>
                  </a:lnTo>
                  <a:lnTo>
                    <a:pt x="5773" y="210756"/>
                  </a:lnTo>
                  <a:lnTo>
                    <a:pt x="7232" y="215838"/>
                  </a:lnTo>
                  <a:lnTo>
                    <a:pt x="8851" y="220872"/>
                  </a:lnTo>
                  <a:lnTo>
                    <a:pt x="10629" y="225851"/>
                  </a:lnTo>
                  <a:lnTo>
                    <a:pt x="12563" y="230772"/>
                  </a:lnTo>
                  <a:lnTo>
                    <a:pt x="14652" y="235630"/>
                  </a:lnTo>
                  <a:lnTo>
                    <a:pt x="16894" y="240418"/>
                  </a:lnTo>
                  <a:lnTo>
                    <a:pt x="19285" y="245134"/>
                  </a:lnTo>
                  <a:lnTo>
                    <a:pt x="21825" y="249772"/>
                  </a:lnTo>
                  <a:lnTo>
                    <a:pt x="24510" y="254326"/>
                  </a:lnTo>
                  <a:lnTo>
                    <a:pt x="27338" y="258794"/>
                  </a:lnTo>
                  <a:lnTo>
                    <a:pt x="30306" y="263170"/>
                  </a:lnTo>
                  <a:lnTo>
                    <a:pt x="33410" y="267450"/>
                  </a:lnTo>
                  <a:lnTo>
                    <a:pt x="36649" y="271630"/>
                  </a:lnTo>
                  <a:lnTo>
                    <a:pt x="40018" y="275705"/>
                  </a:lnTo>
                  <a:lnTo>
                    <a:pt x="43514" y="279672"/>
                  </a:lnTo>
                  <a:lnTo>
                    <a:pt x="47134" y="283526"/>
                  </a:lnTo>
                  <a:lnTo>
                    <a:pt x="50874" y="287263"/>
                  </a:lnTo>
                  <a:lnTo>
                    <a:pt x="54730" y="290881"/>
                  </a:lnTo>
                  <a:lnTo>
                    <a:pt x="58699" y="294374"/>
                  </a:lnTo>
                  <a:lnTo>
                    <a:pt x="62776" y="297741"/>
                  </a:lnTo>
                  <a:lnTo>
                    <a:pt x="66958" y="300977"/>
                  </a:lnTo>
                  <a:lnTo>
                    <a:pt x="71240" y="304079"/>
                  </a:lnTo>
                  <a:lnTo>
                    <a:pt x="75618" y="307044"/>
                  </a:lnTo>
                  <a:lnTo>
                    <a:pt x="80087" y="309869"/>
                  </a:lnTo>
                  <a:lnTo>
                    <a:pt x="84644" y="312551"/>
                  </a:lnTo>
                  <a:lnTo>
                    <a:pt x="89283" y="315088"/>
                  </a:lnTo>
                  <a:lnTo>
                    <a:pt x="94000" y="317477"/>
                  </a:lnTo>
                  <a:lnTo>
                    <a:pt x="98790" y="319715"/>
                  </a:lnTo>
                  <a:lnTo>
                    <a:pt x="103649" y="321801"/>
                  </a:lnTo>
                  <a:lnTo>
                    <a:pt x="108571" y="323732"/>
                  </a:lnTo>
                  <a:lnTo>
                    <a:pt x="113552" y="325507"/>
                  </a:lnTo>
                  <a:lnTo>
                    <a:pt x="118586" y="327123"/>
                  </a:lnTo>
                  <a:lnTo>
                    <a:pt x="123669" y="328579"/>
                  </a:lnTo>
                  <a:lnTo>
                    <a:pt x="128796" y="329873"/>
                  </a:lnTo>
                  <a:lnTo>
                    <a:pt x="133961" y="331005"/>
                  </a:lnTo>
                  <a:lnTo>
                    <a:pt x="139159" y="331973"/>
                  </a:lnTo>
                  <a:lnTo>
                    <a:pt x="144385" y="332776"/>
                  </a:lnTo>
                  <a:lnTo>
                    <a:pt x="149634" y="333413"/>
                  </a:lnTo>
                  <a:lnTo>
                    <a:pt x="154900" y="333884"/>
                  </a:lnTo>
                  <a:lnTo>
                    <a:pt x="160179" y="334189"/>
                  </a:lnTo>
                  <a:lnTo>
                    <a:pt x="165465" y="334326"/>
                  </a:lnTo>
                  <a:lnTo>
                    <a:pt x="170752" y="334296"/>
                  </a:lnTo>
                  <a:lnTo>
                    <a:pt x="176036" y="334098"/>
                  </a:lnTo>
                  <a:lnTo>
                    <a:pt x="181311" y="333734"/>
                  </a:lnTo>
                  <a:lnTo>
                    <a:pt x="186571" y="333203"/>
                  </a:lnTo>
                  <a:lnTo>
                    <a:pt x="191813" y="332506"/>
                  </a:lnTo>
                  <a:lnTo>
                    <a:pt x="197029" y="331644"/>
                  </a:lnTo>
                  <a:lnTo>
                    <a:pt x="202216" y="330617"/>
                  </a:lnTo>
                  <a:lnTo>
                    <a:pt x="207368" y="329426"/>
                  </a:lnTo>
                  <a:lnTo>
                    <a:pt x="212479" y="328073"/>
                  </a:lnTo>
                  <a:lnTo>
                    <a:pt x="217545" y="326560"/>
                  </a:lnTo>
                  <a:lnTo>
                    <a:pt x="222561" y="324886"/>
                  </a:lnTo>
                  <a:lnTo>
                    <a:pt x="227521" y="323055"/>
                  </a:lnTo>
                  <a:lnTo>
                    <a:pt x="232421" y="321068"/>
                  </a:lnTo>
                  <a:lnTo>
                    <a:pt x="237256" y="318927"/>
                  </a:lnTo>
                  <a:lnTo>
                    <a:pt x="242020" y="316634"/>
                  </a:lnTo>
                  <a:lnTo>
                    <a:pt x="246710" y="314192"/>
                  </a:lnTo>
                  <a:lnTo>
                    <a:pt x="251320" y="311603"/>
                  </a:lnTo>
                  <a:lnTo>
                    <a:pt x="255846" y="308869"/>
                  </a:lnTo>
                  <a:lnTo>
                    <a:pt x="260283" y="305993"/>
                  </a:lnTo>
                  <a:lnTo>
                    <a:pt x="264626" y="302978"/>
                  </a:lnTo>
                  <a:lnTo>
                    <a:pt x="268873" y="299828"/>
                  </a:lnTo>
                  <a:lnTo>
                    <a:pt x="273017" y="296545"/>
                  </a:lnTo>
                  <a:lnTo>
                    <a:pt x="277056" y="293132"/>
                  </a:lnTo>
                  <a:lnTo>
                    <a:pt x="280985" y="289593"/>
                  </a:lnTo>
                  <a:lnTo>
                    <a:pt x="284800" y="285932"/>
                  </a:lnTo>
                  <a:lnTo>
                    <a:pt x="288497" y="282152"/>
                  </a:lnTo>
                  <a:lnTo>
                    <a:pt x="292073" y="278257"/>
                  </a:lnTo>
                  <a:lnTo>
                    <a:pt x="295524" y="274251"/>
                  </a:lnTo>
                  <a:lnTo>
                    <a:pt x="298846" y="270138"/>
                  </a:lnTo>
                  <a:lnTo>
                    <a:pt x="302037" y="265922"/>
                  </a:lnTo>
                  <a:lnTo>
                    <a:pt x="305092" y="261607"/>
                  </a:lnTo>
                  <a:lnTo>
                    <a:pt x="308010" y="257197"/>
                  </a:lnTo>
                  <a:lnTo>
                    <a:pt x="310787" y="252698"/>
                  </a:lnTo>
                  <a:lnTo>
                    <a:pt x="313420" y="248112"/>
                  </a:lnTo>
                  <a:lnTo>
                    <a:pt x="315907" y="243446"/>
                  </a:lnTo>
                  <a:lnTo>
                    <a:pt x="318245" y="238704"/>
                  </a:lnTo>
                  <a:lnTo>
                    <a:pt x="320432" y="233890"/>
                  </a:lnTo>
                  <a:lnTo>
                    <a:pt x="322465" y="229009"/>
                  </a:lnTo>
                  <a:lnTo>
                    <a:pt x="324343" y="224066"/>
                  </a:lnTo>
                  <a:lnTo>
                    <a:pt x="326064" y="219067"/>
                  </a:lnTo>
                  <a:lnTo>
                    <a:pt x="327626" y="214015"/>
                  </a:lnTo>
                  <a:lnTo>
                    <a:pt x="329027" y="208917"/>
                  </a:lnTo>
                  <a:lnTo>
                    <a:pt x="330267" y="203777"/>
                  </a:lnTo>
                  <a:lnTo>
                    <a:pt x="331343" y="198600"/>
                  </a:lnTo>
                  <a:lnTo>
                    <a:pt x="332255" y="193392"/>
                  </a:lnTo>
                  <a:lnTo>
                    <a:pt x="333002" y="188157"/>
                  </a:lnTo>
                  <a:lnTo>
                    <a:pt x="333583" y="182902"/>
                  </a:lnTo>
                  <a:lnTo>
                    <a:pt x="333997" y="177631"/>
                  </a:lnTo>
                  <a:lnTo>
                    <a:pt x="334244" y="172349"/>
                  </a:lnTo>
                  <a:lnTo>
                    <a:pt x="334325" y="167062"/>
                  </a:lnTo>
                  <a:lnTo>
                    <a:pt x="334238" y="161775"/>
                  </a:lnTo>
                  <a:lnTo>
                    <a:pt x="333984" y="156494"/>
                  </a:lnTo>
                  <a:lnTo>
                    <a:pt x="333563" y="151223"/>
                  </a:lnTo>
                  <a:lnTo>
                    <a:pt x="332975" y="145969"/>
                  </a:lnTo>
                  <a:lnTo>
                    <a:pt x="332222" y="14073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211764"/>
              <a:ext cx="165064" cy="26431"/>
            </a:xfrm>
            <a:custGeom>
              <a:avLst/>
              <a:pathLst>
                <a:path w="165064" h="26431">
                  <a:moveTo>
                    <a:pt x="165064" y="0"/>
                  </a:moveTo>
                  <a:lnTo>
                    <a:pt x="0" y="264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208092"/>
              <a:ext cx="165064" cy="30103"/>
            </a:xfrm>
            <a:custGeom>
              <a:avLst/>
              <a:pathLst>
                <a:path w="165064" h="30103">
                  <a:moveTo>
                    <a:pt x="165064" y="3671"/>
                  </a:moveTo>
                  <a:lnTo>
                    <a:pt x="164434" y="0"/>
                  </a:lnTo>
                  <a:lnTo>
                    <a:pt x="0" y="30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545258" y="1071028"/>
              <a:ext cx="164434" cy="167167"/>
            </a:xfrm>
            <a:custGeom>
              <a:avLst/>
              <a:pathLst>
                <a:path w="164434" h="167167">
                  <a:moveTo>
                    <a:pt x="164434" y="137064"/>
                  </a:moveTo>
                  <a:lnTo>
                    <a:pt x="163375" y="131766"/>
                  </a:lnTo>
                  <a:lnTo>
                    <a:pt x="162146" y="126505"/>
                  </a:lnTo>
                  <a:lnTo>
                    <a:pt x="160748" y="121287"/>
                  </a:lnTo>
                  <a:lnTo>
                    <a:pt x="159181" y="116116"/>
                  </a:lnTo>
                  <a:lnTo>
                    <a:pt x="157448" y="110999"/>
                  </a:lnTo>
                  <a:lnTo>
                    <a:pt x="155551" y="105941"/>
                  </a:lnTo>
                  <a:lnTo>
                    <a:pt x="153491" y="100946"/>
                  </a:lnTo>
                  <a:lnTo>
                    <a:pt x="151271" y="96021"/>
                  </a:lnTo>
                  <a:lnTo>
                    <a:pt x="148893" y="91170"/>
                  </a:lnTo>
                  <a:lnTo>
                    <a:pt x="146360" y="86398"/>
                  </a:lnTo>
                  <a:lnTo>
                    <a:pt x="143674" y="81711"/>
                  </a:lnTo>
                  <a:lnTo>
                    <a:pt x="140837" y="77113"/>
                  </a:lnTo>
                  <a:lnTo>
                    <a:pt x="137854" y="72609"/>
                  </a:lnTo>
                  <a:lnTo>
                    <a:pt x="134726" y="68204"/>
                  </a:lnTo>
                  <a:lnTo>
                    <a:pt x="131458" y="63902"/>
                  </a:lnTo>
                  <a:lnTo>
                    <a:pt x="128052" y="59708"/>
                  </a:lnTo>
                  <a:lnTo>
                    <a:pt x="124513" y="55626"/>
                  </a:lnTo>
                  <a:lnTo>
                    <a:pt x="120844" y="51661"/>
                  </a:lnTo>
                  <a:lnTo>
                    <a:pt x="117048" y="47817"/>
                  </a:lnTo>
                  <a:lnTo>
                    <a:pt x="113131" y="44097"/>
                  </a:lnTo>
                  <a:lnTo>
                    <a:pt x="109095" y="40505"/>
                  </a:lnTo>
                  <a:lnTo>
                    <a:pt x="104945" y="37046"/>
                  </a:lnTo>
                  <a:lnTo>
                    <a:pt x="100685" y="33723"/>
                  </a:lnTo>
                  <a:lnTo>
                    <a:pt x="96321" y="30539"/>
                  </a:lnTo>
                  <a:lnTo>
                    <a:pt x="91855" y="27498"/>
                  </a:lnTo>
                  <a:lnTo>
                    <a:pt x="87294" y="24603"/>
                  </a:lnTo>
                  <a:lnTo>
                    <a:pt x="82642" y="21856"/>
                  </a:lnTo>
                  <a:lnTo>
                    <a:pt x="77903" y="19262"/>
                  </a:lnTo>
                  <a:lnTo>
                    <a:pt x="73083" y="16822"/>
                  </a:lnTo>
                  <a:lnTo>
                    <a:pt x="68187" y="14538"/>
                  </a:lnTo>
                  <a:lnTo>
                    <a:pt x="63219" y="12415"/>
                  </a:lnTo>
                  <a:lnTo>
                    <a:pt x="58186" y="10453"/>
                  </a:lnTo>
                  <a:lnTo>
                    <a:pt x="53091" y="8654"/>
                  </a:lnTo>
                  <a:lnTo>
                    <a:pt x="47941" y="7022"/>
                  </a:lnTo>
                  <a:lnTo>
                    <a:pt x="42741" y="5556"/>
                  </a:lnTo>
                  <a:lnTo>
                    <a:pt x="37497" y="4259"/>
                  </a:lnTo>
                  <a:lnTo>
                    <a:pt x="32213" y="3133"/>
                  </a:lnTo>
                  <a:lnTo>
                    <a:pt x="26896" y="2177"/>
                  </a:lnTo>
                  <a:lnTo>
                    <a:pt x="21550" y="1394"/>
                  </a:lnTo>
                  <a:lnTo>
                    <a:pt x="16182" y="785"/>
                  </a:lnTo>
                  <a:lnTo>
                    <a:pt x="10797" y="349"/>
                  </a:lnTo>
                  <a:lnTo>
                    <a:pt x="540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01013" y="941493"/>
              <a:ext cx="122530" cy="167167"/>
            </a:xfrm>
            <a:custGeom>
              <a:avLst/>
              <a:pathLst>
                <a:path w="122530" h="167167">
                  <a:moveTo>
                    <a:pt x="122530" y="0"/>
                  </a:moveTo>
                  <a:lnTo>
                    <a:pt x="117030" y="90"/>
                  </a:lnTo>
                  <a:lnTo>
                    <a:pt x="111536" y="361"/>
                  </a:lnTo>
                  <a:lnTo>
                    <a:pt x="106054" y="813"/>
                  </a:lnTo>
                  <a:lnTo>
                    <a:pt x="100589" y="1446"/>
                  </a:lnTo>
                  <a:lnTo>
                    <a:pt x="95149" y="2257"/>
                  </a:lnTo>
                  <a:lnTo>
                    <a:pt x="89738" y="3247"/>
                  </a:lnTo>
                  <a:lnTo>
                    <a:pt x="84362" y="4415"/>
                  </a:lnTo>
                  <a:lnTo>
                    <a:pt x="79028" y="5759"/>
                  </a:lnTo>
                  <a:lnTo>
                    <a:pt x="73741" y="7278"/>
                  </a:lnTo>
                  <a:lnTo>
                    <a:pt x="68507" y="8970"/>
                  </a:lnTo>
                  <a:lnTo>
                    <a:pt x="63331" y="10833"/>
                  </a:lnTo>
                  <a:lnTo>
                    <a:pt x="58219" y="12865"/>
                  </a:lnTo>
                  <a:lnTo>
                    <a:pt x="53177" y="15065"/>
                  </a:lnTo>
                  <a:lnTo>
                    <a:pt x="48210" y="17429"/>
                  </a:lnTo>
                  <a:lnTo>
                    <a:pt x="43324" y="19955"/>
                  </a:lnTo>
                  <a:lnTo>
                    <a:pt x="38523" y="22641"/>
                  </a:lnTo>
                  <a:lnTo>
                    <a:pt x="33814" y="25483"/>
                  </a:lnTo>
                  <a:lnTo>
                    <a:pt x="29200" y="28479"/>
                  </a:lnTo>
                  <a:lnTo>
                    <a:pt x="24687" y="31625"/>
                  </a:lnTo>
                  <a:lnTo>
                    <a:pt x="20281" y="34917"/>
                  </a:lnTo>
                  <a:lnTo>
                    <a:pt x="15985" y="38353"/>
                  </a:lnTo>
                  <a:lnTo>
                    <a:pt x="11804" y="41928"/>
                  </a:lnTo>
                  <a:lnTo>
                    <a:pt x="7744" y="45639"/>
                  </a:lnTo>
                  <a:lnTo>
                    <a:pt x="3807" y="49482"/>
                  </a:lnTo>
                  <a:lnTo>
                    <a:pt x="0" y="53452"/>
                  </a:lnTo>
                  <a:lnTo>
                    <a:pt x="12253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901013" y="994945"/>
              <a:ext cx="122530" cy="113715"/>
            </a:xfrm>
            <a:custGeom>
              <a:avLst/>
              <a:pathLst>
                <a:path w="122530" h="113715">
                  <a:moveTo>
                    <a:pt x="0" y="0"/>
                  </a:moveTo>
                  <a:lnTo>
                    <a:pt x="122530" y="113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856394" y="970559"/>
              <a:ext cx="334303" cy="305268"/>
            </a:xfrm>
            <a:custGeom>
              <a:avLst/>
              <a:pathLst>
                <a:path w="334303" h="305268">
                  <a:moveTo>
                    <a:pt x="44619" y="24385"/>
                  </a:moveTo>
                  <a:lnTo>
                    <a:pt x="41068" y="28335"/>
                  </a:lnTo>
                  <a:lnTo>
                    <a:pt x="37644" y="32397"/>
                  </a:lnTo>
                  <a:lnTo>
                    <a:pt x="34351" y="36565"/>
                  </a:lnTo>
                  <a:lnTo>
                    <a:pt x="31192" y="40835"/>
                  </a:lnTo>
                  <a:lnTo>
                    <a:pt x="28170" y="45204"/>
                  </a:lnTo>
                  <a:lnTo>
                    <a:pt x="25289" y="49666"/>
                  </a:lnTo>
                  <a:lnTo>
                    <a:pt x="22551" y="54218"/>
                  </a:lnTo>
                  <a:lnTo>
                    <a:pt x="19959" y="58855"/>
                  </a:lnTo>
                  <a:lnTo>
                    <a:pt x="17515" y="63571"/>
                  </a:lnTo>
                  <a:lnTo>
                    <a:pt x="15223" y="68363"/>
                  </a:lnTo>
                  <a:lnTo>
                    <a:pt x="13084" y="73225"/>
                  </a:lnTo>
                  <a:lnTo>
                    <a:pt x="11100" y="78153"/>
                  </a:lnTo>
                  <a:lnTo>
                    <a:pt x="9275" y="83141"/>
                  </a:lnTo>
                  <a:lnTo>
                    <a:pt x="7608" y="88184"/>
                  </a:lnTo>
                  <a:lnTo>
                    <a:pt x="6103" y="93279"/>
                  </a:lnTo>
                  <a:lnTo>
                    <a:pt x="4760" y="98418"/>
                  </a:lnTo>
                  <a:lnTo>
                    <a:pt x="3581" y="103597"/>
                  </a:lnTo>
                  <a:lnTo>
                    <a:pt x="2568" y="108812"/>
                  </a:lnTo>
                  <a:lnTo>
                    <a:pt x="1720" y="114055"/>
                  </a:lnTo>
                  <a:lnTo>
                    <a:pt x="1040" y="119323"/>
                  </a:lnTo>
                  <a:lnTo>
                    <a:pt x="527" y="124611"/>
                  </a:lnTo>
                  <a:lnTo>
                    <a:pt x="183" y="129911"/>
                  </a:lnTo>
                  <a:lnTo>
                    <a:pt x="7" y="135220"/>
                  </a:lnTo>
                  <a:lnTo>
                    <a:pt x="0" y="140532"/>
                  </a:lnTo>
                  <a:lnTo>
                    <a:pt x="161" y="145841"/>
                  </a:lnTo>
                  <a:lnTo>
                    <a:pt x="491" y="151143"/>
                  </a:lnTo>
                  <a:lnTo>
                    <a:pt x="990" y="156431"/>
                  </a:lnTo>
                  <a:lnTo>
                    <a:pt x="1656" y="161701"/>
                  </a:lnTo>
                  <a:lnTo>
                    <a:pt x="2490" y="166947"/>
                  </a:lnTo>
                  <a:lnTo>
                    <a:pt x="3489" y="172164"/>
                  </a:lnTo>
                  <a:lnTo>
                    <a:pt x="4654" y="177347"/>
                  </a:lnTo>
                  <a:lnTo>
                    <a:pt x="5983" y="182490"/>
                  </a:lnTo>
                  <a:lnTo>
                    <a:pt x="7475" y="187588"/>
                  </a:lnTo>
                  <a:lnTo>
                    <a:pt x="9128" y="192636"/>
                  </a:lnTo>
                  <a:lnTo>
                    <a:pt x="10940" y="197629"/>
                  </a:lnTo>
                  <a:lnTo>
                    <a:pt x="12910" y="202562"/>
                  </a:lnTo>
                  <a:lnTo>
                    <a:pt x="15036" y="207430"/>
                  </a:lnTo>
                  <a:lnTo>
                    <a:pt x="17316" y="212228"/>
                  </a:lnTo>
                  <a:lnTo>
                    <a:pt x="19747" y="216951"/>
                  </a:lnTo>
                  <a:lnTo>
                    <a:pt x="22326" y="221594"/>
                  </a:lnTo>
                  <a:lnTo>
                    <a:pt x="25052" y="226153"/>
                  </a:lnTo>
                  <a:lnTo>
                    <a:pt x="27921" y="230624"/>
                  </a:lnTo>
                  <a:lnTo>
                    <a:pt x="30931" y="235000"/>
                  </a:lnTo>
                  <a:lnTo>
                    <a:pt x="34079" y="239279"/>
                  </a:lnTo>
                  <a:lnTo>
                    <a:pt x="37361" y="243456"/>
                  </a:lnTo>
                  <a:lnTo>
                    <a:pt x="40774" y="247527"/>
                  </a:lnTo>
                  <a:lnTo>
                    <a:pt x="44314" y="251487"/>
                  </a:lnTo>
                  <a:lnTo>
                    <a:pt x="47978" y="255332"/>
                  </a:lnTo>
                  <a:lnTo>
                    <a:pt x="51763" y="259059"/>
                  </a:lnTo>
                  <a:lnTo>
                    <a:pt x="55665" y="262664"/>
                  </a:lnTo>
                  <a:lnTo>
                    <a:pt x="59678" y="266143"/>
                  </a:lnTo>
                  <a:lnTo>
                    <a:pt x="63801" y="269493"/>
                  </a:lnTo>
                  <a:lnTo>
                    <a:pt x="68028" y="272710"/>
                  </a:lnTo>
                  <a:lnTo>
                    <a:pt x="72354" y="275792"/>
                  </a:lnTo>
                  <a:lnTo>
                    <a:pt x="76777" y="278734"/>
                  </a:lnTo>
                  <a:lnTo>
                    <a:pt x="81291" y="281534"/>
                  </a:lnTo>
                  <a:lnTo>
                    <a:pt x="85891" y="284190"/>
                  </a:lnTo>
                  <a:lnTo>
                    <a:pt x="90574" y="286698"/>
                  </a:lnTo>
                  <a:lnTo>
                    <a:pt x="95334" y="289055"/>
                  </a:lnTo>
                  <a:lnTo>
                    <a:pt x="100166" y="291261"/>
                  </a:lnTo>
                  <a:lnTo>
                    <a:pt x="105066" y="293312"/>
                  </a:lnTo>
                  <a:lnTo>
                    <a:pt x="110029" y="295206"/>
                  </a:lnTo>
                  <a:lnTo>
                    <a:pt x="115049" y="296941"/>
                  </a:lnTo>
                  <a:lnTo>
                    <a:pt x="120122" y="298517"/>
                  </a:lnTo>
                  <a:lnTo>
                    <a:pt x="125242" y="299930"/>
                  </a:lnTo>
                  <a:lnTo>
                    <a:pt x="130405" y="301179"/>
                  </a:lnTo>
                  <a:lnTo>
                    <a:pt x="135605" y="302265"/>
                  </a:lnTo>
                  <a:lnTo>
                    <a:pt x="140837" y="303184"/>
                  </a:lnTo>
                  <a:lnTo>
                    <a:pt x="146095" y="303937"/>
                  </a:lnTo>
                  <a:lnTo>
                    <a:pt x="151374" y="304522"/>
                  </a:lnTo>
                  <a:lnTo>
                    <a:pt x="156670" y="304939"/>
                  </a:lnTo>
                  <a:lnTo>
                    <a:pt x="161976" y="305188"/>
                  </a:lnTo>
                  <a:lnTo>
                    <a:pt x="167287" y="305268"/>
                  </a:lnTo>
                  <a:lnTo>
                    <a:pt x="172598" y="305179"/>
                  </a:lnTo>
                  <a:lnTo>
                    <a:pt x="177904" y="304921"/>
                  </a:lnTo>
                  <a:lnTo>
                    <a:pt x="183199" y="304496"/>
                  </a:lnTo>
                  <a:lnTo>
                    <a:pt x="188477" y="303902"/>
                  </a:lnTo>
                  <a:lnTo>
                    <a:pt x="193734" y="303140"/>
                  </a:lnTo>
                  <a:lnTo>
                    <a:pt x="198964" y="302212"/>
                  </a:lnTo>
                  <a:lnTo>
                    <a:pt x="204163" y="301119"/>
                  </a:lnTo>
                  <a:lnTo>
                    <a:pt x="209323" y="299860"/>
                  </a:lnTo>
                  <a:lnTo>
                    <a:pt x="214441" y="298439"/>
                  </a:lnTo>
                  <a:lnTo>
                    <a:pt x="219512" y="296855"/>
                  </a:lnTo>
                  <a:lnTo>
                    <a:pt x="224529" y="295111"/>
                  </a:lnTo>
                  <a:lnTo>
                    <a:pt x="229489" y="293209"/>
                  </a:lnTo>
                  <a:lnTo>
                    <a:pt x="234385" y="291150"/>
                  </a:lnTo>
                  <a:lnTo>
                    <a:pt x="239214" y="288937"/>
                  </a:lnTo>
                  <a:lnTo>
                    <a:pt x="243970" y="286571"/>
                  </a:lnTo>
                  <a:lnTo>
                    <a:pt x="248648" y="284055"/>
                  </a:lnTo>
                  <a:lnTo>
                    <a:pt x="253244" y="281392"/>
                  </a:lnTo>
                  <a:lnTo>
                    <a:pt x="257754" y="278585"/>
                  </a:lnTo>
                  <a:lnTo>
                    <a:pt x="262171" y="275635"/>
                  </a:lnTo>
                  <a:lnTo>
                    <a:pt x="266493" y="272546"/>
                  </a:lnTo>
                  <a:lnTo>
                    <a:pt x="270714" y="269322"/>
                  </a:lnTo>
                  <a:lnTo>
                    <a:pt x="274831" y="265966"/>
                  </a:lnTo>
                  <a:lnTo>
                    <a:pt x="278839" y="262480"/>
                  </a:lnTo>
                  <a:lnTo>
                    <a:pt x="282735" y="258868"/>
                  </a:lnTo>
                  <a:lnTo>
                    <a:pt x="286513" y="255135"/>
                  </a:lnTo>
                  <a:lnTo>
                    <a:pt x="290172" y="251284"/>
                  </a:lnTo>
                  <a:lnTo>
                    <a:pt x="293705" y="247318"/>
                  </a:lnTo>
                  <a:lnTo>
                    <a:pt x="297112" y="243242"/>
                  </a:lnTo>
                  <a:lnTo>
                    <a:pt x="300386" y="239060"/>
                  </a:lnTo>
                  <a:lnTo>
                    <a:pt x="303527" y="234775"/>
                  </a:lnTo>
                  <a:lnTo>
                    <a:pt x="306530" y="230394"/>
                  </a:lnTo>
                  <a:lnTo>
                    <a:pt x="309392" y="225919"/>
                  </a:lnTo>
                  <a:lnTo>
                    <a:pt x="312110" y="221355"/>
                  </a:lnTo>
                  <a:lnTo>
                    <a:pt x="314682" y="216708"/>
                  </a:lnTo>
                  <a:lnTo>
                    <a:pt x="317105" y="211980"/>
                  </a:lnTo>
                  <a:lnTo>
                    <a:pt x="319376" y="207179"/>
                  </a:lnTo>
                  <a:lnTo>
                    <a:pt x="321494" y="202307"/>
                  </a:lnTo>
                  <a:lnTo>
                    <a:pt x="323456" y="197371"/>
                  </a:lnTo>
                  <a:lnTo>
                    <a:pt x="325261" y="192375"/>
                  </a:lnTo>
                  <a:lnTo>
                    <a:pt x="326905" y="187324"/>
                  </a:lnTo>
                  <a:lnTo>
                    <a:pt x="328388" y="182224"/>
                  </a:lnTo>
                  <a:lnTo>
                    <a:pt x="329709" y="177079"/>
                  </a:lnTo>
                  <a:lnTo>
                    <a:pt x="330865" y="171894"/>
                  </a:lnTo>
                  <a:lnTo>
                    <a:pt x="331856" y="166676"/>
                  </a:lnTo>
                  <a:lnTo>
                    <a:pt x="332681" y="161428"/>
                  </a:lnTo>
                  <a:lnTo>
                    <a:pt x="333339" y="156157"/>
                  </a:lnTo>
                  <a:lnTo>
                    <a:pt x="333828" y="150868"/>
                  </a:lnTo>
                  <a:lnTo>
                    <a:pt x="334150" y="145566"/>
                  </a:lnTo>
                  <a:lnTo>
                    <a:pt x="334303" y="140256"/>
                  </a:lnTo>
                  <a:lnTo>
                    <a:pt x="334287" y="134944"/>
                  </a:lnTo>
                  <a:lnTo>
                    <a:pt x="334102" y="129636"/>
                  </a:lnTo>
                  <a:lnTo>
                    <a:pt x="333749" y="124336"/>
                  </a:lnTo>
                  <a:lnTo>
                    <a:pt x="333228" y="119049"/>
                  </a:lnTo>
                  <a:lnTo>
                    <a:pt x="332538" y="113782"/>
                  </a:lnTo>
                  <a:lnTo>
                    <a:pt x="331682" y="108540"/>
                  </a:lnTo>
                  <a:lnTo>
                    <a:pt x="330660" y="103327"/>
                  </a:lnTo>
                  <a:lnTo>
                    <a:pt x="329473" y="98150"/>
                  </a:lnTo>
                  <a:lnTo>
                    <a:pt x="328122" y="93013"/>
                  </a:lnTo>
                  <a:lnTo>
                    <a:pt x="326608" y="87921"/>
                  </a:lnTo>
                  <a:lnTo>
                    <a:pt x="324933" y="82880"/>
                  </a:lnTo>
                  <a:lnTo>
                    <a:pt x="323099" y="77895"/>
                  </a:lnTo>
                  <a:lnTo>
                    <a:pt x="321107" y="72971"/>
                  </a:lnTo>
                  <a:lnTo>
                    <a:pt x="318960" y="68112"/>
                  </a:lnTo>
                  <a:lnTo>
                    <a:pt x="316660" y="63324"/>
                  </a:lnTo>
                  <a:lnTo>
                    <a:pt x="314209" y="58612"/>
                  </a:lnTo>
                  <a:lnTo>
                    <a:pt x="311609" y="53979"/>
                  </a:lnTo>
                  <a:lnTo>
                    <a:pt x="308863" y="49432"/>
                  </a:lnTo>
                  <a:lnTo>
                    <a:pt x="305975" y="44974"/>
                  </a:lnTo>
                  <a:lnTo>
                    <a:pt x="302946" y="40611"/>
                  </a:lnTo>
                  <a:lnTo>
                    <a:pt x="299780" y="36345"/>
                  </a:lnTo>
                  <a:lnTo>
                    <a:pt x="296480" y="32183"/>
                  </a:lnTo>
                  <a:lnTo>
                    <a:pt x="293050" y="28127"/>
                  </a:lnTo>
                  <a:lnTo>
                    <a:pt x="289492" y="24183"/>
                  </a:lnTo>
                  <a:lnTo>
                    <a:pt x="285811" y="20353"/>
                  </a:lnTo>
                  <a:lnTo>
                    <a:pt x="282010" y="16643"/>
                  </a:lnTo>
                  <a:lnTo>
                    <a:pt x="278093" y="13055"/>
                  </a:lnTo>
                  <a:lnTo>
                    <a:pt x="274064" y="9593"/>
                  </a:lnTo>
                  <a:lnTo>
                    <a:pt x="269927" y="6261"/>
                  </a:lnTo>
                  <a:lnTo>
                    <a:pt x="265687" y="3062"/>
                  </a:lnTo>
                  <a:lnTo>
                    <a:pt x="261347" y="0"/>
                  </a:lnTo>
                  <a:lnTo>
                    <a:pt x="167149" y="138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023544" y="941493"/>
              <a:ext cx="94197" cy="167167"/>
            </a:xfrm>
            <a:custGeom>
              <a:avLst/>
              <a:pathLst>
                <a:path w="94197" h="167167">
                  <a:moveTo>
                    <a:pt x="94197" y="29066"/>
                  </a:moveTo>
                  <a:lnTo>
                    <a:pt x="89553" y="26010"/>
                  </a:lnTo>
                  <a:lnTo>
                    <a:pt x="84810" y="23111"/>
                  </a:lnTo>
                  <a:lnTo>
                    <a:pt x="79973" y="20371"/>
                  </a:lnTo>
                  <a:lnTo>
                    <a:pt x="75048" y="17793"/>
                  </a:lnTo>
                  <a:lnTo>
                    <a:pt x="70040" y="15380"/>
                  </a:lnTo>
                  <a:lnTo>
                    <a:pt x="64954" y="13135"/>
                  </a:lnTo>
                  <a:lnTo>
                    <a:pt x="59797" y="11060"/>
                  </a:lnTo>
                  <a:lnTo>
                    <a:pt x="54573" y="9159"/>
                  </a:lnTo>
                  <a:lnTo>
                    <a:pt x="49289" y="7431"/>
                  </a:lnTo>
                  <a:lnTo>
                    <a:pt x="43951" y="5881"/>
                  </a:lnTo>
                  <a:lnTo>
                    <a:pt x="38564" y="4509"/>
                  </a:lnTo>
                  <a:lnTo>
                    <a:pt x="33134" y="3316"/>
                  </a:lnTo>
                  <a:lnTo>
                    <a:pt x="27668" y="2305"/>
                  </a:lnTo>
                  <a:lnTo>
                    <a:pt x="22171" y="1476"/>
                  </a:lnTo>
                  <a:lnTo>
                    <a:pt x="16650" y="831"/>
                  </a:lnTo>
                  <a:lnTo>
                    <a:pt x="11110" y="369"/>
                  </a:lnTo>
                  <a:lnTo>
                    <a:pt x="555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78983" y="941493"/>
              <a:ext cx="107232" cy="167167"/>
            </a:xfrm>
            <a:custGeom>
              <a:avLst/>
              <a:pathLst>
                <a:path w="107232" h="167167">
                  <a:moveTo>
                    <a:pt x="107232" y="0"/>
                  </a:moveTo>
                  <a:lnTo>
                    <a:pt x="101690" y="91"/>
                  </a:lnTo>
                  <a:lnTo>
                    <a:pt x="96153" y="367"/>
                  </a:lnTo>
                  <a:lnTo>
                    <a:pt x="90629" y="826"/>
                  </a:lnTo>
                  <a:lnTo>
                    <a:pt x="85123" y="1468"/>
                  </a:lnTo>
                  <a:lnTo>
                    <a:pt x="79641" y="2292"/>
                  </a:lnTo>
                  <a:lnTo>
                    <a:pt x="74189" y="3298"/>
                  </a:lnTo>
                  <a:lnTo>
                    <a:pt x="68774" y="4483"/>
                  </a:lnTo>
                  <a:lnTo>
                    <a:pt x="63401" y="5848"/>
                  </a:lnTo>
                  <a:lnTo>
                    <a:pt x="58077" y="7390"/>
                  </a:lnTo>
                  <a:lnTo>
                    <a:pt x="52806" y="9108"/>
                  </a:lnTo>
                  <a:lnTo>
                    <a:pt x="47595" y="10999"/>
                  </a:lnTo>
                  <a:lnTo>
                    <a:pt x="42450" y="13062"/>
                  </a:lnTo>
                  <a:lnTo>
                    <a:pt x="37376" y="15295"/>
                  </a:lnTo>
                  <a:lnTo>
                    <a:pt x="32379" y="17695"/>
                  </a:lnTo>
                  <a:lnTo>
                    <a:pt x="27464" y="20259"/>
                  </a:lnTo>
                  <a:lnTo>
                    <a:pt x="22637" y="22984"/>
                  </a:lnTo>
                  <a:lnTo>
                    <a:pt x="17903" y="25869"/>
                  </a:lnTo>
                  <a:lnTo>
                    <a:pt x="13267" y="28908"/>
                  </a:lnTo>
                  <a:lnTo>
                    <a:pt x="8735" y="32100"/>
                  </a:lnTo>
                  <a:lnTo>
                    <a:pt x="4311" y="35440"/>
                  </a:lnTo>
                  <a:lnTo>
                    <a:pt x="0" y="38925"/>
                  </a:lnTo>
                  <a:lnTo>
                    <a:pt x="10723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78983" y="98041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319048" y="980418"/>
              <a:ext cx="167167" cy="279872"/>
            </a:xfrm>
            <a:custGeom>
              <a:avLst/>
              <a:pathLst>
                <a:path w="167167" h="279872">
                  <a:moveTo>
                    <a:pt x="59934" y="0"/>
                  </a:moveTo>
                  <a:lnTo>
                    <a:pt x="55832" y="3544"/>
                  </a:lnTo>
                  <a:lnTo>
                    <a:pt x="51848" y="7219"/>
                  </a:lnTo>
                  <a:lnTo>
                    <a:pt x="47984" y="11022"/>
                  </a:lnTo>
                  <a:lnTo>
                    <a:pt x="44246" y="14948"/>
                  </a:lnTo>
                  <a:lnTo>
                    <a:pt x="40638" y="18993"/>
                  </a:lnTo>
                  <a:lnTo>
                    <a:pt x="37162" y="23153"/>
                  </a:lnTo>
                  <a:lnTo>
                    <a:pt x="33823" y="27423"/>
                  </a:lnTo>
                  <a:lnTo>
                    <a:pt x="30624" y="31800"/>
                  </a:lnTo>
                  <a:lnTo>
                    <a:pt x="27569" y="36278"/>
                  </a:lnTo>
                  <a:lnTo>
                    <a:pt x="24660" y="40853"/>
                  </a:lnTo>
                  <a:lnTo>
                    <a:pt x="21902" y="45519"/>
                  </a:lnTo>
                  <a:lnTo>
                    <a:pt x="19296" y="50273"/>
                  </a:lnTo>
                  <a:lnTo>
                    <a:pt x="16846" y="55108"/>
                  </a:lnTo>
                  <a:lnTo>
                    <a:pt x="14554" y="60021"/>
                  </a:lnTo>
                  <a:lnTo>
                    <a:pt x="12422" y="65005"/>
                  </a:lnTo>
                  <a:lnTo>
                    <a:pt x="10453" y="70055"/>
                  </a:lnTo>
                  <a:lnTo>
                    <a:pt x="8649" y="75167"/>
                  </a:lnTo>
                  <a:lnTo>
                    <a:pt x="7011" y="80335"/>
                  </a:lnTo>
                  <a:lnTo>
                    <a:pt x="5542" y="85553"/>
                  </a:lnTo>
                  <a:lnTo>
                    <a:pt x="4243" y="90816"/>
                  </a:lnTo>
                  <a:lnTo>
                    <a:pt x="3115" y="96118"/>
                  </a:lnTo>
                  <a:lnTo>
                    <a:pt x="2160" y="101454"/>
                  </a:lnTo>
                  <a:lnTo>
                    <a:pt x="1378" y="106818"/>
                  </a:lnTo>
                  <a:lnTo>
                    <a:pt x="770" y="112205"/>
                  </a:lnTo>
                  <a:lnTo>
                    <a:pt x="338" y="117609"/>
                  </a:lnTo>
                  <a:lnTo>
                    <a:pt x="81" y="123023"/>
                  </a:lnTo>
                  <a:lnTo>
                    <a:pt x="0" y="128444"/>
                  </a:lnTo>
                  <a:lnTo>
                    <a:pt x="94" y="133864"/>
                  </a:lnTo>
                  <a:lnTo>
                    <a:pt x="364" y="139278"/>
                  </a:lnTo>
                  <a:lnTo>
                    <a:pt x="810" y="144681"/>
                  </a:lnTo>
                  <a:lnTo>
                    <a:pt x="1430" y="150066"/>
                  </a:lnTo>
                  <a:lnTo>
                    <a:pt x="2225" y="155428"/>
                  </a:lnTo>
                  <a:lnTo>
                    <a:pt x="3193" y="160762"/>
                  </a:lnTo>
                  <a:lnTo>
                    <a:pt x="4334" y="166061"/>
                  </a:lnTo>
                  <a:lnTo>
                    <a:pt x="5646" y="171321"/>
                  </a:lnTo>
                  <a:lnTo>
                    <a:pt x="7127" y="176536"/>
                  </a:lnTo>
                  <a:lnTo>
                    <a:pt x="8777" y="181699"/>
                  </a:lnTo>
                  <a:lnTo>
                    <a:pt x="10594" y="186807"/>
                  </a:lnTo>
                  <a:lnTo>
                    <a:pt x="12575" y="191853"/>
                  </a:lnTo>
                  <a:lnTo>
                    <a:pt x="14719" y="196832"/>
                  </a:lnTo>
                  <a:lnTo>
                    <a:pt x="17023" y="201738"/>
                  </a:lnTo>
                  <a:lnTo>
                    <a:pt x="19485" y="206568"/>
                  </a:lnTo>
                  <a:lnTo>
                    <a:pt x="22102" y="211315"/>
                  </a:lnTo>
                  <a:lnTo>
                    <a:pt x="24872" y="215975"/>
                  </a:lnTo>
                  <a:lnTo>
                    <a:pt x="27791" y="220543"/>
                  </a:lnTo>
                  <a:lnTo>
                    <a:pt x="30857" y="225013"/>
                  </a:lnTo>
                  <a:lnTo>
                    <a:pt x="34067" y="229382"/>
                  </a:lnTo>
                  <a:lnTo>
                    <a:pt x="37416" y="233644"/>
                  </a:lnTo>
                  <a:lnTo>
                    <a:pt x="40902" y="237796"/>
                  </a:lnTo>
                  <a:lnTo>
                    <a:pt x="44520" y="241832"/>
                  </a:lnTo>
                  <a:lnTo>
                    <a:pt x="48268" y="245749"/>
                  </a:lnTo>
                  <a:lnTo>
                    <a:pt x="52140" y="249543"/>
                  </a:lnTo>
                  <a:lnTo>
                    <a:pt x="56134" y="253208"/>
                  </a:lnTo>
                  <a:lnTo>
                    <a:pt x="60244" y="256743"/>
                  </a:lnTo>
                  <a:lnTo>
                    <a:pt x="64467" y="260142"/>
                  </a:lnTo>
                  <a:lnTo>
                    <a:pt x="68798" y="263403"/>
                  </a:lnTo>
                  <a:lnTo>
                    <a:pt x="73232" y="266521"/>
                  </a:lnTo>
                  <a:lnTo>
                    <a:pt x="77765" y="269494"/>
                  </a:lnTo>
                  <a:lnTo>
                    <a:pt x="82392" y="272318"/>
                  </a:lnTo>
                  <a:lnTo>
                    <a:pt x="87108" y="274991"/>
                  </a:lnTo>
                  <a:lnTo>
                    <a:pt x="91908" y="277510"/>
                  </a:lnTo>
                  <a:lnTo>
                    <a:pt x="96787" y="279872"/>
                  </a:lnTo>
                  <a:lnTo>
                    <a:pt x="167167" y="1282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15836" y="941493"/>
              <a:ext cx="237543" cy="334321"/>
            </a:xfrm>
            <a:custGeom>
              <a:avLst/>
              <a:pathLst>
                <a:path w="237543" h="334321">
                  <a:moveTo>
                    <a:pt x="0" y="318797"/>
                  </a:moveTo>
                  <a:lnTo>
                    <a:pt x="4876" y="320967"/>
                  </a:lnTo>
                  <a:lnTo>
                    <a:pt x="9819" y="322979"/>
                  </a:lnTo>
                  <a:lnTo>
                    <a:pt x="14825" y="324833"/>
                  </a:lnTo>
                  <a:lnTo>
                    <a:pt x="19886" y="326526"/>
                  </a:lnTo>
                  <a:lnTo>
                    <a:pt x="25000" y="328057"/>
                  </a:lnTo>
                  <a:lnTo>
                    <a:pt x="30159" y="329424"/>
                  </a:lnTo>
                  <a:lnTo>
                    <a:pt x="35359" y="330625"/>
                  </a:lnTo>
                  <a:lnTo>
                    <a:pt x="40596" y="331660"/>
                  </a:lnTo>
                  <a:lnTo>
                    <a:pt x="45862" y="332527"/>
                  </a:lnTo>
                  <a:lnTo>
                    <a:pt x="51154" y="333225"/>
                  </a:lnTo>
                  <a:lnTo>
                    <a:pt x="56465" y="333754"/>
                  </a:lnTo>
                  <a:lnTo>
                    <a:pt x="61790" y="334114"/>
                  </a:lnTo>
                  <a:lnTo>
                    <a:pt x="67124" y="334303"/>
                  </a:lnTo>
                  <a:lnTo>
                    <a:pt x="72462" y="334321"/>
                  </a:lnTo>
                  <a:lnTo>
                    <a:pt x="77797" y="334170"/>
                  </a:lnTo>
                  <a:lnTo>
                    <a:pt x="83125" y="333848"/>
                  </a:lnTo>
                  <a:lnTo>
                    <a:pt x="88439" y="333356"/>
                  </a:lnTo>
                  <a:lnTo>
                    <a:pt x="93736" y="332695"/>
                  </a:lnTo>
                  <a:lnTo>
                    <a:pt x="99008" y="331865"/>
                  </a:lnTo>
                  <a:lnTo>
                    <a:pt x="104251" y="330867"/>
                  </a:lnTo>
                  <a:lnTo>
                    <a:pt x="109460" y="329702"/>
                  </a:lnTo>
                  <a:lnTo>
                    <a:pt x="114629" y="328371"/>
                  </a:lnTo>
                  <a:lnTo>
                    <a:pt x="119753" y="326877"/>
                  </a:lnTo>
                  <a:lnTo>
                    <a:pt x="124826" y="325219"/>
                  </a:lnTo>
                  <a:lnTo>
                    <a:pt x="129844" y="323400"/>
                  </a:lnTo>
                  <a:lnTo>
                    <a:pt x="134802" y="321422"/>
                  </a:lnTo>
                  <a:lnTo>
                    <a:pt x="139693" y="319287"/>
                  </a:lnTo>
                  <a:lnTo>
                    <a:pt x="144514" y="316997"/>
                  </a:lnTo>
                  <a:lnTo>
                    <a:pt x="149260" y="314553"/>
                  </a:lnTo>
                  <a:lnTo>
                    <a:pt x="153925" y="311960"/>
                  </a:lnTo>
                  <a:lnTo>
                    <a:pt x="158505" y="309219"/>
                  </a:lnTo>
                  <a:lnTo>
                    <a:pt x="162995" y="306333"/>
                  </a:lnTo>
                  <a:lnTo>
                    <a:pt x="167390" y="303306"/>
                  </a:lnTo>
                  <a:lnTo>
                    <a:pt x="171687" y="300139"/>
                  </a:lnTo>
                  <a:lnTo>
                    <a:pt x="175881" y="296837"/>
                  </a:lnTo>
                  <a:lnTo>
                    <a:pt x="179966" y="293403"/>
                  </a:lnTo>
                  <a:lnTo>
                    <a:pt x="183941" y="289840"/>
                  </a:lnTo>
                  <a:lnTo>
                    <a:pt x="187799" y="286152"/>
                  </a:lnTo>
                  <a:lnTo>
                    <a:pt x="191538" y="282343"/>
                  </a:lnTo>
                  <a:lnTo>
                    <a:pt x="195153" y="278416"/>
                  </a:lnTo>
                  <a:lnTo>
                    <a:pt x="198641" y="274376"/>
                  </a:lnTo>
                  <a:lnTo>
                    <a:pt x="201998" y="270227"/>
                  </a:lnTo>
                  <a:lnTo>
                    <a:pt x="205221" y="265973"/>
                  </a:lnTo>
                  <a:lnTo>
                    <a:pt x="208307" y="261617"/>
                  </a:lnTo>
                  <a:lnTo>
                    <a:pt x="211252" y="257166"/>
                  </a:lnTo>
                  <a:lnTo>
                    <a:pt x="214053" y="252623"/>
                  </a:lnTo>
                  <a:lnTo>
                    <a:pt x="216708" y="247993"/>
                  </a:lnTo>
                  <a:lnTo>
                    <a:pt x="219214" y="243280"/>
                  </a:lnTo>
                  <a:lnTo>
                    <a:pt x="221568" y="238490"/>
                  </a:lnTo>
                  <a:lnTo>
                    <a:pt x="223768" y="233627"/>
                  </a:lnTo>
                  <a:lnTo>
                    <a:pt x="225811" y="228696"/>
                  </a:lnTo>
                  <a:lnTo>
                    <a:pt x="227696" y="223702"/>
                  </a:lnTo>
                  <a:lnTo>
                    <a:pt x="229421" y="218651"/>
                  </a:lnTo>
                  <a:lnTo>
                    <a:pt x="230983" y="213548"/>
                  </a:lnTo>
                  <a:lnTo>
                    <a:pt x="232382" y="208397"/>
                  </a:lnTo>
                  <a:lnTo>
                    <a:pt x="233616" y="203204"/>
                  </a:lnTo>
                  <a:lnTo>
                    <a:pt x="234683" y="197974"/>
                  </a:lnTo>
                  <a:lnTo>
                    <a:pt x="235583" y="192713"/>
                  </a:lnTo>
                  <a:lnTo>
                    <a:pt x="236314" y="187426"/>
                  </a:lnTo>
                  <a:lnTo>
                    <a:pt x="236877" y="182119"/>
                  </a:lnTo>
                  <a:lnTo>
                    <a:pt x="237269" y="176796"/>
                  </a:lnTo>
                  <a:lnTo>
                    <a:pt x="237491" y="171463"/>
                  </a:lnTo>
                  <a:lnTo>
                    <a:pt x="237543" y="166126"/>
                  </a:lnTo>
                  <a:lnTo>
                    <a:pt x="237425" y="160790"/>
                  </a:lnTo>
                  <a:lnTo>
                    <a:pt x="237136" y="155460"/>
                  </a:lnTo>
                  <a:lnTo>
                    <a:pt x="236677" y="150142"/>
                  </a:lnTo>
                  <a:lnTo>
                    <a:pt x="236049" y="144842"/>
                  </a:lnTo>
                  <a:lnTo>
                    <a:pt x="235252" y="139564"/>
                  </a:lnTo>
                  <a:lnTo>
                    <a:pt x="234287" y="134315"/>
                  </a:lnTo>
                  <a:lnTo>
                    <a:pt x="233154" y="129099"/>
                  </a:lnTo>
                  <a:lnTo>
                    <a:pt x="231856" y="123922"/>
                  </a:lnTo>
                  <a:lnTo>
                    <a:pt x="230393" y="118789"/>
                  </a:lnTo>
                  <a:lnTo>
                    <a:pt x="228767" y="113705"/>
                  </a:lnTo>
                  <a:lnTo>
                    <a:pt x="226980" y="108676"/>
                  </a:lnTo>
                  <a:lnTo>
                    <a:pt x="225033" y="103706"/>
                  </a:lnTo>
                  <a:lnTo>
                    <a:pt x="222928" y="98802"/>
                  </a:lnTo>
                  <a:lnTo>
                    <a:pt x="220668" y="93966"/>
                  </a:lnTo>
                  <a:lnTo>
                    <a:pt x="218254" y="89206"/>
                  </a:lnTo>
                  <a:lnTo>
                    <a:pt x="215690" y="84525"/>
                  </a:lnTo>
                  <a:lnTo>
                    <a:pt x="212977" y="79928"/>
                  </a:lnTo>
                  <a:lnTo>
                    <a:pt x="210120" y="75420"/>
                  </a:lnTo>
                  <a:lnTo>
                    <a:pt x="207119" y="71005"/>
                  </a:lnTo>
                  <a:lnTo>
                    <a:pt x="203980" y="66689"/>
                  </a:lnTo>
                  <a:lnTo>
                    <a:pt x="200704" y="62475"/>
                  </a:lnTo>
                  <a:lnTo>
                    <a:pt x="197295" y="58368"/>
                  </a:lnTo>
                  <a:lnTo>
                    <a:pt x="193757" y="54372"/>
                  </a:lnTo>
                  <a:lnTo>
                    <a:pt x="190093" y="50490"/>
                  </a:lnTo>
                  <a:lnTo>
                    <a:pt x="186308" y="46728"/>
                  </a:lnTo>
                  <a:lnTo>
                    <a:pt x="182404" y="43088"/>
                  </a:lnTo>
                  <a:lnTo>
                    <a:pt x="178385" y="39575"/>
                  </a:lnTo>
                  <a:lnTo>
                    <a:pt x="174257" y="36192"/>
                  </a:lnTo>
                  <a:lnTo>
                    <a:pt x="170023" y="32943"/>
                  </a:lnTo>
                  <a:lnTo>
                    <a:pt x="165687" y="29830"/>
                  </a:lnTo>
                  <a:lnTo>
                    <a:pt x="161254" y="26858"/>
                  </a:lnTo>
                  <a:lnTo>
                    <a:pt x="156728" y="24028"/>
                  </a:lnTo>
                  <a:lnTo>
                    <a:pt x="152115" y="21344"/>
                  </a:lnTo>
                  <a:lnTo>
                    <a:pt x="147418" y="18809"/>
                  </a:lnTo>
                  <a:lnTo>
                    <a:pt x="142642" y="16425"/>
                  </a:lnTo>
                  <a:lnTo>
                    <a:pt x="137793" y="14195"/>
                  </a:lnTo>
                  <a:lnTo>
                    <a:pt x="132875" y="12121"/>
                  </a:lnTo>
                  <a:lnTo>
                    <a:pt x="127893" y="10205"/>
                  </a:lnTo>
                  <a:lnTo>
                    <a:pt x="122853" y="8449"/>
                  </a:lnTo>
                  <a:lnTo>
                    <a:pt x="117759" y="6855"/>
                  </a:lnTo>
                  <a:lnTo>
                    <a:pt x="112617" y="5424"/>
                  </a:lnTo>
                  <a:lnTo>
                    <a:pt x="107432" y="4158"/>
                  </a:lnTo>
                  <a:lnTo>
                    <a:pt x="102209" y="3058"/>
                  </a:lnTo>
                  <a:lnTo>
                    <a:pt x="96954" y="2125"/>
                  </a:lnTo>
                  <a:lnTo>
                    <a:pt x="91672" y="1361"/>
                  </a:lnTo>
                  <a:lnTo>
                    <a:pt x="86368" y="766"/>
                  </a:lnTo>
                  <a:lnTo>
                    <a:pt x="81047" y="340"/>
                  </a:lnTo>
                  <a:lnTo>
                    <a:pt x="75716" y="85"/>
                  </a:lnTo>
                  <a:lnTo>
                    <a:pt x="70379" y="0"/>
                  </a:lnTo>
                  <a:lnTo>
                    <a:pt x="703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97334" y="1071028"/>
              <a:ext cx="167167" cy="325879"/>
            </a:xfrm>
            <a:custGeom>
              <a:avLst/>
              <a:pathLst>
                <a:path w="167167" h="325879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6" y="2144"/>
                  </a:lnTo>
                  <a:lnTo>
                    <a:pt x="135199" y="3085"/>
                  </a:lnTo>
                  <a:lnTo>
                    <a:pt x="129954" y="4194"/>
                  </a:lnTo>
                  <a:lnTo>
                    <a:pt x="124747" y="5471"/>
                  </a:lnTo>
                  <a:lnTo>
                    <a:pt x="119584" y="6914"/>
                  </a:lnTo>
                  <a:lnTo>
                    <a:pt x="114470" y="8523"/>
                  </a:lnTo>
                  <a:lnTo>
                    <a:pt x="109411" y="10294"/>
                  </a:lnTo>
                  <a:lnTo>
                    <a:pt x="104410" y="12226"/>
                  </a:lnTo>
                  <a:lnTo>
                    <a:pt x="99474" y="14318"/>
                  </a:lnTo>
                  <a:lnTo>
                    <a:pt x="94608" y="16568"/>
                  </a:lnTo>
                  <a:lnTo>
                    <a:pt x="89817" y="18972"/>
                  </a:lnTo>
                  <a:lnTo>
                    <a:pt x="85104" y="21528"/>
                  </a:lnTo>
                  <a:lnTo>
                    <a:pt x="80477" y="24234"/>
                  </a:lnTo>
                  <a:lnTo>
                    <a:pt x="75938" y="27087"/>
                  </a:lnTo>
                  <a:lnTo>
                    <a:pt x="71494" y="30085"/>
                  </a:lnTo>
                  <a:lnTo>
                    <a:pt x="67147" y="33223"/>
                  </a:lnTo>
                  <a:lnTo>
                    <a:pt x="62904" y="36499"/>
                  </a:lnTo>
                  <a:lnTo>
                    <a:pt x="58768" y="39909"/>
                  </a:lnTo>
                  <a:lnTo>
                    <a:pt x="54743" y="43450"/>
                  </a:lnTo>
                  <a:lnTo>
                    <a:pt x="50834" y="47119"/>
                  </a:lnTo>
                  <a:lnTo>
                    <a:pt x="47044" y="50911"/>
                  </a:lnTo>
                  <a:lnTo>
                    <a:pt x="43378" y="54822"/>
                  </a:lnTo>
                  <a:lnTo>
                    <a:pt x="39840" y="58849"/>
                  </a:lnTo>
                  <a:lnTo>
                    <a:pt x="36432" y="62988"/>
                  </a:lnTo>
                  <a:lnTo>
                    <a:pt x="33159" y="67233"/>
                  </a:lnTo>
                  <a:lnTo>
                    <a:pt x="30023" y="71581"/>
                  </a:lnTo>
                  <a:lnTo>
                    <a:pt x="27029" y="76028"/>
                  </a:lnTo>
                  <a:lnTo>
                    <a:pt x="24179" y="80568"/>
                  </a:lnTo>
                  <a:lnTo>
                    <a:pt x="21475" y="85198"/>
                  </a:lnTo>
                  <a:lnTo>
                    <a:pt x="18922" y="89911"/>
                  </a:lnTo>
                  <a:lnTo>
                    <a:pt x="16521" y="94705"/>
                  </a:lnTo>
                  <a:lnTo>
                    <a:pt x="14275" y="99572"/>
                  </a:lnTo>
                  <a:lnTo>
                    <a:pt x="12186" y="104509"/>
                  </a:lnTo>
                  <a:lnTo>
                    <a:pt x="10257" y="109511"/>
                  </a:lnTo>
                  <a:lnTo>
                    <a:pt x="8489" y="114572"/>
                  </a:lnTo>
                  <a:lnTo>
                    <a:pt x="6884" y="119687"/>
                  </a:lnTo>
                  <a:lnTo>
                    <a:pt x="5444" y="124851"/>
                  </a:lnTo>
                  <a:lnTo>
                    <a:pt x="4170" y="130058"/>
                  </a:lnTo>
                  <a:lnTo>
                    <a:pt x="3064" y="135304"/>
                  </a:lnTo>
                  <a:lnTo>
                    <a:pt x="2127" y="140582"/>
                  </a:lnTo>
                  <a:lnTo>
                    <a:pt x="1359" y="145888"/>
                  </a:lnTo>
                  <a:lnTo>
                    <a:pt x="762" y="151215"/>
                  </a:lnTo>
                  <a:lnTo>
                    <a:pt x="336" y="156559"/>
                  </a:lnTo>
                  <a:lnTo>
                    <a:pt x="82" y="161914"/>
                  </a:lnTo>
                  <a:lnTo>
                    <a:pt x="0" y="167274"/>
                  </a:lnTo>
                  <a:lnTo>
                    <a:pt x="89" y="172634"/>
                  </a:lnTo>
                  <a:lnTo>
                    <a:pt x="350" y="177989"/>
                  </a:lnTo>
                  <a:lnTo>
                    <a:pt x="783" y="183332"/>
                  </a:lnTo>
                  <a:lnTo>
                    <a:pt x="1387" y="188659"/>
                  </a:lnTo>
                  <a:lnTo>
                    <a:pt x="2161" y="193963"/>
                  </a:lnTo>
                  <a:lnTo>
                    <a:pt x="3105" y="199240"/>
                  </a:lnTo>
                  <a:lnTo>
                    <a:pt x="4218" y="204484"/>
                  </a:lnTo>
                  <a:lnTo>
                    <a:pt x="5498" y="209690"/>
                  </a:lnTo>
                  <a:lnTo>
                    <a:pt x="6945" y="214852"/>
                  </a:lnTo>
                  <a:lnTo>
                    <a:pt x="8556" y="219965"/>
                  </a:lnTo>
                  <a:lnTo>
                    <a:pt x="10331" y="225024"/>
                  </a:lnTo>
                  <a:lnTo>
                    <a:pt x="12267" y="230023"/>
                  </a:lnTo>
                  <a:lnTo>
                    <a:pt x="14362" y="234957"/>
                  </a:lnTo>
                  <a:lnTo>
                    <a:pt x="16614" y="239822"/>
                  </a:lnTo>
                  <a:lnTo>
                    <a:pt x="19021" y="244612"/>
                  </a:lnTo>
                  <a:lnTo>
                    <a:pt x="21580" y="249323"/>
                  </a:lnTo>
                  <a:lnTo>
                    <a:pt x="24290" y="253949"/>
                  </a:lnTo>
                  <a:lnTo>
                    <a:pt x="27146" y="258485"/>
                  </a:lnTo>
                  <a:lnTo>
                    <a:pt x="30146" y="262928"/>
                  </a:lnTo>
                  <a:lnTo>
                    <a:pt x="33287" y="267272"/>
                  </a:lnTo>
                  <a:lnTo>
                    <a:pt x="36566" y="271514"/>
                  </a:lnTo>
                  <a:lnTo>
                    <a:pt x="39979" y="275648"/>
                  </a:lnTo>
                  <a:lnTo>
                    <a:pt x="43522" y="279670"/>
                  </a:lnTo>
                  <a:lnTo>
                    <a:pt x="47193" y="283577"/>
                  </a:lnTo>
                  <a:lnTo>
                    <a:pt x="50988" y="287364"/>
                  </a:lnTo>
                  <a:lnTo>
                    <a:pt x="54901" y="291027"/>
                  </a:lnTo>
                  <a:lnTo>
                    <a:pt x="58931" y="294563"/>
                  </a:lnTo>
                  <a:lnTo>
                    <a:pt x="63071" y="297968"/>
                  </a:lnTo>
                  <a:lnTo>
                    <a:pt x="67319" y="301239"/>
                  </a:lnTo>
                  <a:lnTo>
                    <a:pt x="71669" y="304372"/>
                  </a:lnTo>
                  <a:lnTo>
                    <a:pt x="76118" y="307363"/>
                  </a:lnTo>
                  <a:lnTo>
                    <a:pt x="80660" y="310211"/>
                  </a:lnTo>
                  <a:lnTo>
                    <a:pt x="85291" y="312911"/>
                  </a:lnTo>
                  <a:lnTo>
                    <a:pt x="90006" y="315461"/>
                  </a:lnTo>
                  <a:lnTo>
                    <a:pt x="94801" y="317859"/>
                  </a:lnTo>
                  <a:lnTo>
                    <a:pt x="99670" y="320102"/>
                  </a:lnTo>
                  <a:lnTo>
                    <a:pt x="104609" y="322188"/>
                  </a:lnTo>
                  <a:lnTo>
                    <a:pt x="109611" y="324114"/>
                  </a:lnTo>
                  <a:lnTo>
                    <a:pt x="114673" y="32587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12008" y="1238196"/>
              <a:ext cx="52493" cy="158711"/>
            </a:xfrm>
            <a:custGeom>
              <a:avLst/>
              <a:pathLst>
                <a:path w="52493" h="158711">
                  <a:moveTo>
                    <a:pt x="0" y="158711"/>
                  </a:moveTo>
                  <a:lnTo>
                    <a:pt x="524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12008" y="1086479"/>
              <a:ext cx="219652" cy="318884"/>
            </a:xfrm>
            <a:custGeom>
              <a:avLst/>
              <a:pathLst>
                <a:path w="219652" h="318884">
                  <a:moveTo>
                    <a:pt x="0" y="310428"/>
                  </a:moveTo>
                  <a:lnTo>
                    <a:pt x="5084" y="312020"/>
                  </a:lnTo>
                  <a:lnTo>
                    <a:pt x="10216" y="313450"/>
                  </a:lnTo>
                  <a:lnTo>
                    <a:pt x="15391" y="314715"/>
                  </a:lnTo>
                  <a:lnTo>
                    <a:pt x="20604" y="315814"/>
                  </a:lnTo>
                  <a:lnTo>
                    <a:pt x="25849" y="316747"/>
                  </a:lnTo>
                  <a:lnTo>
                    <a:pt x="31121" y="317512"/>
                  </a:lnTo>
                  <a:lnTo>
                    <a:pt x="36415" y="318109"/>
                  </a:lnTo>
                  <a:lnTo>
                    <a:pt x="41725" y="318537"/>
                  </a:lnTo>
                  <a:lnTo>
                    <a:pt x="47046" y="318795"/>
                  </a:lnTo>
                  <a:lnTo>
                    <a:pt x="52373" y="318884"/>
                  </a:lnTo>
                  <a:lnTo>
                    <a:pt x="57700" y="318803"/>
                  </a:lnTo>
                  <a:lnTo>
                    <a:pt x="63022" y="318552"/>
                  </a:lnTo>
                  <a:lnTo>
                    <a:pt x="68332" y="318132"/>
                  </a:lnTo>
                  <a:lnTo>
                    <a:pt x="73627" y="317543"/>
                  </a:lnTo>
                  <a:lnTo>
                    <a:pt x="78900" y="316785"/>
                  </a:lnTo>
                  <a:lnTo>
                    <a:pt x="84147" y="315860"/>
                  </a:lnTo>
                  <a:lnTo>
                    <a:pt x="89361" y="314768"/>
                  </a:lnTo>
                  <a:lnTo>
                    <a:pt x="94538" y="313510"/>
                  </a:lnTo>
                  <a:lnTo>
                    <a:pt x="99672" y="312088"/>
                  </a:lnTo>
                  <a:lnTo>
                    <a:pt x="104759" y="310503"/>
                  </a:lnTo>
                  <a:lnTo>
                    <a:pt x="109792" y="308757"/>
                  </a:lnTo>
                  <a:lnTo>
                    <a:pt x="114767" y="306852"/>
                  </a:lnTo>
                  <a:lnTo>
                    <a:pt x="119679" y="304789"/>
                  </a:lnTo>
                  <a:lnTo>
                    <a:pt x="124522" y="302570"/>
                  </a:lnTo>
                  <a:lnTo>
                    <a:pt x="129293" y="300198"/>
                  </a:lnTo>
                  <a:lnTo>
                    <a:pt x="133985" y="297675"/>
                  </a:lnTo>
                  <a:lnTo>
                    <a:pt x="138595" y="295005"/>
                  </a:lnTo>
                  <a:lnTo>
                    <a:pt x="143117" y="292188"/>
                  </a:lnTo>
                  <a:lnTo>
                    <a:pt x="147547" y="289229"/>
                  </a:lnTo>
                  <a:lnTo>
                    <a:pt x="151880" y="286130"/>
                  </a:lnTo>
                  <a:lnTo>
                    <a:pt x="156113" y="282895"/>
                  </a:lnTo>
                  <a:lnTo>
                    <a:pt x="160240" y="279527"/>
                  </a:lnTo>
                  <a:lnTo>
                    <a:pt x="164258" y="276028"/>
                  </a:lnTo>
                  <a:lnTo>
                    <a:pt x="168163" y="272404"/>
                  </a:lnTo>
                  <a:lnTo>
                    <a:pt x="171950" y="268657"/>
                  </a:lnTo>
                  <a:lnTo>
                    <a:pt x="175615" y="264791"/>
                  </a:lnTo>
                  <a:lnTo>
                    <a:pt x="179156" y="260810"/>
                  </a:lnTo>
                  <a:lnTo>
                    <a:pt x="182568" y="256719"/>
                  </a:lnTo>
                  <a:lnTo>
                    <a:pt x="185848" y="252520"/>
                  </a:lnTo>
                  <a:lnTo>
                    <a:pt x="188992" y="248220"/>
                  </a:lnTo>
                  <a:lnTo>
                    <a:pt x="191998" y="243821"/>
                  </a:lnTo>
                  <a:lnTo>
                    <a:pt x="194862" y="239329"/>
                  </a:lnTo>
                  <a:lnTo>
                    <a:pt x="197582" y="234748"/>
                  </a:lnTo>
                  <a:lnTo>
                    <a:pt x="200154" y="230083"/>
                  </a:lnTo>
                  <a:lnTo>
                    <a:pt x="202576" y="225338"/>
                  </a:lnTo>
                  <a:lnTo>
                    <a:pt x="204846" y="220518"/>
                  </a:lnTo>
                  <a:lnTo>
                    <a:pt x="206961" y="215628"/>
                  </a:lnTo>
                  <a:lnTo>
                    <a:pt x="208919" y="210674"/>
                  </a:lnTo>
                  <a:lnTo>
                    <a:pt x="210718" y="205659"/>
                  </a:lnTo>
                  <a:lnTo>
                    <a:pt x="212356" y="200590"/>
                  </a:lnTo>
                  <a:lnTo>
                    <a:pt x="213833" y="195471"/>
                  </a:lnTo>
                  <a:lnTo>
                    <a:pt x="215145" y="190308"/>
                  </a:lnTo>
                  <a:lnTo>
                    <a:pt x="216292" y="185105"/>
                  </a:lnTo>
                  <a:lnTo>
                    <a:pt x="217273" y="179869"/>
                  </a:lnTo>
                  <a:lnTo>
                    <a:pt x="218086" y="174604"/>
                  </a:lnTo>
                  <a:lnTo>
                    <a:pt x="218731" y="169316"/>
                  </a:lnTo>
                  <a:lnTo>
                    <a:pt x="219208" y="164009"/>
                  </a:lnTo>
                  <a:lnTo>
                    <a:pt x="219515" y="158691"/>
                  </a:lnTo>
                  <a:lnTo>
                    <a:pt x="219652" y="153365"/>
                  </a:lnTo>
                  <a:lnTo>
                    <a:pt x="219620" y="148038"/>
                  </a:lnTo>
                  <a:lnTo>
                    <a:pt x="219418" y="142714"/>
                  </a:lnTo>
                  <a:lnTo>
                    <a:pt x="219046" y="137400"/>
                  </a:lnTo>
                  <a:lnTo>
                    <a:pt x="218505" y="132100"/>
                  </a:lnTo>
                  <a:lnTo>
                    <a:pt x="217796" y="126820"/>
                  </a:lnTo>
                  <a:lnTo>
                    <a:pt x="216919" y="121565"/>
                  </a:lnTo>
                  <a:lnTo>
                    <a:pt x="215874" y="116341"/>
                  </a:lnTo>
                  <a:lnTo>
                    <a:pt x="214664" y="111153"/>
                  </a:lnTo>
                  <a:lnTo>
                    <a:pt x="213289" y="106006"/>
                  </a:lnTo>
                  <a:lnTo>
                    <a:pt x="211751" y="100905"/>
                  </a:lnTo>
                  <a:lnTo>
                    <a:pt x="210051" y="95856"/>
                  </a:lnTo>
                  <a:lnTo>
                    <a:pt x="208191" y="90864"/>
                  </a:lnTo>
                  <a:lnTo>
                    <a:pt x="206173" y="85933"/>
                  </a:lnTo>
                  <a:lnTo>
                    <a:pt x="203999" y="81070"/>
                  </a:lnTo>
                  <a:lnTo>
                    <a:pt x="201671" y="76278"/>
                  </a:lnTo>
                  <a:lnTo>
                    <a:pt x="199191" y="71563"/>
                  </a:lnTo>
                  <a:lnTo>
                    <a:pt x="196562" y="66929"/>
                  </a:lnTo>
                  <a:lnTo>
                    <a:pt x="193787" y="62381"/>
                  </a:lnTo>
                  <a:lnTo>
                    <a:pt x="190869" y="57924"/>
                  </a:lnTo>
                  <a:lnTo>
                    <a:pt x="187810" y="53562"/>
                  </a:lnTo>
                  <a:lnTo>
                    <a:pt x="184614" y="49300"/>
                  </a:lnTo>
                  <a:lnTo>
                    <a:pt x="181283" y="45142"/>
                  </a:lnTo>
                  <a:lnTo>
                    <a:pt x="177822" y="41093"/>
                  </a:lnTo>
                  <a:lnTo>
                    <a:pt x="174233" y="37155"/>
                  </a:lnTo>
                  <a:lnTo>
                    <a:pt x="170521" y="33334"/>
                  </a:lnTo>
                  <a:lnTo>
                    <a:pt x="166688" y="29633"/>
                  </a:lnTo>
                  <a:lnTo>
                    <a:pt x="162740" y="26056"/>
                  </a:lnTo>
                  <a:lnTo>
                    <a:pt x="158680" y="22607"/>
                  </a:lnTo>
                  <a:lnTo>
                    <a:pt x="154512" y="19289"/>
                  </a:lnTo>
                  <a:lnTo>
                    <a:pt x="150241" y="16106"/>
                  </a:lnTo>
                  <a:lnTo>
                    <a:pt x="145870" y="13060"/>
                  </a:lnTo>
                  <a:lnTo>
                    <a:pt x="141404" y="10155"/>
                  </a:lnTo>
                  <a:lnTo>
                    <a:pt x="136848" y="7393"/>
                  </a:lnTo>
                  <a:lnTo>
                    <a:pt x="132206" y="4779"/>
                  </a:lnTo>
                  <a:lnTo>
                    <a:pt x="127484" y="2313"/>
                  </a:lnTo>
                  <a:lnTo>
                    <a:pt x="122685" y="0"/>
                  </a:lnTo>
                  <a:lnTo>
                    <a:pt x="52493" y="151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64501" y="1071028"/>
              <a:ext cx="70191" cy="167167"/>
            </a:xfrm>
            <a:custGeom>
              <a:avLst/>
              <a:pathLst>
                <a:path w="70191" h="167167">
                  <a:moveTo>
                    <a:pt x="70191" y="15450"/>
                  </a:moveTo>
                  <a:lnTo>
                    <a:pt x="64668" y="13015"/>
                  </a:lnTo>
                  <a:lnTo>
                    <a:pt x="59061" y="10780"/>
                  </a:lnTo>
                  <a:lnTo>
                    <a:pt x="53376" y="8750"/>
                  </a:lnTo>
                  <a:lnTo>
                    <a:pt x="47622" y="6926"/>
                  </a:lnTo>
                  <a:lnTo>
                    <a:pt x="41806" y="5312"/>
                  </a:lnTo>
                  <a:lnTo>
                    <a:pt x="35936" y="3908"/>
                  </a:lnTo>
                  <a:lnTo>
                    <a:pt x="30018" y="2717"/>
                  </a:lnTo>
                  <a:lnTo>
                    <a:pt x="24061" y="1740"/>
                  </a:lnTo>
                  <a:lnTo>
                    <a:pt x="18073" y="979"/>
                  </a:lnTo>
                  <a:lnTo>
                    <a:pt x="12062" y="435"/>
                  </a:lnTo>
                  <a:lnTo>
                    <a:pt x="603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0048" y="1322571"/>
              <a:ext cx="128672" cy="167167"/>
            </a:xfrm>
            <a:custGeom>
              <a:avLst/>
              <a:pathLst>
                <a:path w="128672" h="167167">
                  <a:moveTo>
                    <a:pt x="128672" y="0"/>
                  </a:moveTo>
                  <a:lnTo>
                    <a:pt x="123026" y="95"/>
                  </a:lnTo>
                  <a:lnTo>
                    <a:pt x="117385" y="381"/>
                  </a:lnTo>
                  <a:lnTo>
                    <a:pt x="111758" y="857"/>
                  </a:lnTo>
                  <a:lnTo>
                    <a:pt x="106150" y="1524"/>
                  </a:lnTo>
                  <a:lnTo>
                    <a:pt x="100568" y="2379"/>
                  </a:lnTo>
                  <a:lnTo>
                    <a:pt x="95017" y="3422"/>
                  </a:lnTo>
                  <a:lnTo>
                    <a:pt x="89506" y="4653"/>
                  </a:lnTo>
                  <a:lnTo>
                    <a:pt x="84038" y="6068"/>
                  </a:lnTo>
                  <a:lnTo>
                    <a:pt x="78622" y="7668"/>
                  </a:lnTo>
                  <a:lnTo>
                    <a:pt x="73263" y="9450"/>
                  </a:lnTo>
                  <a:lnTo>
                    <a:pt x="67967" y="11411"/>
                  </a:lnTo>
                  <a:lnTo>
                    <a:pt x="62741" y="13551"/>
                  </a:lnTo>
                  <a:lnTo>
                    <a:pt x="57589" y="15865"/>
                  </a:lnTo>
                  <a:lnTo>
                    <a:pt x="52519" y="18353"/>
                  </a:lnTo>
                  <a:lnTo>
                    <a:pt x="47536" y="21010"/>
                  </a:lnTo>
                  <a:lnTo>
                    <a:pt x="42645" y="23834"/>
                  </a:lnTo>
                  <a:lnTo>
                    <a:pt x="37853" y="26822"/>
                  </a:lnTo>
                  <a:lnTo>
                    <a:pt x="33164" y="29969"/>
                  </a:lnTo>
                  <a:lnTo>
                    <a:pt x="28584" y="33274"/>
                  </a:lnTo>
                  <a:lnTo>
                    <a:pt x="24119" y="36731"/>
                  </a:lnTo>
                  <a:lnTo>
                    <a:pt x="19772" y="40337"/>
                  </a:lnTo>
                  <a:lnTo>
                    <a:pt x="15550" y="44088"/>
                  </a:lnTo>
                  <a:lnTo>
                    <a:pt x="11458" y="47979"/>
                  </a:lnTo>
                  <a:lnTo>
                    <a:pt x="7498" y="52007"/>
                  </a:lnTo>
                  <a:lnTo>
                    <a:pt x="3678" y="56166"/>
                  </a:lnTo>
                  <a:lnTo>
                    <a:pt x="0" y="60451"/>
                  </a:lnTo>
                  <a:lnTo>
                    <a:pt x="1286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60048" y="1383023"/>
              <a:ext cx="128672" cy="106715"/>
            </a:xfrm>
            <a:custGeom>
              <a:avLst/>
              <a:pathLst>
                <a:path w="128672" h="106715">
                  <a:moveTo>
                    <a:pt x="0" y="0"/>
                  </a:moveTo>
                  <a:lnTo>
                    <a:pt x="128672" y="106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321557" y="1346607"/>
              <a:ext cx="334320" cy="310295"/>
            </a:xfrm>
            <a:custGeom>
              <a:avLst/>
              <a:pathLst>
                <a:path w="334320" h="310295">
                  <a:moveTo>
                    <a:pt x="38490" y="36415"/>
                  </a:moveTo>
                  <a:lnTo>
                    <a:pt x="35165" y="40557"/>
                  </a:lnTo>
                  <a:lnTo>
                    <a:pt x="31973" y="44803"/>
                  </a:lnTo>
                  <a:lnTo>
                    <a:pt x="28917" y="49148"/>
                  </a:lnTo>
                  <a:lnTo>
                    <a:pt x="26001" y="53588"/>
                  </a:lnTo>
                  <a:lnTo>
                    <a:pt x="23227" y="58118"/>
                  </a:lnTo>
                  <a:lnTo>
                    <a:pt x="20599" y="62734"/>
                  </a:lnTo>
                  <a:lnTo>
                    <a:pt x="18118" y="67431"/>
                  </a:lnTo>
                  <a:lnTo>
                    <a:pt x="15788" y="72205"/>
                  </a:lnTo>
                  <a:lnTo>
                    <a:pt x="13611" y="77050"/>
                  </a:lnTo>
                  <a:lnTo>
                    <a:pt x="11589" y="81962"/>
                  </a:lnTo>
                  <a:lnTo>
                    <a:pt x="9724" y="86936"/>
                  </a:lnTo>
                  <a:lnTo>
                    <a:pt x="8018" y="91966"/>
                  </a:lnTo>
                  <a:lnTo>
                    <a:pt x="6473" y="97048"/>
                  </a:lnTo>
                  <a:lnTo>
                    <a:pt x="5090" y="102177"/>
                  </a:lnTo>
                  <a:lnTo>
                    <a:pt x="3871" y="107347"/>
                  </a:lnTo>
                  <a:lnTo>
                    <a:pt x="2816" y="112553"/>
                  </a:lnTo>
                  <a:lnTo>
                    <a:pt x="1928" y="117790"/>
                  </a:lnTo>
                  <a:lnTo>
                    <a:pt x="1206" y="123053"/>
                  </a:lnTo>
                  <a:lnTo>
                    <a:pt x="652" y="128336"/>
                  </a:lnTo>
                  <a:lnTo>
                    <a:pt x="266" y="133633"/>
                  </a:lnTo>
                  <a:lnTo>
                    <a:pt x="48" y="138941"/>
                  </a:lnTo>
                  <a:lnTo>
                    <a:pt x="0" y="144252"/>
                  </a:lnTo>
                  <a:lnTo>
                    <a:pt x="120" y="149563"/>
                  </a:lnTo>
                  <a:lnTo>
                    <a:pt x="408" y="154867"/>
                  </a:lnTo>
                  <a:lnTo>
                    <a:pt x="865" y="160159"/>
                  </a:lnTo>
                  <a:lnTo>
                    <a:pt x="1490" y="165434"/>
                  </a:lnTo>
                  <a:lnTo>
                    <a:pt x="2282" y="170686"/>
                  </a:lnTo>
                  <a:lnTo>
                    <a:pt x="3241" y="175911"/>
                  </a:lnTo>
                  <a:lnTo>
                    <a:pt x="4365" y="181103"/>
                  </a:lnTo>
                  <a:lnTo>
                    <a:pt x="5654" y="186256"/>
                  </a:lnTo>
                  <a:lnTo>
                    <a:pt x="7106" y="191365"/>
                  </a:lnTo>
                  <a:lnTo>
                    <a:pt x="8719" y="196426"/>
                  </a:lnTo>
                  <a:lnTo>
                    <a:pt x="10492" y="201434"/>
                  </a:lnTo>
                  <a:lnTo>
                    <a:pt x="12424" y="206382"/>
                  </a:lnTo>
                  <a:lnTo>
                    <a:pt x="14511" y="211266"/>
                  </a:lnTo>
                  <a:lnTo>
                    <a:pt x="16753" y="216082"/>
                  </a:lnTo>
                  <a:lnTo>
                    <a:pt x="19147" y="220824"/>
                  </a:lnTo>
                  <a:lnTo>
                    <a:pt x="21690" y="225487"/>
                  </a:lnTo>
                  <a:lnTo>
                    <a:pt x="24380" y="230068"/>
                  </a:lnTo>
                  <a:lnTo>
                    <a:pt x="27214" y="234560"/>
                  </a:lnTo>
                  <a:lnTo>
                    <a:pt x="30190" y="238960"/>
                  </a:lnTo>
                  <a:lnTo>
                    <a:pt x="33304" y="243264"/>
                  </a:lnTo>
                  <a:lnTo>
                    <a:pt x="36552" y="247466"/>
                  </a:lnTo>
                  <a:lnTo>
                    <a:pt x="39933" y="251563"/>
                  </a:lnTo>
                  <a:lnTo>
                    <a:pt x="43443" y="255551"/>
                  </a:lnTo>
                  <a:lnTo>
                    <a:pt x="47077" y="259425"/>
                  </a:lnTo>
                  <a:lnTo>
                    <a:pt x="50832" y="263182"/>
                  </a:lnTo>
                  <a:lnTo>
                    <a:pt x="54705" y="266817"/>
                  </a:lnTo>
                  <a:lnTo>
                    <a:pt x="58692" y="270328"/>
                  </a:lnTo>
                  <a:lnTo>
                    <a:pt x="62788" y="273710"/>
                  </a:lnTo>
                  <a:lnTo>
                    <a:pt x="66989" y="276960"/>
                  </a:lnTo>
                  <a:lnTo>
                    <a:pt x="71292" y="280075"/>
                  </a:lnTo>
                  <a:lnTo>
                    <a:pt x="75691" y="283052"/>
                  </a:lnTo>
                  <a:lnTo>
                    <a:pt x="80183" y="285888"/>
                  </a:lnTo>
                  <a:lnTo>
                    <a:pt x="84762" y="288579"/>
                  </a:lnTo>
                  <a:lnTo>
                    <a:pt x="89425" y="291124"/>
                  </a:lnTo>
                  <a:lnTo>
                    <a:pt x="94166" y="293519"/>
                  </a:lnTo>
                  <a:lnTo>
                    <a:pt x="98981" y="295762"/>
                  </a:lnTo>
                  <a:lnTo>
                    <a:pt x="103865" y="297851"/>
                  </a:lnTo>
                  <a:lnTo>
                    <a:pt x="108812" y="299784"/>
                  </a:lnTo>
                  <a:lnTo>
                    <a:pt x="113819" y="301559"/>
                  </a:lnTo>
                  <a:lnTo>
                    <a:pt x="118879" y="303174"/>
                  </a:lnTo>
                  <a:lnTo>
                    <a:pt x="123989" y="304627"/>
                  </a:lnTo>
                  <a:lnTo>
                    <a:pt x="129141" y="305917"/>
                  </a:lnTo>
                  <a:lnTo>
                    <a:pt x="134333" y="307043"/>
                  </a:lnTo>
                  <a:lnTo>
                    <a:pt x="139557" y="308004"/>
                  </a:lnTo>
                  <a:lnTo>
                    <a:pt x="144809" y="308797"/>
                  </a:lnTo>
                  <a:lnTo>
                    <a:pt x="150084" y="309424"/>
                  </a:lnTo>
                  <a:lnTo>
                    <a:pt x="155376" y="309883"/>
                  </a:lnTo>
                  <a:lnTo>
                    <a:pt x="160680" y="310173"/>
                  </a:lnTo>
                  <a:lnTo>
                    <a:pt x="165990" y="310295"/>
                  </a:lnTo>
                  <a:lnTo>
                    <a:pt x="171302" y="310248"/>
                  </a:lnTo>
                  <a:lnTo>
                    <a:pt x="176610" y="310032"/>
                  </a:lnTo>
                  <a:lnTo>
                    <a:pt x="181907" y="309647"/>
                  </a:lnTo>
                  <a:lnTo>
                    <a:pt x="187191" y="309095"/>
                  </a:lnTo>
                  <a:lnTo>
                    <a:pt x="192453" y="308375"/>
                  </a:lnTo>
                  <a:lnTo>
                    <a:pt x="197691" y="307488"/>
                  </a:lnTo>
                  <a:lnTo>
                    <a:pt x="202897" y="306435"/>
                  </a:lnTo>
                  <a:lnTo>
                    <a:pt x="208067" y="305217"/>
                  </a:lnTo>
                  <a:lnTo>
                    <a:pt x="213197" y="303836"/>
                  </a:lnTo>
                  <a:lnTo>
                    <a:pt x="218279" y="302292"/>
                  </a:lnTo>
                  <a:lnTo>
                    <a:pt x="223310" y="300588"/>
                  </a:lnTo>
                  <a:lnTo>
                    <a:pt x="228284" y="298724"/>
                  </a:lnTo>
                  <a:lnTo>
                    <a:pt x="233197" y="296704"/>
                  </a:lnTo>
                  <a:lnTo>
                    <a:pt x="238043" y="294528"/>
                  </a:lnTo>
                  <a:lnTo>
                    <a:pt x="242817" y="292200"/>
                  </a:lnTo>
                  <a:lnTo>
                    <a:pt x="247515" y="289721"/>
                  </a:lnTo>
                  <a:lnTo>
                    <a:pt x="252132" y="287094"/>
                  </a:lnTo>
                  <a:lnTo>
                    <a:pt x="256663" y="284322"/>
                  </a:lnTo>
                  <a:lnTo>
                    <a:pt x="261104" y="281407"/>
                  </a:lnTo>
                  <a:lnTo>
                    <a:pt x="265450" y="278352"/>
                  </a:lnTo>
                  <a:lnTo>
                    <a:pt x="269696" y="275161"/>
                  </a:lnTo>
                  <a:lnTo>
                    <a:pt x="273839" y="271837"/>
                  </a:lnTo>
                  <a:lnTo>
                    <a:pt x="277875" y="268383"/>
                  </a:lnTo>
                  <a:lnTo>
                    <a:pt x="281798" y="264802"/>
                  </a:lnTo>
                  <a:lnTo>
                    <a:pt x="285606" y="261098"/>
                  </a:lnTo>
                  <a:lnTo>
                    <a:pt x="289294" y="257276"/>
                  </a:lnTo>
                  <a:lnTo>
                    <a:pt x="292859" y="253338"/>
                  </a:lnTo>
                  <a:lnTo>
                    <a:pt x="296297" y="249289"/>
                  </a:lnTo>
                  <a:lnTo>
                    <a:pt x="299605" y="245132"/>
                  </a:lnTo>
                  <a:lnTo>
                    <a:pt x="302779" y="240873"/>
                  </a:lnTo>
                  <a:lnTo>
                    <a:pt x="305816" y="236515"/>
                  </a:lnTo>
                  <a:lnTo>
                    <a:pt x="308712" y="232062"/>
                  </a:lnTo>
                  <a:lnTo>
                    <a:pt x="311467" y="227520"/>
                  </a:lnTo>
                  <a:lnTo>
                    <a:pt x="314075" y="222893"/>
                  </a:lnTo>
                  <a:lnTo>
                    <a:pt x="316535" y="218185"/>
                  </a:lnTo>
                  <a:lnTo>
                    <a:pt x="318844" y="213401"/>
                  </a:lnTo>
                  <a:lnTo>
                    <a:pt x="321000" y="208547"/>
                  </a:lnTo>
                  <a:lnTo>
                    <a:pt x="323001" y="203626"/>
                  </a:lnTo>
                  <a:lnTo>
                    <a:pt x="324844" y="198644"/>
                  </a:lnTo>
                  <a:lnTo>
                    <a:pt x="326528" y="193606"/>
                  </a:lnTo>
                  <a:lnTo>
                    <a:pt x="328051" y="188518"/>
                  </a:lnTo>
                  <a:lnTo>
                    <a:pt x="329412" y="183383"/>
                  </a:lnTo>
                  <a:lnTo>
                    <a:pt x="330609" y="178208"/>
                  </a:lnTo>
                  <a:lnTo>
                    <a:pt x="331641" y="172997"/>
                  </a:lnTo>
                  <a:lnTo>
                    <a:pt x="332507" y="167756"/>
                  </a:lnTo>
                  <a:lnTo>
                    <a:pt x="333206" y="162491"/>
                  </a:lnTo>
                  <a:lnTo>
                    <a:pt x="333737" y="157205"/>
                  </a:lnTo>
                  <a:lnTo>
                    <a:pt x="334100" y="151906"/>
                  </a:lnTo>
                  <a:lnTo>
                    <a:pt x="334295" y="146598"/>
                  </a:lnTo>
                  <a:lnTo>
                    <a:pt x="334320" y="141286"/>
                  </a:lnTo>
                  <a:lnTo>
                    <a:pt x="334177" y="135976"/>
                  </a:lnTo>
                  <a:lnTo>
                    <a:pt x="333866" y="130673"/>
                  </a:lnTo>
                  <a:lnTo>
                    <a:pt x="333386" y="125383"/>
                  </a:lnTo>
                  <a:lnTo>
                    <a:pt x="332738" y="120111"/>
                  </a:lnTo>
                  <a:lnTo>
                    <a:pt x="331923" y="114862"/>
                  </a:lnTo>
                  <a:lnTo>
                    <a:pt x="330942" y="109642"/>
                  </a:lnTo>
                  <a:lnTo>
                    <a:pt x="329795" y="104455"/>
                  </a:lnTo>
                  <a:lnTo>
                    <a:pt x="328484" y="99307"/>
                  </a:lnTo>
                  <a:lnTo>
                    <a:pt x="327010" y="94204"/>
                  </a:lnTo>
                  <a:lnTo>
                    <a:pt x="325375" y="89150"/>
                  </a:lnTo>
                  <a:lnTo>
                    <a:pt x="323580" y="84151"/>
                  </a:lnTo>
                  <a:lnTo>
                    <a:pt x="321627" y="79211"/>
                  </a:lnTo>
                  <a:lnTo>
                    <a:pt x="319518" y="74336"/>
                  </a:lnTo>
                  <a:lnTo>
                    <a:pt x="317256" y="69530"/>
                  </a:lnTo>
                  <a:lnTo>
                    <a:pt x="314841" y="64798"/>
                  </a:lnTo>
                  <a:lnTo>
                    <a:pt x="312278" y="60146"/>
                  </a:lnTo>
                  <a:lnTo>
                    <a:pt x="309568" y="55577"/>
                  </a:lnTo>
                  <a:lnTo>
                    <a:pt x="306715" y="51097"/>
                  </a:lnTo>
                  <a:lnTo>
                    <a:pt x="303720" y="46710"/>
                  </a:lnTo>
                  <a:lnTo>
                    <a:pt x="300588" y="42420"/>
                  </a:lnTo>
                  <a:lnTo>
                    <a:pt x="297321" y="38231"/>
                  </a:lnTo>
                  <a:lnTo>
                    <a:pt x="293922" y="34149"/>
                  </a:lnTo>
                  <a:lnTo>
                    <a:pt x="290395" y="30177"/>
                  </a:lnTo>
                  <a:lnTo>
                    <a:pt x="286744" y="26318"/>
                  </a:lnTo>
                  <a:lnTo>
                    <a:pt x="282973" y="22578"/>
                  </a:lnTo>
                  <a:lnTo>
                    <a:pt x="279084" y="18959"/>
                  </a:lnTo>
                  <a:lnTo>
                    <a:pt x="275082" y="15466"/>
                  </a:lnTo>
                  <a:lnTo>
                    <a:pt x="270972" y="12102"/>
                  </a:lnTo>
                  <a:lnTo>
                    <a:pt x="266756" y="8870"/>
                  </a:lnTo>
                  <a:lnTo>
                    <a:pt x="262440" y="5773"/>
                  </a:lnTo>
                  <a:lnTo>
                    <a:pt x="258028" y="2816"/>
                  </a:lnTo>
                  <a:lnTo>
                    <a:pt x="253524" y="0"/>
                  </a:lnTo>
                  <a:lnTo>
                    <a:pt x="167163" y="143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488720" y="1322571"/>
              <a:ext cx="86361" cy="167167"/>
            </a:xfrm>
            <a:custGeom>
              <a:avLst/>
              <a:pathLst>
                <a:path w="86361" h="167167">
                  <a:moveTo>
                    <a:pt x="86361" y="24035"/>
                  </a:moveTo>
                  <a:lnTo>
                    <a:pt x="81455" y="21188"/>
                  </a:lnTo>
                  <a:lnTo>
                    <a:pt x="76456" y="18508"/>
                  </a:lnTo>
                  <a:lnTo>
                    <a:pt x="71369" y="16000"/>
                  </a:lnTo>
                  <a:lnTo>
                    <a:pt x="66200" y="13666"/>
                  </a:lnTo>
                  <a:lnTo>
                    <a:pt x="60954" y="11509"/>
                  </a:lnTo>
                  <a:lnTo>
                    <a:pt x="55639" y="9530"/>
                  </a:lnTo>
                  <a:lnTo>
                    <a:pt x="50259" y="7734"/>
                  </a:lnTo>
                  <a:lnTo>
                    <a:pt x="44821" y="6120"/>
                  </a:lnTo>
                  <a:lnTo>
                    <a:pt x="39332" y="4693"/>
                  </a:lnTo>
                  <a:lnTo>
                    <a:pt x="33798" y="3452"/>
                  </a:lnTo>
                  <a:lnTo>
                    <a:pt x="28224" y="2399"/>
                  </a:lnTo>
                  <a:lnTo>
                    <a:pt x="22618" y="1537"/>
                  </a:lnTo>
                  <a:lnTo>
                    <a:pt x="16986" y="865"/>
                  </a:lnTo>
                  <a:lnTo>
                    <a:pt x="11335" y="384"/>
                  </a:lnTo>
                  <a:lnTo>
                    <a:pt x="567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994303" y="1681503"/>
              <a:ext cx="92221" cy="167167"/>
            </a:xfrm>
            <a:custGeom>
              <a:avLst/>
              <a:pathLst>
                <a:path w="92221" h="167167">
                  <a:moveTo>
                    <a:pt x="92221" y="0"/>
                  </a:moveTo>
                  <a:lnTo>
                    <a:pt x="86476" y="98"/>
                  </a:lnTo>
                  <a:lnTo>
                    <a:pt x="80737" y="394"/>
                  </a:lnTo>
                  <a:lnTo>
                    <a:pt x="75013" y="888"/>
                  </a:lnTo>
                  <a:lnTo>
                    <a:pt x="69308" y="1577"/>
                  </a:lnTo>
                  <a:lnTo>
                    <a:pt x="63631" y="2463"/>
                  </a:lnTo>
                  <a:lnTo>
                    <a:pt x="57987" y="3542"/>
                  </a:lnTo>
                  <a:lnTo>
                    <a:pt x="52384" y="4816"/>
                  </a:lnTo>
                  <a:lnTo>
                    <a:pt x="46828" y="6281"/>
                  </a:lnTo>
                  <a:lnTo>
                    <a:pt x="41325" y="7936"/>
                  </a:lnTo>
                  <a:lnTo>
                    <a:pt x="35883" y="9779"/>
                  </a:lnTo>
                  <a:lnTo>
                    <a:pt x="30507" y="11808"/>
                  </a:lnTo>
                  <a:lnTo>
                    <a:pt x="25204" y="14021"/>
                  </a:lnTo>
                  <a:lnTo>
                    <a:pt x="19981" y="16415"/>
                  </a:lnTo>
                  <a:lnTo>
                    <a:pt x="14842" y="18986"/>
                  </a:lnTo>
                  <a:lnTo>
                    <a:pt x="9795" y="21733"/>
                  </a:lnTo>
                  <a:lnTo>
                    <a:pt x="4846" y="24652"/>
                  </a:lnTo>
                  <a:lnTo>
                    <a:pt x="0" y="27739"/>
                  </a:lnTo>
                  <a:lnTo>
                    <a:pt x="9222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994303" y="1709242"/>
              <a:ext cx="92221" cy="139427"/>
            </a:xfrm>
            <a:custGeom>
              <a:avLst/>
              <a:pathLst>
                <a:path w="92221" h="139427">
                  <a:moveTo>
                    <a:pt x="0" y="0"/>
                  </a:moveTo>
                  <a:lnTo>
                    <a:pt x="92221" y="1394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994130" y="1709242"/>
              <a:ext cx="92394" cy="139427"/>
            </a:xfrm>
            <a:custGeom>
              <a:avLst/>
              <a:pathLst>
                <a:path w="92394" h="139427">
                  <a:moveTo>
                    <a:pt x="172" y="0"/>
                  </a:moveTo>
                  <a:lnTo>
                    <a:pt x="0" y="114"/>
                  </a:lnTo>
                  <a:lnTo>
                    <a:pt x="92394" y="1394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919358" y="1681503"/>
              <a:ext cx="334321" cy="334329"/>
            </a:xfrm>
            <a:custGeom>
              <a:avLst/>
              <a:pathLst>
                <a:path w="334321" h="334329">
                  <a:moveTo>
                    <a:pt x="74772" y="27853"/>
                  </a:moveTo>
                  <a:lnTo>
                    <a:pt x="70409" y="30847"/>
                  </a:lnTo>
                  <a:lnTo>
                    <a:pt x="66143" y="33978"/>
                  </a:lnTo>
                  <a:lnTo>
                    <a:pt x="61979" y="37242"/>
                  </a:lnTo>
                  <a:lnTo>
                    <a:pt x="57919" y="40636"/>
                  </a:lnTo>
                  <a:lnTo>
                    <a:pt x="53970" y="44156"/>
                  </a:lnTo>
                  <a:lnTo>
                    <a:pt x="50133" y="47800"/>
                  </a:lnTo>
                  <a:lnTo>
                    <a:pt x="46414" y="51564"/>
                  </a:lnTo>
                  <a:lnTo>
                    <a:pt x="42816" y="55443"/>
                  </a:lnTo>
                  <a:lnTo>
                    <a:pt x="39343" y="59435"/>
                  </a:lnTo>
                  <a:lnTo>
                    <a:pt x="35997" y="63534"/>
                  </a:lnTo>
                  <a:lnTo>
                    <a:pt x="32783" y="67737"/>
                  </a:lnTo>
                  <a:lnTo>
                    <a:pt x="29704" y="72040"/>
                  </a:lnTo>
                  <a:lnTo>
                    <a:pt x="26762" y="76438"/>
                  </a:lnTo>
                  <a:lnTo>
                    <a:pt x="23961" y="80927"/>
                  </a:lnTo>
                  <a:lnTo>
                    <a:pt x="21303" y="85502"/>
                  </a:lnTo>
                  <a:lnTo>
                    <a:pt x="18792" y="90159"/>
                  </a:lnTo>
                  <a:lnTo>
                    <a:pt x="16429" y="94894"/>
                  </a:lnTo>
                  <a:lnTo>
                    <a:pt x="14217" y="99700"/>
                  </a:lnTo>
                  <a:lnTo>
                    <a:pt x="12159" y="104575"/>
                  </a:lnTo>
                  <a:lnTo>
                    <a:pt x="10255" y="109512"/>
                  </a:lnTo>
                  <a:lnTo>
                    <a:pt x="8509" y="114507"/>
                  </a:lnTo>
                  <a:lnTo>
                    <a:pt x="6922" y="119554"/>
                  </a:lnTo>
                  <a:lnTo>
                    <a:pt x="5496" y="124649"/>
                  </a:lnTo>
                  <a:lnTo>
                    <a:pt x="4231" y="129787"/>
                  </a:lnTo>
                  <a:lnTo>
                    <a:pt x="3130" y="134962"/>
                  </a:lnTo>
                  <a:lnTo>
                    <a:pt x="2193" y="140170"/>
                  </a:lnTo>
                  <a:lnTo>
                    <a:pt x="1421" y="145404"/>
                  </a:lnTo>
                  <a:lnTo>
                    <a:pt x="815" y="150661"/>
                  </a:lnTo>
                  <a:lnTo>
                    <a:pt x="376" y="155934"/>
                  </a:lnTo>
                  <a:lnTo>
                    <a:pt x="104" y="161218"/>
                  </a:lnTo>
                  <a:lnTo>
                    <a:pt x="0" y="166508"/>
                  </a:lnTo>
                  <a:lnTo>
                    <a:pt x="62" y="171799"/>
                  </a:lnTo>
                  <a:lnTo>
                    <a:pt x="293" y="177085"/>
                  </a:lnTo>
                  <a:lnTo>
                    <a:pt x="690" y="182361"/>
                  </a:lnTo>
                  <a:lnTo>
                    <a:pt x="1254" y="187622"/>
                  </a:lnTo>
                  <a:lnTo>
                    <a:pt x="1985" y="192863"/>
                  </a:lnTo>
                  <a:lnTo>
                    <a:pt x="2881" y="198078"/>
                  </a:lnTo>
                  <a:lnTo>
                    <a:pt x="3941" y="203261"/>
                  </a:lnTo>
                  <a:lnTo>
                    <a:pt x="5165" y="208409"/>
                  </a:lnTo>
                  <a:lnTo>
                    <a:pt x="6552" y="213515"/>
                  </a:lnTo>
                  <a:lnTo>
                    <a:pt x="8099" y="218575"/>
                  </a:lnTo>
                  <a:lnTo>
                    <a:pt x="9806" y="223584"/>
                  </a:lnTo>
                  <a:lnTo>
                    <a:pt x="11670" y="228535"/>
                  </a:lnTo>
                  <a:lnTo>
                    <a:pt x="13690" y="233426"/>
                  </a:lnTo>
                  <a:lnTo>
                    <a:pt x="15864" y="238250"/>
                  </a:lnTo>
                  <a:lnTo>
                    <a:pt x="18189" y="243003"/>
                  </a:lnTo>
                  <a:lnTo>
                    <a:pt x="20664" y="247679"/>
                  </a:lnTo>
                  <a:lnTo>
                    <a:pt x="23286" y="252275"/>
                  </a:lnTo>
                  <a:lnTo>
                    <a:pt x="26051" y="256786"/>
                  </a:lnTo>
                  <a:lnTo>
                    <a:pt x="28958" y="261207"/>
                  </a:lnTo>
                  <a:lnTo>
                    <a:pt x="32003" y="265534"/>
                  </a:lnTo>
                  <a:lnTo>
                    <a:pt x="35184" y="269763"/>
                  </a:lnTo>
                  <a:lnTo>
                    <a:pt x="38497" y="273888"/>
                  </a:lnTo>
                  <a:lnTo>
                    <a:pt x="41939" y="277907"/>
                  </a:lnTo>
                  <a:lnTo>
                    <a:pt x="45507" y="281814"/>
                  </a:lnTo>
                  <a:lnTo>
                    <a:pt x="49196" y="285607"/>
                  </a:lnTo>
                  <a:lnTo>
                    <a:pt x="53004" y="289281"/>
                  </a:lnTo>
                  <a:lnTo>
                    <a:pt x="56925" y="292833"/>
                  </a:lnTo>
                  <a:lnTo>
                    <a:pt x="60958" y="296259"/>
                  </a:lnTo>
                  <a:lnTo>
                    <a:pt x="65096" y="299556"/>
                  </a:lnTo>
                  <a:lnTo>
                    <a:pt x="69337" y="302720"/>
                  </a:lnTo>
                  <a:lnTo>
                    <a:pt x="73676" y="305748"/>
                  </a:lnTo>
                  <a:lnTo>
                    <a:pt x="78109" y="308637"/>
                  </a:lnTo>
                  <a:lnTo>
                    <a:pt x="82631" y="311385"/>
                  </a:lnTo>
                  <a:lnTo>
                    <a:pt x="87237" y="313988"/>
                  </a:lnTo>
                  <a:lnTo>
                    <a:pt x="91924" y="316444"/>
                  </a:lnTo>
                  <a:lnTo>
                    <a:pt x="96686" y="318750"/>
                  </a:lnTo>
                  <a:lnTo>
                    <a:pt x="101519" y="320905"/>
                  </a:lnTo>
                  <a:lnTo>
                    <a:pt x="106417" y="322906"/>
                  </a:lnTo>
                  <a:lnTo>
                    <a:pt x="111376" y="324750"/>
                  </a:lnTo>
                  <a:lnTo>
                    <a:pt x="116391" y="326437"/>
                  </a:lnTo>
                  <a:lnTo>
                    <a:pt x="121457" y="327964"/>
                  </a:lnTo>
                  <a:lnTo>
                    <a:pt x="126569" y="329330"/>
                  </a:lnTo>
                  <a:lnTo>
                    <a:pt x="131722" y="330534"/>
                  </a:lnTo>
                  <a:lnTo>
                    <a:pt x="136910" y="331574"/>
                  </a:lnTo>
                  <a:lnTo>
                    <a:pt x="142128" y="332449"/>
                  </a:lnTo>
                  <a:lnTo>
                    <a:pt x="147371" y="333158"/>
                  </a:lnTo>
                  <a:lnTo>
                    <a:pt x="152634" y="333702"/>
                  </a:lnTo>
                  <a:lnTo>
                    <a:pt x="157912" y="334078"/>
                  </a:lnTo>
                  <a:lnTo>
                    <a:pt x="163199" y="334287"/>
                  </a:lnTo>
                  <a:lnTo>
                    <a:pt x="168490" y="334329"/>
                  </a:lnTo>
                  <a:lnTo>
                    <a:pt x="173780" y="334203"/>
                  </a:lnTo>
                  <a:lnTo>
                    <a:pt x="179063" y="333910"/>
                  </a:lnTo>
                  <a:lnTo>
                    <a:pt x="184334" y="333450"/>
                  </a:lnTo>
                  <a:lnTo>
                    <a:pt x="189588" y="332824"/>
                  </a:lnTo>
                  <a:lnTo>
                    <a:pt x="194819" y="332031"/>
                  </a:lnTo>
                  <a:lnTo>
                    <a:pt x="200023" y="331073"/>
                  </a:lnTo>
                  <a:lnTo>
                    <a:pt x="205194" y="329951"/>
                  </a:lnTo>
                  <a:lnTo>
                    <a:pt x="210327" y="328666"/>
                  </a:lnTo>
                  <a:lnTo>
                    <a:pt x="215416" y="327220"/>
                  </a:lnTo>
                  <a:lnTo>
                    <a:pt x="220457" y="325612"/>
                  </a:lnTo>
                  <a:lnTo>
                    <a:pt x="225445" y="323846"/>
                  </a:lnTo>
                  <a:lnTo>
                    <a:pt x="230375" y="321923"/>
                  </a:lnTo>
                  <a:lnTo>
                    <a:pt x="235241" y="319845"/>
                  </a:lnTo>
                  <a:lnTo>
                    <a:pt x="240039" y="317615"/>
                  </a:lnTo>
                  <a:lnTo>
                    <a:pt x="244763" y="315233"/>
                  </a:lnTo>
                  <a:lnTo>
                    <a:pt x="249411" y="312703"/>
                  </a:lnTo>
                  <a:lnTo>
                    <a:pt x="253975" y="310027"/>
                  </a:lnTo>
                  <a:lnTo>
                    <a:pt x="258453" y="307208"/>
                  </a:lnTo>
                  <a:lnTo>
                    <a:pt x="262839" y="304249"/>
                  </a:lnTo>
                  <a:lnTo>
                    <a:pt x="267130" y="301153"/>
                  </a:lnTo>
                  <a:lnTo>
                    <a:pt x="271320" y="297922"/>
                  </a:lnTo>
                  <a:lnTo>
                    <a:pt x="275406" y="294560"/>
                  </a:lnTo>
                  <a:lnTo>
                    <a:pt x="279383" y="291071"/>
                  </a:lnTo>
                  <a:lnTo>
                    <a:pt x="283249" y="287457"/>
                  </a:lnTo>
                  <a:lnTo>
                    <a:pt x="286997" y="283723"/>
                  </a:lnTo>
                  <a:lnTo>
                    <a:pt x="290626" y="279872"/>
                  </a:lnTo>
                  <a:lnTo>
                    <a:pt x="294131" y="275908"/>
                  </a:lnTo>
                  <a:lnTo>
                    <a:pt x="297509" y="271836"/>
                  </a:lnTo>
                  <a:lnTo>
                    <a:pt x="300756" y="267658"/>
                  </a:lnTo>
                  <a:lnTo>
                    <a:pt x="303870" y="263380"/>
                  </a:lnTo>
                  <a:lnTo>
                    <a:pt x="306846" y="259005"/>
                  </a:lnTo>
                  <a:lnTo>
                    <a:pt x="309683" y="254539"/>
                  </a:lnTo>
                  <a:lnTo>
                    <a:pt x="312376" y="249985"/>
                  </a:lnTo>
                  <a:lnTo>
                    <a:pt x="314925" y="245348"/>
                  </a:lnTo>
                  <a:lnTo>
                    <a:pt x="317325" y="240632"/>
                  </a:lnTo>
                  <a:lnTo>
                    <a:pt x="319575" y="235843"/>
                  </a:lnTo>
                  <a:lnTo>
                    <a:pt x="321672" y="230985"/>
                  </a:lnTo>
                  <a:lnTo>
                    <a:pt x="323614" y="226064"/>
                  </a:lnTo>
                  <a:lnTo>
                    <a:pt x="325400" y="221083"/>
                  </a:lnTo>
                  <a:lnTo>
                    <a:pt x="327027" y="216048"/>
                  </a:lnTo>
                  <a:lnTo>
                    <a:pt x="328494" y="210964"/>
                  </a:lnTo>
                  <a:lnTo>
                    <a:pt x="329799" y="205837"/>
                  </a:lnTo>
                  <a:lnTo>
                    <a:pt x="330941" y="200670"/>
                  </a:lnTo>
                  <a:lnTo>
                    <a:pt x="331920" y="195470"/>
                  </a:lnTo>
                  <a:lnTo>
                    <a:pt x="332733" y="190242"/>
                  </a:lnTo>
                  <a:lnTo>
                    <a:pt x="333380" y="184991"/>
                  </a:lnTo>
                  <a:lnTo>
                    <a:pt x="333861" y="179721"/>
                  </a:lnTo>
                  <a:lnTo>
                    <a:pt x="334175" y="174439"/>
                  </a:lnTo>
                  <a:lnTo>
                    <a:pt x="334321" y="169150"/>
                  </a:lnTo>
                  <a:lnTo>
                    <a:pt x="334300" y="163859"/>
                  </a:lnTo>
                  <a:lnTo>
                    <a:pt x="334112" y="158571"/>
                  </a:lnTo>
                  <a:lnTo>
                    <a:pt x="333756" y="153292"/>
                  </a:lnTo>
                  <a:lnTo>
                    <a:pt x="333234" y="148027"/>
                  </a:lnTo>
                  <a:lnTo>
                    <a:pt x="332545" y="142781"/>
                  </a:lnTo>
                  <a:lnTo>
                    <a:pt x="331690" y="137559"/>
                  </a:lnTo>
                  <a:lnTo>
                    <a:pt x="330671" y="132367"/>
                  </a:lnTo>
                  <a:lnTo>
                    <a:pt x="329487" y="127210"/>
                  </a:lnTo>
                  <a:lnTo>
                    <a:pt x="328142" y="122093"/>
                  </a:lnTo>
                  <a:lnTo>
                    <a:pt x="326634" y="117021"/>
                  </a:lnTo>
                  <a:lnTo>
                    <a:pt x="324968" y="111999"/>
                  </a:lnTo>
                  <a:lnTo>
                    <a:pt x="323143" y="107033"/>
                  </a:lnTo>
                  <a:lnTo>
                    <a:pt x="321161" y="102126"/>
                  </a:lnTo>
                  <a:lnTo>
                    <a:pt x="319026" y="97285"/>
                  </a:lnTo>
                  <a:lnTo>
                    <a:pt x="316738" y="92514"/>
                  </a:lnTo>
                  <a:lnTo>
                    <a:pt x="314301" y="87818"/>
                  </a:lnTo>
                  <a:lnTo>
                    <a:pt x="311716" y="83201"/>
                  </a:lnTo>
                  <a:lnTo>
                    <a:pt x="308986" y="78668"/>
                  </a:lnTo>
                  <a:lnTo>
                    <a:pt x="306114" y="74225"/>
                  </a:lnTo>
                  <a:lnTo>
                    <a:pt x="303103" y="69874"/>
                  </a:lnTo>
                  <a:lnTo>
                    <a:pt x="299956" y="65620"/>
                  </a:lnTo>
                  <a:lnTo>
                    <a:pt x="296676" y="61469"/>
                  </a:lnTo>
                  <a:lnTo>
                    <a:pt x="293266" y="57423"/>
                  </a:lnTo>
                  <a:lnTo>
                    <a:pt x="289729" y="53487"/>
                  </a:lnTo>
                  <a:lnTo>
                    <a:pt x="286070" y="49665"/>
                  </a:lnTo>
                  <a:lnTo>
                    <a:pt x="282292" y="45961"/>
                  </a:lnTo>
                  <a:lnTo>
                    <a:pt x="278398" y="42378"/>
                  </a:lnTo>
                  <a:lnTo>
                    <a:pt x="274393" y="38920"/>
                  </a:lnTo>
                  <a:lnTo>
                    <a:pt x="270281" y="35591"/>
                  </a:lnTo>
                  <a:lnTo>
                    <a:pt x="266065" y="32393"/>
                  </a:lnTo>
                  <a:lnTo>
                    <a:pt x="261750" y="29331"/>
                  </a:lnTo>
                  <a:lnTo>
                    <a:pt x="257340" y="26407"/>
                  </a:lnTo>
                  <a:lnTo>
                    <a:pt x="252841" y="23623"/>
                  </a:lnTo>
                  <a:lnTo>
                    <a:pt x="248255" y="20984"/>
                  </a:lnTo>
                  <a:lnTo>
                    <a:pt x="243588" y="18491"/>
                  </a:lnTo>
                  <a:lnTo>
                    <a:pt x="238844" y="16147"/>
                  </a:lnTo>
                  <a:lnTo>
                    <a:pt x="234029" y="13954"/>
                  </a:lnTo>
                  <a:lnTo>
                    <a:pt x="229146" y="11914"/>
                  </a:lnTo>
                  <a:lnTo>
                    <a:pt x="224202" y="10031"/>
                  </a:lnTo>
                  <a:lnTo>
                    <a:pt x="219200" y="8304"/>
                  </a:lnTo>
                  <a:lnTo>
                    <a:pt x="214147" y="6737"/>
                  </a:lnTo>
                  <a:lnTo>
                    <a:pt x="209046" y="5331"/>
                  </a:lnTo>
                  <a:lnTo>
                    <a:pt x="203903" y="4086"/>
                  </a:lnTo>
                  <a:lnTo>
                    <a:pt x="198723" y="3005"/>
                  </a:lnTo>
                  <a:lnTo>
                    <a:pt x="193512" y="2089"/>
                  </a:lnTo>
                  <a:lnTo>
                    <a:pt x="188275" y="1338"/>
                  </a:lnTo>
                  <a:lnTo>
                    <a:pt x="183016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7101" y="2126963"/>
              <a:ext cx="104186" cy="167167"/>
            </a:xfrm>
            <a:custGeom>
              <a:avLst/>
              <a:pathLst>
                <a:path w="104186" h="167167">
                  <a:moveTo>
                    <a:pt x="104186" y="0"/>
                  </a:moveTo>
                  <a:lnTo>
                    <a:pt x="98563" y="94"/>
                  </a:lnTo>
                  <a:lnTo>
                    <a:pt x="92946" y="378"/>
                  </a:lnTo>
                  <a:lnTo>
                    <a:pt x="87342" y="850"/>
                  </a:lnTo>
                  <a:lnTo>
                    <a:pt x="81757" y="1511"/>
                  </a:lnTo>
                  <a:lnTo>
                    <a:pt x="76197" y="2359"/>
                  </a:lnTo>
                  <a:lnTo>
                    <a:pt x="70669" y="3394"/>
                  </a:lnTo>
                  <a:lnTo>
                    <a:pt x="65179" y="4614"/>
                  </a:lnTo>
                  <a:lnTo>
                    <a:pt x="59733" y="6018"/>
                  </a:lnTo>
                  <a:lnTo>
                    <a:pt x="54338" y="7605"/>
                  </a:lnTo>
                  <a:lnTo>
                    <a:pt x="48999" y="9372"/>
                  </a:lnTo>
                  <a:lnTo>
                    <a:pt x="43722" y="11318"/>
                  </a:lnTo>
                  <a:lnTo>
                    <a:pt x="38514" y="13440"/>
                  </a:lnTo>
                  <a:lnTo>
                    <a:pt x="33380" y="15736"/>
                  </a:lnTo>
                  <a:lnTo>
                    <a:pt x="28326" y="18203"/>
                  </a:lnTo>
                  <a:lnTo>
                    <a:pt x="23358" y="20839"/>
                  </a:lnTo>
                  <a:lnTo>
                    <a:pt x="18482" y="23641"/>
                  </a:lnTo>
                  <a:lnTo>
                    <a:pt x="13702" y="26605"/>
                  </a:lnTo>
                  <a:lnTo>
                    <a:pt x="9025" y="29728"/>
                  </a:lnTo>
                  <a:lnTo>
                    <a:pt x="4456" y="33007"/>
                  </a:lnTo>
                  <a:lnTo>
                    <a:pt x="0" y="36438"/>
                  </a:lnTo>
                  <a:lnTo>
                    <a:pt x="1041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77101" y="2163402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30" y="2127337"/>
              <a:ext cx="334305" cy="333961"/>
            </a:xfrm>
            <a:custGeom>
              <a:avLst/>
              <a:pathLst>
                <a:path w="334305" h="333961">
                  <a:moveTo>
                    <a:pt x="62970" y="36064"/>
                  </a:moveTo>
                  <a:lnTo>
                    <a:pt x="58882" y="39430"/>
                  </a:lnTo>
                  <a:lnTo>
                    <a:pt x="54903" y="42923"/>
                  </a:lnTo>
                  <a:lnTo>
                    <a:pt x="51036" y="46540"/>
                  </a:lnTo>
                  <a:lnTo>
                    <a:pt x="47285" y="50278"/>
                  </a:lnTo>
                  <a:lnTo>
                    <a:pt x="43655" y="54133"/>
                  </a:lnTo>
                  <a:lnTo>
                    <a:pt x="40149" y="58101"/>
                  </a:lnTo>
                  <a:lnTo>
                    <a:pt x="36770" y="62178"/>
                  </a:lnTo>
                  <a:lnTo>
                    <a:pt x="33523" y="66360"/>
                  </a:lnTo>
                  <a:lnTo>
                    <a:pt x="30409" y="70643"/>
                  </a:lnTo>
                  <a:lnTo>
                    <a:pt x="27432" y="75022"/>
                  </a:lnTo>
                  <a:lnTo>
                    <a:pt x="24596" y="79494"/>
                  </a:lnTo>
                  <a:lnTo>
                    <a:pt x="21902" y="84053"/>
                  </a:lnTo>
                  <a:lnTo>
                    <a:pt x="19355" y="88695"/>
                  </a:lnTo>
                  <a:lnTo>
                    <a:pt x="16955" y="93415"/>
                  </a:lnTo>
                  <a:lnTo>
                    <a:pt x="14707" y="98209"/>
                  </a:lnTo>
                  <a:lnTo>
                    <a:pt x="12611" y="103072"/>
                  </a:lnTo>
                  <a:lnTo>
                    <a:pt x="10670" y="107998"/>
                  </a:lnTo>
                  <a:lnTo>
                    <a:pt x="8887" y="112984"/>
                  </a:lnTo>
                  <a:lnTo>
                    <a:pt x="7262" y="118024"/>
                  </a:lnTo>
                  <a:lnTo>
                    <a:pt x="5797" y="123112"/>
                  </a:lnTo>
                  <a:lnTo>
                    <a:pt x="4495" y="128245"/>
                  </a:lnTo>
                  <a:lnTo>
                    <a:pt x="3356" y="133416"/>
                  </a:lnTo>
                  <a:lnTo>
                    <a:pt x="2381" y="138620"/>
                  </a:lnTo>
                  <a:lnTo>
                    <a:pt x="1571" y="143853"/>
                  </a:lnTo>
                  <a:lnTo>
                    <a:pt x="928" y="149109"/>
                  </a:lnTo>
                  <a:lnTo>
                    <a:pt x="451" y="154383"/>
                  </a:lnTo>
                  <a:lnTo>
                    <a:pt x="141" y="159669"/>
                  </a:lnTo>
                  <a:lnTo>
                    <a:pt x="0" y="164962"/>
                  </a:lnTo>
                  <a:lnTo>
                    <a:pt x="25" y="170257"/>
                  </a:lnTo>
                  <a:lnTo>
                    <a:pt x="219" y="175549"/>
                  </a:lnTo>
                  <a:lnTo>
                    <a:pt x="580" y="180831"/>
                  </a:lnTo>
                  <a:lnTo>
                    <a:pt x="1108" y="186100"/>
                  </a:lnTo>
                  <a:lnTo>
                    <a:pt x="1803" y="191349"/>
                  </a:lnTo>
                  <a:lnTo>
                    <a:pt x="2664" y="196574"/>
                  </a:lnTo>
                  <a:lnTo>
                    <a:pt x="3689" y="201769"/>
                  </a:lnTo>
                  <a:lnTo>
                    <a:pt x="4879" y="206929"/>
                  </a:lnTo>
                  <a:lnTo>
                    <a:pt x="6232" y="212048"/>
                  </a:lnTo>
                  <a:lnTo>
                    <a:pt x="7746" y="217122"/>
                  </a:lnTo>
                  <a:lnTo>
                    <a:pt x="9419" y="222146"/>
                  </a:lnTo>
                  <a:lnTo>
                    <a:pt x="11252" y="227114"/>
                  </a:lnTo>
                  <a:lnTo>
                    <a:pt x="13240" y="232021"/>
                  </a:lnTo>
                  <a:lnTo>
                    <a:pt x="15383" y="236863"/>
                  </a:lnTo>
                  <a:lnTo>
                    <a:pt x="17679" y="241635"/>
                  </a:lnTo>
                  <a:lnTo>
                    <a:pt x="20124" y="246332"/>
                  </a:lnTo>
                  <a:lnTo>
                    <a:pt x="22717" y="250948"/>
                  </a:lnTo>
                  <a:lnTo>
                    <a:pt x="25455" y="255481"/>
                  </a:lnTo>
                  <a:lnTo>
                    <a:pt x="28335" y="259924"/>
                  </a:lnTo>
                  <a:lnTo>
                    <a:pt x="31354" y="264274"/>
                  </a:lnTo>
                  <a:lnTo>
                    <a:pt x="34509" y="268526"/>
                  </a:lnTo>
                  <a:lnTo>
                    <a:pt x="37798" y="272677"/>
                  </a:lnTo>
                  <a:lnTo>
                    <a:pt x="41216" y="276720"/>
                  </a:lnTo>
                  <a:lnTo>
                    <a:pt x="44761" y="280654"/>
                  </a:lnTo>
                  <a:lnTo>
                    <a:pt x="48429" y="284473"/>
                  </a:lnTo>
                  <a:lnTo>
                    <a:pt x="52215" y="288175"/>
                  </a:lnTo>
                  <a:lnTo>
                    <a:pt x="56117" y="291754"/>
                  </a:lnTo>
                  <a:lnTo>
                    <a:pt x="60131" y="295208"/>
                  </a:lnTo>
                  <a:lnTo>
                    <a:pt x="64251" y="298533"/>
                  </a:lnTo>
                  <a:lnTo>
                    <a:pt x="68475" y="301727"/>
                  </a:lnTo>
                  <a:lnTo>
                    <a:pt x="72798" y="304784"/>
                  </a:lnTo>
                  <a:lnTo>
                    <a:pt x="77216" y="307703"/>
                  </a:lnTo>
                  <a:lnTo>
                    <a:pt x="81724" y="310481"/>
                  </a:lnTo>
                  <a:lnTo>
                    <a:pt x="86318" y="313115"/>
                  </a:lnTo>
                  <a:lnTo>
                    <a:pt x="90993" y="315602"/>
                  </a:lnTo>
                  <a:lnTo>
                    <a:pt x="95744" y="317940"/>
                  </a:lnTo>
                  <a:lnTo>
                    <a:pt x="100567" y="320125"/>
                  </a:lnTo>
                  <a:lnTo>
                    <a:pt x="105456" y="322158"/>
                  </a:lnTo>
                  <a:lnTo>
                    <a:pt x="110408" y="324034"/>
                  </a:lnTo>
                  <a:lnTo>
                    <a:pt x="115416" y="325752"/>
                  </a:lnTo>
                  <a:lnTo>
                    <a:pt x="120477" y="327311"/>
                  </a:lnTo>
                  <a:lnTo>
                    <a:pt x="125584" y="328709"/>
                  </a:lnTo>
                  <a:lnTo>
                    <a:pt x="130733" y="329945"/>
                  </a:lnTo>
                  <a:lnTo>
                    <a:pt x="135919" y="331016"/>
                  </a:lnTo>
                  <a:lnTo>
                    <a:pt x="141135" y="331923"/>
                  </a:lnTo>
                  <a:lnTo>
                    <a:pt x="146378" y="332665"/>
                  </a:lnTo>
                  <a:lnTo>
                    <a:pt x="151642" y="333239"/>
                  </a:lnTo>
                  <a:lnTo>
                    <a:pt x="156922" y="333647"/>
                  </a:lnTo>
                  <a:lnTo>
                    <a:pt x="162211" y="333888"/>
                  </a:lnTo>
                  <a:lnTo>
                    <a:pt x="167506" y="333961"/>
                  </a:lnTo>
                  <a:lnTo>
                    <a:pt x="172800" y="333866"/>
                  </a:lnTo>
                  <a:lnTo>
                    <a:pt x="178089" y="333603"/>
                  </a:lnTo>
                  <a:lnTo>
                    <a:pt x="183366" y="333173"/>
                  </a:lnTo>
                  <a:lnTo>
                    <a:pt x="188628" y="332576"/>
                  </a:lnTo>
                  <a:lnTo>
                    <a:pt x="193867" y="331813"/>
                  </a:lnTo>
                  <a:lnTo>
                    <a:pt x="199080" y="330884"/>
                  </a:lnTo>
                  <a:lnTo>
                    <a:pt x="204261" y="329791"/>
                  </a:lnTo>
                  <a:lnTo>
                    <a:pt x="209405" y="328534"/>
                  </a:lnTo>
                  <a:lnTo>
                    <a:pt x="214507" y="327115"/>
                  </a:lnTo>
                  <a:lnTo>
                    <a:pt x="219560" y="325535"/>
                  </a:lnTo>
                  <a:lnTo>
                    <a:pt x="224562" y="323796"/>
                  </a:lnTo>
                  <a:lnTo>
                    <a:pt x="229505" y="321899"/>
                  </a:lnTo>
                  <a:lnTo>
                    <a:pt x="234387" y="319846"/>
                  </a:lnTo>
                  <a:lnTo>
                    <a:pt x="239200" y="317640"/>
                  </a:lnTo>
                  <a:lnTo>
                    <a:pt x="243942" y="315283"/>
                  </a:lnTo>
                  <a:lnTo>
                    <a:pt x="248606" y="312776"/>
                  </a:lnTo>
                  <a:lnTo>
                    <a:pt x="253189" y="310123"/>
                  </a:lnTo>
                  <a:lnTo>
                    <a:pt x="257685" y="307327"/>
                  </a:lnTo>
                  <a:lnTo>
                    <a:pt x="262090" y="304389"/>
                  </a:lnTo>
                  <a:lnTo>
                    <a:pt x="266401" y="301313"/>
                  </a:lnTo>
                  <a:lnTo>
                    <a:pt x="270611" y="298103"/>
                  </a:lnTo>
                  <a:lnTo>
                    <a:pt x="274718" y="294760"/>
                  </a:lnTo>
                  <a:lnTo>
                    <a:pt x="278717" y="291290"/>
                  </a:lnTo>
                  <a:lnTo>
                    <a:pt x="282604" y="287694"/>
                  </a:lnTo>
                  <a:lnTo>
                    <a:pt x="286375" y="283977"/>
                  </a:lnTo>
                  <a:lnTo>
                    <a:pt x="290027" y="280142"/>
                  </a:lnTo>
                  <a:lnTo>
                    <a:pt x="293555" y="276194"/>
                  </a:lnTo>
                  <a:lnTo>
                    <a:pt x="296957" y="272136"/>
                  </a:lnTo>
                  <a:lnTo>
                    <a:pt x="300228" y="267972"/>
                  </a:lnTo>
                  <a:lnTo>
                    <a:pt x="303366" y="263707"/>
                  </a:lnTo>
                  <a:lnTo>
                    <a:pt x="306367" y="259344"/>
                  </a:lnTo>
                  <a:lnTo>
                    <a:pt x="309228" y="254889"/>
                  </a:lnTo>
                  <a:lnTo>
                    <a:pt x="311947" y="250345"/>
                  </a:lnTo>
                  <a:lnTo>
                    <a:pt x="314520" y="245717"/>
                  </a:lnTo>
                  <a:lnTo>
                    <a:pt x="316946" y="241010"/>
                  </a:lnTo>
                  <a:lnTo>
                    <a:pt x="319222" y="236229"/>
                  </a:lnTo>
                  <a:lnTo>
                    <a:pt x="321344" y="231378"/>
                  </a:lnTo>
                  <a:lnTo>
                    <a:pt x="323313" y="226462"/>
                  </a:lnTo>
                  <a:lnTo>
                    <a:pt x="325124" y="221487"/>
                  </a:lnTo>
                  <a:lnTo>
                    <a:pt x="326777" y="216456"/>
                  </a:lnTo>
                  <a:lnTo>
                    <a:pt x="328270" y="211376"/>
                  </a:lnTo>
                  <a:lnTo>
                    <a:pt x="329601" y="206251"/>
                  </a:lnTo>
                  <a:lnTo>
                    <a:pt x="330769" y="201086"/>
                  </a:lnTo>
                  <a:lnTo>
                    <a:pt x="331773" y="195887"/>
                  </a:lnTo>
                  <a:lnTo>
                    <a:pt x="332612" y="190659"/>
                  </a:lnTo>
                  <a:lnTo>
                    <a:pt x="333285" y="185407"/>
                  </a:lnTo>
                  <a:lnTo>
                    <a:pt x="333791" y="180136"/>
                  </a:lnTo>
                  <a:lnTo>
                    <a:pt x="334130" y="174852"/>
                  </a:lnTo>
                  <a:lnTo>
                    <a:pt x="334301" y="169559"/>
                  </a:lnTo>
                  <a:lnTo>
                    <a:pt x="334305" y="164264"/>
                  </a:lnTo>
                  <a:lnTo>
                    <a:pt x="334141" y="158972"/>
                  </a:lnTo>
                  <a:lnTo>
                    <a:pt x="333810" y="153687"/>
                  </a:lnTo>
                  <a:lnTo>
                    <a:pt x="333311" y="148415"/>
                  </a:lnTo>
                  <a:lnTo>
                    <a:pt x="332646" y="143162"/>
                  </a:lnTo>
                  <a:lnTo>
                    <a:pt x="331814" y="137933"/>
                  </a:lnTo>
                  <a:lnTo>
                    <a:pt x="330817" y="132732"/>
                  </a:lnTo>
                  <a:lnTo>
                    <a:pt x="329657" y="127566"/>
                  </a:lnTo>
                  <a:lnTo>
                    <a:pt x="328333" y="122439"/>
                  </a:lnTo>
                  <a:lnTo>
                    <a:pt x="326847" y="117357"/>
                  </a:lnTo>
                  <a:lnTo>
                    <a:pt x="325201" y="112324"/>
                  </a:lnTo>
                  <a:lnTo>
                    <a:pt x="323397" y="107346"/>
                  </a:lnTo>
                  <a:lnTo>
                    <a:pt x="321436" y="102427"/>
                  </a:lnTo>
                  <a:lnTo>
                    <a:pt x="319320" y="97573"/>
                  </a:lnTo>
                  <a:lnTo>
                    <a:pt x="317051" y="92789"/>
                  </a:lnTo>
                  <a:lnTo>
                    <a:pt x="314632" y="88078"/>
                  </a:lnTo>
                  <a:lnTo>
                    <a:pt x="312065" y="83447"/>
                  </a:lnTo>
                  <a:lnTo>
                    <a:pt x="309353" y="78900"/>
                  </a:lnTo>
                  <a:lnTo>
                    <a:pt x="306497" y="74440"/>
                  </a:lnTo>
                  <a:lnTo>
                    <a:pt x="303503" y="70073"/>
                  </a:lnTo>
                  <a:lnTo>
                    <a:pt x="300371" y="65804"/>
                  </a:lnTo>
                  <a:lnTo>
                    <a:pt x="297106" y="61635"/>
                  </a:lnTo>
                  <a:lnTo>
                    <a:pt x="293710" y="57572"/>
                  </a:lnTo>
                  <a:lnTo>
                    <a:pt x="290187" y="53619"/>
                  </a:lnTo>
                  <a:lnTo>
                    <a:pt x="286541" y="49779"/>
                  </a:lnTo>
                  <a:lnTo>
                    <a:pt x="282775" y="46057"/>
                  </a:lnTo>
                  <a:lnTo>
                    <a:pt x="278893" y="42455"/>
                  </a:lnTo>
                  <a:lnTo>
                    <a:pt x="274899" y="38979"/>
                  </a:lnTo>
                  <a:lnTo>
                    <a:pt x="270797" y="35631"/>
                  </a:lnTo>
                  <a:lnTo>
                    <a:pt x="266591" y="32414"/>
                  </a:lnTo>
                  <a:lnTo>
                    <a:pt x="262285" y="29332"/>
                  </a:lnTo>
                  <a:lnTo>
                    <a:pt x="257884" y="26388"/>
                  </a:lnTo>
                  <a:lnTo>
                    <a:pt x="253391" y="23585"/>
                  </a:lnTo>
                  <a:lnTo>
                    <a:pt x="248813" y="20926"/>
                  </a:lnTo>
                  <a:lnTo>
                    <a:pt x="244152" y="18413"/>
                  </a:lnTo>
                  <a:lnTo>
                    <a:pt x="239414" y="16049"/>
                  </a:lnTo>
                  <a:lnTo>
                    <a:pt x="234603" y="13836"/>
                  </a:lnTo>
                  <a:lnTo>
                    <a:pt x="229725" y="11777"/>
                  </a:lnTo>
                  <a:lnTo>
                    <a:pt x="224784" y="9873"/>
                  </a:lnTo>
                  <a:lnTo>
                    <a:pt x="219785" y="8126"/>
                  </a:lnTo>
                  <a:lnTo>
                    <a:pt x="214733" y="6539"/>
                  </a:lnTo>
                  <a:lnTo>
                    <a:pt x="209634" y="5113"/>
                  </a:lnTo>
                  <a:lnTo>
                    <a:pt x="204492" y="3849"/>
                  </a:lnTo>
                  <a:lnTo>
                    <a:pt x="199313" y="2748"/>
                  </a:lnTo>
                  <a:lnTo>
                    <a:pt x="194101" y="1812"/>
                  </a:lnTo>
                  <a:lnTo>
                    <a:pt x="188862" y="1041"/>
                  </a:lnTo>
                  <a:lnTo>
                    <a:pt x="183602" y="437"/>
                  </a:lnTo>
                  <a:lnTo>
                    <a:pt x="178325" y="0"/>
                  </a:lnTo>
                  <a:lnTo>
                    <a:pt x="167157" y="1667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2126963"/>
              <a:ext cx="11167" cy="167167"/>
            </a:xfrm>
            <a:custGeom>
              <a:avLst/>
              <a:pathLst>
                <a:path w="11167" h="167167">
                  <a:moveTo>
                    <a:pt x="11167" y="37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423600" y="2633064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3"/>
                  </a:lnTo>
                  <a:lnTo>
                    <a:pt x="140743" y="2098"/>
                  </a:lnTo>
                  <a:lnTo>
                    <a:pt x="135521" y="3018"/>
                  </a:lnTo>
                  <a:lnTo>
                    <a:pt x="130331" y="4104"/>
                  </a:lnTo>
                  <a:lnTo>
                    <a:pt x="125177" y="5354"/>
                  </a:lnTo>
                  <a:lnTo>
                    <a:pt x="120066" y="6766"/>
                  </a:lnTo>
                  <a:lnTo>
                    <a:pt x="115003" y="8340"/>
                  </a:lnTo>
                  <a:lnTo>
                    <a:pt x="109991" y="10074"/>
                  </a:lnTo>
                  <a:lnTo>
                    <a:pt x="105037" y="11966"/>
                  </a:lnTo>
                  <a:lnTo>
                    <a:pt x="100146" y="14014"/>
                  </a:lnTo>
                  <a:lnTo>
                    <a:pt x="95322" y="16216"/>
                  </a:lnTo>
                  <a:lnTo>
                    <a:pt x="90571" y="18570"/>
                  </a:lnTo>
                  <a:lnTo>
                    <a:pt x="85896" y="21074"/>
                  </a:lnTo>
                  <a:lnTo>
                    <a:pt x="81303" y="23724"/>
                  </a:lnTo>
                  <a:lnTo>
                    <a:pt x="76797" y="26519"/>
                  </a:lnTo>
                  <a:lnTo>
                    <a:pt x="72381" y="29456"/>
                  </a:lnTo>
                  <a:lnTo>
                    <a:pt x="68061" y="32531"/>
                  </a:lnTo>
                  <a:lnTo>
                    <a:pt x="63841" y="35741"/>
                  </a:lnTo>
                  <a:lnTo>
                    <a:pt x="59724" y="39084"/>
                  </a:lnTo>
                  <a:lnTo>
                    <a:pt x="55716" y="42555"/>
                  </a:lnTo>
                  <a:lnTo>
                    <a:pt x="51820" y="46152"/>
                  </a:lnTo>
                  <a:lnTo>
                    <a:pt x="48040" y="49871"/>
                  </a:lnTo>
                  <a:lnTo>
                    <a:pt x="44379" y="53708"/>
                  </a:lnTo>
                  <a:lnTo>
                    <a:pt x="40842" y="57659"/>
                  </a:lnTo>
                  <a:lnTo>
                    <a:pt x="37433" y="61720"/>
                  </a:lnTo>
                  <a:lnTo>
                    <a:pt x="34153" y="65887"/>
                  </a:lnTo>
                  <a:lnTo>
                    <a:pt x="31008" y="70156"/>
                  </a:lnTo>
                  <a:lnTo>
                    <a:pt x="28000" y="74523"/>
                  </a:lnTo>
                  <a:lnTo>
                    <a:pt x="25131" y="78983"/>
                  </a:lnTo>
                  <a:lnTo>
                    <a:pt x="22406" y="83532"/>
                  </a:lnTo>
                  <a:lnTo>
                    <a:pt x="19826" y="88165"/>
                  </a:lnTo>
                  <a:lnTo>
                    <a:pt x="17394" y="92877"/>
                  </a:lnTo>
                  <a:lnTo>
                    <a:pt x="15113" y="97664"/>
                  </a:lnTo>
                  <a:lnTo>
                    <a:pt x="12985" y="102521"/>
                  </a:lnTo>
                  <a:lnTo>
                    <a:pt x="11013" y="107443"/>
                  </a:lnTo>
                  <a:lnTo>
                    <a:pt x="9197" y="112426"/>
                  </a:lnTo>
                  <a:lnTo>
                    <a:pt x="7540" y="117463"/>
                  </a:lnTo>
                  <a:lnTo>
                    <a:pt x="6044" y="122550"/>
                  </a:lnTo>
                  <a:lnTo>
                    <a:pt x="4710" y="127682"/>
                  </a:lnTo>
                  <a:lnTo>
                    <a:pt x="3539" y="132854"/>
                  </a:lnTo>
                  <a:lnTo>
                    <a:pt x="2533" y="138061"/>
                  </a:lnTo>
                  <a:lnTo>
                    <a:pt x="1693" y="143297"/>
                  </a:lnTo>
                  <a:lnTo>
                    <a:pt x="1019" y="148556"/>
                  </a:lnTo>
                  <a:lnTo>
                    <a:pt x="512" y="153835"/>
                  </a:lnTo>
                  <a:lnTo>
                    <a:pt x="173" y="159127"/>
                  </a:lnTo>
                  <a:lnTo>
                    <a:pt x="2" y="164427"/>
                  </a:lnTo>
                  <a:lnTo>
                    <a:pt x="0" y="169729"/>
                  </a:lnTo>
                  <a:lnTo>
                    <a:pt x="165" y="175030"/>
                  </a:lnTo>
                  <a:lnTo>
                    <a:pt x="498" y="180322"/>
                  </a:lnTo>
                  <a:lnTo>
                    <a:pt x="999" y="185601"/>
                  </a:lnTo>
                  <a:lnTo>
                    <a:pt x="1668" y="190861"/>
                  </a:lnTo>
                  <a:lnTo>
                    <a:pt x="2502" y="196098"/>
                  </a:lnTo>
                  <a:lnTo>
                    <a:pt x="3503" y="201306"/>
                  </a:lnTo>
                  <a:lnTo>
                    <a:pt x="4668" y="206479"/>
                  </a:lnTo>
                  <a:lnTo>
                    <a:pt x="5997" y="211612"/>
                  </a:lnTo>
                  <a:lnTo>
                    <a:pt x="7487" y="216701"/>
                  </a:lnTo>
                  <a:lnTo>
                    <a:pt x="9139" y="221740"/>
                  </a:lnTo>
                  <a:lnTo>
                    <a:pt x="10949" y="226724"/>
                  </a:lnTo>
                  <a:lnTo>
                    <a:pt x="12917" y="231649"/>
                  </a:lnTo>
                  <a:lnTo>
                    <a:pt x="15040" y="236508"/>
                  </a:lnTo>
                  <a:lnTo>
                    <a:pt x="17315" y="241297"/>
                  </a:lnTo>
                  <a:lnTo>
                    <a:pt x="19742" y="246012"/>
                  </a:lnTo>
                  <a:lnTo>
                    <a:pt x="22317" y="250648"/>
                  </a:lnTo>
                  <a:lnTo>
                    <a:pt x="25038" y="255200"/>
                  </a:lnTo>
                  <a:lnTo>
                    <a:pt x="27901" y="259663"/>
                  </a:lnTo>
                  <a:lnTo>
                    <a:pt x="30905" y="264033"/>
                  </a:lnTo>
                  <a:lnTo>
                    <a:pt x="34046" y="268305"/>
                  </a:lnTo>
                  <a:lnTo>
                    <a:pt x="37321" y="272476"/>
                  </a:lnTo>
                  <a:lnTo>
                    <a:pt x="40726" y="276541"/>
                  </a:lnTo>
                  <a:lnTo>
                    <a:pt x="44259" y="280495"/>
                  </a:lnTo>
                  <a:lnTo>
                    <a:pt x="47915" y="284336"/>
                  </a:lnTo>
                  <a:lnTo>
                    <a:pt x="51691" y="288059"/>
                  </a:lnTo>
                  <a:lnTo>
                    <a:pt x="55584" y="291660"/>
                  </a:lnTo>
                  <a:lnTo>
                    <a:pt x="59588" y="295136"/>
                  </a:lnTo>
                  <a:lnTo>
                    <a:pt x="63701" y="298483"/>
                  </a:lnTo>
                  <a:lnTo>
                    <a:pt x="67918" y="301698"/>
                  </a:lnTo>
                  <a:lnTo>
                    <a:pt x="72235" y="304777"/>
                  </a:lnTo>
                  <a:lnTo>
                    <a:pt x="76647" y="307718"/>
                  </a:lnTo>
                  <a:lnTo>
                    <a:pt x="81151" y="310518"/>
                  </a:lnTo>
                  <a:lnTo>
                    <a:pt x="85741" y="313174"/>
                  </a:lnTo>
                  <a:lnTo>
                    <a:pt x="90413" y="315682"/>
                  </a:lnTo>
                  <a:lnTo>
                    <a:pt x="95162" y="318041"/>
                  </a:lnTo>
                  <a:lnTo>
                    <a:pt x="99983" y="320249"/>
                  </a:lnTo>
                  <a:lnTo>
                    <a:pt x="104873" y="322302"/>
                  </a:lnTo>
                  <a:lnTo>
                    <a:pt x="109824" y="324199"/>
                  </a:lnTo>
                  <a:lnTo>
                    <a:pt x="114834" y="325938"/>
                  </a:lnTo>
                  <a:lnTo>
                    <a:pt x="119896" y="327517"/>
                  </a:lnTo>
                  <a:lnTo>
                    <a:pt x="125005" y="328935"/>
                  </a:lnTo>
                  <a:lnTo>
                    <a:pt x="130158" y="330191"/>
                  </a:lnTo>
                  <a:lnTo>
                    <a:pt x="135347" y="331282"/>
                  </a:lnTo>
                  <a:lnTo>
                    <a:pt x="140568" y="332208"/>
                  </a:lnTo>
                  <a:lnTo>
                    <a:pt x="145816" y="332968"/>
                  </a:lnTo>
                  <a:lnTo>
                    <a:pt x="151086" y="333561"/>
                  </a:lnTo>
                  <a:lnTo>
                    <a:pt x="156371" y="333987"/>
                  </a:lnTo>
                  <a:lnTo>
                    <a:pt x="161668" y="334245"/>
                  </a:lnTo>
                  <a:lnTo>
                    <a:pt x="166970" y="334334"/>
                  </a:lnTo>
                  <a:lnTo>
                    <a:pt x="172272" y="334256"/>
                  </a:lnTo>
                  <a:lnTo>
                    <a:pt x="177569" y="334009"/>
                  </a:lnTo>
                  <a:lnTo>
                    <a:pt x="182855" y="333595"/>
                  </a:lnTo>
                  <a:lnTo>
                    <a:pt x="188126" y="333013"/>
                  </a:lnTo>
                  <a:lnTo>
                    <a:pt x="193376" y="332264"/>
                  </a:lnTo>
                  <a:lnTo>
                    <a:pt x="198599" y="331349"/>
                  </a:lnTo>
                  <a:lnTo>
                    <a:pt x="203790" y="330269"/>
                  </a:lnTo>
                  <a:lnTo>
                    <a:pt x="208945" y="329025"/>
                  </a:lnTo>
                  <a:lnTo>
                    <a:pt x="214058" y="327617"/>
                  </a:lnTo>
                  <a:lnTo>
                    <a:pt x="219123" y="326049"/>
                  </a:lnTo>
                  <a:lnTo>
                    <a:pt x="224136" y="324320"/>
                  </a:lnTo>
                  <a:lnTo>
                    <a:pt x="229092" y="322434"/>
                  </a:lnTo>
                  <a:lnTo>
                    <a:pt x="233986" y="320391"/>
                  </a:lnTo>
                  <a:lnTo>
                    <a:pt x="238812" y="318194"/>
                  </a:lnTo>
                  <a:lnTo>
                    <a:pt x="243566" y="315845"/>
                  </a:lnTo>
                  <a:lnTo>
                    <a:pt x="248243" y="313346"/>
                  </a:lnTo>
                  <a:lnTo>
                    <a:pt x="252839" y="310701"/>
                  </a:lnTo>
                  <a:lnTo>
                    <a:pt x="257348" y="307911"/>
                  </a:lnTo>
                  <a:lnTo>
                    <a:pt x="261767" y="304979"/>
                  </a:lnTo>
                  <a:lnTo>
                    <a:pt x="266090" y="301908"/>
                  </a:lnTo>
                  <a:lnTo>
                    <a:pt x="270314" y="298702"/>
                  </a:lnTo>
                  <a:lnTo>
                    <a:pt x="274434" y="295364"/>
                  </a:lnTo>
                  <a:lnTo>
                    <a:pt x="278446" y="291897"/>
                  </a:lnTo>
                  <a:lnTo>
                    <a:pt x="282346" y="288304"/>
                  </a:lnTo>
                  <a:lnTo>
                    <a:pt x="286130" y="284589"/>
                  </a:lnTo>
                  <a:lnTo>
                    <a:pt x="289795" y="280756"/>
                  </a:lnTo>
                  <a:lnTo>
                    <a:pt x="293336" y="276809"/>
                  </a:lnTo>
                  <a:lnTo>
                    <a:pt x="296750" y="272752"/>
                  </a:lnTo>
                  <a:lnTo>
                    <a:pt x="300034" y="268588"/>
                  </a:lnTo>
                  <a:lnTo>
                    <a:pt x="303183" y="264322"/>
                  </a:lnTo>
                  <a:lnTo>
                    <a:pt x="306197" y="259959"/>
                  </a:lnTo>
                  <a:lnTo>
                    <a:pt x="309070" y="255502"/>
                  </a:lnTo>
                  <a:lnTo>
                    <a:pt x="311800" y="250956"/>
                  </a:lnTo>
                  <a:lnTo>
                    <a:pt x="314385" y="246326"/>
                  </a:lnTo>
                  <a:lnTo>
                    <a:pt x="316821" y="241616"/>
                  </a:lnTo>
                  <a:lnTo>
                    <a:pt x="319107" y="236831"/>
                  </a:lnTo>
                  <a:lnTo>
                    <a:pt x="321240" y="231976"/>
                  </a:lnTo>
                  <a:lnTo>
                    <a:pt x="323218" y="227056"/>
                  </a:lnTo>
                  <a:lnTo>
                    <a:pt x="325039" y="222076"/>
                  </a:lnTo>
                  <a:lnTo>
                    <a:pt x="326702" y="217041"/>
                  </a:lnTo>
                  <a:lnTo>
                    <a:pt x="328203" y="211955"/>
                  </a:lnTo>
                  <a:lnTo>
                    <a:pt x="329543" y="206824"/>
                  </a:lnTo>
                  <a:lnTo>
                    <a:pt x="330719" y="201653"/>
                  </a:lnTo>
                  <a:lnTo>
                    <a:pt x="331730" y="196448"/>
                  </a:lnTo>
                  <a:lnTo>
                    <a:pt x="332576" y="191213"/>
                  </a:lnTo>
                  <a:lnTo>
                    <a:pt x="333256" y="185954"/>
                  </a:lnTo>
                  <a:lnTo>
                    <a:pt x="333768" y="180676"/>
                  </a:lnTo>
                  <a:lnTo>
                    <a:pt x="334113" y="175385"/>
                  </a:lnTo>
                  <a:lnTo>
                    <a:pt x="334289" y="170085"/>
                  </a:lnTo>
                  <a:lnTo>
                    <a:pt x="334298" y="164782"/>
                  </a:lnTo>
                  <a:lnTo>
                    <a:pt x="334138" y="159482"/>
                  </a:lnTo>
                  <a:lnTo>
                    <a:pt x="333810" y="154189"/>
                  </a:lnTo>
                  <a:lnTo>
                    <a:pt x="333315" y="148910"/>
                  </a:lnTo>
                  <a:lnTo>
                    <a:pt x="332652" y="143648"/>
                  </a:lnTo>
                  <a:lnTo>
                    <a:pt x="331823" y="138411"/>
                  </a:lnTo>
                  <a:lnTo>
                    <a:pt x="330828" y="133202"/>
                  </a:lnTo>
                  <a:lnTo>
                    <a:pt x="329668" y="128028"/>
                  </a:lnTo>
                  <a:lnTo>
                    <a:pt x="328345" y="122893"/>
                  </a:lnTo>
                  <a:lnTo>
                    <a:pt x="326860" y="117802"/>
                  </a:lnTo>
                  <a:lnTo>
                    <a:pt x="325214" y="112762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745826"/>
              <a:ext cx="158066" cy="54405"/>
            </a:xfrm>
            <a:custGeom>
              <a:avLst/>
              <a:pathLst>
                <a:path w="158066" h="54405">
                  <a:moveTo>
                    <a:pt x="158066" y="0"/>
                  </a:moveTo>
                  <a:lnTo>
                    <a:pt x="0" y="544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43149"/>
              <a:ext cx="158066" cy="157082"/>
            </a:xfrm>
            <a:custGeom>
              <a:avLst/>
              <a:pathLst>
                <a:path w="158066" h="157082">
                  <a:moveTo>
                    <a:pt x="158066" y="102676"/>
                  </a:moveTo>
                  <a:lnTo>
                    <a:pt x="156187" y="97495"/>
                  </a:lnTo>
                  <a:lnTo>
                    <a:pt x="154138" y="92379"/>
                  </a:lnTo>
                  <a:lnTo>
                    <a:pt x="151921" y="87334"/>
                  </a:lnTo>
                  <a:lnTo>
                    <a:pt x="149539" y="82364"/>
                  </a:lnTo>
                  <a:lnTo>
                    <a:pt x="146995" y="77475"/>
                  </a:lnTo>
                  <a:lnTo>
                    <a:pt x="144291" y="72673"/>
                  </a:lnTo>
                  <a:lnTo>
                    <a:pt x="141430" y="67962"/>
                  </a:lnTo>
                  <a:lnTo>
                    <a:pt x="138416" y="63349"/>
                  </a:lnTo>
                  <a:lnTo>
                    <a:pt x="135251" y="58837"/>
                  </a:lnTo>
                  <a:lnTo>
                    <a:pt x="131939" y="54432"/>
                  </a:lnTo>
                  <a:lnTo>
                    <a:pt x="128484" y="50139"/>
                  </a:lnTo>
                  <a:lnTo>
                    <a:pt x="124889" y="45962"/>
                  </a:lnTo>
                  <a:lnTo>
                    <a:pt x="121158" y="41905"/>
                  </a:lnTo>
                  <a:lnTo>
                    <a:pt x="117295" y="37974"/>
                  </a:lnTo>
                  <a:lnTo>
                    <a:pt x="113305" y="34172"/>
                  </a:lnTo>
                  <a:lnTo>
                    <a:pt x="109192" y="30504"/>
                  </a:lnTo>
                  <a:lnTo>
                    <a:pt x="104961" y="26974"/>
                  </a:lnTo>
                  <a:lnTo>
                    <a:pt x="100615" y="23584"/>
                  </a:lnTo>
                  <a:lnTo>
                    <a:pt x="96160" y="20340"/>
                  </a:lnTo>
                  <a:lnTo>
                    <a:pt x="91600" y="17245"/>
                  </a:lnTo>
                  <a:lnTo>
                    <a:pt x="86941" y="14301"/>
                  </a:lnTo>
                  <a:lnTo>
                    <a:pt x="82187" y="11513"/>
                  </a:lnTo>
                  <a:lnTo>
                    <a:pt x="77344" y="8883"/>
                  </a:lnTo>
                  <a:lnTo>
                    <a:pt x="72417" y="6414"/>
                  </a:lnTo>
                  <a:lnTo>
                    <a:pt x="67411" y="4109"/>
                  </a:lnTo>
                  <a:lnTo>
                    <a:pt x="62332" y="1970"/>
                  </a:lnTo>
                  <a:lnTo>
                    <a:pt x="57185" y="0"/>
                  </a:lnTo>
                  <a:lnTo>
                    <a:pt x="0" y="157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90748" y="2633064"/>
              <a:ext cx="57185" cy="167167"/>
            </a:xfrm>
            <a:custGeom>
              <a:avLst/>
              <a:pathLst>
                <a:path w="57185" h="167167">
                  <a:moveTo>
                    <a:pt x="57185" y="10085"/>
                  </a:moveTo>
                  <a:lnTo>
                    <a:pt x="51667" y="8184"/>
                  </a:lnTo>
                  <a:lnTo>
                    <a:pt x="46086" y="6478"/>
                  </a:lnTo>
                  <a:lnTo>
                    <a:pt x="40449" y="4967"/>
                  </a:lnTo>
                  <a:lnTo>
                    <a:pt x="34762" y="3654"/>
                  </a:lnTo>
                  <a:lnTo>
                    <a:pt x="29033" y="2540"/>
                  </a:lnTo>
                  <a:lnTo>
                    <a:pt x="23269" y="1627"/>
                  </a:lnTo>
                  <a:lnTo>
                    <a:pt x="17477" y="916"/>
                  </a:lnTo>
                  <a:lnTo>
                    <a:pt x="11663" y="407"/>
                  </a:lnTo>
                  <a:lnTo>
                    <a:pt x="5835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358832" y="317039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4" y="756"/>
                  </a:lnTo>
                  <a:lnTo>
                    <a:pt x="145994" y="1343"/>
                  </a:lnTo>
                  <a:lnTo>
                    <a:pt x="140746" y="2098"/>
                  </a:lnTo>
                  <a:lnTo>
                    <a:pt x="135524" y="3018"/>
                  </a:lnTo>
                  <a:lnTo>
                    <a:pt x="130334" y="4104"/>
                  </a:lnTo>
                  <a:lnTo>
                    <a:pt x="125181" y="5353"/>
                  </a:lnTo>
                  <a:lnTo>
                    <a:pt x="120070" y="6765"/>
                  </a:lnTo>
                  <a:lnTo>
                    <a:pt x="115006" y="8339"/>
                  </a:lnTo>
                  <a:lnTo>
                    <a:pt x="109995" y="10073"/>
                  </a:lnTo>
                  <a:lnTo>
                    <a:pt x="105042" y="11964"/>
                  </a:lnTo>
                  <a:lnTo>
                    <a:pt x="100151" y="14012"/>
                  </a:lnTo>
                  <a:lnTo>
                    <a:pt x="95327" y="16214"/>
                  </a:lnTo>
                  <a:lnTo>
                    <a:pt x="90576" y="18568"/>
                  </a:lnTo>
                  <a:lnTo>
                    <a:pt x="85902" y="21071"/>
                  </a:lnTo>
                  <a:lnTo>
                    <a:pt x="81309" y="23721"/>
                  </a:lnTo>
                  <a:lnTo>
                    <a:pt x="76803" y="26516"/>
                  </a:lnTo>
                  <a:lnTo>
                    <a:pt x="72387" y="29452"/>
                  </a:lnTo>
                  <a:lnTo>
                    <a:pt x="68067" y="32526"/>
                  </a:lnTo>
                  <a:lnTo>
                    <a:pt x="63847" y="35736"/>
                  </a:lnTo>
                  <a:lnTo>
                    <a:pt x="59731" y="39079"/>
                  </a:lnTo>
                  <a:lnTo>
                    <a:pt x="55723" y="42550"/>
                  </a:lnTo>
                  <a:lnTo>
                    <a:pt x="51826" y="46146"/>
                  </a:lnTo>
                  <a:lnTo>
                    <a:pt x="48046" y="49865"/>
                  </a:lnTo>
                  <a:lnTo>
                    <a:pt x="44386" y="53701"/>
                  </a:lnTo>
                  <a:lnTo>
                    <a:pt x="40849" y="57651"/>
                  </a:lnTo>
                  <a:lnTo>
                    <a:pt x="37439" y="61712"/>
                  </a:lnTo>
                  <a:lnTo>
                    <a:pt x="34160" y="65879"/>
                  </a:lnTo>
                  <a:lnTo>
                    <a:pt x="31015" y="70148"/>
                  </a:lnTo>
                  <a:lnTo>
                    <a:pt x="28006" y="74514"/>
                  </a:lnTo>
                  <a:lnTo>
                    <a:pt x="25138" y="78973"/>
                  </a:lnTo>
                  <a:lnTo>
                    <a:pt x="22412" y="83522"/>
                  </a:lnTo>
                  <a:lnTo>
                    <a:pt x="19832" y="88154"/>
                  </a:lnTo>
                  <a:lnTo>
                    <a:pt x="17400" y="92866"/>
                  </a:lnTo>
                  <a:lnTo>
                    <a:pt x="15119" y="97652"/>
                  </a:lnTo>
                  <a:lnTo>
                    <a:pt x="12991" y="102509"/>
                  </a:lnTo>
                  <a:lnTo>
                    <a:pt x="11018" y="107431"/>
                  </a:lnTo>
                  <a:lnTo>
                    <a:pt x="9202" y="112412"/>
                  </a:lnTo>
                  <a:lnTo>
                    <a:pt x="7545" y="117449"/>
                  </a:lnTo>
                  <a:lnTo>
                    <a:pt x="6048" y="122536"/>
                  </a:lnTo>
                  <a:lnTo>
                    <a:pt x="4714" y="127668"/>
                  </a:lnTo>
                  <a:lnTo>
                    <a:pt x="3543" y="132839"/>
                  </a:lnTo>
                  <a:lnTo>
                    <a:pt x="2536" y="138045"/>
                  </a:lnTo>
                  <a:lnTo>
                    <a:pt x="1696" y="143280"/>
                  </a:lnTo>
                  <a:lnTo>
                    <a:pt x="1021" y="148540"/>
                  </a:lnTo>
                  <a:lnTo>
                    <a:pt x="514" y="153818"/>
                  </a:lnTo>
                  <a:lnTo>
                    <a:pt x="174" y="159109"/>
                  </a:lnTo>
                  <a:lnTo>
                    <a:pt x="3" y="164409"/>
                  </a:lnTo>
                  <a:lnTo>
                    <a:pt x="0" y="169711"/>
                  </a:lnTo>
                  <a:lnTo>
                    <a:pt x="164" y="175011"/>
                  </a:lnTo>
                  <a:lnTo>
                    <a:pt x="497" y="180303"/>
                  </a:lnTo>
                  <a:lnTo>
                    <a:pt x="997" y="185582"/>
                  </a:lnTo>
                  <a:lnTo>
                    <a:pt x="1665" y="190842"/>
                  </a:lnTo>
                  <a:lnTo>
                    <a:pt x="2499" y="196078"/>
                  </a:lnTo>
                  <a:lnTo>
                    <a:pt x="3499" y="201286"/>
                  </a:lnTo>
                  <a:lnTo>
                    <a:pt x="4663" y="206459"/>
                  </a:lnTo>
                  <a:lnTo>
                    <a:pt x="5991" y="211592"/>
                  </a:lnTo>
                  <a:lnTo>
                    <a:pt x="7481" y="216681"/>
                  </a:lnTo>
                  <a:lnTo>
                    <a:pt x="9132" y="221720"/>
                  </a:lnTo>
                  <a:lnTo>
                    <a:pt x="10942" y="226704"/>
                  </a:lnTo>
                  <a:lnTo>
                    <a:pt x="12908" y="231628"/>
                  </a:lnTo>
                  <a:lnTo>
                    <a:pt x="15030" y="236487"/>
                  </a:lnTo>
                  <a:lnTo>
                    <a:pt x="17305" y="241277"/>
                  </a:lnTo>
                  <a:lnTo>
                    <a:pt x="19731" y="245992"/>
                  </a:lnTo>
                  <a:lnTo>
                    <a:pt x="22305" y="250627"/>
                  </a:lnTo>
                  <a:lnTo>
                    <a:pt x="25025" y="255179"/>
                  </a:lnTo>
                  <a:lnTo>
                    <a:pt x="27888" y="259642"/>
                  </a:lnTo>
                  <a:lnTo>
                    <a:pt x="30891" y="264012"/>
                  </a:lnTo>
                  <a:lnTo>
                    <a:pt x="34031" y="268285"/>
                  </a:lnTo>
                  <a:lnTo>
                    <a:pt x="37305" y="272456"/>
                  </a:lnTo>
                  <a:lnTo>
                    <a:pt x="40709" y="276521"/>
                  </a:lnTo>
                  <a:lnTo>
                    <a:pt x="44241" y="280476"/>
                  </a:lnTo>
                  <a:lnTo>
                    <a:pt x="47896" y="284317"/>
                  </a:lnTo>
                  <a:lnTo>
                    <a:pt x="51672" y="288040"/>
                  </a:lnTo>
                  <a:lnTo>
                    <a:pt x="55563" y="291641"/>
                  </a:lnTo>
                  <a:lnTo>
                    <a:pt x="59567" y="295118"/>
                  </a:lnTo>
                  <a:lnTo>
                    <a:pt x="63679" y="298465"/>
                  </a:lnTo>
                  <a:lnTo>
                    <a:pt x="67895" y="301681"/>
                  </a:lnTo>
                  <a:lnTo>
                    <a:pt x="72211" y="304761"/>
                  </a:lnTo>
                  <a:lnTo>
                    <a:pt x="76623" y="307702"/>
                  </a:lnTo>
                  <a:lnTo>
                    <a:pt x="81126" y="310503"/>
                  </a:lnTo>
                  <a:lnTo>
                    <a:pt x="85715" y="313159"/>
                  </a:lnTo>
                  <a:lnTo>
                    <a:pt x="90386" y="315668"/>
                  </a:lnTo>
                  <a:lnTo>
                    <a:pt x="95134" y="318028"/>
                  </a:lnTo>
                  <a:lnTo>
                    <a:pt x="99955" y="320236"/>
                  </a:lnTo>
                  <a:lnTo>
                    <a:pt x="104843" y="322290"/>
                  </a:lnTo>
                  <a:lnTo>
                    <a:pt x="109794" y="324188"/>
                  </a:lnTo>
                  <a:lnTo>
                    <a:pt x="114803" y="325928"/>
                  </a:lnTo>
                  <a:lnTo>
                    <a:pt x="119865" y="327508"/>
                  </a:lnTo>
                  <a:lnTo>
                    <a:pt x="124974" y="328927"/>
                  </a:lnTo>
                  <a:lnTo>
                    <a:pt x="130125" y="330183"/>
                  </a:lnTo>
                  <a:lnTo>
                    <a:pt x="135314" y="331275"/>
                  </a:lnTo>
                  <a:lnTo>
                    <a:pt x="140534" y="332202"/>
                  </a:lnTo>
                  <a:lnTo>
                    <a:pt x="145782" y="332963"/>
                  </a:lnTo>
                  <a:lnTo>
                    <a:pt x="151051" y="333558"/>
                  </a:lnTo>
                  <a:lnTo>
                    <a:pt x="156336" y="333984"/>
                  </a:lnTo>
                  <a:lnTo>
                    <a:pt x="161632" y="334243"/>
                  </a:lnTo>
                  <a:lnTo>
                    <a:pt x="166934" y="334334"/>
                  </a:lnTo>
                  <a:lnTo>
                    <a:pt x="172236" y="334257"/>
                  </a:lnTo>
                  <a:lnTo>
                    <a:pt x="177532" y="334012"/>
                  </a:lnTo>
                  <a:lnTo>
                    <a:pt x="182819" y="333598"/>
                  </a:lnTo>
                  <a:lnTo>
                    <a:pt x="188089" y="333018"/>
                  </a:lnTo>
                  <a:lnTo>
                    <a:pt x="193338" y="332270"/>
                  </a:lnTo>
                  <a:lnTo>
                    <a:pt x="198562" y="331356"/>
                  </a:lnTo>
                  <a:lnTo>
                    <a:pt x="203753" y="330277"/>
                  </a:lnTo>
                  <a:lnTo>
                    <a:pt x="208908" y="329034"/>
                  </a:lnTo>
                  <a:lnTo>
                    <a:pt x="214020" y="327628"/>
                  </a:lnTo>
                  <a:lnTo>
                    <a:pt x="219086" y="326061"/>
                  </a:lnTo>
                  <a:lnTo>
                    <a:pt x="224099" y="324334"/>
                  </a:lnTo>
                  <a:lnTo>
                    <a:pt x="229055" y="322449"/>
                  </a:lnTo>
                  <a:lnTo>
                    <a:pt x="233948" y="320407"/>
                  </a:lnTo>
                  <a:lnTo>
                    <a:pt x="238775" y="318212"/>
                  </a:lnTo>
                  <a:lnTo>
                    <a:pt x="243529" y="315864"/>
                  </a:lnTo>
                  <a:lnTo>
                    <a:pt x="248207" y="313367"/>
                  </a:lnTo>
                  <a:lnTo>
                    <a:pt x="252803" y="310722"/>
                  </a:lnTo>
                  <a:lnTo>
                    <a:pt x="257312" y="307934"/>
                  </a:lnTo>
                  <a:lnTo>
                    <a:pt x="261732" y="305003"/>
                  </a:lnTo>
                  <a:lnTo>
                    <a:pt x="266055" y="301934"/>
                  </a:lnTo>
                  <a:lnTo>
                    <a:pt x="270280" y="298729"/>
                  </a:lnTo>
                  <a:lnTo>
                    <a:pt x="274400" y="295392"/>
                  </a:lnTo>
                  <a:lnTo>
                    <a:pt x="278413" y="291926"/>
                  </a:lnTo>
                  <a:lnTo>
                    <a:pt x="282314" y="288335"/>
                  </a:lnTo>
                  <a:lnTo>
                    <a:pt x="286099" y="284621"/>
                  </a:lnTo>
                  <a:lnTo>
                    <a:pt x="289764" y="280790"/>
                  </a:lnTo>
                  <a:lnTo>
                    <a:pt x="293306" y="276844"/>
                  </a:lnTo>
                  <a:lnTo>
                    <a:pt x="296721" y="272788"/>
                  </a:lnTo>
                  <a:lnTo>
                    <a:pt x="300005" y="268625"/>
                  </a:lnTo>
                  <a:lnTo>
                    <a:pt x="303156" y="264360"/>
                  </a:lnTo>
                  <a:lnTo>
                    <a:pt x="306170" y="259998"/>
                  </a:lnTo>
                  <a:lnTo>
                    <a:pt x="309045" y="255542"/>
                  </a:lnTo>
                  <a:lnTo>
                    <a:pt x="311776" y="250997"/>
                  </a:lnTo>
                  <a:lnTo>
                    <a:pt x="314362" y="246368"/>
                  </a:lnTo>
                  <a:lnTo>
                    <a:pt x="316800" y="241660"/>
                  </a:lnTo>
                  <a:lnTo>
                    <a:pt x="319087" y="236876"/>
                  </a:lnTo>
                  <a:lnTo>
                    <a:pt x="321221" y="232022"/>
                  </a:lnTo>
                  <a:lnTo>
                    <a:pt x="323201" y="227103"/>
                  </a:lnTo>
                  <a:lnTo>
                    <a:pt x="325023" y="222124"/>
                  </a:lnTo>
                  <a:lnTo>
                    <a:pt x="326687" y="217089"/>
                  </a:lnTo>
                  <a:lnTo>
                    <a:pt x="328190" y="212004"/>
                  </a:lnTo>
                  <a:lnTo>
                    <a:pt x="329531" y="206874"/>
                  </a:lnTo>
                  <a:lnTo>
                    <a:pt x="330708" y="201704"/>
                  </a:lnTo>
                  <a:lnTo>
                    <a:pt x="331721" y="196499"/>
                  </a:lnTo>
                  <a:lnTo>
                    <a:pt x="332569" y="191265"/>
                  </a:lnTo>
                  <a:lnTo>
                    <a:pt x="333250" y="186007"/>
                  </a:lnTo>
                  <a:lnTo>
                    <a:pt x="333764" y="180729"/>
                  </a:lnTo>
                  <a:lnTo>
                    <a:pt x="334110" y="175438"/>
                  </a:lnTo>
                  <a:lnTo>
                    <a:pt x="334289" y="170139"/>
                  </a:lnTo>
                  <a:lnTo>
                    <a:pt x="334299" y="164836"/>
                  </a:lnTo>
                  <a:lnTo>
                    <a:pt x="334141" y="159536"/>
                  </a:lnTo>
                  <a:lnTo>
                    <a:pt x="333815" y="154244"/>
                  </a:lnTo>
                  <a:lnTo>
                    <a:pt x="333321" y="148965"/>
                  </a:lnTo>
                  <a:lnTo>
                    <a:pt x="332660" y="143704"/>
                  </a:lnTo>
                  <a:lnTo>
                    <a:pt x="331833" y="138466"/>
                  </a:lnTo>
                  <a:lnTo>
                    <a:pt x="330840" y="133258"/>
                  </a:lnTo>
                  <a:lnTo>
                    <a:pt x="329682" y="128083"/>
                  </a:lnTo>
                  <a:lnTo>
                    <a:pt x="328361" y="122948"/>
                  </a:lnTo>
                  <a:lnTo>
                    <a:pt x="326877" y="117857"/>
                  </a:lnTo>
                  <a:lnTo>
                    <a:pt x="325233" y="112816"/>
                  </a:lnTo>
                  <a:lnTo>
                    <a:pt x="323430" y="107830"/>
                  </a:lnTo>
                  <a:lnTo>
                    <a:pt x="321469" y="102903"/>
                  </a:lnTo>
                  <a:lnTo>
                    <a:pt x="319353" y="98041"/>
                  </a:lnTo>
                  <a:lnTo>
                    <a:pt x="317085" y="93249"/>
                  </a:lnTo>
                  <a:lnTo>
                    <a:pt x="314665" y="88531"/>
                  </a:lnTo>
                  <a:lnTo>
                    <a:pt x="312097" y="83892"/>
                  </a:lnTo>
                  <a:lnTo>
                    <a:pt x="309383" y="79337"/>
                  </a:lnTo>
                  <a:lnTo>
                    <a:pt x="306526" y="74870"/>
                  </a:lnTo>
                  <a:lnTo>
                    <a:pt x="303528" y="70496"/>
                  </a:lnTo>
                  <a:lnTo>
                    <a:pt x="300394" y="66219"/>
                  </a:lnTo>
                  <a:lnTo>
                    <a:pt x="297125" y="62044"/>
                  </a:lnTo>
                  <a:lnTo>
                    <a:pt x="293726" y="57975"/>
                  </a:lnTo>
                  <a:lnTo>
                    <a:pt x="290199" y="54015"/>
                  </a:lnTo>
                  <a:lnTo>
                    <a:pt x="286549" y="50170"/>
                  </a:lnTo>
                  <a:lnTo>
                    <a:pt x="282778" y="46442"/>
                  </a:lnTo>
                  <a:lnTo>
                    <a:pt x="278891" y="42835"/>
                  </a:lnTo>
                  <a:lnTo>
                    <a:pt x="274892" y="39354"/>
                  </a:lnTo>
                  <a:lnTo>
                    <a:pt x="270784" y="36001"/>
                  </a:lnTo>
                  <a:lnTo>
                    <a:pt x="266572" y="32780"/>
                  </a:lnTo>
                  <a:lnTo>
                    <a:pt x="262260" y="29695"/>
                  </a:lnTo>
                  <a:lnTo>
                    <a:pt x="257852" y="26747"/>
                  </a:lnTo>
                  <a:lnTo>
                    <a:pt x="253353" y="23941"/>
                  </a:lnTo>
                  <a:lnTo>
                    <a:pt x="248767" y="2127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91672"/>
              <a:ext cx="81619" cy="145887"/>
            </a:xfrm>
            <a:custGeom>
              <a:avLst/>
              <a:pathLst>
                <a:path w="81619" h="145887">
                  <a:moveTo>
                    <a:pt x="81619" y="0"/>
                  </a:moveTo>
                  <a:lnTo>
                    <a:pt x="0" y="1458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85842"/>
              <a:ext cx="81619" cy="151717"/>
            </a:xfrm>
            <a:custGeom>
              <a:avLst/>
              <a:pathLst>
                <a:path w="81619" h="151717">
                  <a:moveTo>
                    <a:pt x="81619" y="5829"/>
                  </a:moveTo>
                  <a:lnTo>
                    <a:pt x="70191" y="0"/>
                  </a:lnTo>
                  <a:lnTo>
                    <a:pt x="0" y="151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170392"/>
              <a:ext cx="70191" cy="167167"/>
            </a:xfrm>
            <a:custGeom>
              <a:avLst/>
              <a:pathLst>
                <a:path w="70191" h="167167">
                  <a:moveTo>
                    <a:pt x="70191" y="15450"/>
                  </a:moveTo>
                  <a:lnTo>
                    <a:pt x="64668" y="13015"/>
                  </a:lnTo>
                  <a:lnTo>
                    <a:pt x="59061" y="10780"/>
                  </a:lnTo>
                  <a:lnTo>
                    <a:pt x="53376" y="8750"/>
                  </a:lnTo>
                  <a:lnTo>
                    <a:pt x="47622" y="6926"/>
                  </a:lnTo>
                  <a:lnTo>
                    <a:pt x="41806" y="5312"/>
                  </a:lnTo>
                  <a:lnTo>
                    <a:pt x="35936" y="3908"/>
                  </a:lnTo>
                  <a:lnTo>
                    <a:pt x="30018" y="2717"/>
                  </a:lnTo>
                  <a:lnTo>
                    <a:pt x="24061" y="1740"/>
                  </a:lnTo>
                  <a:lnTo>
                    <a:pt x="18073" y="979"/>
                  </a:lnTo>
                  <a:lnTo>
                    <a:pt x="12062" y="435"/>
                  </a:lnTo>
                  <a:lnTo>
                    <a:pt x="603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423597" y="3707720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2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2" y="23691"/>
                  </a:lnTo>
                  <a:lnTo>
                    <a:pt x="76858" y="26482"/>
                  </a:lnTo>
                  <a:lnTo>
                    <a:pt x="72444" y="29414"/>
                  </a:lnTo>
                  <a:lnTo>
                    <a:pt x="68126" y="32485"/>
                  </a:lnTo>
                  <a:lnTo>
                    <a:pt x="63907" y="35691"/>
                  </a:lnTo>
                  <a:lnTo>
                    <a:pt x="59792" y="39030"/>
                  </a:lnTo>
                  <a:lnTo>
                    <a:pt x="55785" y="42497"/>
                  </a:lnTo>
                  <a:lnTo>
                    <a:pt x="51889" y="46089"/>
                  </a:lnTo>
                  <a:lnTo>
                    <a:pt x="48110" y="49803"/>
                  </a:lnTo>
                  <a:lnTo>
                    <a:pt x="44450" y="53635"/>
                  </a:lnTo>
                  <a:lnTo>
                    <a:pt x="40913" y="57581"/>
                  </a:lnTo>
                  <a:lnTo>
                    <a:pt x="37503" y="61637"/>
                  </a:lnTo>
                  <a:lnTo>
                    <a:pt x="34224" y="65799"/>
                  </a:lnTo>
                  <a:lnTo>
                    <a:pt x="31078" y="70063"/>
                  </a:lnTo>
                  <a:lnTo>
                    <a:pt x="28068" y="74424"/>
                  </a:lnTo>
                  <a:lnTo>
                    <a:pt x="25199" y="78879"/>
                  </a:lnTo>
                  <a:lnTo>
                    <a:pt x="22472" y="83422"/>
                  </a:lnTo>
                  <a:lnTo>
                    <a:pt x="19890" y="88050"/>
                  </a:lnTo>
                  <a:lnTo>
                    <a:pt x="17457" y="92757"/>
                  </a:lnTo>
                  <a:lnTo>
                    <a:pt x="15174" y="97538"/>
                  </a:lnTo>
                  <a:lnTo>
                    <a:pt x="13043" y="102390"/>
                  </a:lnTo>
                  <a:lnTo>
                    <a:pt x="11068" y="107307"/>
                  </a:lnTo>
                  <a:lnTo>
                    <a:pt x="9249" y="112284"/>
                  </a:lnTo>
                  <a:lnTo>
                    <a:pt x="7589" y="117316"/>
                  </a:lnTo>
                  <a:lnTo>
                    <a:pt x="6089" y="122398"/>
                  </a:lnTo>
                  <a:lnTo>
                    <a:pt x="4751" y="127526"/>
                  </a:lnTo>
                  <a:lnTo>
                    <a:pt x="3576" y="132693"/>
                  </a:lnTo>
                  <a:lnTo>
                    <a:pt x="2566" y="137894"/>
                  </a:lnTo>
                  <a:lnTo>
                    <a:pt x="1721" y="143125"/>
                  </a:lnTo>
                  <a:lnTo>
                    <a:pt x="1042" y="148381"/>
                  </a:lnTo>
                  <a:lnTo>
                    <a:pt x="530" y="153655"/>
                  </a:lnTo>
                  <a:lnTo>
                    <a:pt x="185" y="158942"/>
                  </a:lnTo>
                  <a:lnTo>
                    <a:pt x="8" y="164238"/>
                  </a:lnTo>
                  <a:lnTo>
                    <a:pt x="0" y="169537"/>
                  </a:lnTo>
                  <a:lnTo>
                    <a:pt x="159" y="174834"/>
                  </a:lnTo>
                  <a:lnTo>
                    <a:pt x="485" y="180123"/>
                  </a:lnTo>
                  <a:lnTo>
                    <a:pt x="980" y="185398"/>
                  </a:lnTo>
                  <a:lnTo>
                    <a:pt x="1641" y="190656"/>
                  </a:lnTo>
                  <a:lnTo>
                    <a:pt x="2469" y="195890"/>
                  </a:lnTo>
                  <a:lnTo>
                    <a:pt x="3462" y="201095"/>
                  </a:lnTo>
                  <a:lnTo>
                    <a:pt x="4619" y="206266"/>
                  </a:lnTo>
                  <a:lnTo>
                    <a:pt x="5940" y="211397"/>
                  </a:lnTo>
                  <a:lnTo>
                    <a:pt x="7423" y="216484"/>
                  </a:lnTo>
                  <a:lnTo>
                    <a:pt x="9066" y="221522"/>
                  </a:lnTo>
                  <a:lnTo>
                    <a:pt x="10869" y="226505"/>
                  </a:lnTo>
                  <a:lnTo>
                    <a:pt x="12828" y="231429"/>
                  </a:lnTo>
                  <a:lnTo>
                    <a:pt x="14942" y="236287"/>
                  </a:lnTo>
                  <a:lnTo>
                    <a:pt x="17209" y="241077"/>
                  </a:lnTo>
                  <a:lnTo>
                    <a:pt x="19627" y="245792"/>
                  </a:lnTo>
                  <a:lnTo>
                    <a:pt x="22193" y="250428"/>
                  </a:lnTo>
                  <a:lnTo>
                    <a:pt x="24905" y="254981"/>
                  </a:lnTo>
                  <a:lnTo>
                    <a:pt x="27759" y="259445"/>
                  </a:lnTo>
                  <a:lnTo>
                    <a:pt x="30754" y="263816"/>
                  </a:lnTo>
                  <a:lnTo>
                    <a:pt x="33886" y="268091"/>
                  </a:lnTo>
                  <a:lnTo>
                    <a:pt x="37152" y="272264"/>
                  </a:lnTo>
                  <a:lnTo>
                    <a:pt x="40548" y="276331"/>
                  </a:lnTo>
                  <a:lnTo>
                    <a:pt x="44071" y="280289"/>
                  </a:lnTo>
                  <a:lnTo>
                    <a:pt x="47718" y="284133"/>
                  </a:lnTo>
                  <a:lnTo>
                    <a:pt x="51486" y="287859"/>
                  </a:lnTo>
                  <a:lnTo>
                    <a:pt x="55369" y="291465"/>
                  </a:lnTo>
                  <a:lnTo>
                    <a:pt x="59365" y="294945"/>
                  </a:lnTo>
                  <a:lnTo>
                    <a:pt x="63469" y="298297"/>
                  </a:lnTo>
                  <a:lnTo>
                    <a:pt x="67677" y="301517"/>
                  </a:lnTo>
                  <a:lnTo>
                    <a:pt x="71985" y="304602"/>
                  </a:lnTo>
                  <a:lnTo>
                    <a:pt x="76389" y="307550"/>
                  </a:lnTo>
                  <a:lnTo>
                    <a:pt x="80884" y="310356"/>
                  </a:lnTo>
                  <a:lnTo>
                    <a:pt x="85465" y="313018"/>
                  </a:lnTo>
                  <a:lnTo>
                    <a:pt x="90129" y="315534"/>
                  </a:lnTo>
                  <a:lnTo>
                    <a:pt x="94870" y="317900"/>
                  </a:lnTo>
                  <a:lnTo>
                    <a:pt x="99684" y="320115"/>
                  </a:lnTo>
                  <a:lnTo>
                    <a:pt x="104565" y="322177"/>
                  </a:lnTo>
                  <a:lnTo>
                    <a:pt x="109509" y="324083"/>
                  </a:lnTo>
                  <a:lnTo>
                    <a:pt x="114512" y="325831"/>
                  </a:lnTo>
                  <a:lnTo>
                    <a:pt x="119567" y="327419"/>
                  </a:lnTo>
                  <a:lnTo>
                    <a:pt x="124670" y="328847"/>
                  </a:lnTo>
                  <a:lnTo>
                    <a:pt x="129815" y="330112"/>
                  </a:lnTo>
                  <a:lnTo>
                    <a:pt x="134999" y="331213"/>
                  </a:lnTo>
                  <a:lnTo>
                    <a:pt x="140214" y="332150"/>
                  </a:lnTo>
                  <a:lnTo>
                    <a:pt x="145457" y="332921"/>
                  </a:lnTo>
                  <a:lnTo>
                    <a:pt x="150721" y="333525"/>
                  </a:lnTo>
                  <a:lnTo>
                    <a:pt x="156002" y="333962"/>
                  </a:lnTo>
                  <a:lnTo>
                    <a:pt x="161294" y="334232"/>
                  </a:lnTo>
                  <a:lnTo>
                    <a:pt x="166592" y="334333"/>
                  </a:lnTo>
                  <a:lnTo>
                    <a:pt x="171890" y="334267"/>
                  </a:lnTo>
                  <a:lnTo>
                    <a:pt x="177184" y="334033"/>
                  </a:lnTo>
                  <a:lnTo>
                    <a:pt x="182468" y="333631"/>
                  </a:lnTo>
                  <a:lnTo>
                    <a:pt x="187736" y="333062"/>
                  </a:lnTo>
                  <a:lnTo>
                    <a:pt x="192983" y="332326"/>
                  </a:lnTo>
                  <a:lnTo>
                    <a:pt x="198205" y="331424"/>
                  </a:lnTo>
                  <a:lnTo>
                    <a:pt x="203395" y="330358"/>
                  </a:lnTo>
                  <a:lnTo>
                    <a:pt x="208549" y="329127"/>
                  </a:lnTo>
                  <a:lnTo>
                    <a:pt x="213662" y="327733"/>
                  </a:lnTo>
                  <a:lnTo>
                    <a:pt x="218728" y="326179"/>
                  </a:lnTo>
                  <a:lnTo>
                    <a:pt x="223741" y="324464"/>
                  </a:lnTo>
                  <a:lnTo>
                    <a:pt x="228698" y="322591"/>
                  </a:lnTo>
                  <a:lnTo>
                    <a:pt x="233593" y="320563"/>
                  </a:lnTo>
                  <a:lnTo>
                    <a:pt x="238422" y="318380"/>
                  </a:lnTo>
                  <a:lnTo>
                    <a:pt x="243179" y="316045"/>
                  </a:lnTo>
                  <a:lnTo>
                    <a:pt x="247859" y="313560"/>
                  </a:lnTo>
                  <a:lnTo>
                    <a:pt x="252458" y="310929"/>
                  </a:lnTo>
                  <a:lnTo>
                    <a:pt x="256972" y="308153"/>
                  </a:lnTo>
                  <a:lnTo>
                    <a:pt x="261395" y="305235"/>
                  </a:lnTo>
                  <a:lnTo>
                    <a:pt x="265724" y="302179"/>
                  </a:lnTo>
                  <a:lnTo>
                    <a:pt x="269953" y="298987"/>
                  </a:lnTo>
                  <a:lnTo>
                    <a:pt x="274080" y="295662"/>
                  </a:lnTo>
                  <a:lnTo>
                    <a:pt x="278098" y="292209"/>
                  </a:lnTo>
                  <a:lnTo>
                    <a:pt x="282006" y="288629"/>
                  </a:lnTo>
                  <a:lnTo>
                    <a:pt x="285798" y="284928"/>
                  </a:lnTo>
                  <a:lnTo>
                    <a:pt x="289470" y="281109"/>
                  </a:lnTo>
                  <a:lnTo>
                    <a:pt x="293020" y="277174"/>
                  </a:lnTo>
                  <a:lnTo>
                    <a:pt x="296444" y="273130"/>
                  </a:lnTo>
                  <a:lnTo>
                    <a:pt x="299737" y="268979"/>
                  </a:lnTo>
                  <a:lnTo>
                    <a:pt x="302897" y="264725"/>
                  </a:lnTo>
                  <a:lnTo>
                    <a:pt x="305921" y="260374"/>
                  </a:lnTo>
                  <a:lnTo>
                    <a:pt x="308806" y="255929"/>
                  </a:lnTo>
                  <a:lnTo>
                    <a:pt x="311548" y="251395"/>
                  </a:lnTo>
                  <a:lnTo>
                    <a:pt x="314145" y="246776"/>
                  </a:lnTo>
                  <a:lnTo>
                    <a:pt x="316594" y="242077"/>
                  </a:lnTo>
                  <a:lnTo>
                    <a:pt x="318893" y="237303"/>
                  </a:lnTo>
                  <a:lnTo>
                    <a:pt x="321040" y="232458"/>
                  </a:lnTo>
                  <a:lnTo>
                    <a:pt x="323032" y="227548"/>
                  </a:lnTo>
                  <a:lnTo>
                    <a:pt x="324867" y="222577"/>
                  </a:lnTo>
                  <a:lnTo>
                    <a:pt x="326544" y="217550"/>
                  </a:lnTo>
                  <a:lnTo>
                    <a:pt x="328061" y="212473"/>
                  </a:lnTo>
                  <a:lnTo>
                    <a:pt x="329416" y="207351"/>
                  </a:lnTo>
                  <a:lnTo>
                    <a:pt x="330608" y="202187"/>
                  </a:lnTo>
                  <a:lnTo>
                    <a:pt x="331636" y="196989"/>
                  </a:lnTo>
                  <a:lnTo>
                    <a:pt x="332499" y="191761"/>
                  </a:lnTo>
                  <a:lnTo>
                    <a:pt x="333195" y="186508"/>
                  </a:lnTo>
                  <a:lnTo>
                    <a:pt x="333725" y="181236"/>
                  </a:lnTo>
                  <a:lnTo>
                    <a:pt x="334087" y="175949"/>
                  </a:lnTo>
                  <a:lnTo>
                    <a:pt x="334281" y="170654"/>
                  </a:lnTo>
                  <a:lnTo>
                    <a:pt x="334308" y="165355"/>
                  </a:lnTo>
                  <a:lnTo>
                    <a:pt x="334166" y="160058"/>
                  </a:lnTo>
                  <a:lnTo>
                    <a:pt x="333857" y="154768"/>
                  </a:lnTo>
                  <a:lnTo>
                    <a:pt x="333380" y="149491"/>
                  </a:lnTo>
                  <a:lnTo>
                    <a:pt x="332737" y="144231"/>
                  </a:lnTo>
                  <a:lnTo>
                    <a:pt x="331927" y="138994"/>
                  </a:lnTo>
                  <a:lnTo>
                    <a:pt x="330951" y="133786"/>
                  </a:lnTo>
                  <a:lnTo>
                    <a:pt x="329811" y="128611"/>
                  </a:lnTo>
                  <a:lnTo>
                    <a:pt x="328507" y="123475"/>
                  </a:lnTo>
                  <a:lnTo>
                    <a:pt x="327041" y="118383"/>
                  </a:lnTo>
                  <a:lnTo>
                    <a:pt x="325415" y="113340"/>
                  </a:lnTo>
                  <a:lnTo>
                    <a:pt x="323629" y="108351"/>
                  </a:lnTo>
                  <a:lnTo>
                    <a:pt x="321686" y="103421"/>
                  </a:lnTo>
                  <a:lnTo>
                    <a:pt x="319588" y="98555"/>
                  </a:lnTo>
                  <a:lnTo>
                    <a:pt x="317337" y="93758"/>
                  </a:lnTo>
                  <a:lnTo>
                    <a:pt x="314935" y="89035"/>
                  </a:lnTo>
                  <a:lnTo>
                    <a:pt x="312384" y="84390"/>
                  </a:lnTo>
                  <a:lnTo>
                    <a:pt x="309688" y="79829"/>
                  </a:lnTo>
                  <a:lnTo>
                    <a:pt x="306848" y="75355"/>
                  </a:lnTo>
                  <a:lnTo>
                    <a:pt x="303868" y="70974"/>
                  </a:lnTo>
                  <a:lnTo>
                    <a:pt x="300751" y="66689"/>
                  </a:lnTo>
                  <a:lnTo>
                    <a:pt x="297499" y="62505"/>
                  </a:lnTo>
                  <a:lnTo>
                    <a:pt x="294116" y="58426"/>
                  </a:lnTo>
                  <a:lnTo>
                    <a:pt x="290606" y="54457"/>
                  </a:lnTo>
                  <a:lnTo>
                    <a:pt x="286972" y="50601"/>
                  </a:lnTo>
                  <a:lnTo>
                    <a:pt x="283217" y="46861"/>
                  </a:lnTo>
                  <a:lnTo>
                    <a:pt x="279346" y="43243"/>
                  </a:lnTo>
                  <a:lnTo>
                    <a:pt x="275362" y="39750"/>
                  </a:lnTo>
                  <a:lnTo>
                    <a:pt x="271269" y="36384"/>
                  </a:lnTo>
                  <a:lnTo>
                    <a:pt x="267072" y="33150"/>
                  </a:lnTo>
                  <a:lnTo>
                    <a:pt x="262774" y="30050"/>
                  </a:lnTo>
                  <a:lnTo>
                    <a:pt x="258380" y="27088"/>
                  </a:lnTo>
                  <a:lnTo>
                    <a:pt x="253895" y="24267"/>
                  </a:lnTo>
                  <a:lnTo>
                    <a:pt x="249322" y="21590"/>
                  </a:lnTo>
                  <a:lnTo>
                    <a:pt x="244667" y="19058"/>
                  </a:lnTo>
                  <a:lnTo>
                    <a:pt x="239934" y="16676"/>
                  </a:lnTo>
                  <a:lnTo>
                    <a:pt x="235127" y="14445"/>
                  </a:lnTo>
                  <a:lnTo>
                    <a:pt x="230253" y="12367"/>
                  </a:lnTo>
                  <a:lnTo>
                    <a:pt x="225315" y="10445"/>
                  </a:lnTo>
                  <a:lnTo>
                    <a:pt x="220318" y="8680"/>
                  </a:lnTo>
                  <a:lnTo>
                    <a:pt x="215269" y="7075"/>
                  </a:lnTo>
                  <a:lnTo>
                    <a:pt x="210170" y="5630"/>
                  </a:lnTo>
                  <a:lnTo>
                    <a:pt x="205029" y="4348"/>
                  </a:lnTo>
                  <a:lnTo>
                    <a:pt x="199849" y="3229"/>
                  </a:lnTo>
                  <a:lnTo>
                    <a:pt x="194637" y="2275"/>
                  </a:lnTo>
                  <a:lnTo>
                    <a:pt x="189397" y="1486"/>
                  </a:lnTo>
                  <a:lnTo>
                    <a:pt x="184135" y="865"/>
                  </a:lnTo>
                  <a:lnTo>
                    <a:pt x="178856" y="410"/>
                  </a:lnTo>
                  <a:lnTo>
                    <a:pt x="173564" y="12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843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90748" y="3707720"/>
              <a:ext cx="6414" cy="167167"/>
            </a:xfrm>
            <a:custGeom>
              <a:avLst/>
              <a:pathLst>
                <a:path w="6414" h="167167">
                  <a:moveTo>
                    <a:pt x="6414" y="1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14137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2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2" y="23691"/>
                  </a:lnTo>
                  <a:lnTo>
                    <a:pt x="76858" y="26482"/>
                  </a:lnTo>
                  <a:lnTo>
                    <a:pt x="72444" y="29414"/>
                  </a:lnTo>
                  <a:lnTo>
                    <a:pt x="68126" y="32485"/>
                  </a:lnTo>
                  <a:lnTo>
                    <a:pt x="63907" y="35691"/>
                  </a:lnTo>
                  <a:lnTo>
                    <a:pt x="59792" y="39030"/>
                  </a:lnTo>
                  <a:lnTo>
                    <a:pt x="55785" y="42497"/>
                  </a:lnTo>
                  <a:lnTo>
                    <a:pt x="51889" y="46089"/>
                  </a:lnTo>
                  <a:lnTo>
                    <a:pt x="48110" y="49803"/>
                  </a:lnTo>
                  <a:lnTo>
                    <a:pt x="44450" y="53635"/>
                  </a:lnTo>
                  <a:lnTo>
                    <a:pt x="40913" y="57581"/>
                  </a:lnTo>
                  <a:lnTo>
                    <a:pt x="37503" y="61637"/>
                  </a:lnTo>
                  <a:lnTo>
                    <a:pt x="34224" y="65799"/>
                  </a:lnTo>
                  <a:lnTo>
                    <a:pt x="31078" y="70063"/>
                  </a:lnTo>
                  <a:lnTo>
                    <a:pt x="28068" y="74424"/>
                  </a:lnTo>
                  <a:lnTo>
                    <a:pt x="25199" y="78879"/>
                  </a:lnTo>
                  <a:lnTo>
                    <a:pt x="22472" y="83422"/>
                  </a:lnTo>
                  <a:lnTo>
                    <a:pt x="19890" y="88050"/>
                  </a:lnTo>
                  <a:lnTo>
                    <a:pt x="17457" y="92757"/>
                  </a:lnTo>
                  <a:lnTo>
                    <a:pt x="15174" y="97538"/>
                  </a:lnTo>
                  <a:lnTo>
                    <a:pt x="13043" y="102390"/>
                  </a:lnTo>
                  <a:lnTo>
                    <a:pt x="11068" y="107307"/>
                  </a:lnTo>
                  <a:lnTo>
                    <a:pt x="9249" y="112284"/>
                  </a:lnTo>
                  <a:lnTo>
                    <a:pt x="7589" y="117316"/>
                  </a:lnTo>
                  <a:lnTo>
                    <a:pt x="6089" y="122398"/>
                  </a:lnTo>
                  <a:lnTo>
                    <a:pt x="4751" y="127526"/>
                  </a:lnTo>
                  <a:lnTo>
                    <a:pt x="3576" y="132693"/>
                  </a:lnTo>
                  <a:lnTo>
                    <a:pt x="2566" y="137894"/>
                  </a:lnTo>
                  <a:lnTo>
                    <a:pt x="1721" y="143125"/>
                  </a:lnTo>
                  <a:lnTo>
                    <a:pt x="1042" y="148381"/>
                  </a:lnTo>
                  <a:lnTo>
                    <a:pt x="530" y="153655"/>
                  </a:lnTo>
                  <a:lnTo>
                    <a:pt x="185" y="158942"/>
                  </a:lnTo>
                  <a:lnTo>
                    <a:pt x="8" y="164238"/>
                  </a:lnTo>
                  <a:lnTo>
                    <a:pt x="0" y="169537"/>
                  </a:lnTo>
                  <a:lnTo>
                    <a:pt x="159" y="174834"/>
                  </a:lnTo>
                  <a:lnTo>
                    <a:pt x="485" y="180123"/>
                  </a:lnTo>
                  <a:lnTo>
                    <a:pt x="980" y="185398"/>
                  </a:lnTo>
                  <a:lnTo>
                    <a:pt x="1641" y="190656"/>
                  </a:lnTo>
                  <a:lnTo>
                    <a:pt x="2469" y="195890"/>
                  </a:lnTo>
                  <a:lnTo>
                    <a:pt x="3462" y="201095"/>
                  </a:lnTo>
                  <a:lnTo>
                    <a:pt x="4619" y="206266"/>
                  </a:lnTo>
                  <a:lnTo>
                    <a:pt x="5940" y="211397"/>
                  </a:lnTo>
                  <a:lnTo>
                    <a:pt x="7423" y="216484"/>
                  </a:lnTo>
                  <a:lnTo>
                    <a:pt x="9066" y="221522"/>
                  </a:lnTo>
                  <a:lnTo>
                    <a:pt x="10869" y="226505"/>
                  </a:lnTo>
                  <a:lnTo>
                    <a:pt x="12828" y="231429"/>
                  </a:lnTo>
                  <a:lnTo>
                    <a:pt x="14942" y="236287"/>
                  </a:lnTo>
                  <a:lnTo>
                    <a:pt x="17209" y="241077"/>
                  </a:lnTo>
                  <a:lnTo>
                    <a:pt x="19627" y="245792"/>
                  </a:lnTo>
                  <a:lnTo>
                    <a:pt x="22193" y="250428"/>
                  </a:lnTo>
                  <a:lnTo>
                    <a:pt x="24905" y="254981"/>
                  </a:lnTo>
                  <a:lnTo>
                    <a:pt x="27759" y="259445"/>
                  </a:lnTo>
                  <a:lnTo>
                    <a:pt x="30754" y="263816"/>
                  </a:lnTo>
                  <a:lnTo>
                    <a:pt x="33886" y="268091"/>
                  </a:lnTo>
                  <a:lnTo>
                    <a:pt x="37152" y="272264"/>
                  </a:lnTo>
                  <a:lnTo>
                    <a:pt x="40548" y="276331"/>
                  </a:lnTo>
                  <a:lnTo>
                    <a:pt x="44071" y="280289"/>
                  </a:lnTo>
                  <a:lnTo>
                    <a:pt x="47718" y="284133"/>
                  </a:lnTo>
                  <a:lnTo>
                    <a:pt x="51486" y="287859"/>
                  </a:lnTo>
                  <a:lnTo>
                    <a:pt x="55369" y="291465"/>
                  </a:lnTo>
                  <a:lnTo>
                    <a:pt x="59365" y="294945"/>
                  </a:lnTo>
                  <a:lnTo>
                    <a:pt x="63469" y="298297"/>
                  </a:lnTo>
                  <a:lnTo>
                    <a:pt x="67677" y="301517"/>
                  </a:lnTo>
                  <a:lnTo>
                    <a:pt x="71985" y="304602"/>
                  </a:lnTo>
                  <a:lnTo>
                    <a:pt x="76389" y="307550"/>
                  </a:lnTo>
                  <a:lnTo>
                    <a:pt x="80884" y="310356"/>
                  </a:lnTo>
                  <a:lnTo>
                    <a:pt x="85465" y="313018"/>
                  </a:lnTo>
                  <a:lnTo>
                    <a:pt x="90129" y="315534"/>
                  </a:lnTo>
                  <a:lnTo>
                    <a:pt x="94870" y="317900"/>
                  </a:lnTo>
                  <a:lnTo>
                    <a:pt x="99684" y="320115"/>
                  </a:lnTo>
                  <a:lnTo>
                    <a:pt x="104565" y="322177"/>
                  </a:lnTo>
                  <a:lnTo>
                    <a:pt x="109509" y="324083"/>
                  </a:lnTo>
                  <a:lnTo>
                    <a:pt x="114512" y="325831"/>
                  </a:lnTo>
                  <a:lnTo>
                    <a:pt x="119567" y="327419"/>
                  </a:lnTo>
                  <a:lnTo>
                    <a:pt x="124670" y="328847"/>
                  </a:lnTo>
                  <a:lnTo>
                    <a:pt x="129815" y="330112"/>
                  </a:lnTo>
                  <a:lnTo>
                    <a:pt x="134999" y="331213"/>
                  </a:lnTo>
                  <a:lnTo>
                    <a:pt x="140214" y="332150"/>
                  </a:lnTo>
                  <a:lnTo>
                    <a:pt x="145457" y="332921"/>
                  </a:lnTo>
                  <a:lnTo>
                    <a:pt x="150721" y="333525"/>
                  </a:lnTo>
                  <a:lnTo>
                    <a:pt x="156002" y="333962"/>
                  </a:lnTo>
                  <a:lnTo>
                    <a:pt x="161294" y="334232"/>
                  </a:lnTo>
                  <a:lnTo>
                    <a:pt x="166592" y="334333"/>
                  </a:lnTo>
                  <a:lnTo>
                    <a:pt x="171890" y="334267"/>
                  </a:lnTo>
                  <a:lnTo>
                    <a:pt x="177184" y="334033"/>
                  </a:lnTo>
                  <a:lnTo>
                    <a:pt x="182468" y="333631"/>
                  </a:lnTo>
                  <a:lnTo>
                    <a:pt x="187736" y="333062"/>
                  </a:lnTo>
                  <a:lnTo>
                    <a:pt x="192983" y="332326"/>
                  </a:lnTo>
                  <a:lnTo>
                    <a:pt x="198205" y="331424"/>
                  </a:lnTo>
                  <a:lnTo>
                    <a:pt x="203395" y="330358"/>
                  </a:lnTo>
                  <a:lnTo>
                    <a:pt x="208549" y="329127"/>
                  </a:lnTo>
                  <a:lnTo>
                    <a:pt x="213662" y="327733"/>
                  </a:lnTo>
                  <a:lnTo>
                    <a:pt x="218728" y="326179"/>
                  </a:lnTo>
                  <a:lnTo>
                    <a:pt x="223741" y="324464"/>
                  </a:lnTo>
                  <a:lnTo>
                    <a:pt x="228698" y="322591"/>
                  </a:lnTo>
                  <a:lnTo>
                    <a:pt x="233593" y="320563"/>
                  </a:lnTo>
                  <a:lnTo>
                    <a:pt x="238422" y="318380"/>
                  </a:lnTo>
                  <a:lnTo>
                    <a:pt x="243179" y="316045"/>
                  </a:lnTo>
                  <a:lnTo>
                    <a:pt x="247859" y="313560"/>
                  </a:lnTo>
                  <a:lnTo>
                    <a:pt x="252458" y="310929"/>
                  </a:lnTo>
                  <a:lnTo>
                    <a:pt x="256972" y="308153"/>
                  </a:lnTo>
                  <a:lnTo>
                    <a:pt x="261395" y="305235"/>
                  </a:lnTo>
                  <a:lnTo>
                    <a:pt x="265724" y="302179"/>
                  </a:lnTo>
                  <a:lnTo>
                    <a:pt x="269953" y="298987"/>
                  </a:lnTo>
                  <a:lnTo>
                    <a:pt x="274080" y="295662"/>
                  </a:lnTo>
                  <a:lnTo>
                    <a:pt x="278098" y="292209"/>
                  </a:lnTo>
                  <a:lnTo>
                    <a:pt x="282006" y="288629"/>
                  </a:lnTo>
                  <a:lnTo>
                    <a:pt x="285798" y="284928"/>
                  </a:lnTo>
                  <a:lnTo>
                    <a:pt x="289470" y="281109"/>
                  </a:lnTo>
                  <a:lnTo>
                    <a:pt x="293020" y="277174"/>
                  </a:lnTo>
                  <a:lnTo>
                    <a:pt x="296444" y="273130"/>
                  </a:lnTo>
                  <a:lnTo>
                    <a:pt x="299737" y="268979"/>
                  </a:lnTo>
                  <a:lnTo>
                    <a:pt x="302897" y="264725"/>
                  </a:lnTo>
                  <a:lnTo>
                    <a:pt x="305921" y="260374"/>
                  </a:lnTo>
                  <a:lnTo>
                    <a:pt x="308806" y="255929"/>
                  </a:lnTo>
                  <a:lnTo>
                    <a:pt x="311548" y="251395"/>
                  </a:lnTo>
                  <a:lnTo>
                    <a:pt x="314145" y="246776"/>
                  </a:lnTo>
                  <a:lnTo>
                    <a:pt x="316594" y="242077"/>
                  </a:lnTo>
                  <a:lnTo>
                    <a:pt x="318893" y="237303"/>
                  </a:lnTo>
                  <a:lnTo>
                    <a:pt x="321040" y="232458"/>
                  </a:lnTo>
                  <a:lnTo>
                    <a:pt x="323032" y="227548"/>
                  </a:lnTo>
                  <a:lnTo>
                    <a:pt x="324867" y="222577"/>
                  </a:lnTo>
                  <a:lnTo>
                    <a:pt x="326544" y="217550"/>
                  </a:lnTo>
                  <a:lnTo>
                    <a:pt x="328061" y="212473"/>
                  </a:lnTo>
                  <a:lnTo>
                    <a:pt x="329416" y="207351"/>
                  </a:lnTo>
                  <a:lnTo>
                    <a:pt x="330608" y="202187"/>
                  </a:lnTo>
                  <a:lnTo>
                    <a:pt x="331636" y="196989"/>
                  </a:lnTo>
                  <a:lnTo>
                    <a:pt x="332499" y="191761"/>
                  </a:lnTo>
                  <a:lnTo>
                    <a:pt x="333195" y="186508"/>
                  </a:lnTo>
                  <a:lnTo>
                    <a:pt x="333725" y="181236"/>
                  </a:lnTo>
                  <a:lnTo>
                    <a:pt x="334087" y="175949"/>
                  </a:lnTo>
                  <a:lnTo>
                    <a:pt x="334281" y="170654"/>
                  </a:lnTo>
                  <a:lnTo>
                    <a:pt x="334308" y="165355"/>
                  </a:lnTo>
                  <a:lnTo>
                    <a:pt x="334166" y="160058"/>
                  </a:lnTo>
                  <a:lnTo>
                    <a:pt x="333857" y="154768"/>
                  </a:lnTo>
                  <a:lnTo>
                    <a:pt x="333380" y="149491"/>
                  </a:lnTo>
                  <a:lnTo>
                    <a:pt x="332737" y="144231"/>
                  </a:lnTo>
                  <a:lnTo>
                    <a:pt x="331927" y="138994"/>
                  </a:lnTo>
                  <a:lnTo>
                    <a:pt x="330951" y="133786"/>
                  </a:lnTo>
                  <a:lnTo>
                    <a:pt x="329811" y="128611"/>
                  </a:lnTo>
                  <a:lnTo>
                    <a:pt x="328507" y="123475"/>
                  </a:lnTo>
                  <a:lnTo>
                    <a:pt x="327041" y="118383"/>
                  </a:lnTo>
                  <a:lnTo>
                    <a:pt x="325415" y="113340"/>
                  </a:lnTo>
                  <a:lnTo>
                    <a:pt x="323629" y="108351"/>
                  </a:lnTo>
                  <a:lnTo>
                    <a:pt x="321686" y="103421"/>
                  </a:lnTo>
                  <a:lnTo>
                    <a:pt x="319588" y="98555"/>
                  </a:lnTo>
                  <a:lnTo>
                    <a:pt x="317337" y="93758"/>
                  </a:lnTo>
                  <a:lnTo>
                    <a:pt x="314935" y="89035"/>
                  </a:lnTo>
                  <a:lnTo>
                    <a:pt x="312384" y="84390"/>
                  </a:lnTo>
                  <a:lnTo>
                    <a:pt x="309688" y="79829"/>
                  </a:lnTo>
                  <a:lnTo>
                    <a:pt x="306848" y="75355"/>
                  </a:lnTo>
                  <a:lnTo>
                    <a:pt x="303868" y="70974"/>
                  </a:lnTo>
                  <a:lnTo>
                    <a:pt x="300751" y="66689"/>
                  </a:lnTo>
                  <a:lnTo>
                    <a:pt x="297499" y="62505"/>
                  </a:lnTo>
                  <a:lnTo>
                    <a:pt x="294116" y="58426"/>
                  </a:lnTo>
                  <a:lnTo>
                    <a:pt x="290606" y="54457"/>
                  </a:lnTo>
                  <a:lnTo>
                    <a:pt x="286972" y="50601"/>
                  </a:lnTo>
                  <a:lnTo>
                    <a:pt x="283217" y="46861"/>
                  </a:lnTo>
                  <a:lnTo>
                    <a:pt x="279346" y="43243"/>
                  </a:lnTo>
                  <a:lnTo>
                    <a:pt x="275362" y="39750"/>
                  </a:lnTo>
                  <a:lnTo>
                    <a:pt x="271269" y="36384"/>
                  </a:lnTo>
                  <a:lnTo>
                    <a:pt x="267072" y="33150"/>
                  </a:lnTo>
                  <a:lnTo>
                    <a:pt x="262774" y="30050"/>
                  </a:lnTo>
                  <a:lnTo>
                    <a:pt x="258380" y="27088"/>
                  </a:lnTo>
                  <a:lnTo>
                    <a:pt x="253895" y="24267"/>
                  </a:lnTo>
                  <a:lnTo>
                    <a:pt x="249322" y="21590"/>
                  </a:lnTo>
                  <a:lnTo>
                    <a:pt x="244667" y="19058"/>
                  </a:lnTo>
                  <a:lnTo>
                    <a:pt x="239934" y="16676"/>
                  </a:lnTo>
                  <a:lnTo>
                    <a:pt x="235127" y="14445"/>
                  </a:lnTo>
                  <a:lnTo>
                    <a:pt x="230253" y="12367"/>
                  </a:lnTo>
                  <a:lnTo>
                    <a:pt x="225315" y="10445"/>
                  </a:lnTo>
                  <a:lnTo>
                    <a:pt x="220318" y="8680"/>
                  </a:lnTo>
                  <a:lnTo>
                    <a:pt x="215269" y="7075"/>
                  </a:lnTo>
                  <a:lnTo>
                    <a:pt x="210170" y="5630"/>
                  </a:lnTo>
                  <a:lnTo>
                    <a:pt x="205029" y="4348"/>
                  </a:lnTo>
                  <a:lnTo>
                    <a:pt x="199849" y="3229"/>
                  </a:lnTo>
                  <a:lnTo>
                    <a:pt x="194637" y="2275"/>
                  </a:lnTo>
                  <a:lnTo>
                    <a:pt x="189397" y="1486"/>
                  </a:lnTo>
                  <a:lnTo>
                    <a:pt x="184135" y="865"/>
                  </a:lnTo>
                  <a:lnTo>
                    <a:pt x="178856" y="410"/>
                  </a:lnTo>
                  <a:lnTo>
                    <a:pt x="173564" y="12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944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781287" y="4213821"/>
              <a:ext cx="6414" cy="167167"/>
            </a:xfrm>
            <a:custGeom>
              <a:avLst/>
              <a:pathLst>
                <a:path w="6414" h="167167">
                  <a:moveTo>
                    <a:pt x="6414" y="1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61" y="4659281"/>
              <a:ext cx="167163" cy="193088"/>
            </a:xfrm>
            <a:custGeom>
              <a:avLst/>
              <a:pathLst>
                <a:path w="167163" h="193088">
                  <a:moveTo>
                    <a:pt x="167163" y="0"/>
                  </a:moveTo>
                  <a:lnTo>
                    <a:pt x="161718" y="88"/>
                  </a:lnTo>
                  <a:lnTo>
                    <a:pt x="156279" y="354"/>
                  </a:lnTo>
                  <a:lnTo>
                    <a:pt x="150852" y="797"/>
                  </a:lnTo>
                  <a:lnTo>
                    <a:pt x="145442" y="1417"/>
                  </a:lnTo>
                  <a:lnTo>
                    <a:pt x="140055" y="2212"/>
                  </a:lnTo>
                  <a:lnTo>
                    <a:pt x="134697" y="3182"/>
                  </a:lnTo>
                  <a:lnTo>
                    <a:pt x="129374" y="4327"/>
                  </a:lnTo>
                  <a:lnTo>
                    <a:pt x="124090" y="5644"/>
                  </a:lnTo>
                  <a:lnTo>
                    <a:pt x="118852" y="7132"/>
                  </a:lnTo>
                  <a:lnTo>
                    <a:pt x="113666" y="8791"/>
                  </a:lnTo>
                  <a:lnTo>
                    <a:pt x="108536" y="10617"/>
                  </a:lnTo>
                  <a:lnTo>
                    <a:pt x="103468" y="12610"/>
                  </a:lnTo>
                  <a:lnTo>
                    <a:pt x="98468" y="14766"/>
                  </a:lnTo>
                  <a:lnTo>
                    <a:pt x="93541" y="17084"/>
                  </a:lnTo>
                  <a:lnTo>
                    <a:pt x="88692" y="19562"/>
                  </a:lnTo>
                  <a:lnTo>
                    <a:pt x="83926" y="22196"/>
                  </a:lnTo>
                  <a:lnTo>
                    <a:pt x="79249" y="24984"/>
                  </a:lnTo>
                  <a:lnTo>
                    <a:pt x="74664" y="27922"/>
                  </a:lnTo>
                  <a:lnTo>
                    <a:pt x="70178" y="31009"/>
                  </a:lnTo>
                  <a:lnTo>
                    <a:pt x="65795" y="34240"/>
                  </a:lnTo>
                  <a:lnTo>
                    <a:pt x="61520" y="37612"/>
                  </a:lnTo>
                  <a:lnTo>
                    <a:pt x="57356" y="41121"/>
                  </a:lnTo>
                  <a:lnTo>
                    <a:pt x="53309" y="44765"/>
                  </a:lnTo>
                  <a:lnTo>
                    <a:pt x="49383" y="48538"/>
                  </a:lnTo>
                  <a:lnTo>
                    <a:pt x="45582" y="52437"/>
                  </a:lnTo>
                  <a:lnTo>
                    <a:pt x="41910" y="56457"/>
                  </a:lnTo>
                  <a:lnTo>
                    <a:pt x="38370" y="60595"/>
                  </a:lnTo>
                  <a:lnTo>
                    <a:pt x="34968" y="64847"/>
                  </a:lnTo>
                  <a:lnTo>
                    <a:pt x="31705" y="69206"/>
                  </a:lnTo>
                  <a:lnTo>
                    <a:pt x="28587" y="73670"/>
                  </a:lnTo>
                  <a:lnTo>
                    <a:pt x="25615" y="78233"/>
                  </a:lnTo>
                  <a:lnTo>
                    <a:pt x="22794" y="82890"/>
                  </a:lnTo>
                  <a:lnTo>
                    <a:pt x="20125" y="87637"/>
                  </a:lnTo>
                  <a:lnTo>
                    <a:pt x="17613" y="92468"/>
                  </a:lnTo>
                  <a:lnTo>
                    <a:pt x="15260" y="97379"/>
                  </a:lnTo>
                  <a:lnTo>
                    <a:pt x="13067" y="102363"/>
                  </a:lnTo>
                  <a:lnTo>
                    <a:pt x="11038" y="107416"/>
                  </a:lnTo>
                  <a:lnTo>
                    <a:pt x="9175" y="112533"/>
                  </a:lnTo>
                  <a:lnTo>
                    <a:pt x="7480" y="117707"/>
                  </a:lnTo>
                  <a:lnTo>
                    <a:pt x="5953" y="122934"/>
                  </a:lnTo>
                  <a:lnTo>
                    <a:pt x="4598" y="128208"/>
                  </a:lnTo>
                  <a:lnTo>
                    <a:pt x="3416" y="133524"/>
                  </a:lnTo>
                  <a:lnTo>
                    <a:pt x="2407" y="138874"/>
                  </a:lnTo>
                  <a:lnTo>
                    <a:pt x="1573" y="144256"/>
                  </a:lnTo>
                  <a:lnTo>
                    <a:pt x="914" y="149661"/>
                  </a:lnTo>
                  <a:lnTo>
                    <a:pt x="432" y="155085"/>
                  </a:lnTo>
                  <a:lnTo>
                    <a:pt x="127" y="160521"/>
                  </a:lnTo>
                  <a:lnTo>
                    <a:pt x="0" y="165965"/>
                  </a:lnTo>
                  <a:lnTo>
                    <a:pt x="49" y="171410"/>
                  </a:lnTo>
                  <a:lnTo>
                    <a:pt x="276" y="176851"/>
                  </a:lnTo>
                  <a:lnTo>
                    <a:pt x="680" y="182281"/>
                  </a:lnTo>
                  <a:lnTo>
                    <a:pt x="1260" y="187695"/>
                  </a:lnTo>
                  <a:lnTo>
                    <a:pt x="2017" y="19308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21379" y="4826449"/>
              <a:ext cx="165145" cy="25920"/>
            </a:xfrm>
            <a:custGeom>
              <a:avLst/>
              <a:pathLst>
                <a:path w="165145" h="25920">
                  <a:moveTo>
                    <a:pt x="0" y="25920"/>
                  </a:moveTo>
                  <a:lnTo>
                    <a:pt x="1651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21379" y="4826449"/>
              <a:ext cx="165145" cy="49586"/>
            </a:xfrm>
            <a:custGeom>
              <a:avLst/>
              <a:pathLst>
                <a:path w="165145" h="49586">
                  <a:moveTo>
                    <a:pt x="0" y="25920"/>
                  </a:moveTo>
                  <a:lnTo>
                    <a:pt x="1450" y="33895"/>
                  </a:lnTo>
                  <a:lnTo>
                    <a:pt x="3285" y="41789"/>
                  </a:lnTo>
                  <a:lnTo>
                    <a:pt x="5501" y="49586"/>
                  </a:lnTo>
                  <a:lnTo>
                    <a:pt x="16514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926881" y="4659281"/>
              <a:ext cx="326790" cy="334334"/>
            </a:xfrm>
            <a:custGeom>
              <a:avLst/>
              <a:pathLst>
                <a:path w="326790" h="334334">
                  <a:moveTo>
                    <a:pt x="0" y="216753"/>
                  </a:moveTo>
                  <a:lnTo>
                    <a:pt x="1653" y="221794"/>
                  </a:lnTo>
                  <a:lnTo>
                    <a:pt x="3466" y="226780"/>
                  </a:lnTo>
                  <a:lnTo>
                    <a:pt x="5436" y="231705"/>
                  </a:lnTo>
                  <a:lnTo>
                    <a:pt x="7562" y="236566"/>
                  </a:lnTo>
                  <a:lnTo>
                    <a:pt x="9840" y="241356"/>
                  </a:lnTo>
                  <a:lnTo>
                    <a:pt x="12270" y="246072"/>
                  </a:lnTo>
                  <a:lnTo>
                    <a:pt x="14848" y="250709"/>
                  </a:lnTo>
                  <a:lnTo>
                    <a:pt x="17571" y="255261"/>
                  </a:lnTo>
                  <a:lnTo>
                    <a:pt x="20438" y="259724"/>
                  </a:lnTo>
                  <a:lnTo>
                    <a:pt x="23445" y="264095"/>
                  </a:lnTo>
                  <a:lnTo>
                    <a:pt x="26589" y="268368"/>
                  </a:lnTo>
                  <a:lnTo>
                    <a:pt x="29867" y="272538"/>
                  </a:lnTo>
                  <a:lnTo>
                    <a:pt x="33276" y="276603"/>
                  </a:lnTo>
                  <a:lnTo>
                    <a:pt x="36812" y="280558"/>
                  </a:lnTo>
                  <a:lnTo>
                    <a:pt x="40472" y="284398"/>
                  </a:lnTo>
                  <a:lnTo>
                    <a:pt x="44252" y="288120"/>
                  </a:lnTo>
                  <a:lnTo>
                    <a:pt x="48148" y="291721"/>
                  </a:lnTo>
                  <a:lnTo>
                    <a:pt x="52156" y="295196"/>
                  </a:lnTo>
                  <a:lnTo>
                    <a:pt x="56272" y="298542"/>
                  </a:lnTo>
                  <a:lnTo>
                    <a:pt x="60493" y="301756"/>
                  </a:lnTo>
                  <a:lnTo>
                    <a:pt x="64814" y="304834"/>
                  </a:lnTo>
                  <a:lnTo>
                    <a:pt x="69229" y="307774"/>
                  </a:lnTo>
                  <a:lnTo>
                    <a:pt x="73736" y="310572"/>
                  </a:lnTo>
                  <a:lnTo>
                    <a:pt x="78330" y="313225"/>
                  </a:lnTo>
                  <a:lnTo>
                    <a:pt x="83005" y="315732"/>
                  </a:lnTo>
                  <a:lnTo>
                    <a:pt x="87758" y="318089"/>
                  </a:lnTo>
                  <a:lnTo>
                    <a:pt x="92583" y="320294"/>
                  </a:lnTo>
                  <a:lnTo>
                    <a:pt x="97475" y="322345"/>
                  </a:lnTo>
                  <a:lnTo>
                    <a:pt x="102431" y="324239"/>
                  </a:lnTo>
                  <a:lnTo>
                    <a:pt x="107443" y="325975"/>
                  </a:lnTo>
                  <a:lnTo>
                    <a:pt x="112509" y="327552"/>
                  </a:lnTo>
                  <a:lnTo>
                    <a:pt x="117621" y="328967"/>
                  </a:lnTo>
                  <a:lnTo>
                    <a:pt x="122776" y="330218"/>
                  </a:lnTo>
                  <a:lnTo>
                    <a:pt x="127969" y="331306"/>
                  </a:lnTo>
                  <a:lnTo>
                    <a:pt x="133193" y="332229"/>
                  </a:lnTo>
                  <a:lnTo>
                    <a:pt x="138443" y="332985"/>
                  </a:lnTo>
                  <a:lnTo>
                    <a:pt x="143716" y="333574"/>
                  </a:lnTo>
                  <a:lnTo>
                    <a:pt x="149004" y="333995"/>
                  </a:lnTo>
                  <a:lnTo>
                    <a:pt x="154303" y="334249"/>
                  </a:lnTo>
                  <a:lnTo>
                    <a:pt x="159607" y="334334"/>
                  </a:lnTo>
                  <a:lnTo>
                    <a:pt x="164911" y="334251"/>
                  </a:lnTo>
                  <a:lnTo>
                    <a:pt x="170210" y="334000"/>
                  </a:lnTo>
                  <a:lnTo>
                    <a:pt x="175498" y="333581"/>
                  </a:lnTo>
                  <a:lnTo>
                    <a:pt x="180771" y="332994"/>
                  </a:lnTo>
                  <a:lnTo>
                    <a:pt x="186022" y="332240"/>
                  </a:lnTo>
                  <a:lnTo>
                    <a:pt x="191246" y="331320"/>
                  </a:lnTo>
                  <a:lnTo>
                    <a:pt x="196439" y="330235"/>
                  </a:lnTo>
                  <a:lnTo>
                    <a:pt x="201595" y="328985"/>
                  </a:lnTo>
                  <a:lnTo>
                    <a:pt x="206708" y="327572"/>
                  </a:lnTo>
                  <a:lnTo>
                    <a:pt x="211774" y="325998"/>
                  </a:lnTo>
                  <a:lnTo>
                    <a:pt x="216787" y="324264"/>
                  </a:lnTo>
                  <a:lnTo>
                    <a:pt x="221743" y="322372"/>
                  </a:lnTo>
                  <a:lnTo>
                    <a:pt x="226637" y="320323"/>
                  </a:lnTo>
                  <a:lnTo>
                    <a:pt x="231463" y="318120"/>
                  </a:lnTo>
                  <a:lnTo>
                    <a:pt x="236216" y="315765"/>
                  </a:lnTo>
                  <a:lnTo>
                    <a:pt x="240893" y="313261"/>
                  </a:lnTo>
                  <a:lnTo>
                    <a:pt x="245487" y="310609"/>
                  </a:lnTo>
                  <a:lnTo>
                    <a:pt x="249996" y="307813"/>
                  </a:lnTo>
                  <a:lnTo>
                    <a:pt x="254413" y="304876"/>
                  </a:lnTo>
                  <a:lnTo>
                    <a:pt x="258735" y="301799"/>
                  </a:lnTo>
                  <a:lnTo>
                    <a:pt x="262957" y="298587"/>
                  </a:lnTo>
                  <a:lnTo>
                    <a:pt x="267075" y="295243"/>
                  </a:lnTo>
                  <a:lnTo>
                    <a:pt x="271084" y="291770"/>
                  </a:lnTo>
                  <a:lnTo>
                    <a:pt x="274982" y="288171"/>
                  </a:lnTo>
                  <a:lnTo>
                    <a:pt x="278763" y="284450"/>
                  </a:lnTo>
                  <a:lnTo>
                    <a:pt x="282425" y="280611"/>
                  </a:lnTo>
                  <a:lnTo>
                    <a:pt x="285963" y="276658"/>
                  </a:lnTo>
                  <a:lnTo>
                    <a:pt x="289373" y="272595"/>
                  </a:lnTo>
                  <a:lnTo>
                    <a:pt x="292653" y="268426"/>
                  </a:lnTo>
                  <a:lnTo>
                    <a:pt x="295799" y="264154"/>
                  </a:lnTo>
                  <a:lnTo>
                    <a:pt x="298808" y="259785"/>
                  </a:lnTo>
                  <a:lnTo>
                    <a:pt x="301677" y="255323"/>
                  </a:lnTo>
                  <a:lnTo>
                    <a:pt x="304402" y="250772"/>
                  </a:lnTo>
                  <a:lnTo>
                    <a:pt x="306982" y="246136"/>
                  </a:lnTo>
                  <a:lnTo>
                    <a:pt x="309414" y="241422"/>
                  </a:lnTo>
                  <a:lnTo>
                    <a:pt x="311694" y="236632"/>
                  </a:lnTo>
                  <a:lnTo>
                    <a:pt x="313822" y="231772"/>
                  </a:lnTo>
                  <a:lnTo>
                    <a:pt x="315794" y="226848"/>
                  </a:lnTo>
                  <a:lnTo>
                    <a:pt x="317609" y="221863"/>
                  </a:lnTo>
                  <a:lnTo>
                    <a:pt x="319265" y="216823"/>
                  </a:lnTo>
                  <a:lnTo>
                    <a:pt x="320761" y="211733"/>
                  </a:lnTo>
                  <a:lnTo>
                    <a:pt x="322094" y="206599"/>
                  </a:lnTo>
                  <a:lnTo>
                    <a:pt x="323263" y="201424"/>
                  </a:lnTo>
                  <a:lnTo>
                    <a:pt x="324268" y="196215"/>
                  </a:lnTo>
                  <a:lnTo>
                    <a:pt x="325106" y="190977"/>
                  </a:lnTo>
                  <a:lnTo>
                    <a:pt x="325779" y="185715"/>
                  </a:lnTo>
                  <a:lnTo>
                    <a:pt x="326283" y="180434"/>
                  </a:lnTo>
                  <a:lnTo>
                    <a:pt x="326620" y="175140"/>
                  </a:lnTo>
                  <a:lnTo>
                    <a:pt x="326789" y="169838"/>
                  </a:lnTo>
                  <a:lnTo>
                    <a:pt x="326790" y="164533"/>
                  </a:lnTo>
                  <a:lnTo>
                    <a:pt x="326622" y="159230"/>
                  </a:lnTo>
                  <a:lnTo>
                    <a:pt x="326286" y="153936"/>
                  </a:lnTo>
                  <a:lnTo>
                    <a:pt x="325783" y="148655"/>
                  </a:lnTo>
                  <a:lnTo>
                    <a:pt x="325112" y="143393"/>
                  </a:lnTo>
                  <a:lnTo>
                    <a:pt x="324274" y="138155"/>
                  </a:lnTo>
                  <a:lnTo>
                    <a:pt x="323270" y="132945"/>
                  </a:lnTo>
                  <a:lnTo>
                    <a:pt x="322102" y="127771"/>
                  </a:lnTo>
                  <a:lnTo>
                    <a:pt x="320770" y="122636"/>
                  </a:lnTo>
                  <a:lnTo>
                    <a:pt x="319276" y="117546"/>
                  </a:lnTo>
                  <a:lnTo>
                    <a:pt x="317621" y="112505"/>
                  </a:lnTo>
                  <a:lnTo>
                    <a:pt x="315807" y="107520"/>
                  </a:lnTo>
                  <a:lnTo>
                    <a:pt x="313836" y="102595"/>
                  </a:lnTo>
                  <a:lnTo>
                    <a:pt x="311710" y="97735"/>
                  </a:lnTo>
                  <a:lnTo>
                    <a:pt x="309430" y="92945"/>
                  </a:lnTo>
                  <a:lnTo>
                    <a:pt x="306999" y="88230"/>
                  </a:lnTo>
                  <a:lnTo>
                    <a:pt x="304421" y="83594"/>
                  </a:lnTo>
                  <a:lnTo>
                    <a:pt x="301696" y="79042"/>
                  </a:lnTo>
                  <a:lnTo>
                    <a:pt x="298828" y="74579"/>
                  </a:lnTo>
                  <a:lnTo>
                    <a:pt x="295820" y="70209"/>
                  </a:lnTo>
                  <a:lnTo>
                    <a:pt x="292675" y="65937"/>
                  </a:lnTo>
                  <a:lnTo>
                    <a:pt x="289396" y="61767"/>
                  </a:lnTo>
                  <a:lnTo>
                    <a:pt x="285987" y="57703"/>
                  </a:lnTo>
                  <a:lnTo>
                    <a:pt x="282450" y="53749"/>
                  </a:lnTo>
                  <a:lnTo>
                    <a:pt x="278789" y="49910"/>
                  </a:lnTo>
                  <a:lnTo>
                    <a:pt x="275008" y="46188"/>
                  </a:lnTo>
                  <a:lnTo>
                    <a:pt x="271112" y="42589"/>
                  </a:lnTo>
                  <a:lnTo>
                    <a:pt x="267103" y="39114"/>
                  </a:lnTo>
                  <a:lnTo>
                    <a:pt x="262985" y="35769"/>
                  </a:lnTo>
                  <a:lnTo>
                    <a:pt x="258764" y="32556"/>
                  </a:lnTo>
                  <a:lnTo>
                    <a:pt x="254443" y="29479"/>
                  </a:lnTo>
                  <a:lnTo>
                    <a:pt x="250026" y="26540"/>
                  </a:lnTo>
                  <a:lnTo>
                    <a:pt x="245519" y="23743"/>
                  </a:lnTo>
                  <a:lnTo>
                    <a:pt x="240925" y="21091"/>
                  </a:lnTo>
                  <a:lnTo>
                    <a:pt x="236249" y="18585"/>
                  </a:lnTo>
                  <a:lnTo>
                    <a:pt x="231496" y="16229"/>
                  </a:lnTo>
                  <a:lnTo>
                    <a:pt x="226670" y="14025"/>
                  </a:lnTo>
                  <a:lnTo>
                    <a:pt x="221777" y="11976"/>
                  </a:lnTo>
                  <a:lnTo>
                    <a:pt x="216822" y="10082"/>
                  </a:lnTo>
                  <a:lnTo>
                    <a:pt x="211809" y="8347"/>
                  </a:lnTo>
                  <a:lnTo>
                    <a:pt x="206743" y="6772"/>
                  </a:lnTo>
                  <a:lnTo>
                    <a:pt x="201630" y="5358"/>
                  </a:lnTo>
                  <a:lnTo>
                    <a:pt x="196475" y="4107"/>
                  </a:lnTo>
                  <a:lnTo>
                    <a:pt x="191282" y="3021"/>
                  </a:lnTo>
                  <a:lnTo>
                    <a:pt x="186058" y="2100"/>
                  </a:lnTo>
                  <a:lnTo>
                    <a:pt x="180807" y="1345"/>
                  </a:lnTo>
                  <a:lnTo>
                    <a:pt x="175535" y="757"/>
                  </a:lnTo>
                  <a:lnTo>
                    <a:pt x="170246" y="336"/>
                  </a:lnTo>
                  <a:lnTo>
                    <a:pt x="164948" y="84"/>
                  </a:lnTo>
                  <a:lnTo>
                    <a:pt x="159643" y="0"/>
                  </a:lnTo>
                  <a:lnTo>
                    <a:pt x="1596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444" y="5018213"/>
              <a:ext cx="2276" cy="167167"/>
            </a:xfrm>
            <a:custGeom>
              <a:avLst/>
              <a:pathLst>
                <a:path w="2276" h="167167">
                  <a:moveTo>
                    <a:pt x="2276" y="0"/>
                  </a:moveTo>
                  <a:lnTo>
                    <a:pt x="0" y="15"/>
                  </a:lnTo>
                  <a:lnTo>
                    <a:pt x="227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6444" y="5018228"/>
              <a:ext cx="2276" cy="167151"/>
            </a:xfrm>
            <a:custGeom>
              <a:avLst/>
              <a:pathLst>
                <a:path w="2276" h="167151">
                  <a:moveTo>
                    <a:pt x="0" y="0"/>
                  </a:moveTo>
                  <a:lnTo>
                    <a:pt x="2276" y="1671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321554" y="5018228"/>
              <a:ext cx="334331" cy="334308"/>
            </a:xfrm>
            <a:custGeom>
              <a:avLst/>
              <a:pathLst>
                <a:path w="334331" h="334308">
                  <a:moveTo>
                    <a:pt x="164889" y="0"/>
                  </a:moveTo>
                  <a:lnTo>
                    <a:pt x="159591" y="156"/>
                  </a:lnTo>
                  <a:lnTo>
                    <a:pt x="154300" y="480"/>
                  </a:lnTo>
                  <a:lnTo>
                    <a:pt x="149023" y="971"/>
                  </a:lnTo>
                  <a:lnTo>
                    <a:pt x="143763" y="1630"/>
                  </a:lnTo>
                  <a:lnTo>
                    <a:pt x="138527" y="2455"/>
                  </a:lnTo>
                  <a:lnTo>
                    <a:pt x="133320" y="3446"/>
                  </a:lnTo>
                  <a:lnTo>
                    <a:pt x="128147" y="4602"/>
                  </a:lnTo>
                  <a:lnTo>
                    <a:pt x="123013" y="5920"/>
                  </a:lnTo>
                  <a:lnTo>
                    <a:pt x="117923" y="7401"/>
                  </a:lnTo>
                  <a:lnTo>
                    <a:pt x="112883" y="9043"/>
                  </a:lnTo>
                  <a:lnTo>
                    <a:pt x="107898" y="10843"/>
                  </a:lnTo>
                  <a:lnTo>
                    <a:pt x="102972" y="12801"/>
                  </a:lnTo>
                  <a:lnTo>
                    <a:pt x="98111" y="14914"/>
                  </a:lnTo>
                  <a:lnTo>
                    <a:pt x="93319" y="17180"/>
                  </a:lnTo>
                  <a:lnTo>
                    <a:pt x="88601" y="19596"/>
                  </a:lnTo>
                  <a:lnTo>
                    <a:pt x="83963" y="22161"/>
                  </a:lnTo>
                  <a:lnTo>
                    <a:pt x="79408" y="24872"/>
                  </a:lnTo>
                  <a:lnTo>
                    <a:pt x="74941" y="27726"/>
                  </a:lnTo>
                  <a:lnTo>
                    <a:pt x="70567" y="30720"/>
                  </a:lnTo>
                  <a:lnTo>
                    <a:pt x="66290" y="33851"/>
                  </a:lnTo>
                  <a:lnTo>
                    <a:pt x="62114" y="37116"/>
                  </a:lnTo>
                  <a:lnTo>
                    <a:pt x="58045" y="40512"/>
                  </a:lnTo>
                  <a:lnTo>
                    <a:pt x="54084" y="44036"/>
                  </a:lnTo>
                  <a:lnTo>
                    <a:pt x="50238" y="47683"/>
                  </a:lnTo>
                  <a:lnTo>
                    <a:pt x="46509" y="51450"/>
                  </a:lnTo>
                  <a:lnTo>
                    <a:pt x="42902" y="55333"/>
                  </a:lnTo>
                  <a:lnTo>
                    <a:pt x="39419" y="59329"/>
                  </a:lnTo>
                  <a:lnTo>
                    <a:pt x="36065" y="63434"/>
                  </a:lnTo>
                  <a:lnTo>
                    <a:pt x="32842" y="67642"/>
                  </a:lnTo>
                  <a:lnTo>
                    <a:pt x="29755" y="71951"/>
                  </a:lnTo>
                  <a:lnTo>
                    <a:pt x="26806" y="76355"/>
                  </a:lnTo>
                  <a:lnTo>
                    <a:pt x="23998" y="80851"/>
                  </a:lnTo>
                  <a:lnTo>
                    <a:pt x="21333" y="85433"/>
                  </a:lnTo>
                  <a:lnTo>
                    <a:pt x="18816" y="90098"/>
                  </a:lnTo>
                  <a:lnTo>
                    <a:pt x="16448" y="94840"/>
                  </a:lnTo>
                  <a:lnTo>
                    <a:pt x="14231" y="99655"/>
                  </a:lnTo>
                  <a:lnTo>
                    <a:pt x="12168" y="104537"/>
                  </a:lnTo>
                  <a:lnTo>
                    <a:pt x="10261" y="109483"/>
                  </a:lnTo>
                  <a:lnTo>
                    <a:pt x="8511" y="114487"/>
                  </a:lnTo>
                  <a:lnTo>
                    <a:pt x="6921" y="119543"/>
                  </a:lnTo>
                  <a:lnTo>
                    <a:pt x="5492" y="124648"/>
                  </a:lnTo>
                  <a:lnTo>
                    <a:pt x="4226" y="129795"/>
                  </a:lnTo>
                  <a:lnTo>
                    <a:pt x="3124" y="134979"/>
                  </a:lnTo>
                  <a:lnTo>
                    <a:pt x="2186" y="140196"/>
                  </a:lnTo>
                  <a:lnTo>
                    <a:pt x="1414" y="145441"/>
                  </a:lnTo>
                  <a:lnTo>
                    <a:pt x="809" y="150706"/>
                  </a:lnTo>
                  <a:lnTo>
                    <a:pt x="372" y="155989"/>
                  </a:lnTo>
                  <a:lnTo>
                    <a:pt x="102" y="161283"/>
                  </a:lnTo>
                  <a:lnTo>
                    <a:pt x="0" y="166582"/>
                  </a:lnTo>
                  <a:lnTo>
                    <a:pt x="65" y="171882"/>
                  </a:lnTo>
                  <a:lnTo>
                    <a:pt x="299" y="177178"/>
                  </a:lnTo>
                  <a:lnTo>
                    <a:pt x="701" y="182463"/>
                  </a:lnTo>
                  <a:lnTo>
                    <a:pt x="1270" y="187733"/>
                  </a:lnTo>
                  <a:lnTo>
                    <a:pt x="2006" y="192982"/>
                  </a:lnTo>
                  <a:lnTo>
                    <a:pt x="2908" y="198206"/>
                  </a:lnTo>
                  <a:lnTo>
                    <a:pt x="3975" y="203398"/>
                  </a:lnTo>
                  <a:lnTo>
                    <a:pt x="5207" y="208553"/>
                  </a:lnTo>
                  <a:lnTo>
                    <a:pt x="6601" y="213667"/>
                  </a:lnTo>
                  <a:lnTo>
                    <a:pt x="8156" y="218735"/>
                  </a:lnTo>
                  <a:lnTo>
                    <a:pt x="9872" y="223750"/>
                  </a:lnTo>
                  <a:lnTo>
                    <a:pt x="11745" y="228709"/>
                  </a:lnTo>
                  <a:lnTo>
                    <a:pt x="13775" y="233605"/>
                  </a:lnTo>
                  <a:lnTo>
                    <a:pt x="15959" y="238435"/>
                  </a:lnTo>
                  <a:lnTo>
                    <a:pt x="18295" y="243193"/>
                  </a:lnTo>
                  <a:lnTo>
                    <a:pt x="20780" y="247875"/>
                  </a:lnTo>
                  <a:lnTo>
                    <a:pt x="23413" y="252475"/>
                  </a:lnTo>
                  <a:lnTo>
                    <a:pt x="26191" y="256990"/>
                  </a:lnTo>
                  <a:lnTo>
                    <a:pt x="29110" y="261414"/>
                  </a:lnTo>
                  <a:lnTo>
                    <a:pt x="32168" y="265744"/>
                  </a:lnTo>
                  <a:lnTo>
                    <a:pt x="35361" y="269974"/>
                  </a:lnTo>
                  <a:lnTo>
                    <a:pt x="38688" y="274101"/>
                  </a:lnTo>
                  <a:lnTo>
                    <a:pt x="42143" y="278121"/>
                  </a:lnTo>
                  <a:lnTo>
                    <a:pt x="45724" y="282029"/>
                  </a:lnTo>
                  <a:lnTo>
                    <a:pt x="49427" y="285821"/>
                  </a:lnTo>
                  <a:lnTo>
                    <a:pt x="53249" y="289494"/>
                  </a:lnTo>
                  <a:lnTo>
                    <a:pt x="57185" y="293045"/>
                  </a:lnTo>
                  <a:lnTo>
                    <a:pt x="61231" y="296468"/>
                  </a:lnTo>
                  <a:lnTo>
                    <a:pt x="65385" y="299762"/>
                  </a:lnTo>
                  <a:lnTo>
                    <a:pt x="69640" y="302922"/>
                  </a:lnTo>
                  <a:lnTo>
                    <a:pt x="73994" y="305946"/>
                  </a:lnTo>
                  <a:lnTo>
                    <a:pt x="78441" y="308830"/>
                  </a:lnTo>
                  <a:lnTo>
                    <a:pt x="82977" y="311572"/>
                  </a:lnTo>
                  <a:lnTo>
                    <a:pt x="87598" y="314168"/>
                  </a:lnTo>
                  <a:lnTo>
                    <a:pt x="92299" y="316617"/>
                  </a:lnTo>
                  <a:lnTo>
                    <a:pt x="97076" y="318915"/>
                  </a:lnTo>
                  <a:lnTo>
                    <a:pt x="101923" y="321061"/>
                  </a:lnTo>
                  <a:lnTo>
                    <a:pt x="106835" y="323052"/>
                  </a:lnTo>
                  <a:lnTo>
                    <a:pt x="111808" y="324887"/>
                  </a:lnTo>
                  <a:lnTo>
                    <a:pt x="116837" y="326563"/>
                  </a:lnTo>
                  <a:lnTo>
                    <a:pt x="121916" y="328078"/>
                  </a:lnTo>
                  <a:lnTo>
                    <a:pt x="127041" y="329432"/>
                  </a:lnTo>
                  <a:lnTo>
                    <a:pt x="132206" y="330622"/>
                  </a:lnTo>
                  <a:lnTo>
                    <a:pt x="137406" y="331649"/>
                  </a:lnTo>
                  <a:lnTo>
                    <a:pt x="142637" y="332509"/>
                  </a:lnTo>
                  <a:lnTo>
                    <a:pt x="147892" y="333204"/>
                  </a:lnTo>
                  <a:lnTo>
                    <a:pt x="153166" y="333732"/>
                  </a:lnTo>
                  <a:lnTo>
                    <a:pt x="158454" y="334092"/>
                  </a:lnTo>
                  <a:lnTo>
                    <a:pt x="163751" y="334284"/>
                  </a:lnTo>
                  <a:lnTo>
                    <a:pt x="169052" y="334308"/>
                  </a:lnTo>
                  <a:lnTo>
                    <a:pt x="174350" y="334164"/>
                  </a:lnTo>
                  <a:lnTo>
                    <a:pt x="179642" y="333853"/>
                  </a:lnTo>
                  <a:lnTo>
                    <a:pt x="184921" y="333373"/>
                  </a:lnTo>
                  <a:lnTo>
                    <a:pt x="190182" y="332727"/>
                  </a:lnTo>
                  <a:lnTo>
                    <a:pt x="195420" y="331914"/>
                  </a:lnTo>
                  <a:lnTo>
                    <a:pt x="200629" y="330935"/>
                  </a:lnTo>
                  <a:lnTo>
                    <a:pt x="205805" y="329792"/>
                  </a:lnTo>
                  <a:lnTo>
                    <a:pt x="210942" y="328485"/>
                  </a:lnTo>
                  <a:lnTo>
                    <a:pt x="216035" y="327016"/>
                  </a:lnTo>
                  <a:lnTo>
                    <a:pt x="221079" y="325387"/>
                  </a:lnTo>
                  <a:lnTo>
                    <a:pt x="226068" y="323598"/>
                  </a:lnTo>
                  <a:lnTo>
                    <a:pt x="230999" y="321652"/>
                  </a:lnTo>
                  <a:lnTo>
                    <a:pt x="235865" y="319550"/>
                  </a:lnTo>
                  <a:lnTo>
                    <a:pt x="240662" y="317296"/>
                  </a:lnTo>
                  <a:lnTo>
                    <a:pt x="245386" y="314890"/>
                  </a:lnTo>
                  <a:lnTo>
                    <a:pt x="250030" y="312336"/>
                  </a:lnTo>
                  <a:lnTo>
                    <a:pt x="254592" y="309636"/>
                  </a:lnTo>
                  <a:lnTo>
                    <a:pt x="259065" y="306792"/>
                  </a:lnTo>
                  <a:lnTo>
                    <a:pt x="263446" y="303808"/>
                  </a:lnTo>
                  <a:lnTo>
                    <a:pt x="267730" y="300687"/>
                  </a:lnTo>
                  <a:lnTo>
                    <a:pt x="271913" y="297432"/>
                  </a:lnTo>
                  <a:lnTo>
                    <a:pt x="275991" y="294045"/>
                  </a:lnTo>
                  <a:lnTo>
                    <a:pt x="279959" y="290531"/>
                  </a:lnTo>
                  <a:lnTo>
                    <a:pt x="283814" y="286893"/>
                  </a:lnTo>
                  <a:lnTo>
                    <a:pt x="287552" y="283135"/>
                  </a:lnTo>
                  <a:lnTo>
                    <a:pt x="291169" y="279260"/>
                  </a:lnTo>
                  <a:lnTo>
                    <a:pt x="294661" y="275272"/>
                  </a:lnTo>
                  <a:lnTo>
                    <a:pt x="298025" y="271175"/>
                  </a:lnTo>
                  <a:lnTo>
                    <a:pt x="301257" y="266974"/>
                  </a:lnTo>
                  <a:lnTo>
                    <a:pt x="304354" y="262673"/>
                  </a:lnTo>
                  <a:lnTo>
                    <a:pt x="307314" y="258275"/>
                  </a:lnTo>
                  <a:lnTo>
                    <a:pt x="310132" y="253786"/>
                  </a:lnTo>
                  <a:lnTo>
                    <a:pt x="312807" y="249210"/>
                  </a:lnTo>
                  <a:lnTo>
                    <a:pt x="315335" y="244551"/>
                  </a:lnTo>
                  <a:lnTo>
                    <a:pt x="317715" y="239815"/>
                  </a:lnTo>
                  <a:lnTo>
                    <a:pt x="319943" y="235005"/>
                  </a:lnTo>
                  <a:lnTo>
                    <a:pt x="322017" y="230128"/>
                  </a:lnTo>
                  <a:lnTo>
                    <a:pt x="323936" y="225186"/>
                  </a:lnTo>
                  <a:lnTo>
                    <a:pt x="325697" y="220187"/>
                  </a:lnTo>
                  <a:lnTo>
                    <a:pt x="327299" y="215134"/>
                  </a:lnTo>
                  <a:lnTo>
                    <a:pt x="328740" y="210033"/>
                  </a:lnTo>
                  <a:lnTo>
                    <a:pt x="330018" y="204889"/>
                  </a:lnTo>
                  <a:lnTo>
                    <a:pt x="331133" y="199707"/>
                  </a:lnTo>
                  <a:lnTo>
                    <a:pt x="332082" y="194492"/>
                  </a:lnTo>
                  <a:lnTo>
                    <a:pt x="332866" y="189250"/>
                  </a:lnTo>
                  <a:lnTo>
                    <a:pt x="333484" y="183985"/>
                  </a:lnTo>
                  <a:lnTo>
                    <a:pt x="333934" y="178704"/>
                  </a:lnTo>
                  <a:lnTo>
                    <a:pt x="334216" y="173411"/>
                  </a:lnTo>
                  <a:lnTo>
                    <a:pt x="334331" y="168111"/>
                  </a:lnTo>
                  <a:lnTo>
                    <a:pt x="334277" y="162811"/>
                  </a:lnTo>
                  <a:lnTo>
                    <a:pt x="334055" y="157515"/>
                  </a:lnTo>
                  <a:lnTo>
                    <a:pt x="333666" y="152229"/>
                  </a:lnTo>
                  <a:lnTo>
                    <a:pt x="333109" y="146957"/>
                  </a:lnTo>
                  <a:lnTo>
                    <a:pt x="332386" y="141706"/>
                  </a:lnTo>
                  <a:lnTo>
                    <a:pt x="331496" y="136481"/>
                  </a:lnTo>
                  <a:lnTo>
                    <a:pt x="330441" y="131287"/>
                  </a:lnTo>
                  <a:lnTo>
                    <a:pt x="329222" y="126128"/>
                  </a:lnTo>
                  <a:lnTo>
                    <a:pt x="327840" y="121011"/>
                  </a:lnTo>
                  <a:lnTo>
                    <a:pt x="326296" y="115940"/>
                  </a:lnTo>
                  <a:lnTo>
                    <a:pt x="324592" y="110921"/>
                  </a:lnTo>
                  <a:lnTo>
                    <a:pt x="322730" y="105958"/>
                  </a:lnTo>
                  <a:lnTo>
                    <a:pt x="320712" y="101056"/>
                  </a:lnTo>
                  <a:lnTo>
                    <a:pt x="318539" y="96222"/>
                  </a:lnTo>
                  <a:lnTo>
                    <a:pt x="316215" y="91458"/>
                  </a:lnTo>
                  <a:lnTo>
                    <a:pt x="313740" y="86771"/>
                  </a:lnTo>
                  <a:lnTo>
                    <a:pt x="311118" y="82164"/>
                  </a:lnTo>
                  <a:lnTo>
                    <a:pt x="308351" y="77643"/>
                  </a:lnTo>
                  <a:lnTo>
                    <a:pt x="305442" y="73212"/>
                  </a:lnTo>
                  <a:lnTo>
                    <a:pt x="302394" y="68875"/>
                  </a:lnTo>
                  <a:lnTo>
                    <a:pt x="299210" y="64637"/>
                  </a:lnTo>
                  <a:lnTo>
                    <a:pt x="295894" y="60502"/>
                  </a:lnTo>
                  <a:lnTo>
                    <a:pt x="292448" y="56475"/>
                  </a:lnTo>
                  <a:lnTo>
                    <a:pt x="288876" y="52558"/>
                  </a:lnTo>
                  <a:lnTo>
                    <a:pt x="285182" y="48757"/>
                  </a:lnTo>
                  <a:lnTo>
                    <a:pt x="281369" y="45075"/>
                  </a:lnTo>
                  <a:lnTo>
                    <a:pt x="277441" y="41516"/>
                  </a:lnTo>
                  <a:lnTo>
                    <a:pt x="273402" y="38083"/>
                  </a:lnTo>
                  <a:lnTo>
                    <a:pt x="269257" y="34779"/>
                  </a:lnTo>
                  <a:lnTo>
                    <a:pt x="265009" y="31609"/>
                  </a:lnTo>
                  <a:lnTo>
                    <a:pt x="260662" y="28575"/>
                  </a:lnTo>
                  <a:lnTo>
                    <a:pt x="256222" y="25681"/>
                  </a:lnTo>
                  <a:lnTo>
                    <a:pt x="251692" y="22928"/>
                  </a:lnTo>
                  <a:lnTo>
                    <a:pt x="247077" y="20321"/>
                  </a:lnTo>
                  <a:lnTo>
                    <a:pt x="242382" y="17861"/>
                  </a:lnTo>
                  <a:lnTo>
                    <a:pt x="237611" y="15552"/>
                  </a:lnTo>
                  <a:lnTo>
                    <a:pt x="232769" y="13394"/>
                  </a:lnTo>
                  <a:lnTo>
                    <a:pt x="227861" y="11392"/>
                  </a:lnTo>
                  <a:lnTo>
                    <a:pt x="222892" y="9546"/>
                  </a:lnTo>
                  <a:lnTo>
                    <a:pt x="217868" y="7858"/>
                  </a:lnTo>
                  <a:lnTo>
                    <a:pt x="212792" y="6331"/>
                  </a:lnTo>
                  <a:lnTo>
                    <a:pt x="207670" y="4965"/>
                  </a:lnTo>
                  <a:lnTo>
                    <a:pt x="202508" y="3763"/>
                  </a:lnTo>
                  <a:lnTo>
                    <a:pt x="197310" y="2724"/>
                  </a:lnTo>
                  <a:lnTo>
                    <a:pt x="192082" y="1851"/>
                  </a:lnTo>
                  <a:lnTo>
                    <a:pt x="186828" y="1144"/>
                  </a:lnTo>
                  <a:lnTo>
                    <a:pt x="181555" y="604"/>
                  </a:lnTo>
                  <a:lnTo>
                    <a:pt x="176268" y="232"/>
                  </a:lnTo>
                  <a:lnTo>
                    <a:pt x="167166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488720" y="5018213"/>
              <a:ext cx="9101" cy="167167"/>
            </a:xfrm>
            <a:custGeom>
              <a:avLst/>
              <a:pathLst>
                <a:path w="9101" h="167167">
                  <a:moveTo>
                    <a:pt x="9101" y="2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7335" y="5269756"/>
              <a:ext cx="167166" cy="208790"/>
            </a:xfrm>
            <a:custGeom>
              <a:avLst/>
              <a:pathLst>
                <a:path w="167166" h="208790">
                  <a:moveTo>
                    <a:pt x="167166" y="0"/>
                  </a:moveTo>
                  <a:lnTo>
                    <a:pt x="161822" y="85"/>
                  </a:lnTo>
                  <a:lnTo>
                    <a:pt x="156483" y="341"/>
                  </a:lnTo>
                  <a:lnTo>
                    <a:pt x="151156" y="768"/>
                  </a:lnTo>
                  <a:lnTo>
                    <a:pt x="145845" y="1365"/>
                  </a:lnTo>
                  <a:lnTo>
                    <a:pt x="140555" y="2131"/>
                  </a:lnTo>
                  <a:lnTo>
                    <a:pt x="135293" y="3066"/>
                  </a:lnTo>
                  <a:lnTo>
                    <a:pt x="130064" y="4169"/>
                  </a:lnTo>
                  <a:lnTo>
                    <a:pt x="124872" y="5438"/>
                  </a:lnTo>
                  <a:lnTo>
                    <a:pt x="119724" y="6873"/>
                  </a:lnTo>
                  <a:lnTo>
                    <a:pt x="114624" y="8471"/>
                  </a:lnTo>
                  <a:lnTo>
                    <a:pt x="109578" y="10232"/>
                  </a:lnTo>
                  <a:lnTo>
                    <a:pt x="104590" y="12153"/>
                  </a:lnTo>
                  <a:lnTo>
                    <a:pt x="99667" y="14233"/>
                  </a:lnTo>
                  <a:lnTo>
                    <a:pt x="94813" y="16469"/>
                  </a:lnTo>
                  <a:lnTo>
                    <a:pt x="90032" y="18858"/>
                  </a:lnTo>
                  <a:lnTo>
                    <a:pt x="85331" y="21400"/>
                  </a:lnTo>
                  <a:lnTo>
                    <a:pt x="80713" y="24090"/>
                  </a:lnTo>
                  <a:lnTo>
                    <a:pt x="76183" y="26927"/>
                  </a:lnTo>
                  <a:lnTo>
                    <a:pt x="71747" y="29907"/>
                  </a:lnTo>
                  <a:lnTo>
                    <a:pt x="67408" y="33028"/>
                  </a:lnTo>
                  <a:lnTo>
                    <a:pt x="63171" y="36285"/>
                  </a:lnTo>
                  <a:lnTo>
                    <a:pt x="59040" y="39677"/>
                  </a:lnTo>
                  <a:lnTo>
                    <a:pt x="55020" y="43198"/>
                  </a:lnTo>
                  <a:lnTo>
                    <a:pt x="51114" y="46847"/>
                  </a:lnTo>
                  <a:lnTo>
                    <a:pt x="47327" y="50618"/>
                  </a:lnTo>
                  <a:lnTo>
                    <a:pt x="43663" y="54508"/>
                  </a:lnTo>
                  <a:lnTo>
                    <a:pt x="40124" y="58514"/>
                  </a:lnTo>
                  <a:lnTo>
                    <a:pt x="36716" y="62631"/>
                  </a:lnTo>
                  <a:lnTo>
                    <a:pt x="33441" y="66854"/>
                  </a:lnTo>
                  <a:lnTo>
                    <a:pt x="30302" y="71180"/>
                  </a:lnTo>
                  <a:lnTo>
                    <a:pt x="27304" y="75604"/>
                  </a:lnTo>
                  <a:lnTo>
                    <a:pt x="24448" y="80122"/>
                  </a:lnTo>
                  <a:lnTo>
                    <a:pt x="21739" y="84729"/>
                  </a:lnTo>
                  <a:lnTo>
                    <a:pt x="19178" y="89420"/>
                  </a:lnTo>
                  <a:lnTo>
                    <a:pt x="16768" y="94190"/>
                  </a:lnTo>
                  <a:lnTo>
                    <a:pt x="14512" y="99035"/>
                  </a:lnTo>
                  <a:lnTo>
                    <a:pt x="12412" y="103950"/>
                  </a:lnTo>
                  <a:lnTo>
                    <a:pt x="10470" y="108929"/>
                  </a:lnTo>
                  <a:lnTo>
                    <a:pt x="8689" y="113968"/>
                  </a:lnTo>
                  <a:lnTo>
                    <a:pt x="7069" y="119061"/>
                  </a:lnTo>
                  <a:lnTo>
                    <a:pt x="5613" y="124204"/>
                  </a:lnTo>
                  <a:lnTo>
                    <a:pt x="4322" y="129390"/>
                  </a:lnTo>
                  <a:lnTo>
                    <a:pt x="3198" y="134615"/>
                  </a:lnTo>
                  <a:lnTo>
                    <a:pt x="2241" y="139873"/>
                  </a:lnTo>
                  <a:lnTo>
                    <a:pt x="1453" y="145159"/>
                  </a:lnTo>
                  <a:lnTo>
                    <a:pt x="834" y="150468"/>
                  </a:lnTo>
                  <a:lnTo>
                    <a:pt x="385" y="155794"/>
                  </a:lnTo>
                  <a:lnTo>
                    <a:pt x="107" y="161131"/>
                  </a:lnTo>
                  <a:lnTo>
                    <a:pt x="0" y="166474"/>
                  </a:lnTo>
                  <a:lnTo>
                    <a:pt x="63" y="171819"/>
                  </a:lnTo>
                  <a:lnTo>
                    <a:pt x="297" y="177158"/>
                  </a:lnTo>
                  <a:lnTo>
                    <a:pt x="702" y="182487"/>
                  </a:lnTo>
                  <a:lnTo>
                    <a:pt x="1276" y="187801"/>
                  </a:lnTo>
                  <a:lnTo>
                    <a:pt x="2021" y="193093"/>
                  </a:lnTo>
                  <a:lnTo>
                    <a:pt x="2934" y="198359"/>
                  </a:lnTo>
                  <a:lnTo>
                    <a:pt x="4015" y="203593"/>
                  </a:lnTo>
                  <a:lnTo>
                    <a:pt x="5263" y="20879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802598" y="5269756"/>
              <a:ext cx="329062" cy="334321"/>
            </a:xfrm>
            <a:custGeom>
              <a:avLst/>
              <a:pathLst>
                <a:path w="329062" h="334321">
                  <a:moveTo>
                    <a:pt x="0" y="208790"/>
                  </a:moveTo>
                  <a:lnTo>
                    <a:pt x="1408" y="213927"/>
                  </a:lnTo>
                  <a:lnTo>
                    <a:pt x="2979" y="219016"/>
                  </a:lnTo>
                  <a:lnTo>
                    <a:pt x="4711" y="224052"/>
                  </a:lnTo>
                  <a:lnTo>
                    <a:pt x="6603" y="229031"/>
                  </a:lnTo>
                  <a:lnTo>
                    <a:pt x="8653" y="233947"/>
                  </a:lnTo>
                  <a:lnTo>
                    <a:pt x="10858" y="238795"/>
                  </a:lnTo>
                  <a:lnTo>
                    <a:pt x="13217" y="243571"/>
                  </a:lnTo>
                  <a:lnTo>
                    <a:pt x="15726" y="248269"/>
                  </a:lnTo>
                  <a:lnTo>
                    <a:pt x="18384" y="252884"/>
                  </a:lnTo>
                  <a:lnTo>
                    <a:pt x="21187" y="257413"/>
                  </a:lnTo>
                  <a:lnTo>
                    <a:pt x="24134" y="261850"/>
                  </a:lnTo>
                  <a:lnTo>
                    <a:pt x="27220" y="266191"/>
                  </a:lnTo>
                  <a:lnTo>
                    <a:pt x="30443" y="270431"/>
                  </a:lnTo>
                  <a:lnTo>
                    <a:pt x="33799" y="274566"/>
                  </a:lnTo>
                  <a:lnTo>
                    <a:pt x="37286" y="278593"/>
                  </a:lnTo>
                  <a:lnTo>
                    <a:pt x="40899" y="282506"/>
                  </a:lnTo>
                  <a:lnTo>
                    <a:pt x="44635" y="286302"/>
                  </a:lnTo>
                  <a:lnTo>
                    <a:pt x="48489" y="289978"/>
                  </a:lnTo>
                  <a:lnTo>
                    <a:pt x="52459" y="293528"/>
                  </a:lnTo>
                  <a:lnTo>
                    <a:pt x="56541" y="296951"/>
                  </a:lnTo>
                  <a:lnTo>
                    <a:pt x="60729" y="300242"/>
                  </a:lnTo>
                  <a:lnTo>
                    <a:pt x="65019" y="303397"/>
                  </a:lnTo>
                  <a:lnTo>
                    <a:pt x="69408" y="306414"/>
                  </a:lnTo>
                  <a:lnTo>
                    <a:pt x="73891" y="309290"/>
                  </a:lnTo>
                  <a:lnTo>
                    <a:pt x="78464" y="312022"/>
                  </a:lnTo>
                  <a:lnTo>
                    <a:pt x="83121" y="314606"/>
                  </a:lnTo>
                  <a:lnTo>
                    <a:pt x="87858" y="317041"/>
                  </a:lnTo>
                  <a:lnTo>
                    <a:pt x="92670" y="319324"/>
                  </a:lnTo>
                  <a:lnTo>
                    <a:pt x="97552" y="321452"/>
                  </a:lnTo>
                  <a:lnTo>
                    <a:pt x="102500" y="323424"/>
                  </a:lnTo>
                  <a:lnTo>
                    <a:pt x="107508" y="325237"/>
                  </a:lnTo>
                  <a:lnTo>
                    <a:pt x="112571" y="326890"/>
                  </a:lnTo>
                  <a:lnTo>
                    <a:pt x="117685" y="328380"/>
                  </a:lnTo>
                  <a:lnTo>
                    <a:pt x="122843" y="329707"/>
                  </a:lnTo>
                  <a:lnTo>
                    <a:pt x="128041" y="330869"/>
                  </a:lnTo>
                  <a:lnTo>
                    <a:pt x="133273" y="331865"/>
                  </a:lnTo>
                  <a:lnTo>
                    <a:pt x="138534" y="332693"/>
                  </a:lnTo>
                  <a:lnTo>
                    <a:pt x="143819" y="333353"/>
                  </a:lnTo>
                  <a:lnTo>
                    <a:pt x="149123" y="333845"/>
                  </a:lnTo>
                  <a:lnTo>
                    <a:pt x="154439" y="334168"/>
                  </a:lnTo>
                  <a:lnTo>
                    <a:pt x="159763" y="334321"/>
                  </a:lnTo>
                  <a:lnTo>
                    <a:pt x="165089" y="334304"/>
                  </a:lnTo>
                  <a:lnTo>
                    <a:pt x="170412" y="334118"/>
                  </a:lnTo>
                  <a:lnTo>
                    <a:pt x="175726" y="333762"/>
                  </a:lnTo>
                  <a:lnTo>
                    <a:pt x="181027" y="333237"/>
                  </a:lnTo>
                  <a:lnTo>
                    <a:pt x="186307" y="332543"/>
                  </a:lnTo>
                  <a:lnTo>
                    <a:pt x="191563" y="331682"/>
                  </a:lnTo>
                  <a:lnTo>
                    <a:pt x="196789" y="330653"/>
                  </a:lnTo>
                  <a:lnTo>
                    <a:pt x="201980" y="329459"/>
                  </a:lnTo>
                  <a:lnTo>
                    <a:pt x="207130" y="328100"/>
                  </a:lnTo>
                  <a:lnTo>
                    <a:pt x="212234" y="326577"/>
                  </a:lnTo>
                  <a:lnTo>
                    <a:pt x="217286" y="324893"/>
                  </a:lnTo>
                  <a:lnTo>
                    <a:pt x="222283" y="323049"/>
                  </a:lnTo>
                  <a:lnTo>
                    <a:pt x="227218" y="321046"/>
                  </a:lnTo>
                  <a:lnTo>
                    <a:pt x="232087" y="318887"/>
                  </a:lnTo>
                  <a:lnTo>
                    <a:pt x="236885" y="316574"/>
                  </a:lnTo>
                  <a:lnTo>
                    <a:pt x="241607" y="314110"/>
                  </a:lnTo>
                  <a:lnTo>
                    <a:pt x="246247" y="311496"/>
                  </a:lnTo>
                  <a:lnTo>
                    <a:pt x="250802" y="308736"/>
                  </a:lnTo>
                  <a:lnTo>
                    <a:pt x="255267" y="305832"/>
                  </a:lnTo>
                  <a:lnTo>
                    <a:pt x="259637" y="302787"/>
                  </a:lnTo>
                  <a:lnTo>
                    <a:pt x="263908" y="299605"/>
                  </a:lnTo>
                  <a:lnTo>
                    <a:pt x="268076" y="296288"/>
                  </a:lnTo>
                  <a:lnTo>
                    <a:pt x="272135" y="292840"/>
                  </a:lnTo>
                  <a:lnTo>
                    <a:pt x="276083" y="289264"/>
                  </a:lnTo>
                  <a:lnTo>
                    <a:pt x="279914" y="285565"/>
                  </a:lnTo>
                  <a:lnTo>
                    <a:pt x="283626" y="281745"/>
                  </a:lnTo>
                  <a:lnTo>
                    <a:pt x="287215" y="277809"/>
                  </a:lnTo>
                  <a:lnTo>
                    <a:pt x="290676" y="273761"/>
                  </a:lnTo>
                  <a:lnTo>
                    <a:pt x="294006" y="269605"/>
                  </a:lnTo>
                  <a:lnTo>
                    <a:pt x="297203" y="265344"/>
                  </a:lnTo>
                  <a:lnTo>
                    <a:pt x="300262" y="260984"/>
                  </a:lnTo>
                  <a:lnTo>
                    <a:pt x="303180" y="256529"/>
                  </a:lnTo>
                  <a:lnTo>
                    <a:pt x="305955" y="251983"/>
                  </a:lnTo>
                  <a:lnTo>
                    <a:pt x="308584" y="247350"/>
                  </a:lnTo>
                  <a:lnTo>
                    <a:pt x="311064" y="242637"/>
                  </a:lnTo>
                  <a:lnTo>
                    <a:pt x="313393" y="237847"/>
                  </a:lnTo>
                  <a:lnTo>
                    <a:pt x="315567" y="232985"/>
                  </a:lnTo>
                  <a:lnTo>
                    <a:pt x="317586" y="228056"/>
                  </a:lnTo>
                  <a:lnTo>
                    <a:pt x="319447" y="223066"/>
                  </a:lnTo>
                  <a:lnTo>
                    <a:pt x="321148" y="218018"/>
                  </a:lnTo>
                  <a:lnTo>
                    <a:pt x="322687" y="212919"/>
                  </a:lnTo>
                  <a:lnTo>
                    <a:pt x="324063" y="207774"/>
                  </a:lnTo>
                  <a:lnTo>
                    <a:pt x="325274" y="202587"/>
                  </a:lnTo>
                  <a:lnTo>
                    <a:pt x="326319" y="197365"/>
                  </a:lnTo>
                  <a:lnTo>
                    <a:pt x="327198" y="192112"/>
                  </a:lnTo>
                  <a:lnTo>
                    <a:pt x="327909" y="186833"/>
                  </a:lnTo>
                  <a:lnTo>
                    <a:pt x="328451" y="181535"/>
                  </a:lnTo>
                  <a:lnTo>
                    <a:pt x="328824" y="176222"/>
                  </a:lnTo>
                  <a:lnTo>
                    <a:pt x="329028" y="170899"/>
                  </a:lnTo>
                  <a:lnTo>
                    <a:pt x="329062" y="165573"/>
                  </a:lnTo>
                  <a:lnTo>
                    <a:pt x="328926" y="160249"/>
                  </a:lnTo>
                  <a:lnTo>
                    <a:pt x="328621" y="154932"/>
                  </a:lnTo>
                  <a:lnTo>
                    <a:pt x="328147" y="149627"/>
                  </a:lnTo>
                  <a:lnTo>
                    <a:pt x="327504" y="144339"/>
                  </a:lnTo>
                  <a:lnTo>
                    <a:pt x="326692" y="139075"/>
                  </a:lnTo>
                  <a:lnTo>
                    <a:pt x="325714" y="133840"/>
                  </a:lnTo>
                  <a:lnTo>
                    <a:pt x="324569" y="128638"/>
                  </a:lnTo>
                  <a:lnTo>
                    <a:pt x="323259" y="123476"/>
                  </a:lnTo>
                  <a:lnTo>
                    <a:pt x="321785" y="118357"/>
                  </a:lnTo>
                  <a:lnTo>
                    <a:pt x="320149" y="113289"/>
                  </a:lnTo>
                  <a:lnTo>
                    <a:pt x="318352" y="108275"/>
                  </a:lnTo>
                  <a:lnTo>
                    <a:pt x="316397" y="103321"/>
                  </a:lnTo>
                  <a:lnTo>
                    <a:pt x="314285" y="98431"/>
                  </a:lnTo>
                  <a:lnTo>
                    <a:pt x="312017" y="93612"/>
                  </a:lnTo>
                  <a:lnTo>
                    <a:pt x="309598" y="88867"/>
                  </a:lnTo>
                  <a:lnTo>
                    <a:pt x="307029" y="84201"/>
                  </a:lnTo>
                  <a:lnTo>
                    <a:pt x="304312" y="79620"/>
                  </a:lnTo>
                  <a:lnTo>
                    <a:pt x="301451" y="75128"/>
                  </a:lnTo>
                  <a:lnTo>
                    <a:pt x="298448" y="70729"/>
                  </a:lnTo>
                  <a:lnTo>
                    <a:pt x="295306" y="66428"/>
                  </a:lnTo>
                  <a:lnTo>
                    <a:pt x="292029" y="62229"/>
                  </a:lnTo>
                  <a:lnTo>
                    <a:pt x="288620" y="58137"/>
                  </a:lnTo>
                  <a:lnTo>
                    <a:pt x="285082" y="54156"/>
                  </a:lnTo>
                  <a:lnTo>
                    <a:pt x="281420" y="50289"/>
                  </a:lnTo>
                  <a:lnTo>
                    <a:pt x="277636" y="46541"/>
                  </a:lnTo>
                  <a:lnTo>
                    <a:pt x="273734" y="42915"/>
                  </a:lnTo>
                  <a:lnTo>
                    <a:pt x="269719" y="39415"/>
                  </a:lnTo>
                  <a:lnTo>
                    <a:pt x="265595" y="36045"/>
                  </a:lnTo>
                  <a:lnTo>
                    <a:pt x="261365" y="32809"/>
                  </a:lnTo>
                  <a:lnTo>
                    <a:pt x="257034" y="29708"/>
                  </a:lnTo>
                  <a:lnTo>
                    <a:pt x="252607" y="26747"/>
                  </a:lnTo>
                  <a:lnTo>
                    <a:pt x="248087" y="23929"/>
                  </a:lnTo>
                  <a:lnTo>
                    <a:pt x="243480" y="21256"/>
                  </a:lnTo>
                  <a:lnTo>
                    <a:pt x="238791" y="18731"/>
                  </a:lnTo>
                  <a:lnTo>
                    <a:pt x="234023" y="16357"/>
                  </a:lnTo>
                  <a:lnTo>
                    <a:pt x="229182" y="14136"/>
                  </a:lnTo>
                  <a:lnTo>
                    <a:pt x="224273" y="12071"/>
                  </a:lnTo>
                  <a:lnTo>
                    <a:pt x="219300" y="10162"/>
                  </a:lnTo>
                  <a:lnTo>
                    <a:pt x="214269" y="8414"/>
                  </a:lnTo>
                  <a:lnTo>
                    <a:pt x="209185" y="6826"/>
                  </a:lnTo>
                  <a:lnTo>
                    <a:pt x="204053" y="5401"/>
                  </a:lnTo>
                  <a:lnTo>
                    <a:pt x="198878" y="4140"/>
                  </a:lnTo>
                  <a:lnTo>
                    <a:pt x="193666" y="3045"/>
                  </a:lnTo>
                  <a:lnTo>
                    <a:pt x="188422" y="2116"/>
                  </a:lnTo>
                  <a:lnTo>
                    <a:pt x="183150" y="1355"/>
                  </a:lnTo>
                  <a:lnTo>
                    <a:pt x="177857" y="763"/>
                  </a:lnTo>
                  <a:lnTo>
                    <a:pt x="172548" y="339"/>
                  </a:lnTo>
                  <a:lnTo>
                    <a:pt x="167228" y="84"/>
                  </a:lnTo>
                  <a:lnTo>
                    <a:pt x="161902" y="0"/>
                  </a:lnTo>
                  <a:lnTo>
                    <a:pt x="1619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0652" y="5399291"/>
              <a:ext cx="25562" cy="167167"/>
            </a:xfrm>
            <a:custGeom>
              <a:avLst/>
              <a:pathLst>
                <a:path w="25562" h="167167">
                  <a:moveTo>
                    <a:pt x="25562" y="0"/>
                  </a:moveTo>
                  <a:lnTo>
                    <a:pt x="17012" y="218"/>
                  </a:lnTo>
                  <a:lnTo>
                    <a:pt x="8483" y="874"/>
                  </a:lnTo>
                  <a:lnTo>
                    <a:pt x="0" y="1966"/>
                  </a:lnTo>
                  <a:lnTo>
                    <a:pt x="2556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0652" y="5401257"/>
              <a:ext cx="25562" cy="165201"/>
            </a:xfrm>
            <a:custGeom>
              <a:avLst/>
              <a:pathLst>
                <a:path w="25562" h="165201">
                  <a:moveTo>
                    <a:pt x="0" y="0"/>
                  </a:moveTo>
                  <a:lnTo>
                    <a:pt x="25562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0652" y="5401257"/>
              <a:ext cx="25562" cy="165201"/>
            </a:xfrm>
            <a:custGeom>
              <a:avLst/>
              <a:pathLst>
                <a:path w="25562" h="165201">
                  <a:moveTo>
                    <a:pt x="0" y="0"/>
                  </a:moveTo>
                  <a:lnTo>
                    <a:pt x="25562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0652" y="5401257"/>
              <a:ext cx="25562" cy="165201"/>
            </a:xfrm>
            <a:custGeom>
              <a:avLst/>
              <a:pathLst>
                <a:path w="25562" h="165201">
                  <a:moveTo>
                    <a:pt x="0" y="0"/>
                  </a:moveTo>
                  <a:lnTo>
                    <a:pt x="25562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0652" y="5401257"/>
              <a:ext cx="25562" cy="165201"/>
            </a:xfrm>
            <a:custGeom>
              <a:avLst/>
              <a:pathLst>
                <a:path w="25562" h="165201">
                  <a:moveTo>
                    <a:pt x="0" y="0"/>
                  </a:moveTo>
                  <a:lnTo>
                    <a:pt x="25562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0652" y="5401257"/>
              <a:ext cx="25562" cy="165201"/>
            </a:xfrm>
            <a:custGeom>
              <a:avLst/>
              <a:pathLst>
                <a:path w="25562" h="165201">
                  <a:moveTo>
                    <a:pt x="0" y="0"/>
                  </a:moveTo>
                  <a:lnTo>
                    <a:pt x="25562" y="1652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60652" y="5401257"/>
              <a:ext cx="25562" cy="165201"/>
            </a:xfrm>
            <a:custGeom>
              <a:avLst/>
              <a:pathLst>
                <a:path w="25562" h="165201">
                  <a:moveTo>
                    <a:pt x="0" y="0"/>
                  </a:moveTo>
                  <a:lnTo>
                    <a:pt x="25562" y="1652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319056" y="5399745"/>
              <a:ext cx="334323" cy="333876"/>
            </a:xfrm>
            <a:custGeom>
              <a:avLst/>
              <a:pathLst>
                <a:path w="334323" h="333876">
                  <a:moveTo>
                    <a:pt x="141596" y="1512"/>
                  </a:moveTo>
                  <a:lnTo>
                    <a:pt x="136372" y="2406"/>
                  </a:lnTo>
                  <a:lnTo>
                    <a:pt x="131179" y="3464"/>
                  </a:lnTo>
                  <a:lnTo>
                    <a:pt x="126022" y="4687"/>
                  </a:lnTo>
                  <a:lnTo>
                    <a:pt x="120906" y="6072"/>
                  </a:lnTo>
                  <a:lnTo>
                    <a:pt x="115837" y="7620"/>
                  </a:lnTo>
                  <a:lnTo>
                    <a:pt x="110819" y="9326"/>
                  </a:lnTo>
                  <a:lnTo>
                    <a:pt x="105858" y="11192"/>
                  </a:lnTo>
                  <a:lnTo>
                    <a:pt x="100958" y="13213"/>
                  </a:lnTo>
                  <a:lnTo>
                    <a:pt x="96125" y="15389"/>
                  </a:lnTo>
                  <a:lnTo>
                    <a:pt x="91364" y="17717"/>
                  </a:lnTo>
                  <a:lnTo>
                    <a:pt x="86679" y="20195"/>
                  </a:lnTo>
                  <a:lnTo>
                    <a:pt x="82074" y="22820"/>
                  </a:lnTo>
                  <a:lnTo>
                    <a:pt x="77555" y="25589"/>
                  </a:lnTo>
                  <a:lnTo>
                    <a:pt x="73126" y="28501"/>
                  </a:lnTo>
                  <a:lnTo>
                    <a:pt x="68792" y="31551"/>
                  </a:lnTo>
                  <a:lnTo>
                    <a:pt x="64557" y="34738"/>
                  </a:lnTo>
                  <a:lnTo>
                    <a:pt x="60424" y="38057"/>
                  </a:lnTo>
                  <a:lnTo>
                    <a:pt x="56399" y="41505"/>
                  </a:lnTo>
                  <a:lnTo>
                    <a:pt x="52486" y="45079"/>
                  </a:lnTo>
                  <a:lnTo>
                    <a:pt x="48687" y="48776"/>
                  </a:lnTo>
                  <a:lnTo>
                    <a:pt x="45008" y="52591"/>
                  </a:lnTo>
                  <a:lnTo>
                    <a:pt x="41452" y="56520"/>
                  </a:lnTo>
                  <a:lnTo>
                    <a:pt x="38022" y="60561"/>
                  </a:lnTo>
                  <a:lnTo>
                    <a:pt x="34721" y="64708"/>
                  </a:lnTo>
                  <a:lnTo>
                    <a:pt x="31554" y="68958"/>
                  </a:lnTo>
                  <a:lnTo>
                    <a:pt x="28523" y="73306"/>
                  </a:lnTo>
                  <a:lnTo>
                    <a:pt x="25632" y="77748"/>
                  </a:lnTo>
                  <a:lnTo>
                    <a:pt x="22883" y="82279"/>
                  </a:lnTo>
                  <a:lnTo>
                    <a:pt x="20278" y="86895"/>
                  </a:lnTo>
                  <a:lnTo>
                    <a:pt x="17822" y="91592"/>
                  </a:lnTo>
                  <a:lnTo>
                    <a:pt x="15516" y="96364"/>
                  </a:lnTo>
                  <a:lnTo>
                    <a:pt x="13362" y="101206"/>
                  </a:lnTo>
                  <a:lnTo>
                    <a:pt x="11362" y="106115"/>
                  </a:lnTo>
                  <a:lnTo>
                    <a:pt x="9519" y="111084"/>
                  </a:lnTo>
                  <a:lnTo>
                    <a:pt x="7835" y="116110"/>
                  </a:lnTo>
                  <a:lnTo>
                    <a:pt x="6311" y="121186"/>
                  </a:lnTo>
                  <a:lnTo>
                    <a:pt x="4949" y="126308"/>
                  </a:lnTo>
                  <a:lnTo>
                    <a:pt x="3749" y="131471"/>
                  </a:lnTo>
                  <a:lnTo>
                    <a:pt x="2714" y="136669"/>
                  </a:lnTo>
                  <a:lnTo>
                    <a:pt x="1844" y="141897"/>
                  </a:lnTo>
                  <a:lnTo>
                    <a:pt x="1141" y="147150"/>
                  </a:lnTo>
                  <a:lnTo>
                    <a:pt x="604" y="152423"/>
                  </a:lnTo>
                  <a:lnTo>
                    <a:pt x="235" y="157710"/>
                  </a:lnTo>
                  <a:lnTo>
                    <a:pt x="33" y="163007"/>
                  </a:lnTo>
                  <a:lnTo>
                    <a:pt x="0" y="168307"/>
                  </a:lnTo>
                  <a:lnTo>
                    <a:pt x="134" y="173605"/>
                  </a:lnTo>
                  <a:lnTo>
                    <a:pt x="436" y="178897"/>
                  </a:lnTo>
                  <a:lnTo>
                    <a:pt x="906" y="184176"/>
                  </a:lnTo>
                  <a:lnTo>
                    <a:pt x="1544" y="189438"/>
                  </a:lnTo>
                  <a:lnTo>
                    <a:pt x="2347" y="194676"/>
                  </a:lnTo>
                  <a:lnTo>
                    <a:pt x="3317" y="199887"/>
                  </a:lnTo>
                  <a:lnTo>
                    <a:pt x="4451" y="205064"/>
                  </a:lnTo>
                  <a:lnTo>
                    <a:pt x="5748" y="210203"/>
                  </a:lnTo>
                  <a:lnTo>
                    <a:pt x="7208" y="215298"/>
                  </a:lnTo>
                  <a:lnTo>
                    <a:pt x="8829" y="220345"/>
                  </a:lnTo>
                  <a:lnTo>
                    <a:pt x="10608" y="225337"/>
                  </a:lnTo>
                  <a:lnTo>
                    <a:pt x="12545" y="230271"/>
                  </a:lnTo>
                  <a:lnTo>
                    <a:pt x="14638" y="235140"/>
                  </a:lnTo>
                  <a:lnTo>
                    <a:pt x="16884" y="239941"/>
                  </a:lnTo>
                  <a:lnTo>
                    <a:pt x="19281" y="244668"/>
                  </a:lnTo>
                  <a:lnTo>
                    <a:pt x="21826" y="249317"/>
                  </a:lnTo>
                  <a:lnTo>
                    <a:pt x="24518" y="253883"/>
                  </a:lnTo>
                  <a:lnTo>
                    <a:pt x="27353" y="258361"/>
                  </a:lnTo>
                  <a:lnTo>
                    <a:pt x="30329" y="262747"/>
                  </a:lnTo>
                  <a:lnTo>
                    <a:pt x="33442" y="267036"/>
                  </a:lnTo>
                  <a:lnTo>
                    <a:pt x="36690" y="271225"/>
                  </a:lnTo>
                  <a:lnTo>
                    <a:pt x="40068" y="275308"/>
                  </a:lnTo>
                  <a:lnTo>
                    <a:pt x="43575" y="279283"/>
                  </a:lnTo>
                  <a:lnTo>
                    <a:pt x="47206" y="283144"/>
                  </a:lnTo>
                  <a:lnTo>
                    <a:pt x="50957" y="286888"/>
                  </a:lnTo>
                  <a:lnTo>
                    <a:pt x="54825" y="290512"/>
                  </a:lnTo>
                  <a:lnTo>
                    <a:pt x="58806" y="294010"/>
                  </a:lnTo>
                  <a:lnTo>
                    <a:pt x="62896" y="297381"/>
                  </a:lnTo>
                  <a:lnTo>
                    <a:pt x="67091" y="300621"/>
                  </a:lnTo>
                  <a:lnTo>
                    <a:pt x="71386" y="303726"/>
                  </a:lnTo>
                  <a:lnTo>
                    <a:pt x="75778" y="306693"/>
                  </a:lnTo>
                  <a:lnTo>
                    <a:pt x="80261" y="309520"/>
                  </a:lnTo>
                  <a:lnTo>
                    <a:pt x="84832" y="312203"/>
                  </a:lnTo>
                  <a:lnTo>
                    <a:pt x="89486" y="314740"/>
                  </a:lnTo>
                  <a:lnTo>
                    <a:pt x="94217" y="317128"/>
                  </a:lnTo>
                  <a:lnTo>
                    <a:pt x="99022" y="319365"/>
                  </a:lnTo>
                  <a:lnTo>
                    <a:pt x="103896" y="321448"/>
                  </a:lnTo>
                  <a:lnTo>
                    <a:pt x="108833" y="323376"/>
                  </a:lnTo>
                  <a:lnTo>
                    <a:pt x="113829" y="325146"/>
                  </a:lnTo>
                  <a:lnTo>
                    <a:pt x="118878" y="326757"/>
                  </a:lnTo>
                  <a:lnTo>
                    <a:pt x="123976" y="328207"/>
                  </a:lnTo>
                  <a:lnTo>
                    <a:pt x="129117" y="329495"/>
                  </a:lnTo>
                  <a:lnTo>
                    <a:pt x="134297" y="330619"/>
                  </a:lnTo>
                  <a:lnTo>
                    <a:pt x="139509" y="331578"/>
                  </a:lnTo>
                  <a:lnTo>
                    <a:pt x="144750" y="332372"/>
                  </a:lnTo>
                  <a:lnTo>
                    <a:pt x="150013" y="332999"/>
                  </a:lnTo>
                  <a:lnTo>
                    <a:pt x="155293" y="333459"/>
                  </a:lnTo>
                  <a:lnTo>
                    <a:pt x="160585" y="333752"/>
                  </a:lnTo>
                  <a:lnTo>
                    <a:pt x="165883" y="333876"/>
                  </a:lnTo>
                  <a:lnTo>
                    <a:pt x="171183" y="333833"/>
                  </a:lnTo>
                  <a:lnTo>
                    <a:pt x="176479" y="333621"/>
                  </a:lnTo>
                  <a:lnTo>
                    <a:pt x="181766" y="333242"/>
                  </a:lnTo>
                  <a:lnTo>
                    <a:pt x="187038" y="332695"/>
                  </a:lnTo>
                  <a:lnTo>
                    <a:pt x="192290" y="331981"/>
                  </a:lnTo>
                  <a:lnTo>
                    <a:pt x="197516" y="331102"/>
                  </a:lnTo>
                  <a:lnTo>
                    <a:pt x="202712" y="330057"/>
                  </a:lnTo>
                  <a:lnTo>
                    <a:pt x="207873" y="328847"/>
                  </a:lnTo>
                  <a:lnTo>
                    <a:pt x="212992" y="327475"/>
                  </a:lnTo>
                  <a:lnTo>
                    <a:pt x="218065" y="325942"/>
                  </a:lnTo>
                  <a:lnTo>
                    <a:pt x="223088" y="324248"/>
                  </a:lnTo>
                  <a:lnTo>
                    <a:pt x="228053" y="322395"/>
                  </a:lnTo>
                  <a:lnTo>
                    <a:pt x="232958" y="320387"/>
                  </a:lnTo>
                  <a:lnTo>
                    <a:pt x="237797" y="318224"/>
                  </a:lnTo>
                  <a:lnTo>
                    <a:pt x="242564" y="315908"/>
                  </a:lnTo>
                  <a:lnTo>
                    <a:pt x="247256" y="313443"/>
                  </a:lnTo>
                  <a:lnTo>
                    <a:pt x="251867" y="310830"/>
                  </a:lnTo>
                  <a:lnTo>
                    <a:pt x="256394" y="308072"/>
                  </a:lnTo>
                  <a:lnTo>
                    <a:pt x="260830" y="305172"/>
                  </a:lnTo>
                  <a:lnTo>
                    <a:pt x="265172" y="302133"/>
                  </a:lnTo>
                  <a:lnTo>
                    <a:pt x="269416" y="298958"/>
                  </a:lnTo>
                  <a:lnTo>
                    <a:pt x="273557" y="295650"/>
                  </a:lnTo>
                  <a:lnTo>
                    <a:pt x="277591" y="292212"/>
                  </a:lnTo>
                  <a:lnTo>
                    <a:pt x="281514" y="288648"/>
                  </a:lnTo>
                  <a:lnTo>
                    <a:pt x="285322" y="284961"/>
                  </a:lnTo>
                  <a:lnTo>
                    <a:pt x="289011" y="281156"/>
                  </a:lnTo>
                  <a:lnTo>
                    <a:pt x="292578" y="277236"/>
                  </a:lnTo>
                  <a:lnTo>
                    <a:pt x="296019" y="273204"/>
                  </a:lnTo>
                  <a:lnTo>
                    <a:pt x="299330" y="269066"/>
                  </a:lnTo>
                  <a:lnTo>
                    <a:pt x="302508" y="264824"/>
                  </a:lnTo>
                  <a:lnTo>
                    <a:pt x="305550" y="260484"/>
                  </a:lnTo>
                  <a:lnTo>
                    <a:pt x="308453" y="256050"/>
                  </a:lnTo>
                  <a:lnTo>
                    <a:pt x="311214" y="251526"/>
                  </a:lnTo>
                  <a:lnTo>
                    <a:pt x="313831" y="246916"/>
                  </a:lnTo>
                  <a:lnTo>
                    <a:pt x="316300" y="242226"/>
                  </a:lnTo>
                  <a:lnTo>
                    <a:pt x="318618" y="237460"/>
                  </a:lnTo>
                  <a:lnTo>
                    <a:pt x="320785" y="232623"/>
                  </a:lnTo>
                  <a:lnTo>
                    <a:pt x="322797" y="227720"/>
                  </a:lnTo>
                  <a:lnTo>
                    <a:pt x="324653" y="222755"/>
                  </a:lnTo>
                  <a:lnTo>
                    <a:pt x="326351" y="217734"/>
                  </a:lnTo>
                  <a:lnTo>
                    <a:pt x="327888" y="212662"/>
                  </a:lnTo>
                  <a:lnTo>
                    <a:pt x="329264" y="207544"/>
                  </a:lnTo>
                  <a:lnTo>
                    <a:pt x="330477" y="202384"/>
                  </a:lnTo>
                  <a:lnTo>
                    <a:pt x="331525" y="197189"/>
                  </a:lnTo>
                  <a:lnTo>
                    <a:pt x="332409" y="191963"/>
                  </a:lnTo>
                  <a:lnTo>
                    <a:pt x="333126" y="186712"/>
                  </a:lnTo>
                  <a:lnTo>
                    <a:pt x="333677" y="181440"/>
                  </a:lnTo>
                  <a:lnTo>
                    <a:pt x="334060" y="176154"/>
                  </a:lnTo>
                  <a:lnTo>
                    <a:pt x="334275" y="170858"/>
                  </a:lnTo>
                  <a:lnTo>
                    <a:pt x="334323" y="165558"/>
                  </a:lnTo>
                  <a:lnTo>
                    <a:pt x="334202" y="160259"/>
                  </a:lnTo>
                  <a:lnTo>
                    <a:pt x="333914" y="154967"/>
                  </a:lnTo>
                  <a:lnTo>
                    <a:pt x="333457" y="149687"/>
                  </a:lnTo>
                  <a:lnTo>
                    <a:pt x="332834" y="144423"/>
                  </a:lnTo>
                  <a:lnTo>
                    <a:pt x="332044" y="139182"/>
                  </a:lnTo>
                  <a:lnTo>
                    <a:pt x="331088" y="133969"/>
                  </a:lnTo>
                  <a:lnTo>
                    <a:pt x="329968" y="128789"/>
                  </a:lnTo>
                  <a:lnTo>
                    <a:pt x="328684" y="123647"/>
                  </a:lnTo>
                  <a:lnTo>
                    <a:pt x="327237" y="118548"/>
                  </a:lnTo>
                  <a:lnTo>
                    <a:pt x="325630" y="113497"/>
                  </a:lnTo>
                  <a:lnTo>
                    <a:pt x="323863" y="108500"/>
                  </a:lnTo>
                  <a:lnTo>
                    <a:pt x="321939" y="103562"/>
                  </a:lnTo>
                  <a:lnTo>
                    <a:pt x="319859" y="98687"/>
                  </a:lnTo>
                  <a:lnTo>
                    <a:pt x="317626" y="93880"/>
                  </a:lnTo>
                  <a:lnTo>
                    <a:pt x="315242" y="89147"/>
                  </a:lnTo>
                  <a:lnTo>
                    <a:pt x="312708" y="84491"/>
                  </a:lnTo>
                  <a:lnTo>
                    <a:pt x="310028" y="79918"/>
                  </a:lnTo>
                  <a:lnTo>
                    <a:pt x="307205" y="75433"/>
                  </a:lnTo>
                  <a:lnTo>
                    <a:pt x="304241" y="71039"/>
                  </a:lnTo>
                  <a:lnTo>
                    <a:pt x="301139" y="66742"/>
                  </a:lnTo>
                  <a:lnTo>
                    <a:pt x="297902" y="62544"/>
                  </a:lnTo>
                  <a:lnTo>
                    <a:pt x="294534" y="58452"/>
                  </a:lnTo>
                  <a:lnTo>
                    <a:pt x="291038" y="54468"/>
                  </a:lnTo>
                  <a:lnTo>
                    <a:pt x="287418" y="50598"/>
                  </a:lnTo>
                  <a:lnTo>
                    <a:pt x="283676" y="46844"/>
                  </a:lnTo>
                  <a:lnTo>
                    <a:pt x="279818" y="43210"/>
                  </a:lnTo>
                  <a:lnTo>
                    <a:pt x="275846" y="39701"/>
                  </a:lnTo>
                  <a:lnTo>
                    <a:pt x="271765" y="36319"/>
                  </a:lnTo>
                  <a:lnTo>
                    <a:pt x="267578" y="33069"/>
                  </a:lnTo>
                  <a:lnTo>
                    <a:pt x="263291" y="29952"/>
                  </a:lnTo>
                  <a:lnTo>
                    <a:pt x="258907" y="26974"/>
                  </a:lnTo>
                  <a:lnTo>
                    <a:pt x="254431" y="24135"/>
                  </a:lnTo>
                  <a:lnTo>
                    <a:pt x="249867" y="21440"/>
                  </a:lnTo>
                  <a:lnTo>
                    <a:pt x="245220" y="18891"/>
                  </a:lnTo>
                  <a:lnTo>
                    <a:pt x="240495" y="16491"/>
                  </a:lnTo>
                  <a:lnTo>
                    <a:pt x="235696" y="14242"/>
                  </a:lnTo>
                  <a:lnTo>
                    <a:pt x="230828" y="12146"/>
                  </a:lnTo>
                  <a:lnTo>
                    <a:pt x="225896" y="10205"/>
                  </a:lnTo>
                  <a:lnTo>
                    <a:pt x="220905" y="8421"/>
                  </a:lnTo>
                  <a:lnTo>
                    <a:pt x="215860" y="6797"/>
                  </a:lnTo>
                  <a:lnTo>
                    <a:pt x="210765" y="5334"/>
                  </a:lnTo>
                  <a:lnTo>
                    <a:pt x="205628" y="4032"/>
                  </a:lnTo>
                  <a:lnTo>
                    <a:pt x="200451" y="2895"/>
                  </a:lnTo>
                  <a:lnTo>
                    <a:pt x="195241" y="1922"/>
                  </a:lnTo>
                  <a:lnTo>
                    <a:pt x="190003" y="1114"/>
                  </a:lnTo>
                  <a:lnTo>
                    <a:pt x="184741" y="473"/>
                  </a:lnTo>
                  <a:lnTo>
                    <a:pt x="179463" y="0"/>
                  </a:lnTo>
                  <a:lnTo>
                    <a:pt x="167159" y="166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486215" y="5399291"/>
              <a:ext cx="12303" cy="167167"/>
            </a:xfrm>
            <a:custGeom>
              <a:avLst/>
              <a:pathLst>
                <a:path w="12303" h="167167">
                  <a:moveTo>
                    <a:pt x="12303" y="45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56378" y="5399291"/>
              <a:ext cx="167165" cy="301859"/>
            </a:xfrm>
            <a:custGeom>
              <a:avLst/>
              <a:pathLst>
                <a:path w="167165" h="301859">
                  <a:moveTo>
                    <a:pt x="167165" y="0"/>
                  </a:moveTo>
                  <a:lnTo>
                    <a:pt x="161792" y="86"/>
                  </a:lnTo>
                  <a:lnTo>
                    <a:pt x="156424" y="345"/>
                  </a:lnTo>
                  <a:lnTo>
                    <a:pt x="151067" y="776"/>
                  </a:lnTo>
                  <a:lnTo>
                    <a:pt x="145727" y="1380"/>
                  </a:lnTo>
                  <a:lnTo>
                    <a:pt x="140409" y="2155"/>
                  </a:lnTo>
                  <a:lnTo>
                    <a:pt x="135118" y="3100"/>
                  </a:lnTo>
                  <a:lnTo>
                    <a:pt x="129861" y="4215"/>
                  </a:lnTo>
                  <a:lnTo>
                    <a:pt x="124642" y="5498"/>
                  </a:lnTo>
                  <a:lnTo>
                    <a:pt x="119467" y="6949"/>
                  </a:lnTo>
                  <a:lnTo>
                    <a:pt x="114342" y="8565"/>
                  </a:lnTo>
                  <a:lnTo>
                    <a:pt x="109271" y="10345"/>
                  </a:lnTo>
                  <a:lnTo>
                    <a:pt x="104260" y="12287"/>
                  </a:lnTo>
                  <a:lnTo>
                    <a:pt x="99314" y="14389"/>
                  </a:lnTo>
                  <a:lnTo>
                    <a:pt x="94438" y="16649"/>
                  </a:lnTo>
                  <a:lnTo>
                    <a:pt x="89637" y="19064"/>
                  </a:lnTo>
                  <a:lnTo>
                    <a:pt x="84917" y="21633"/>
                  </a:lnTo>
                  <a:lnTo>
                    <a:pt x="80281" y="24352"/>
                  </a:lnTo>
                  <a:lnTo>
                    <a:pt x="75735" y="27219"/>
                  </a:lnTo>
                  <a:lnTo>
                    <a:pt x="71284" y="30230"/>
                  </a:lnTo>
                  <a:lnTo>
                    <a:pt x="66932" y="33383"/>
                  </a:lnTo>
                  <a:lnTo>
                    <a:pt x="62683" y="36674"/>
                  </a:lnTo>
                  <a:lnTo>
                    <a:pt x="58542" y="40100"/>
                  </a:lnTo>
                  <a:lnTo>
                    <a:pt x="54514" y="43657"/>
                  </a:lnTo>
                  <a:lnTo>
                    <a:pt x="50602" y="47342"/>
                  </a:lnTo>
                  <a:lnTo>
                    <a:pt x="46811" y="51151"/>
                  </a:lnTo>
                  <a:lnTo>
                    <a:pt x="43144" y="55080"/>
                  </a:lnTo>
                  <a:lnTo>
                    <a:pt x="39605" y="59124"/>
                  </a:lnTo>
                  <a:lnTo>
                    <a:pt x="36198" y="63280"/>
                  </a:lnTo>
                  <a:lnTo>
                    <a:pt x="32926" y="67544"/>
                  </a:lnTo>
                  <a:lnTo>
                    <a:pt x="29793" y="71910"/>
                  </a:lnTo>
                  <a:lnTo>
                    <a:pt x="26802" y="76375"/>
                  </a:lnTo>
                  <a:lnTo>
                    <a:pt x="23956" y="80934"/>
                  </a:lnTo>
                  <a:lnTo>
                    <a:pt x="21258" y="85582"/>
                  </a:lnTo>
                  <a:lnTo>
                    <a:pt x="18711" y="90314"/>
                  </a:lnTo>
                  <a:lnTo>
                    <a:pt x="16317" y="95126"/>
                  </a:lnTo>
                  <a:lnTo>
                    <a:pt x="14080" y="100012"/>
                  </a:lnTo>
                  <a:lnTo>
                    <a:pt x="12000" y="104968"/>
                  </a:lnTo>
                  <a:lnTo>
                    <a:pt x="10081" y="109988"/>
                  </a:lnTo>
                  <a:lnTo>
                    <a:pt x="8324" y="115067"/>
                  </a:lnTo>
                  <a:lnTo>
                    <a:pt x="6731" y="120199"/>
                  </a:lnTo>
                  <a:lnTo>
                    <a:pt x="5305" y="125381"/>
                  </a:lnTo>
                  <a:lnTo>
                    <a:pt x="4045" y="130605"/>
                  </a:lnTo>
                  <a:lnTo>
                    <a:pt x="2954" y="135868"/>
                  </a:lnTo>
                  <a:lnTo>
                    <a:pt x="2033" y="141162"/>
                  </a:lnTo>
                  <a:lnTo>
                    <a:pt x="1282" y="146484"/>
                  </a:lnTo>
                  <a:lnTo>
                    <a:pt x="703" y="151827"/>
                  </a:lnTo>
                  <a:lnTo>
                    <a:pt x="296" y="157186"/>
                  </a:lnTo>
                  <a:lnTo>
                    <a:pt x="61" y="162555"/>
                  </a:lnTo>
                  <a:lnTo>
                    <a:pt x="0" y="167928"/>
                  </a:lnTo>
                  <a:lnTo>
                    <a:pt x="110" y="173302"/>
                  </a:lnTo>
                  <a:lnTo>
                    <a:pt x="394" y="178668"/>
                  </a:lnTo>
                  <a:lnTo>
                    <a:pt x="850" y="184023"/>
                  </a:lnTo>
                  <a:lnTo>
                    <a:pt x="1478" y="189361"/>
                  </a:lnTo>
                  <a:lnTo>
                    <a:pt x="2277" y="194675"/>
                  </a:lnTo>
                  <a:lnTo>
                    <a:pt x="3246" y="199961"/>
                  </a:lnTo>
                  <a:lnTo>
                    <a:pt x="4385" y="205213"/>
                  </a:lnTo>
                  <a:lnTo>
                    <a:pt x="5692" y="210426"/>
                  </a:lnTo>
                  <a:lnTo>
                    <a:pt x="7166" y="215594"/>
                  </a:lnTo>
                  <a:lnTo>
                    <a:pt x="8805" y="220712"/>
                  </a:lnTo>
                  <a:lnTo>
                    <a:pt x="10608" y="225775"/>
                  </a:lnTo>
                  <a:lnTo>
                    <a:pt x="12573" y="230777"/>
                  </a:lnTo>
                  <a:lnTo>
                    <a:pt x="14698" y="235713"/>
                  </a:lnTo>
                  <a:lnTo>
                    <a:pt x="16980" y="240579"/>
                  </a:lnTo>
                  <a:lnTo>
                    <a:pt x="19417" y="245369"/>
                  </a:lnTo>
                  <a:lnTo>
                    <a:pt x="22007" y="250078"/>
                  </a:lnTo>
                  <a:lnTo>
                    <a:pt x="24748" y="254701"/>
                  </a:lnTo>
                  <a:lnTo>
                    <a:pt x="27635" y="259234"/>
                  </a:lnTo>
                  <a:lnTo>
                    <a:pt x="30666" y="263671"/>
                  </a:lnTo>
                  <a:lnTo>
                    <a:pt x="33839" y="268009"/>
                  </a:lnTo>
                  <a:lnTo>
                    <a:pt x="37149" y="272242"/>
                  </a:lnTo>
                  <a:lnTo>
                    <a:pt x="40594" y="276367"/>
                  </a:lnTo>
                  <a:lnTo>
                    <a:pt x="44170" y="280380"/>
                  </a:lnTo>
                  <a:lnTo>
                    <a:pt x="47873" y="284275"/>
                  </a:lnTo>
                  <a:lnTo>
                    <a:pt x="51699" y="288049"/>
                  </a:lnTo>
                  <a:lnTo>
                    <a:pt x="55644" y="291698"/>
                  </a:lnTo>
                  <a:lnTo>
                    <a:pt x="59705" y="295218"/>
                  </a:lnTo>
                  <a:lnTo>
                    <a:pt x="63876" y="298606"/>
                  </a:lnTo>
                  <a:lnTo>
                    <a:pt x="68155" y="30185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24533" y="5566459"/>
              <a:ext cx="99010" cy="134691"/>
            </a:xfrm>
            <a:custGeom>
              <a:avLst/>
              <a:pathLst>
                <a:path w="99010" h="134691">
                  <a:moveTo>
                    <a:pt x="0" y="134691"/>
                  </a:moveTo>
                  <a:lnTo>
                    <a:pt x="990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24533" y="5566459"/>
              <a:ext cx="99010" cy="134691"/>
            </a:xfrm>
            <a:custGeom>
              <a:avLst/>
              <a:pathLst>
                <a:path w="99010" h="134691">
                  <a:moveTo>
                    <a:pt x="0" y="134691"/>
                  </a:moveTo>
                  <a:lnTo>
                    <a:pt x="990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924533" y="5566459"/>
              <a:ext cx="99010" cy="134691"/>
            </a:xfrm>
            <a:custGeom>
              <a:avLst/>
              <a:pathLst>
                <a:path w="99010" h="134691">
                  <a:moveTo>
                    <a:pt x="0" y="134691"/>
                  </a:moveTo>
                  <a:lnTo>
                    <a:pt x="990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924533" y="5566459"/>
              <a:ext cx="99010" cy="134691"/>
            </a:xfrm>
            <a:custGeom>
              <a:avLst/>
              <a:pathLst>
                <a:path w="99010" h="134691">
                  <a:moveTo>
                    <a:pt x="0" y="134691"/>
                  </a:moveTo>
                  <a:lnTo>
                    <a:pt x="9901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924533" y="5566459"/>
              <a:ext cx="99010" cy="134691"/>
            </a:xfrm>
            <a:custGeom>
              <a:avLst/>
              <a:pathLst>
                <a:path w="99010" h="134691">
                  <a:moveTo>
                    <a:pt x="0" y="134691"/>
                  </a:moveTo>
                  <a:lnTo>
                    <a:pt x="9901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924533" y="5566459"/>
              <a:ext cx="164283" cy="167167"/>
            </a:xfrm>
            <a:custGeom>
              <a:avLst/>
              <a:pathLst>
                <a:path w="164283" h="167167">
                  <a:moveTo>
                    <a:pt x="0" y="134691"/>
                  </a:moveTo>
                  <a:lnTo>
                    <a:pt x="4551" y="137921"/>
                  </a:lnTo>
                  <a:lnTo>
                    <a:pt x="9208" y="140998"/>
                  </a:lnTo>
                  <a:lnTo>
                    <a:pt x="13964" y="143917"/>
                  </a:lnTo>
                  <a:lnTo>
                    <a:pt x="18816" y="146676"/>
                  </a:lnTo>
                  <a:lnTo>
                    <a:pt x="23757" y="149271"/>
                  </a:lnTo>
                  <a:lnTo>
                    <a:pt x="28782" y="151700"/>
                  </a:lnTo>
                  <a:lnTo>
                    <a:pt x="33885" y="153960"/>
                  </a:lnTo>
                  <a:lnTo>
                    <a:pt x="39061" y="156048"/>
                  </a:lnTo>
                  <a:lnTo>
                    <a:pt x="44303" y="157962"/>
                  </a:lnTo>
                  <a:lnTo>
                    <a:pt x="49607" y="159700"/>
                  </a:lnTo>
                  <a:lnTo>
                    <a:pt x="54965" y="161260"/>
                  </a:lnTo>
                  <a:lnTo>
                    <a:pt x="60373" y="162641"/>
                  </a:lnTo>
                  <a:lnTo>
                    <a:pt x="65824" y="163840"/>
                  </a:lnTo>
                  <a:lnTo>
                    <a:pt x="71312" y="164856"/>
                  </a:lnTo>
                  <a:lnTo>
                    <a:pt x="76830" y="165689"/>
                  </a:lnTo>
                  <a:lnTo>
                    <a:pt x="82374" y="166337"/>
                  </a:lnTo>
                  <a:lnTo>
                    <a:pt x="87936" y="166800"/>
                  </a:lnTo>
                  <a:lnTo>
                    <a:pt x="93510" y="167076"/>
                  </a:lnTo>
                  <a:lnTo>
                    <a:pt x="99090" y="167167"/>
                  </a:lnTo>
                  <a:lnTo>
                    <a:pt x="104670" y="167071"/>
                  </a:lnTo>
                  <a:lnTo>
                    <a:pt x="110244" y="166789"/>
                  </a:lnTo>
                  <a:lnTo>
                    <a:pt x="115806" y="166321"/>
                  </a:lnTo>
                  <a:lnTo>
                    <a:pt x="121349" y="165668"/>
                  </a:lnTo>
                  <a:lnTo>
                    <a:pt x="126866" y="164830"/>
                  </a:lnTo>
                  <a:lnTo>
                    <a:pt x="132353" y="163808"/>
                  </a:lnTo>
                  <a:lnTo>
                    <a:pt x="137803" y="162604"/>
                  </a:lnTo>
                  <a:lnTo>
                    <a:pt x="143209" y="161218"/>
                  </a:lnTo>
                  <a:lnTo>
                    <a:pt x="148566" y="159653"/>
                  </a:lnTo>
                  <a:lnTo>
                    <a:pt x="153868" y="157909"/>
                  </a:lnTo>
                  <a:lnTo>
                    <a:pt x="159109" y="155990"/>
                  </a:lnTo>
                  <a:lnTo>
                    <a:pt x="164283" y="153897"/>
                  </a:lnTo>
                  <a:lnTo>
                    <a:pt x="9901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023544" y="5399291"/>
              <a:ext cx="167160" cy="321064"/>
            </a:xfrm>
            <a:custGeom>
              <a:avLst/>
              <a:pathLst>
                <a:path w="167160" h="321064">
                  <a:moveTo>
                    <a:pt x="65272" y="321064"/>
                  </a:moveTo>
                  <a:lnTo>
                    <a:pt x="70142" y="318907"/>
                  </a:lnTo>
                  <a:lnTo>
                    <a:pt x="74941" y="316595"/>
                  </a:lnTo>
                  <a:lnTo>
                    <a:pt x="79664" y="314131"/>
                  </a:lnTo>
                  <a:lnTo>
                    <a:pt x="84306" y="311519"/>
                  </a:lnTo>
                  <a:lnTo>
                    <a:pt x="88862" y="308759"/>
                  </a:lnTo>
                  <a:lnTo>
                    <a:pt x="93328" y="305856"/>
                  </a:lnTo>
                  <a:lnTo>
                    <a:pt x="97699" y="302812"/>
                  </a:lnTo>
                  <a:lnTo>
                    <a:pt x="101972" y="299631"/>
                  </a:lnTo>
                  <a:lnTo>
                    <a:pt x="106140" y="296315"/>
                  </a:lnTo>
                  <a:lnTo>
                    <a:pt x="110201" y="292867"/>
                  </a:lnTo>
                  <a:lnTo>
                    <a:pt x="114150" y="289292"/>
                  </a:lnTo>
                  <a:lnTo>
                    <a:pt x="117983" y="285594"/>
                  </a:lnTo>
                  <a:lnTo>
                    <a:pt x="121696" y="281774"/>
                  </a:lnTo>
                  <a:lnTo>
                    <a:pt x="125286" y="277839"/>
                  </a:lnTo>
                  <a:lnTo>
                    <a:pt x="128748" y="273791"/>
                  </a:lnTo>
                  <a:lnTo>
                    <a:pt x="132080" y="269635"/>
                  </a:lnTo>
                  <a:lnTo>
                    <a:pt x="135278" y="265375"/>
                  </a:lnTo>
                  <a:lnTo>
                    <a:pt x="138338" y="261015"/>
                  </a:lnTo>
                  <a:lnTo>
                    <a:pt x="141258" y="256560"/>
                  </a:lnTo>
                  <a:lnTo>
                    <a:pt x="144034" y="252014"/>
                  </a:lnTo>
                  <a:lnTo>
                    <a:pt x="146664" y="247382"/>
                  </a:lnTo>
                  <a:lnTo>
                    <a:pt x="149145" y="242668"/>
                  </a:lnTo>
                  <a:lnTo>
                    <a:pt x="151475" y="237878"/>
                  </a:lnTo>
                  <a:lnTo>
                    <a:pt x="153651" y="233016"/>
                  </a:lnTo>
                  <a:lnTo>
                    <a:pt x="155671" y="228087"/>
                  </a:lnTo>
                  <a:lnTo>
                    <a:pt x="157533" y="223097"/>
                  </a:lnTo>
                  <a:lnTo>
                    <a:pt x="159235" y="218049"/>
                  </a:lnTo>
                  <a:lnTo>
                    <a:pt x="160775" y="212950"/>
                  </a:lnTo>
                  <a:lnTo>
                    <a:pt x="162152" y="207804"/>
                  </a:lnTo>
                  <a:lnTo>
                    <a:pt x="163365" y="202618"/>
                  </a:lnTo>
                  <a:lnTo>
                    <a:pt x="164411" y="197395"/>
                  </a:lnTo>
                  <a:lnTo>
                    <a:pt x="165291" y="192141"/>
                  </a:lnTo>
                  <a:lnTo>
                    <a:pt x="166003" y="186862"/>
                  </a:lnTo>
                  <a:lnTo>
                    <a:pt x="166546" y="181563"/>
                  </a:lnTo>
                  <a:lnTo>
                    <a:pt x="166920" y="176250"/>
                  </a:lnTo>
                  <a:lnTo>
                    <a:pt x="167125" y="170927"/>
                  </a:lnTo>
                  <a:lnTo>
                    <a:pt x="167160" y="165600"/>
                  </a:lnTo>
                  <a:lnTo>
                    <a:pt x="167025" y="160275"/>
                  </a:lnTo>
                  <a:lnTo>
                    <a:pt x="166720" y="154957"/>
                  </a:lnTo>
                  <a:lnTo>
                    <a:pt x="166247" y="149652"/>
                  </a:lnTo>
                  <a:lnTo>
                    <a:pt x="165604" y="144364"/>
                  </a:lnTo>
                  <a:lnTo>
                    <a:pt x="164794" y="139099"/>
                  </a:lnTo>
                  <a:lnTo>
                    <a:pt x="163816" y="133863"/>
                  </a:lnTo>
                  <a:lnTo>
                    <a:pt x="162672" y="128661"/>
                  </a:lnTo>
                  <a:lnTo>
                    <a:pt x="161362" y="123497"/>
                  </a:lnTo>
                  <a:lnTo>
                    <a:pt x="159889" y="118379"/>
                  </a:lnTo>
                  <a:lnTo>
                    <a:pt x="158253" y="113309"/>
                  </a:lnTo>
                  <a:lnTo>
                    <a:pt x="156457" y="108294"/>
                  </a:lnTo>
                  <a:lnTo>
                    <a:pt x="154502" y="103340"/>
                  </a:lnTo>
                  <a:lnTo>
                    <a:pt x="152390" y="98449"/>
                  </a:lnTo>
                  <a:lnTo>
                    <a:pt x="150123" y="93629"/>
                  </a:lnTo>
                  <a:lnTo>
                    <a:pt x="147704" y="88883"/>
                  </a:lnTo>
                  <a:lnTo>
                    <a:pt x="145135" y="84217"/>
                  </a:lnTo>
                  <a:lnTo>
                    <a:pt x="142418" y="79635"/>
                  </a:lnTo>
                  <a:lnTo>
                    <a:pt x="139557" y="75142"/>
                  </a:lnTo>
                  <a:lnTo>
                    <a:pt x="136555" y="70743"/>
                  </a:lnTo>
                  <a:lnTo>
                    <a:pt x="133413" y="66441"/>
                  </a:lnTo>
                  <a:lnTo>
                    <a:pt x="130136" y="62241"/>
                  </a:lnTo>
                  <a:lnTo>
                    <a:pt x="126727" y="58148"/>
                  </a:lnTo>
                  <a:lnTo>
                    <a:pt x="123189" y="54166"/>
                  </a:lnTo>
                  <a:lnTo>
                    <a:pt x="119527" y="50299"/>
                  </a:lnTo>
                  <a:lnTo>
                    <a:pt x="115743" y="46550"/>
                  </a:lnTo>
                  <a:lnTo>
                    <a:pt x="111841" y="42923"/>
                  </a:lnTo>
                  <a:lnTo>
                    <a:pt x="107826" y="39423"/>
                  </a:lnTo>
                  <a:lnTo>
                    <a:pt x="103701" y="36053"/>
                  </a:lnTo>
                  <a:lnTo>
                    <a:pt x="99471" y="32815"/>
                  </a:lnTo>
                  <a:lnTo>
                    <a:pt x="95140" y="29714"/>
                  </a:lnTo>
                  <a:lnTo>
                    <a:pt x="90712" y="26753"/>
                  </a:lnTo>
                  <a:lnTo>
                    <a:pt x="86193" y="23934"/>
                  </a:lnTo>
                  <a:lnTo>
                    <a:pt x="81585" y="21260"/>
                  </a:lnTo>
                  <a:lnTo>
                    <a:pt x="76895" y="18735"/>
                  </a:lnTo>
                  <a:lnTo>
                    <a:pt x="72127" y="16361"/>
                  </a:lnTo>
                  <a:lnTo>
                    <a:pt x="67286" y="14139"/>
                  </a:lnTo>
                  <a:lnTo>
                    <a:pt x="62376" y="12073"/>
                  </a:lnTo>
                  <a:lnTo>
                    <a:pt x="57403" y="10164"/>
                  </a:lnTo>
                  <a:lnTo>
                    <a:pt x="52372" y="8415"/>
                  </a:lnTo>
                  <a:lnTo>
                    <a:pt x="47287" y="6827"/>
                  </a:lnTo>
                  <a:lnTo>
                    <a:pt x="42155" y="5402"/>
                  </a:lnTo>
                  <a:lnTo>
                    <a:pt x="36980" y="4141"/>
                  </a:lnTo>
                  <a:lnTo>
                    <a:pt x="31767" y="3046"/>
                  </a:lnTo>
                  <a:lnTo>
                    <a:pt x="26522" y="2117"/>
                  </a:lnTo>
                  <a:lnTo>
                    <a:pt x="21250" y="1356"/>
                  </a:lnTo>
                  <a:lnTo>
                    <a:pt x="15956" y="763"/>
                  </a:lnTo>
                  <a:lnTo>
                    <a:pt x="10646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17448" y="5269756"/>
              <a:ext cx="127809" cy="167167"/>
            </a:xfrm>
            <a:custGeom>
              <a:avLst/>
              <a:pathLst>
                <a:path w="127809" h="167167">
                  <a:moveTo>
                    <a:pt x="127809" y="0"/>
                  </a:moveTo>
                  <a:lnTo>
                    <a:pt x="122214" y="93"/>
                  </a:lnTo>
                  <a:lnTo>
                    <a:pt x="116626" y="374"/>
                  </a:lnTo>
                  <a:lnTo>
                    <a:pt x="111049" y="842"/>
                  </a:lnTo>
                  <a:lnTo>
                    <a:pt x="105492" y="1496"/>
                  </a:lnTo>
                  <a:lnTo>
                    <a:pt x="99960" y="2336"/>
                  </a:lnTo>
                  <a:lnTo>
                    <a:pt x="94459" y="3360"/>
                  </a:lnTo>
                  <a:lnTo>
                    <a:pt x="88995" y="4568"/>
                  </a:lnTo>
                  <a:lnTo>
                    <a:pt x="83574" y="5958"/>
                  </a:lnTo>
                  <a:lnTo>
                    <a:pt x="78204" y="7529"/>
                  </a:lnTo>
                  <a:lnTo>
                    <a:pt x="72889" y="9279"/>
                  </a:lnTo>
                  <a:lnTo>
                    <a:pt x="67635" y="11205"/>
                  </a:lnTo>
                  <a:lnTo>
                    <a:pt x="62449" y="13307"/>
                  </a:lnTo>
                  <a:lnTo>
                    <a:pt x="57336" y="15580"/>
                  </a:lnTo>
                  <a:lnTo>
                    <a:pt x="52302" y="18024"/>
                  </a:lnTo>
                  <a:lnTo>
                    <a:pt x="47352" y="20635"/>
                  </a:lnTo>
                  <a:lnTo>
                    <a:pt x="42493" y="23410"/>
                  </a:lnTo>
                  <a:lnTo>
                    <a:pt x="37730" y="26346"/>
                  </a:lnTo>
                  <a:lnTo>
                    <a:pt x="33067" y="29440"/>
                  </a:lnTo>
                  <a:lnTo>
                    <a:pt x="28510" y="32688"/>
                  </a:lnTo>
                  <a:lnTo>
                    <a:pt x="24065" y="36086"/>
                  </a:lnTo>
                  <a:lnTo>
                    <a:pt x="19736" y="39632"/>
                  </a:lnTo>
                  <a:lnTo>
                    <a:pt x="15528" y="43321"/>
                  </a:lnTo>
                  <a:lnTo>
                    <a:pt x="11446" y="47148"/>
                  </a:lnTo>
                  <a:lnTo>
                    <a:pt x="7494" y="51110"/>
                  </a:lnTo>
                  <a:lnTo>
                    <a:pt x="3677" y="55202"/>
                  </a:lnTo>
                  <a:lnTo>
                    <a:pt x="0" y="59419"/>
                  </a:lnTo>
                  <a:lnTo>
                    <a:pt x="1278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417448" y="5329175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417448" y="5329175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417448" y="5329175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417448" y="5329175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86145" y="5329175"/>
              <a:ext cx="159113" cy="107747"/>
            </a:xfrm>
            <a:custGeom>
              <a:avLst/>
              <a:pathLst>
                <a:path w="159113" h="107747">
                  <a:moveTo>
                    <a:pt x="31303" y="0"/>
                  </a:moveTo>
                  <a:lnTo>
                    <a:pt x="27576" y="4583"/>
                  </a:lnTo>
                  <a:lnTo>
                    <a:pt x="24012" y="9295"/>
                  </a:lnTo>
                  <a:lnTo>
                    <a:pt x="20618" y="14130"/>
                  </a:lnTo>
                  <a:lnTo>
                    <a:pt x="17397" y="19082"/>
                  </a:lnTo>
                  <a:lnTo>
                    <a:pt x="14352" y="24145"/>
                  </a:lnTo>
                  <a:lnTo>
                    <a:pt x="11489" y="29312"/>
                  </a:lnTo>
                  <a:lnTo>
                    <a:pt x="8809" y="34577"/>
                  </a:lnTo>
                  <a:lnTo>
                    <a:pt x="6318" y="39933"/>
                  </a:lnTo>
                  <a:lnTo>
                    <a:pt x="4017" y="45375"/>
                  </a:lnTo>
                  <a:lnTo>
                    <a:pt x="1910" y="50894"/>
                  </a:lnTo>
                  <a:lnTo>
                    <a:pt x="0" y="56484"/>
                  </a:lnTo>
                  <a:lnTo>
                    <a:pt x="159113" y="107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378094" y="5269756"/>
              <a:ext cx="334318" cy="334331"/>
            </a:xfrm>
            <a:custGeom>
              <a:avLst/>
              <a:pathLst>
                <a:path w="334318" h="334331">
                  <a:moveTo>
                    <a:pt x="8051" y="115903"/>
                  </a:moveTo>
                  <a:lnTo>
                    <a:pt x="6501" y="120988"/>
                  </a:lnTo>
                  <a:lnTo>
                    <a:pt x="5114" y="126119"/>
                  </a:lnTo>
                  <a:lnTo>
                    <a:pt x="3891" y="131292"/>
                  </a:lnTo>
                  <a:lnTo>
                    <a:pt x="2833" y="136501"/>
                  </a:lnTo>
                  <a:lnTo>
                    <a:pt x="1941" y="141741"/>
                  </a:lnTo>
                  <a:lnTo>
                    <a:pt x="1216" y="147006"/>
                  </a:lnTo>
                  <a:lnTo>
                    <a:pt x="659" y="152292"/>
                  </a:lnTo>
                  <a:lnTo>
                    <a:pt x="271" y="157594"/>
                  </a:lnTo>
                  <a:lnTo>
                    <a:pt x="51" y="162904"/>
                  </a:lnTo>
                  <a:lnTo>
                    <a:pt x="0" y="168219"/>
                  </a:lnTo>
                  <a:lnTo>
                    <a:pt x="117" y="173533"/>
                  </a:lnTo>
                  <a:lnTo>
                    <a:pt x="404" y="178841"/>
                  </a:lnTo>
                  <a:lnTo>
                    <a:pt x="860" y="184137"/>
                  </a:lnTo>
                  <a:lnTo>
                    <a:pt x="1483" y="189416"/>
                  </a:lnTo>
                  <a:lnTo>
                    <a:pt x="2274" y="194672"/>
                  </a:lnTo>
                  <a:lnTo>
                    <a:pt x="3232" y="199900"/>
                  </a:lnTo>
                  <a:lnTo>
                    <a:pt x="4356" y="205095"/>
                  </a:lnTo>
                  <a:lnTo>
                    <a:pt x="5644" y="210252"/>
                  </a:lnTo>
                  <a:lnTo>
                    <a:pt x="7095" y="215366"/>
                  </a:lnTo>
                  <a:lnTo>
                    <a:pt x="8709" y="220430"/>
                  </a:lnTo>
                  <a:lnTo>
                    <a:pt x="10482" y="225441"/>
                  </a:lnTo>
                  <a:lnTo>
                    <a:pt x="12414" y="230393"/>
                  </a:lnTo>
                  <a:lnTo>
                    <a:pt x="14502" y="235281"/>
                  </a:lnTo>
                  <a:lnTo>
                    <a:pt x="16745" y="240100"/>
                  </a:lnTo>
                  <a:lnTo>
                    <a:pt x="19140" y="244845"/>
                  </a:lnTo>
                  <a:lnTo>
                    <a:pt x="21684" y="249512"/>
                  </a:lnTo>
                  <a:lnTo>
                    <a:pt x="24376" y="254095"/>
                  </a:lnTo>
                  <a:lnTo>
                    <a:pt x="27212" y="258591"/>
                  </a:lnTo>
                  <a:lnTo>
                    <a:pt x="30189" y="262994"/>
                  </a:lnTo>
                  <a:lnTo>
                    <a:pt x="33305" y="267301"/>
                  </a:lnTo>
                  <a:lnTo>
                    <a:pt x="36556" y="271506"/>
                  </a:lnTo>
                  <a:lnTo>
                    <a:pt x="39939" y="275605"/>
                  </a:lnTo>
                  <a:lnTo>
                    <a:pt x="43451" y="279595"/>
                  </a:lnTo>
                  <a:lnTo>
                    <a:pt x="47088" y="283472"/>
                  </a:lnTo>
                  <a:lnTo>
                    <a:pt x="50846" y="287230"/>
                  </a:lnTo>
                  <a:lnTo>
                    <a:pt x="54722" y="290868"/>
                  </a:lnTo>
                  <a:lnTo>
                    <a:pt x="58712" y="294380"/>
                  </a:lnTo>
                  <a:lnTo>
                    <a:pt x="62811" y="297764"/>
                  </a:lnTo>
                  <a:lnTo>
                    <a:pt x="67016" y="301015"/>
                  </a:lnTo>
                  <a:lnTo>
                    <a:pt x="71322" y="304132"/>
                  </a:lnTo>
                  <a:lnTo>
                    <a:pt x="75725" y="307109"/>
                  </a:lnTo>
                  <a:lnTo>
                    <a:pt x="80220" y="309946"/>
                  </a:lnTo>
                  <a:lnTo>
                    <a:pt x="84803" y="312638"/>
                  </a:lnTo>
                  <a:lnTo>
                    <a:pt x="89470" y="315183"/>
                  </a:lnTo>
                  <a:lnTo>
                    <a:pt x="94215" y="317578"/>
                  </a:lnTo>
                  <a:lnTo>
                    <a:pt x="99034" y="319821"/>
                  </a:lnTo>
                  <a:lnTo>
                    <a:pt x="103921" y="321910"/>
                  </a:lnTo>
                  <a:lnTo>
                    <a:pt x="108873" y="323842"/>
                  </a:lnTo>
                  <a:lnTo>
                    <a:pt x="113884" y="325616"/>
                  </a:lnTo>
                  <a:lnTo>
                    <a:pt x="118948" y="327230"/>
                  </a:lnTo>
                  <a:lnTo>
                    <a:pt x="124061" y="328682"/>
                  </a:lnTo>
                  <a:lnTo>
                    <a:pt x="129218" y="329971"/>
                  </a:lnTo>
                  <a:lnTo>
                    <a:pt x="134413" y="331095"/>
                  </a:lnTo>
                  <a:lnTo>
                    <a:pt x="139641" y="332053"/>
                  </a:lnTo>
                  <a:lnTo>
                    <a:pt x="144897" y="332845"/>
                  </a:lnTo>
                  <a:lnTo>
                    <a:pt x="150176" y="333469"/>
                  </a:lnTo>
                  <a:lnTo>
                    <a:pt x="155472" y="333925"/>
                  </a:lnTo>
                  <a:lnTo>
                    <a:pt x="160779" y="334212"/>
                  </a:lnTo>
                  <a:lnTo>
                    <a:pt x="166093" y="334331"/>
                  </a:lnTo>
                  <a:lnTo>
                    <a:pt x="171409" y="334280"/>
                  </a:lnTo>
                  <a:lnTo>
                    <a:pt x="176719" y="334061"/>
                  </a:lnTo>
                  <a:lnTo>
                    <a:pt x="182021" y="333673"/>
                  </a:lnTo>
                  <a:lnTo>
                    <a:pt x="187307" y="333116"/>
                  </a:lnTo>
                  <a:lnTo>
                    <a:pt x="192572" y="332392"/>
                  </a:lnTo>
                  <a:lnTo>
                    <a:pt x="197813" y="331501"/>
                  </a:lnTo>
                  <a:lnTo>
                    <a:pt x="203022" y="330443"/>
                  </a:lnTo>
                  <a:lnTo>
                    <a:pt x="208194" y="329221"/>
                  </a:lnTo>
                  <a:lnTo>
                    <a:pt x="213326" y="327834"/>
                  </a:lnTo>
                  <a:lnTo>
                    <a:pt x="218411" y="326285"/>
                  </a:lnTo>
                  <a:lnTo>
                    <a:pt x="223443" y="324576"/>
                  </a:lnTo>
                  <a:lnTo>
                    <a:pt x="228419" y="322707"/>
                  </a:lnTo>
                  <a:lnTo>
                    <a:pt x="233333" y="320681"/>
                  </a:lnTo>
                  <a:lnTo>
                    <a:pt x="238181" y="318499"/>
                  </a:lnTo>
                  <a:lnTo>
                    <a:pt x="242956" y="316165"/>
                  </a:lnTo>
                  <a:lnTo>
                    <a:pt x="247655" y="313680"/>
                  </a:lnTo>
                  <a:lnTo>
                    <a:pt x="252272" y="311047"/>
                  </a:lnTo>
                  <a:lnTo>
                    <a:pt x="256803" y="308269"/>
                  </a:lnTo>
                  <a:lnTo>
                    <a:pt x="261244" y="305347"/>
                  </a:lnTo>
                  <a:lnTo>
                    <a:pt x="265590" y="302286"/>
                  </a:lnTo>
                  <a:lnTo>
                    <a:pt x="269836" y="299089"/>
                  </a:lnTo>
                  <a:lnTo>
                    <a:pt x="273978" y="295758"/>
                  </a:lnTo>
                  <a:lnTo>
                    <a:pt x="278012" y="292297"/>
                  </a:lnTo>
                  <a:lnTo>
                    <a:pt x="281934" y="288710"/>
                  </a:lnTo>
                  <a:lnTo>
                    <a:pt x="285740" y="284999"/>
                  </a:lnTo>
                  <a:lnTo>
                    <a:pt x="289427" y="281170"/>
                  </a:lnTo>
                  <a:lnTo>
                    <a:pt x="292989" y="277225"/>
                  </a:lnTo>
                  <a:lnTo>
                    <a:pt x="296425" y="273169"/>
                  </a:lnTo>
                  <a:lnTo>
                    <a:pt x="299729" y="269006"/>
                  </a:lnTo>
                  <a:lnTo>
                    <a:pt x="302900" y="264740"/>
                  </a:lnTo>
                  <a:lnTo>
                    <a:pt x="305934" y="260375"/>
                  </a:lnTo>
                  <a:lnTo>
                    <a:pt x="308827" y="255916"/>
                  </a:lnTo>
                  <a:lnTo>
                    <a:pt x="311577" y="251368"/>
                  </a:lnTo>
                  <a:lnTo>
                    <a:pt x="314181" y="246734"/>
                  </a:lnTo>
                  <a:lnTo>
                    <a:pt x="316636" y="242020"/>
                  </a:lnTo>
                  <a:lnTo>
                    <a:pt x="318940" y="237230"/>
                  </a:lnTo>
                  <a:lnTo>
                    <a:pt x="321091" y="232369"/>
                  </a:lnTo>
                  <a:lnTo>
                    <a:pt x="323086" y="227442"/>
                  </a:lnTo>
                  <a:lnTo>
                    <a:pt x="324924" y="222455"/>
                  </a:lnTo>
                  <a:lnTo>
                    <a:pt x="326602" y="217411"/>
                  </a:lnTo>
                  <a:lnTo>
                    <a:pt x="328118" y="212317"/>
                  </a:lnTo>
                  <a:lnTo>
                    <a:pt x="329473" y="207177"/>
                  </a:lnTo>
                  <a:lnTo>
                    <a:pt x="330662" y="201996"/>
                  </a:lnTo>
                  <a:lnTo>
                    <a:pt x="331687" y="196781"/>
                  </a:lnTo>
                  <a:lnTo>
                    <a:pt x="332545" y="191535"/>
                  </a:lnTo>
                  <a:lnTo>
                    <a:pt x="333237" y="186265"/>
                  </a:lnTo>
                  <a:lnTo>
                    <a:pt x="333760" y="180975"/>
                  </a:lnTo>
                  <a:lnTo>
                    <a:pt x="334115" y="175672"/>
                  </a:lnTo>
                  <a:lnTo>
                    <a:pt x="334301" y="170360"/>
                  </a:lnTo>
                  <a:lnTo>
                    <a:pt x="334318" y="165044"/>
                  </a:lnTo>
                  <a:lnTo>
                    <a:pt x="334166" y="159731"/>
                  </a:lnTo>
                  <a:lnTo>
                    <a:pt x="333845" y="154425"/>
                  </a:lnTo>
                  <a:lnTo>
                    <a:pt x="333355" y="149133"/>
                  </a:lnTo>
                  <a:lnTo>
                    <a:pt x="332698" y="143858"/>
                  </a:lnTo>
                  <a:lnTo>
                    <a:pt x="331873" y="138607"/>
                  </a:lnTo>
                  <a:lnTo>
                    <a:pt x="330882" y="133385"/>
                  </a:lnTo>
                  <a:lnTo>
                    <a:pt x="329725" y="128197"/>
                  </a:lnTo>
                  <a:lnTo>
                    <a:pt x="328404" y="123049"/>
                  </a:lnTo>
                  <a:lnTo>
                    <a:pt x="326920" y="117945"/>
                  </a:lnTo>
                  <a:lnTo>
                    <a:pt x="325274" y="112890"/>
                  </a:lnTo>
                  <a:lnTo>
                    <a:pt x="323469" y="107891"/>
                  </a:lnTo>
                  <a:lnTo>
                    <a:pt x="321505" y="102952"/>
                  </a:lnTo>
                  <a:lnTo>
                    <a:pt x="319386" y="98077"/>
                  </a:lnTo>
                  <a:lnTo>
                    <a:pt x="317112" y="93273"/>
                  </a:lnTo>
                  <a:lnTo>
                    <a:pt x="314687" y="88543"/>
                  </a:lnTo>
                  <a:lnTo>
                    <a:pt x="312113" y="83892"/>
                  </a:lnTo>
                  <a:lnTo>
                    <a:pt x="309392" y="79326"/>
                  </a:lnTo>
                  <a:lnTo>
                    <a:pt x="306528" y="74849"/>
                  </a:lnTo>
                  <a:lnTo>
                    <a:pt x="303522" y="70465"/>
                  </a:lnTo>
                  <a:lnTo>
                    <a:pt x="300379" y="66178"/>
                  </a:lnTo>
                  <a:lnTo>
                    <a:pt x="297101" y="61994"/>
                  </a:lnTo>
                  <a:lnTo>
                    <a:pt x="293691" y="57916"/>
                  </a:lnTo>
                  <a:lnTo>
                    <a:pt x="290154" y="53949"/>
                  </a:lnTo>
                  <a:lnTo>
                    <a:pt x="286492" y="50096"/>
                  </a:lnTo>
                  <a:lnTo>
                    <a:pt x="282710" y="46361"/>
                  </a:lnTo>
                  <a:lnTo>
                    <a:pt x="278811" y="42749"/>
                  </a:lnTo>
                  <a:lnTo>
                    <a:pt x="274799" y="39262"/>
                  </a:lnTo>
                  <a:lnTo>
                    <a:pt x="270678" y="35905"/>
                  </a:lnTo>
                  <a:lnTo>
                    <a:pt x="266453" y="32680"/>
                  </a:lnTo>
                  <a:lnTo>
                    <a:pt x="262127" y="29592"/>
                  </a:lnTo>
                  <a:lnTo>
                    <a:pt x="257705" y="26642"/>
                  </a:lnTo>
                  <a:lnTo>
                    <a:pt x="253191" y="23835"/>
                  </a:lnTo>
                  <a:lnTo>
                    <a:pt x="248591" y="21172"/>
                  </a:lnTo>
                  <a:lnTo>
                    <a:pt x="243908" y="18657"/>
                  </a:lnTo>
                  <a:lnTo>
                    <a:pt x="239148" y="16292"/>
                  </a:lnTo>
                  <a:lnTo>
                    <a:pt x="234315" y="14080"/>
                  </a:lnTo>
                  <a:lnTo>
                    <a:pt x="229414" y="12022"/>
                  </a:lnTo>
                  <a:lnTo>
                    <a:pt x="224450" y="10122"/>
                  </a:lnTo>
                  <a:lnTo>
                    <a:pt x="219428" y="8380"/>
                  </a:lnTo>
                  <a:lnTo>
                    <a:pt x="214353" y="6798"/>
                  </a:lnTo>
                  <a:lnTo>
                    <a:pt x="209231" y="5379"/>
                  </a:lnTo>
                  <a:lnTo>
                    <a:pt x="204066" y="4124"/>
                  </a:lnTo>
                  <a:lnTo>
                    <a:pt x="198864" y="3033"/>
                  </a:lnTo>
                  <a:lnTo>
                    <a:pt x="193630" y="2108"/>
                  </a:lnTo>
                  <a:lnTo>
                    <a:pt x="188369" y="1350"/>
                  </a:lnTo>
                  <a:lnTo>
                    <a:pt x="183086" y="760"/>
                  </a:lnTo>
                  <a:lnTo>
                    <a:pt x="177788" y="337"/>
                  </a:lnTo>
                  <a:lnTo>
                    <a:pt x="172478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8906" y="5018213"/>
              <a:ext cx="162132" cy="167167"/>
            </a:xfrm>
            <a:custGeom>
              <a:avLst/>
              <a:pathLst>
                <a:path w="162132" h="167167">
                  <a:moveTo>
                    <a:pt x="162132" y="0"/>
                  </a:moveTo>
                  <a:lnTo>
                    <a:pt x="156731" y="87"/>
                  </a:lnTo>
                  <a:lnTo>
                    <a:pt x="151337" y="348"/>
                  </a:lnTo>
                  <a:lnTo>
                    <a:pt x="145953" y="784"/>
                  </a:lnTo>
                  <a:lnTo>
                    <a:pt x="140587" y="1394"/>
                  </a:lnTo>
                  <a:lnTo>
                    <a:pt x="135243" y="2176"/>
                  </a:lnTo>
                  <a:lnTo>
                    <a:pt x="129927" y="3131"/>
                  </a:lnTo>
                  <a:lnTo>
                    <a:pt x="124644" y="4257"/>
                  </a:lnTo>
                  <a:lnTo>
                    <a:pt x="119401" y="5553"/>
                  </a:lnTo>
                  <a:lnTo>
                    <a:pt x="114202" y="7018"/>
                  </a:lnTo>
                  <a:lnTo>
                    <a:pt x="109054" y="8650"/>
                  </a:lnTo>
                  <a:lnTo>
                    <a:pt x="103961" y="10447"/>
                  </a:lnTo>
                  <a:lnTo>
                    <a:pt x="98928" y="12408"/>
                  </a:lnTo>
                  <a:lnTo>
                    <a:pt x="93962" y="14531"/>
                  </a:lnTo>
                  <a:lnTo>
                    <a:pt x="89066" y="16813"/>
                  </a:lnTo>
                  <a:lnTo>
                    <a:pt x="84247" y="19251"/>
                  </a:lnTo>
                  <a:lnTo>
                    <a:pt x="79510" y="21845"/>
                  </a:lnTo>
                  <a:lnTo>
                    <a:pt x="74858" y="24590"/>
                  </a:lnTo>
                  <a:lnTo>
                    <a:pt x="70298" y="27483"/>
                  </a:lnTo>
                  <a:lnTo>
                    <a:pt x="65833" y="30523"/>
                  </a:lnTo>
                  <a:lnTo>
                    <a:pt x="61469" y="33705"/>
                  </a:lnTo>
                  <a:lnTo>
                    <a:pt x="57210" y="37027"/>
                  </a:lnTo>
                  <a:lnTo>
                    <a:pt x="53061" y="40484"/>
                  </a:lnTo>
                  <a:lnTo>
                    <a:pt x="49025" y="44074"/>
                  </a:lnTo>
                  <a:lnTo>
                    <a:pt x="45108" y="47792"/>
                  </a:lnTo>
                  <a:lnTo>
                    <a:pt x="41313" y="51635"/>
                  </a:lnTo>
                  <a:lnTo>
                    <a:pt x="37643" y="55598"/>
                  </a:lnTo>
                  <a:lnTo>
                    <a:pt x="34104" y="59678"/>
                  </a:lnTo>
                  <a:lnTo>
                    <a:pt x="30698" y="63870"/>
                  </a:lnTo>
                  <a:lnTo>
                    <a:pt x="27430" y="68170"/>
                  </a:lnTo>
                  <a:lnTo>
                    <a:pt x="24302" y="72573"/>
                  </a:lnTo>
                  <a:lnTo>
                    <a:pt x="21318" y="77075"/>
                  </a:lnTo>
                  <a:lnTo>
                    <a:pt x="18481" y="81671"/>
                  </a:lnTo>
                  <a:lnTo>
                    <a:pt x="15794" y="86356"/>
                  </a:lnTo>
                  <a:lnTo>
                    <a:pt x="13260" y="91126"/>
                  </a:lnTo>
                  <a:lnTo>
                    <a:pt x="10881" y="95975"/>
                  </a:lnTo>
                  <a:lnTo>
                    <a:pt x="8661" y="100898"/>
                  </a:lnTo>
                  <a:lnTo>
                    <a:pt x="6600" y="105890"/>
                  </a:lnTo>
                  <a:lnTo>
                    <a:pt x="4701" y="110947"/>
                  </a:lnTo>
                  <a:lnTo>
                    <a:pt x="2967" y="116062"/>
                  </a:lnTo>
                  <a:lnTo>
                    <a:pt x="1400" y="121230"/>
                  </a:lnTo>
                  <a:lnTo>
                    <a:pt x="0" y="126447"/>
                  </a:lnTo>
                  <a:lnTo>
                    <a:pt x="1621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8906" y="5144660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58906" y="5144660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58906" y="5144660"/>
              <a:ext cx="162132" cy="40720"/>
            </a:xfrm>
            <a:custGeom>
              <a:avLst/>
              <a:pathLst>
                <a:path w="162132" h="40720">
                  <a:moveTo>
                    <a:pt x="0" y="0"/>
                  </a:moveTo>
                  <a:lnTo>
                    <a:pt x="162132" y="407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53875" y="5144660"/>
              <a:ext cx="167163" cy="95712"/>
            </a:xfrm>
            <a:custGeom>
              <a:avLst/>
              <a:pathLst>
                <a:path w="167163" h="95712">
                  <a:moveTo>
                    <a:pt x="5031" y="0"/>
                  </a:moveTo>
                  <a:lnTo>
                    <a:pt x="3734" y="5566"/>
                  </a:lnTo>
                  <a:lnTo>
                    <a:pt x="2628" y="11173"/>
                  </a:lnTo>
                  <a:lnTo>
                    <a:pt x="1714" y="16815"/>
                  </a:lnTo>
                  <a:lnTo>
                    <a:pt x="993" y="22485"/>
                  </a:lnTo>
                  <a:lnTo>
                    <a:pt x="467" y="28177"/>
                  </a:lnTo>
                  <a:lnTo>
                    <a:pt x="136" y="33883"/>
                  </a:lnTo>
                  <a:lnTo>
                    <a:pt x="0" y="39597"/>
                  </a:lnTo>
                  <a:lnTo>
                    <a:pt x="59" y="45312"/>
                  </a:lnTo>
                  <a:lnTo>
                    <a:pt x="313" y="51022"/>
                  </a:lnTo>
                  <a:lnTo>
                    <a:pt x="763" y="56720"/>
                  </a:lnTo>
                  <a:lnTo>
                    <a:pt x="1407" y="62399"/>
                  </a:lnTo>
                  <a:lnTo>
                    <a:pt x="2245" y="68053"/>
                  </a:lnTo>
                  <a:lnTo>
                    <a:pt x="3276" y="73675"/>
                  </a:lnTo>
                  <a:lnTo>
                    <a:pt x="4499" y="79258"/>
                  </a:lnTo>
                  <a:lnTo>
                    <a:pt x="5911" y="84796"/>
                  </a:lnTo>
                  <a:lnTo>
                    <a:pt x="7512" y="90283"/>
                  </a:lnTo>
                  <a:lnTo>
                    <a:pt x="9300" y="95712"/>
                  </a:lnTo>
                  <a:lnTo>
                    <a:pt x="167163" y="407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863175" y="5018213"/>
              <a:ext cx="325011" cy="334334"/>
            </a:xfrm>
            <a:custGeom>
              <a:avLst/>
              <a:pathLst>
                <a:path w="325011" h="334334">
                  <a:moveTo>
                    <a:pt x="0" y="222159"/>
                  </a:moveTo>
                  <a:lnTo>
                    <a:pt x="1823" y="227138"/>
                  </a:lnTo>
                  <a:lnTo>
                    <a:pt x="3803" y="232056"/>
                  </a:lnTo>
                  <a:lnTo>
                    <a:pt x="5939" y="236909"/>
                  </a:lnTo>
                  <a:lnTo>
                    <a:pt x="8227" y="241692"/>
                  </a:lnTo>
                  <a:lnTo>
                    <a:pt x="10666" y="246400"/>
                  </a:lnTo>
                  <a:lnTo>
                    <a:pt x="13252" y="251028"/>
                  </a:lnTo>
                  <a:lnTo>
                    <a:pt x="15985" y="255572"/>
                  </a:lnTo>
                  <a:lnTo>
                    <a:pt x="18860" y="260027"/>
                  </a:lnTo>
                  <a:lnTo>
                    <a:pt x="21874" y="264389"/>
                  </a:lnTo>
                  <a:lnTo>
                    <a:pt x="25026" y="268653"/>
                  </a:lnTo>
                  <a:lnTo>
                    <a:pt x="28311" y="272814"/>
                  </a:lnTo>
                  <a:lnTo>
                    <a:pt x="31727" y="276870"/>
                  </a:lnTo>
                  <a:lnTo>
                    <a:pt x="35269" y="280815"/>
                  </a:lnTo>
                  <a:lnTo>
                    <a:pt x="38935" y="284645"/>
                  </a:lnTo>
                  <a:lnTo>
                    <a:pt x="42721" y="288358"/>
                  </a:lnTo>
                  <a:lnTo>
                    <a:pt x="46622" y="291948"/>
                  </a:lnTo>
                  <a:lnTo>
                    <a:pt x="50635" y="295414"/>
                  </a:lnTo>
                  <a:lnTo>
                    <a:pt x="54756" y="298750"/>
                  </a:lnTo>
                  <a:lnTo>
                    <a:pt x="58981" y="301953"/>
                  </a:lnTo>
                  <a:lnTo>
                    <a:pt x="63305" y="305021"/>
                  </a:lnTo>
                  <a:lnTo>
                    <a:pt x="67725" y="307951"/>
                  </a:lnTo>
                  <a:lnTo>
                    <a:pt x="72235" y="310739"/>
                  </a:lnTo>
                  <a:lnTo>
                    <a:pt x="76831" y="313382"/>
                  </a:lnTo>
                  <a:lnTo>
                    <a:pt x="81509" y="315878"/>
                  </a:lnTo>
                  <a:lnTo>
                    <a:pt x="86263" y="318225"/>
                  </a:lnTo>
                  <a:lnTo>
                    <a:pt x="91090" y="320419"/>
                  </a:lnTo>
                  <a:lnTo>
                    <a:pt x="95984" y="322460"/>
                  </a:lnTo>
                  <a:lnTo>
                    <a:pt x="100940" y="324344"/>
                  </a:lnTo>
                  <a:lnTo>
                    <a:pt x="105953" y="326070"/>
                  </a:lnTo>
                  <a:lnTo>
                    <a:pt x="111018" y="327637"/>
                  </a:lnTo>
                  <a:lnTo>
                    <a:pt x="116131" y="329042"/>
                  </a:lnTo>
                  <a:lnTo>
                    <a:pt x="121286" y="330284"/>
                  </a:lnTo>
                  <a:lnTo>
                    <a:pt x="126477" y="331362"/>
                  </a:lnTo>
                  <a:lnTo>
                    <a:pt x="131700" y="332274"/>
                  </a:lnTo>
                  <a:lnTo>
                    <a:pt x="136949" y="333021"/>
                  </a:lnTo>
                  <a:lnTo>
                    <a:pt x="142219" y="333601"/>
                  </a:lnTo>
                  <a:lnTo>
                    <a:pt x="147505" y="334013"/>
                  </a:lnTo>
                  <a:lnTo>
                    <a:pt x="152802" y="334258"/>
                  </a:lnTo>
                  <a:lnTo>
                    <a:pt x="158104" y="334334"/>
                  </a:lnTo>
                  <a:lnTo>
                    <a:pt x="163405" y="334242"/>
                  </a:lnTo>
                  <a:lnTo>
                    <a:pt x="168701" y="333983"/>
                  </a:lnTo>
                  <a:lnTo>
                    <a:pt x="173985" y="333555"/>
                  </a:lnTo>
                  <a:lnTo>
                    <a:pt x="179254" y="332960"/>
                  </a:lnTo>
                  <a:lnTo>
                    <a:pt x="184501" y="332198"/>
                  </a:lnTo>
                  <a:lnTo>
                    <a:pt x="189721" y="331271"/>
                  </a:lnTo>
                  <a:lnTo>
                    <a:pt x="194910" y="330178"/>
                  </a:lnTo>
                  <a:lnTo>
                    <a:pt x="200061" y="328921"/>
                  </a:lnTo>
                  <a:lnTo>
                    <a:pt x="205169" y="327501"/>
                  </a:lnTo>
                  <a:lnTo>
                    <a:pt x="210230" y="325920"/>
                  </a:lnTo>
                  <a:lnTo>
                    <a:pt x="215238" y="324180"/>
                  </a:lnTo>
                  <a:lnTo>
                    <a:pt x="220189" y="322281"/>
                  </a:lnTo>
                  <a:lnTo>
                    <a:pt x="225077" y="320226"/>
                  </a:lnTo>
                  <a:lnTo>
                    <a:pt x="229897" y="318018"/>
                  </a:lnTo>
                  <a:lnTo>
                    <a:pt x="234645" y="315658"/>
                  </a:lnTo>
                  <a:lnTo>
                    <a:pt x="239315" y="313148"/>
                  </a:lnTo>
                  <a:lnTo>
                    <a:pt x="243904" y="310491"/>
                  </a:lnTo>
                  <a:lnTo>
                    <a:pt x="248406" y="307691"/>
                  </a:lnTo>
                  <a:lnTo>
                    <a:pt x="252817" y="304748"/>
                  </a:lnTo>
                  <a:lnTo>
                    <a:pt x="257132" y="301668"/>
                  </a:lnTo>
                  <a:lnTo>
                    <a:pt x="261348" y="298452"/>
                  </a:lnTo>
                  <a:lnTo>
                    <a:pt x="265459" y="295104"/>
                  </a:lnTo>
                  <a:lnTo>
                    <a:pt x="269463" y="291628"/>
                  </a:lnTo>
                  <a:lnTo>
                    <a:pt x="273353" y="288026"/>
                  </a:lnTo>
                  <a:lnTo>
                    <a:pt x="277128" y="284302"/>
                  </a:lnTo>
                  <a:lnTo>
                    <a:pt x="280783" y="280461"/>
                  </a:lnTo>
                  <a:lnTo>
                    <a:pt x="284314" y="276506"/>
                  </a:lnTo>
                  <a:lnTo>
                    <a:pt x="287718" y="272441"/>
                  </a:lnTo>
                  <a:lnTo>
                    <a:pt x="290991" y="268270"/>
                  </a:lnTo>
                  <a:lnTo>
                    <a:pt x="294131" y="263997"/>
                  </a:lnTo>
                  <a:lnTo>
                    <a:pt x="297133" y="259627"/>
                  </a:lnTo>
                  <a:lnTo>
                    <a:pt x="299995" y="255163"/>
                  </a:lnTo>
                  <a:lnTo>
                    <a:pt x="302714" y="250612"/>
                  </a:lnTo>
                  <a:lnTo>
                    <a:pt x="305288" y="245976"/>
                  </a:lnTo>
                  <a:lnTo>
                    <a:pt x="307713" y="241261"/>
                  </a:lnTo>
                  <a:lnTo>
                    <a:pt x="309987" y="236471"/>
                  </a:lnTo>
                  <a:lnTo>
                    <a:pt x="312109" y="231612"/>
                  </a:lnTo>
                  <a:lnTo>
                    <a:pt x="314075" y="226688"/>
                  </a:lnTo>
                  <a:lnTo>
                    <a:pt x="315884" y="221704"/>
                  </a:lnTo>
                  <a:lnTo>
                    <a:pt x="317534" y="216665"/>
                  </a:lnTo>
                  <a:lnTo>
                    <a:pt x="319023" y="211577"/>
                  </a:lnTo>
                  <a:lnTo>
                    <a:pt x="320351" y="206443"/>
                  </a:lnTo>
                  <a:lnTo>
                    <a:pt x="321515" y="201271"/>
                  </a:lnTo>
                  <a:lnTo>
                    <a:pt x="322514" y="196064"/>
                  </a:lnTo>
                  <a:lnTo>
                    <a:pt x="323347" y="190827"/>
                  </a:lnTo>
                  <a:lnTo>
                    <a:pt x="324014" y="185567"/>
                  </a:lnTo>
                  <a:lnTo>
                    <a:pt x="324514" y="180289"/>
                  </a:lnTo>
                  <a:lnTo>
                    <a:pt x="324847" y="174997"/>
                  </a:lnTo>
                  <a:lnTo>
                    <a:pt x="325011" y="169698"/>
                  </a:lnTo>
                  <a:lnTo>
                    <a:pt x="325007" y="164396"/>
                  </a:lnTo>
                  <a:lnTo>
                    <a:pt x="324835" y="159096"/>
                  </a:lnTo>
                  <a:lnTo>
                    <a:pt x="324495" y="153805"/>
                  </a:lnTo>
                  <a:lnTo>
                    <a:pt x="323988" y="148527"/>
                  </a:lnTo>
                  <a:lnTo>
                    <a:pt x="323313" y="143268"/>
                  </a:lnTo>
                  <a:lnTo>
                    <a:pt x="322472" y="138033"/>
                  </a:lnTo>
                  <a:lnTo>
                    <a:pt x="321465" y="132828"/>
                  </a:lnTo>
                  <a:lnTo>
                    <a:pt x="320294" y="127656"/>
                  </a:lnTo>
                  <a:lnTo>
                    <a:pt x="318959" y="122525"/>
                  </a:lnTo>
                  <a:lnTo>
                    <a:pt x="317462" y="117439"/>
                  </a:lnTo>
                  <a:lnTo>
                    <a:pt x="315805" y="112402"/>
                  </a:lnTo>
                  <a:lnTo>
                    <a:pt x="313989" y="107421"/>
                  </a:lnTo>
                  <a:lnTo>
                    <a:pt x="312016" y="102500"/>
                  </a:lnTo>
                  <a:lnTo>
                    <a:pt x="309887" y="97643"/>
                  </a:lnTo>
                  <a:lnTo>
                    <a:pt x="307606" y="92857"/>
                  </a:lnTo>
                  <a:lnTo>
                    <a:pt x="305174" y="88146"/>
                  </a:lnTo>
                  <a:lnTo>
                    <a:pt x="302594" y="83514"/>
                  </a:lnTo>
                  <a:lnTo>
                    <a:pt x="299868" y="78966"/>
                  </a:lnTo>
                  <a:lnTo>
                    <a:pt x="297000" y="74507"/>
                  </a:lnTo>
                  <a:lnTo>
                    <a:pt x="293991" y="70141"/>
                  </a:lnTo>
                  <a:lnTo>
                    <a:pt x="290846" y="65873"/>
                  </a:lnTo>
                  <a:lnTo>
                    <a:pt x="287566" y="61706"/>
                  </a:lnTo>
                  <a:lnTo>
                    <a:pt x="284157" y="57646"/>
                  </a:lnTo>
                  <a:lnTo>
                    <a:pt x="280620" y="53696"/>
                  </a:lnTo>
                  <a:lnTo>
                    <a:pt x="276959" y="49860"/>
                  </a:lnTo>
                  <a:lnTo>
                    <a:pt x="273179" y="46142"/>
                  </a:lnTo>
                  <a:lnTo>
                    <a:pt x="269283" y="42546"/>
                  </a:lnTo>
                  <a:lnTo>
                    <a:pt x="265275" y="39075"/>
                  </a:lnTo>
                  <a:lnTo>
                    <a:pt x="261159" y="35733"/>
                  </a:lnTo>
                  <a:lnTo>
                    <a:pt x="256939" y="32523"/>
                  </a:lnTo>
                  <a:lnTo>
                    <a:pt x="252619" y="29449"/>
                  </a:lnTo>
                  <a:lnTo>
                    <a:pt x="248204" y="26513"/>
                  </a:lnTo>
                  <a:lnTo>
                    <a:pt x="243697" y="23719"/>
                  </a:lnTo>
                  <a:lnTo>
                    <a:pt x="239105" y="21069"/>
                  </a:lnTo>
                  <a:lnTo>
                    <a:pt x="234431" y="18566"/>
                  </a:lnTo>
                  <a:lnTo>
                    <a:pt x="229680" y="16212"/>
                  </a:lnTo>
                  <a:lnTo>
                    <a:pt x="224856" y="14011"/>
                  </a:lnTo>
                  <a:lnTo>
                    <a:pt x="219966" y="11963"/>
                  </a:lnTo>
                  <a:lnTo>
                    <a:pt x="215012" y="10072"/>
                  </a:lnTo>
                  <a:lnTo>
                    <a:pt x="210002" y="8338"/>
                  </a:lnTo>
                  <a:lnTo>
                    <a:pt x="204938" y="6765"/>
                  </a:lnTo>
                  <a:lnTo>
                    <a:pt x="199828" y="5353"/>
                  </a:lnTo>
                  <a:lnTo>
                    <a:pt x="194675" y="4103"/>
                  </a:lnTo>
                  <a:lnTo>
                    <a:pt x="189485" y="3018"/>
                  </a:lnTo>
                  <a:lnTo>
                    <a:pt x="184263" y="2097"/>
                  </a:lnTo>
                  <a:lnTo>
                    <a:pt x="179015" y="1343"/>
                  </a:lnTo>
                  <a:lnTo>
                    <a:pt x="173746" y="756"/>
                  </a:lnTo>
                  <a:lnTo>
                    <a:pt x="168460" y="336"/>
                  </a:lnTo>
                  <a:lnTo>
                    <a:pt x="163164" y="84"/>
                  </a:lnTo>
                  <a:lnTo>
                    <a:pt x="157863" y="0"/>
                  </a:lnTo>
                  <a:lnTo>
                    <a:pt x="1578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256076" y="4659281"/>
              <a:ext cx="167158" cy="332493"/>
            </a:xfrm>
            <a:custGeom>
              <a:avLst/>
              <a:pathLst>
                <a:path w="167158" h="332493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4"/>
                  </a:lnTo>
                  <a:lnTo>
                    <a:pt x="140656" y="2114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7"/>
                  </a:lnTo>
                  <a:lnTo>
                    <a:pt x="114825" y="8402"/>
                  </a:lnTo>
                  <a:lnTo>
                    <a:pt x="109797" y="10149"/>
                  </a:lnTo>
                  <a:lnTo>
                    <a:pt x="104828" y="12054"/>
                  </a:lnTo>
                  <a:lnTo>
                    <a:pt x="99921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0" y="21228"/>
                  </a:lnTo>
                  <a:lnTo>
                    <a:pt x="81026" y="23897"/>
                  </a:lnTo>
                  <a:lnTo>
                    <a:pt x="76508" y="26712"/>
                  </a:lnTo>
                  <a:lnTo>
                    <a:pt x="72083" y="29669"/>
                  </a:lnTo>
                  <a:lnTo>
                    <a:pt x="67754" y="32765"/>
                  </a:lnTo>
                  <a:lnTo>
                    <a:pt x="63525" y="35998"/>
                  </a:lnTo>
                  <a:lnTo>
                    <a:pt x="59402" y="39364"/>
                  </a:lnTo>
                  <a:lnTo>
                    <a:pt x="55388" y="42859"/>
                  </a:lnTo>
                  <a:lnTo>
                    <a:pt x="51487" y="46480"/>
                  </a:lnTo>
                  <a:lnTo>
                    <a:pt x="47704" y="50224"/>
                  </a:lnTo>
                  <a:lnTo>
                    <a:pt x="44041" y="54086"/>
                  </a:lnTo>
                  <a:lnTo>
                    <a:pt x="40504" y="58062"/>
                  </a:lnTo>
                  <a:lnTo>
                    <a:pt x="37095" y="62150"/>
                  </a:lnTo>
                  <a:lnTo>
                    <a:pt x="33817" y="66344"/>
                  </a:lnTo>
                  <a:lnTo>
                    <a:pt x="30675" y="70640"/>
                  </a:lnTo>
                  <a:lnTo>
                    <a:pt x="27671" y="75034"/>
                  </a:lnTo>
                  <a:lnTo>
                    <a:pt x="24809" y="79521"/>
                  </a:lnTo>
                  <a:lnTo>
                    <a:pt x="22091" y="84097"/>
                  </a:lnTo>
                  <a:lnTo>
                    <a:pt x="19520" y="88757"/>
                  </a:lnTo>
                  <a:lnTo>
                    <a:pt x="17098" y="93497"/>
                  </a:lnTo>
                  <a:lnTo>
                    <a:pt x="14829" y="98312"/>
                  </a:lnTo>
                  <a:lnTo>
                    <a:pt x="12714" y="103196"/>
                  </a:lnTo>
                  <a:lnTo>
                    <a:pt x="10756" y="108145"/>
                  </a:lnTo>
                  <a:lnTo>
                    <a:pt x="8956" y="113154"/>
                  </a:lnTo>
                  <a:lnTo>
                    <a:pt x="7317" y="118218"/>
                  </a:lnTo>
                  <a:lnTo>
                    <a:pt x="5840" y="123331"/>
                  </a:lnTo>
                  <a:lnTo>
                    <a:pt x="4526" y="128489"/>
                  </a:lnTo>
                  <a:lnTo>
                    <a:pt x="3377" y="133686"/>
                  </a:lnTo>
                  <a:lnTo>
                    <a:pt x="2394" y="138917"/>
                  </a:lnTo>
                  <a:lnTo>
                    <a:pt x="1579" y="144177"/>
                  </a:lnTo>
                  <a:lnTo>
                    <a:pt x="931" y="149460"/>
                  </a:lnTo>
                  <a:lnTo>
                    <a:pt x="451" y="154760"/>
                  </a:lnTo>
                  <a:lnTo>
                    <a:pt x="141" y="160074"/>
                  </a:lnTo>
                  <a:lnTo>
                    <a:pt x="0" y="165395"/>
                  </a:lnTo>
                  <a:lnTo>
                    <a:pt x="28" y="170717"/>
                  </a:lnTo>
                  <a:lnTo>
                    <a:pt x="226" y="176036"/>
                  </a:lnTo>
                  <a:lnTo>
                    <a:pt x="592" y="181346"/>
                  </a:lnTo>
                  <a:lnTo>
                    <a:pt x="1128" y="186641"/>
                  </a:lnTo>
                  <a:lnTo>
                    <a:pt x="1832" y="191917"/>
                  </a:lnTo>
                  <a:lnTo>
                    <a:pt x="2704" y="197167"/>
                  </a:lnTo>
                  <a:lnTo>
                    <a:pt x="3743" y="202388"/>
                  </a:lnTo>
                  <a:lnTo>
                    <a:pt x="4947" y="207572"/>
                  </a:lnTo>
                  <a:lnTo>
                    <a:pt x="6315" y="212716"/>
                  </a:lnTo>
                  <a:lnTo>
                    <a:pt x="7847" y="217813"/>
                  </a:lnTo>
                  <a:lnTo>
                    <a:pt x="9540" y="222859"/>
                  </a:lnTo>
                  <a:lnTo>
                    <a:pt x="11393" y="227849"/>
                  </a:lnTo>
                  <a:lnTo>
                    <a:pt x="13404" y="232777"/>
                  </a:lnTo>
                  <a:lnTo>
                    <a:pt x="15570" y="237638"/>
                  </a:lnTo>
                  <a:lnTo>
                    <a:pt x="17890" y="242428"/>
                  </a:lnTo>
                  <a:lnTo>
                    <a:pt x="20362" y="247142"/>
                  </a:lnTo>
                  <a:lnTo>
                    <a:pt x="22983" y="251775"/>
                  </a:lnTo>
                  <a:lnTo>
                    <a:pt x="25749" y="256322"/>
                  </a:lnTo>
                  <a:lnTo>
                    <a:pt x="28659" y="260779"/>
                  </a:lnTo>
                  <a:lnTo>
                    <a:pt x="31709" y="265140"/>
                  </a:lnTo>
                  <a:lnTo>
                    <a:pt x="34897" y="269403"/>
                  </a:lnTo>
                  <a:lnTo>
                    <a:pt x="38219" y="273561"/>
                  </a:lnTo>
                  <a:lnTo>
                    <a:pt x="41671" y="277612"/>
                  </a:lnTo>
                  <a:lnTo>
                    <a:pt x="45251" y="281551"/>
                  </a:lnTo>
                  <a:lnTo>
                    <a:pt x="48954" y="285374"/>
                  </a:lnTo>
                  <a:lnTo>
                    <a:pt x="52777" y="289077"/>
                  </a:lnTo>
                  <a:lnTo>
                    <a:pt x="56716" y="292657"/>
                  </a:lnTo>
                  <a:lnTo>
                    <a:pt x="60767" y="296109"/>
                  </a:lnTo>
                  <a:lnTo>
                    <a:pt x="64926" y="299431"/>
                  </a:lnTo>
                  <a:lnTo>
                    <a:pt x="69189" y="302618"/>
                  </a:lnTo>
                  <a:lnTo>
                    <a:pt x="73550" y="305668"/>
                  </a:lnTo>
                  <a:lnTo>
                    <a:pt x="78007" y="308578"/>
                  </a:lnTo>
                  <a:lnTo>
                    <a:pt x="82554" y="311345"/>
                  </a:lnTo>
                  <a:lnTo>
                    <a:pt x="87187" y="313965"/>
                  </a:lnTo>
                  <a:lnTo>
                    <a:pt x="91901" y="316436"/>
                  </a:lnTo>
                  <a:lnTo>
                    <a:pt x="96691" y="318757"/>
                  </a:lnTo>
                  <a:lnTo>
                    <a:pt x="101553" y="320923"/>
                  </a:lnTo>
                  <a:lnTo>
                    <a:pt x="106481" y="322934"/>
                  </a:lnTo>
                  <a:lnTo>
                    <a:pt x="111471" y="324786"/>
                  </a:lnTo>
                  <a:lnTo>
                    <a:pt x="116517" y="326479"/>
                  </a:lnTo>
                  <a:lnTo>
                    <a:pt x="121614" y="328011"/>
                  </a:lnTo>
                  <a:lnTo>
                    <a:pt x="126758" y="329379"/>
                  </a:lnTo>
                  <a:lnTo>
                    <a:pt x="131942" y="330583"/>
                  </a:lnTo>
                  <a:lnTo>
                    <a:pt x="137162" y="331621"/>
                  </a:lnTo>
                  <a:lnTo>
                    <a:pt x="142413" y="33249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398490" y="4826449"/>
              <a:ext cx="24744" cy="165325"/>
            </a:xfrm>
            <a:custGeom>
              <a:avLst/>
              <a:pathLst>
                <a:path w="24744" h="165325">
                  <a:moveTo>
                    <a:pt x="0" y="165325"/>
                  </a:moveTo>
                  <a:lnTo>
                    <a:pt x="247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398490" y="4826449"/>
              <a:ext cx="24744" cy="165325"/>
            </a:xfrm>
            <a:custGeom>
              <a:avLst/>
              <a:pathLst>
                <a:path w="24744" h="165325">
                  <a:moveTo>
                    <a:pt x="0" y="165325"/>
                  </a:moveTo>
                  <a:lnTo>
                    <a:pt x="247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398490" y="4826449"/>
              <a:ext cx="130060" cy="167146"/>
            </a:xfrm>
            <a:custGeom>
              <a:avLst/>
              <a:pathLst>
                <a:path w="130060" h="167146">
                  <a:moveTo>
                    <a:pt x="0" y="165325"/>
                  </a:moveTo>
                  <a:lnTo>
                    <a:pt x="5502" y="166056"/>
                  </a:lnTo>
                  <a:lnTo>
                    <a:pt x="11025" y="166603"/>
                  </a:lnTo>
                  <a:lnTo>
                    <a:pt x="16564" y="166967"/>
                  </a:lnTo>
                  <a:lnTo>
                    <a:pt x="22111" y="167146"/>
                  </a:lnTo>
                  <a:lnTo>
                    <a:pt x="27662" y="167141"/>
                  </a:lnTo>
                  <a:lnTo>
                    <a:pt x="33209" y="166952"/>
                  </a:lnTo>
                  <a:lnTo>
                    <a:pt x="38747" y="166579"/>
                  </a:lnTo>
                  <a:lnTo>
                    <a:pt x="44270" y="166023"/>
                  </a:lnTo>
                  <a:lnTo>
                    <a:pt x="49771" y="165283"/>
                  </a:lnTo>
                  <a:lnTo>
                    <a:pt x="55244" y="164361"/>
                  </a:lnTo>
                  <a:lnTo>
                    <a:pt x="60684" y="163258"/>
                  </a:lnTo>
                  <a:lnTo>
                    <a:pt x="66084" y="161975"/>
                  </a:lnTo>
                  <a:lnTo>
                    <a:pt x="71439" y="160513"/>
                  </a:lnTo>
                  <a:lnTo>
                    <a:pt x="76742" y="158874"/>
                  </a:lnTo>
                  <a:lnTo>
                    <a:pt x="81988" y="157060"/>
                  </a:lnTo>
                  <a:lnTo>
                    <a:pt x="87170" y="155073"/>
                  </a:lnTo>
                  <a:lnTo>
                    <a:pt x="92284" y="152915"/>
                  </a:lnTo>
                  <a:lnTo>
                    <a:pt x="97324" y="150589"/>
                  </a:lnTo>
                  <a:lnTo>
                    <a:pt x="102283" y="148096"/>
                  </a:lnTo>
                  <a:lnTo>
                    <a:pt x="107157" y="145440"/>
                  </a:lnTo>
                  <a:lnTo>
                    <a:pt x="111940" y="142624"/>
                  </a:lnTo>
                  <a:lnTo>
                    <a:pt x="116627" y="139651"/>
                  </a:lnTo>
                  <a:lnTo>
                    <a:pt x="121213" y="136523"/>
                  </a:lnTo>
                  <a:lnTo>
                    <a:pt x="125692" y="133245"/>
                  </a:lnTo>
                  <a:lnTo>
                    <a:pt x="130060" y="129821"/>
                  </a:lnTo>
                  <a:lnTo>
                    <a:pt x="2474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23235" y="4659281"/>
              <a:ext cx="167165" cy="296988"/>
            </a:xfrm>
            <a:custGeom>
              <a:avLst/>
              <a:pathLst>
                <a:path w="167165" h="296988">
                  <a:moveTo>
                    <a:pt x="105315" y="296988"/>
                  </a:moveTo>
                  <a:lnTo>
                    <a:pt x="109408" y="293558"/>
                  </a:lnTo>
                  <a:lnTo>
                    <a:pt x="113390" y="289998"/>
                  </a:lnTo>
                  <a:lnTo>
                    <a:pt x="117256" y="286314"/>
                  </a:lnTo>
                  <a:lnTo>
                    <a:pt x="121002" y="282507"/>
                  </a:lnTo>
                  <a:lnTo>
                    <a:pt x="124624" y="278583"/>
                  </a:lnTo>
                  <a:lnTo>
                    <a:pt x="128120" y="274546"/>
                  </a:lnTo>
                  <a:lnTo>
                    <a:pt x="131484" y="270398"/>
                  </a:lnTo>
                  <a:lnTo>
                    <a:pt x="134715" y="266145"/>
                  </a:lnTo>
                  <a:lnTo>
                    <a:pt x="137808" y="261792"/>
                  </a:lnTo>
                  <a:lnTo>
                    <a:pt x="140760" y="257341"/>
                  </a:lnTo>
                  <a:lnTo>
                    <a:pt x="143569" y="252799"/>
                  </a:lnTo>
                  <a:lnTo>
                    <a:pt x="146231" y="248169"/>
                  </a:lnTo>
                  <a:lnTo>
                    <a:pt x="148744" y="243457"/>
                  </a:lnTo>
                  <a:lnTo>
                    <a:pt x="151105" y="238667"/>
                  </a:lnTo>
                  <a:lnTo>
                    <a:pt x="153311" y="233803"/>
                  </a:lnTo>
                  <a:lnTo>
                    <a:pt x="155362" y="228872"/>
                  </a:lnTo>
                  <a:lnTo>
                    <a:pt x="157253" y="223878"/>
                  </a:lnTo>
                  <a:lnTo>
                    <a:pt x="158985" y="218826"/>
                  </a:lnTo>
                  <a:lnTo>
                    <a:pt x="160554" y="213721"/>
                  </a:lnTo>
                  <a:lnTo>
                    <a:pt x="161959" y="208569"/>
                  </a:lnTo>
                  <a:lnTo>
                    <a:pt x="163199" y="203374"/>
                  </a:lnTo>
                  <a:lnTo>
                    <a:pt x="164272" y="198142"/>
                  </a:lnTo>
                  <a:lnTo>
                    <a:pt x="165178" y="192879"/>
                  </a:lnTo>
                  <a:lnTo>
                    <a:pt x="165915" y="187590"/>
                  </a:lnTo>
                  <a:lnTo>
                    <a:pt x="166482" y="182280"/>
                  </a:lnTo>
                  <a:lnTo>
                    <a:pt x="166880" y="176954"/>
                  </a:lnTo>
                  <a:lnTo>
                    <a:pt x="167108" y="171618"/>
                  </a:lnTo>
                  <a:lnTo>
                    <a:pt x="167165" y="166278"/>
                  </a:lnTo>
                  <a:lnTo>
                    <a:pt x="167051" y="160939"/>
                  </a:lnTo>
                  <a:lnTo>
                    <a:pt x="166767" y="155606"/>
                  </a:lnTo>
                  <a:lnTo>
                    <a:pt x="166312" y="150285"/>
                  </a:lnTo>
                  <a:lnTo>
                    <a:pt x="165688" y="144981"/>
                  </a:lnTo>
                  <a:lnTo>
                    <a:pt x="164895" y="139699"/>
                  </a:lnTo>
                  <a:lnTo>
                    <a:pt x="163933" y="134446"/>
                  </a:lnTo>
                  <a:lnTo>
                    <a:pt x="162804" y="129226"/>
                  </a:lnTo>
                  <a:lnTo>
                    <a:pt x="161509" y="124045"/>
                  </a:lnTo>
                  <a:lnTo>
                    <a:pt x="160050" y="118908"/>
                  </a:lnTo>
                  <a:lnTo>
                    <a:pt x="158426" y="113820"/>
                  </a:lnTo>
                  <a:lnTo>
                    <a:pt x="156641" y="108787"/>
                  </a:lnTo>
                  <a:lnTo>
                    <a:pt x="154697" y="103813"/>
                  </a:lnTo>
                  <a:lnTo>
                    <a:pt x="152594" y="98904"/>
                  </a:lnTo>
                  <a:lnTo>
                    <a:pt x="150336" y="94064"/>
                  </a:lnTo>
                  <a:lnTo>
                    <a:pt x="147924" y="89299"/>
                  </a:lnTo>
                  <a:lnTo>
                    <a:pt x="145361" y="84614"/>
                  </a:lnTo>
                  <a:lnTo>
                    <a:pt x="142650" y="80013"/>
                  </a:lnTo>
                  <a:lnTo>
                    <a:pt x="139793" y="75500"/>
                  </a:lnTo>
                  <a:lnTo>
                    <a:pt x="136793" y="71082"/>
                  </a:lnTo>
                  <a:lnTo>
                    <a:pt x="133654" y="66761"/>
                  </a:lnTo>
                  <a:lnTo>
                    <a:pt x="130379" y="62543"/>
                  </a:lnTo>
                  <a:lnTo>
                    <a:pt x="126970" y="58432"/>
                  </a:lnTo>
                  <a:lnTo>
                    <a:pt x="123432" y="54431"/>
                  </a:lnTo>
                  <a:lnTo>
                    <a:pt x="119768" y="50546"/>
                  </a:lnTo>
                  <a:lnTo>
                    <a:pt x="115982" y="46780"/>
                  </a:lnTo>
                  <a:lnTo>
                    <a:pt x="112077" y="43136"/>
                  </a:lnTo>
                  <a:lnTo>
                    <a:pt x="108058" y="39620"/>
                  </a:lnTo>
                  <a:lnTo>
                    <a:pt x="103929" y="36233"/>
                  </a:lnTo>
                  <a:lnTo>
                    <a:pt x="99693" y="32980"/>
                  </a:lnTo>
                  <a:lnTo>
                    <a:pt x="95356" y="29864"/>
                  </a:lnTo>
                  <a:lnTo>
                    <a:pt x="90921" y="26888"/>
                  </a:lnTo>
                  <a:lnTo>
                    <a:pt x="86394" y="24055"/>
                  </a:lnTo>
                  <a:lnTo>
                    <a:pt x="81778" y="21369"/>
                  </a:lnTo>
                  <a:lnTo>
                    <a:pt x="77079" y="18831"/>
                  </a:lnTo>
                  <a:lnTo>
                    <a:pt x="72302" y="16444"/>
                  </a:lnTo>
                  <a:lnTo>
                    <a:pt x="67450" y="14212"/>
                  </a:lnTo>
                  <a:lnTo>
                    <a:pt x="62530" y="12135"/>
                  </a:lnTo>
                  <a:lnTo>
                    <a:pt x="57546" y="10217"/>
                  </a:lnTo>
                  <a:lnTo>
                    <a:pt x="52503" y="8459"/>
                  </a:lnTo>
                  <a:lnTo>
                    <a:pt x="47407" y="6863"/>
                  </a:lnTo>
                  <a:lnTo>
                    <a:pt x="42262" y="5430"/>
                  </a:lnTo>
                  <a:lnTo>
                    <a:pt x="37074" y="4163"/>
                  </a:lnTo>
                  <a:lnTo>
                    <a:pt x="31848" y="3061"/>
                  </a:lnTo>
                  <a:lnTo>
                    <a:pt x="26590" y="2128"/>
                  </a:lnTo>
                  <a:lnTo>
                    <a:pt x="21304" y="1363"/>
                  </a:lnTo>
                  <a:lnTo>
                    <a:pt x="15997" y="767"/>
                  </a:lnTo>
                  <a:lnTo>
                    <a:pt x="10674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561306" y="4213821"/>
              <a:ext cx="218380" cy="334329"/>
            </a:xfrm>
            <a:custGeom>
              <a:avLst/>
              <a:pathLst>
                <a:path w="218380" h="334329">
                  <a:moveTo>
                    <a:pt x="167165" y="0"/>
                  </a:moveTo>
                  <a:lnTo>
                    <a:pt x="161822" y="85"/>
                  </a:lnTo>
                  <a:lnTo>
                    <a:pt x="156483" y="341"/>
                  </a:lnTo>
                  <a:lnTo>
                    <a:pt x="151156" y="768"/>
                  </a:lnTo>
                  <a:lnTo>
                    <a:pt x="145845" y="1365"/>
                  </a:lnTo>
                  <a:lnTo>
                    <a:pt x="140556" y="2131"/>
                  </a:lnTo>
                  <a:lnTo>
                    <a:pt x="135294" y="3066"/>
                  </a:lnTo>
                  <a:lnTo>
                    <a:pt x="130064" y="4169"/>
                  </a:lnTo>
                  <a:lnTo>
                    <a:pt x="124873" y="5438"/>
                  </a:lnTo>
                  <a:lnTo>
                    <a:pt x="119725" y="6872"/>
                  </a:lnTo>
                  <a:lnTo>
                    <a:pt x="114625" y="8471"/>
                  </a:lnTo>
                  <a:lnTo>
                    <a:pt x="109579" y="10232"/>
                  </a:lnTo>
                  <a:lnTo>
                    <a:pt x="104591" y="12153"/>
                  </a:lnTo>
                  <a:lnTo>
                    <a:pt x="99668" y="14232"/>
                  </a:lnTo>
                  <a:lnTo>
                    <a:pt x="94814" y="16468"/>
                  </a:lnTo>
                  <a:lnTo>
                    <a:pt x="90034" y="18858"/>
                  </a:lnTo>
                  <a:lnTo>
                    <a:pt x="85332" y="21399"/>
                  </a:lnTo>
                  <a:lnTo>
                    <a:pt x="80714" y="24090"/>
                  </a:lnTo>
                  <a:lnTo>
                    <a:pt x="76185" y="26926"/>
                  </a:lnTo>
                  <a:lnTo>
                    <a:pt x="71748" y="29906"/>
                  </a:lnTo>
                  <a:lnTo>
                    <a:pt x="67409" y="33027"/>
                  </a:lnTo>
                  <a:lnTo>
                    <a:pt x="63172" y="36284"/>
                  </a:lnTo>
                  <a:lnTo>
                    <a:pt x="59041" y="39675"/>
                  </a:lnTo>
                  <a:lnTo>
                    <a:pt x="55021" y="43197"/>
                  </a:lnTo>
                  <a:lnTo>
                    <a:pt x="51116" y="46845"/>
                  </a:lnTo>
                  <a:lnTo>
                    <a:pt x="47329" y="50616"/>
                  </a:lnTo>
                  <a:lnTo>
                    <a:pt x="43664" y="54506"/>
                  </a:lnTo>
                  <a:lnTo>
                    <a:pt x="40126" y="58512"/>
                  </a:lnTo>
                  <a:lnTo>
                    <a:pt x="36718" y="62628"/>
                  </a:lnTo>
                  <a:lnTo>
                    <a:pt x="33443" y="66852"/>
                  </a:lnTo>
                  <a:lnTo>
                    <a:pt x="30304" y="71178"/>
                  </a:lnTo>
                  <a:lnTo>
                    <a:pt x="27306" y="75602"/>
                  </a:lnTo>
                  <a:lnTo>
                    <a:pt x="24450" y="80119"/>
                  </a:lnTo>
                  <a:lnTo>
                    <a:pt x="21740" y="84726"/>
                  </a:lnTo>
                  <a:lnTo>
                    <a:pt x="19179" y="89417"/>
                  </a:lnTo>
                  <a:lnTo>
                    <a:pt x="16770" y="94187"/>
                  </a:lnTo>
                  <a:lnTo>
                    <a:pt x="14514" y="99032"/>
                  </a:lnTo>
                  <a:lnTo>
                    <a:pt x="12414" y="103947"/>
                  </a:lnTo>
                  <a:lnTo>
                    <a:pt x="10472" y="108926"/>
                  </a:lnTo>
                  <a:lnTo>
                    <a:pt x="8690" y="113964"/>
                  </a:lnTo>
                  <a:lnTo>
                    <a:pt x="7070" y="119058"/>
                  </a:lnTo>
                  <a:lnTo>
                    <a:pt x="5614" y="124200"/>
                  </a:lnTo>
                  <a:lnTo>
                    <a:pt x="4323" y="129386"/>
                  </a:lnTo>
                  <a:lnTo>
                    <a:pt x="3199" y="134611"/>
                  </a:lnTo>
                  <a:lnTo>
                    <a:pt x="2242" y="139869"/>
                  </a:lnTo>
                  <a:lnTo>
                    <a:pt x="1454" y="145155"/>
                  </a:lnTo>
                  <a:lnTo>
                    <a:pt x="835" y="150463"/>
                  </a:lnTo>
                  <a:lnTo>
                    <a:pt x="386" y="155789"/>
                  </a:lnTo>
                  <a:lnTo>
                    <a:pt x="107" y="161126"/>
                  </a:lnTo>
                  <a:lnTo>
                    <a:pt x="0" y="166469"/>
                  </a:lnTo>
                  <a:lnTo>
                    <a:pt x="63" y="171813"/>
                  </a:lnTo>
                  <a:lnTo>
                    <a:pt x="297" y="177153"/>
                  </a:lnTo>
                  <a:lnTo>
                    <a:pt x="701" y="182482"/>
                  </a:lnTo>
                  <a:lnTo>
                    <a:pt x="1276" y="187795"/>
                  </a:lnTo>
                  <a:lnTo>
                    <a:pt x="2020" y="193088"/>
                  </a:lnTo>
                  <a:lnTo>
                    <a:pt x="2933" y="198354"/>
                  </a:lnTo>
                  <a:lnTo>
                    <a:pt x="4014" y="203588"/>
                  </a:lnTo>
                  <a:lnTo>
                    <a:pt x="5261" y="208784"/>
                  </a:lnTo>
                  <a:lnTo>
                    <a:pt x="6674" y="213939"/>
                  </a:lnTo>
                  <a:lnTo>
                    <a:pt x="8252" y="219045"/>
                  </a:lnTo>
                  <a:lnTo>
                    <a:pt x="9991" y="224098"/>
                  </a:lnTo>
                  <a:lnTo>
                    <a:pt x="11891" y="229094"/>
                  </a:lnTo>
                  <a:lnTo>
                    <a:pt x="13950" y="234026"/>
                  </a:lnTo>
                  <a:lnTo>
                    <a:pt x="16166" y="238889"/>
                  </a:lnTo>
                  <a:lnTo>
                    <a:pt x="18536" y="243679"/>
                  </a:lnTo>
                  <a:lnTo>
                    <a:pt x="21058" y="248391"/>
                  </a:lnTo>
                  <a:lnTo>
                    <a:pt x="23729" y="253020"/>
                  </a:lnTo>
                  <a:lnTo>
                    <a:pt x="26546" y="257562"/>
                  </a:lnTo>
                  <a:lnTo>
                    <a:pt x="29508" y="262011"/>
                  </a:lnTo>
                  <a:lnTo>
                    <a:pt x="32610" y="266363"/>
                  </a:lnTo>
                  <a:lnTo>
                    <a:pt x="35850" y="270613"/>
                  </a:lnTo>
                  <a:lnTo>
                    <a:pt x="39224" y="274758"/>
                  </a:lnTo>
                  <a:lnTo>
                    <a:pt x="42728" y="278793"/>
                  </a:lnTo>
                  <a:lnTo>
                    <a:pt x="46360" y="282714"/>
                  </a:lnTo>
                  <a:lnTo>
                    <a:pt x="50116" y="286516"/>
                  </a:lnTo>
                  <a:lnTo>
                    <a:pt x="53991" y="290197"/>
                  </a:lnTo>
                  <a:lnTo>
                    <a:pt x="57981" y="293752"/>
                  </a:lnTo>
                  <a:lnTo>
                    <a:pt x="62084" y="297177"/>
                  </a:lnTo>
                  <a:lnTo>
                    <a:pt x="66293" y="300470"/>
                  </a:lnTo>
                  <a:lnTo>
                    <a:pt x="70606" y="303627"/>
                  </a:lnTo>
                  <a:lnTo>
                    <a:pt x="75017" y="306643"/>
                  </a:lnTo>
                  <a:lnTo>
                    <a:pt x="79523" y="309518"/>
                  </a:lnTo>
                  <a:lnTo>
                    <a:pt x="84118" y="312247"/>
                  </a:lnTo>
                  <a:lnTo>
                    <a:pt x="88799" y="314827"/>
                  </a:lnTo>
                  <a:lnTo>
                    <a:pt x="93559" y="317257"/>
                  </a:lnTo>
                  <a:lnTo>
                    <a:pt x="98394" y="319533"/>
                  </a:lnTo>
                  <a:lnTo>
                    <a:pt x="103300" y="321654"/>
                  </a:lnTo>
                  <a:lnTo>
                    <a:pt x="108271" y="323616"/>
                  </a:lnTo>
                  <a:lnTo>
                    <a:pt x="113302" y="325419"/>
                  </a:lnTo>
                  <a:lnTo>
                    <a:pt x="118389" y="327060"/>
                  </a:lnTo>
                  <a:lnTo>
                    <a:pt x="123525" y="328537"/>
                  </a:lnTo>
                  <a:lnTo>
                    <a:pt x="128705" y="329850"/>
                  </a:lnTo>
                  <a:lnTo>
                    <a:pt x="133925" y="330996"/>
                  </a:lnTo>
                  <a:lnTo>
                    <a:pt x="139179" y="331975"/>
                  </a:lnTo>
                  <a:lnTo>
                    <a:pt x="144462" y="332786"/>
                  </a:lnTo>
                  <a:lnTo>
                    <a:pt x="149768" y="333427"/>
                  </a:lnTo>
                  <a:lnTo>
                    <a:pt x="155092" y="333898"/>
                  </a:lnTo>
                  <a:lnTo>
                    <a:pt x="160428" y="334199"/>
                  </a:lnTo>
                  <a:lnTo>
                    <a:pt x="165770" y="334329"/>
                  </a:lnTo>
                  <a:lnTo>
                    <a:pt x="171115" y="334288"/>
                  </a:lnTo>
                  <a:lnTo>
                    <a:pt x="176455" y="334076"/>
                  </a:lnTo>
                  <a:lnTo>
                    <a:pt x="181786" y="333694"/>
                  </a:lnTo>
                  <a:lnTo>
                    <a:pt x="187101" y="333141"/>
                  </a:lnTo>
                  <a:lnTo>
                    <a:pt x="192397" y="332419"/>
                  </a:lnTo>
                  <a:lnTo>
                    <a:pt x="197667" y="331528"/>
                  </a:lnTo>
                  <a:lnTo>
                    <a:pt x="202905" y="330469"/>
                  </a:lnTo>
                  <a:lnTo>
                    <a:pt x="208107" y="329243"/>
                  </a:lnTo>
                  <a:lnTo>
                    <a:pt x="213267" y="327852"/>
                  </a:lnTo>
                  <a:lnTo>
                    <a:pt x="218380" y="32629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728472" y="4380988"/>
              <a:ext cx="51214" cy="159128"/>
            </a:xfrm>
            <a:custGeom>
              <a:avLst/>
              <a:pathLst>
                <a:path w="51214" h="159128">
                  <a:moveTo>
                    <a:pt x="51214" y="1591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728472" y="4380988"/>
              <a:ext cx="156380" cy="159128"/>
            </a:xfrm>
            <a:custGeom>
              <a:avLst/>
              <a:pathLst>
                <a:path w="156380" h="159128">
                  <a:moveTo>
                    <a:pt x="51214" y="159128"/>
                  </a:moveTo>
                  <a:lnTo>
                    <a:pt x="56478" y="157337"/>
                  </a:lnTo>
                  <a:lnTo>
                    <a:pt x="61680" y="155371"/>
                  </a:lnTo>
                  <a:lnTo>
                    <a:pt x="66814" y="153234"/>
                  </a:lnTo>
                  <a:lnTo>
                    <a:pt x="71874" y="150927"/>
                  </a:lnTo>
                  <a:lnTo>
                    <a:pt x="76854" y="148453"/>
                  </a:lnTo>
                  <a:lnTo>
                    <a:pt x="81749" y="145814"/>
                  </a:lnTo>
                  <a:lnTo>
                    <a:pt x="86554" y="143014"/>
                  </a:lnTo>
                  <a:lnTo>
                    <a:pt x="91263" y="140056"/>
                  </a:lnTo>
                  <a:lnTo>
                    <a:pt x="95871" y="136943"/>
                  </a:lnTo>
                  <a:lnTo>
                    <a:pt x="100373" y="133679"/>
                  </a:lnTo>
                  <a:lnTo>
                    <a:pt x="104764" y="130266"/>
                  </a:lnTo>
                  <a:lnTo>
                    <a:pt x="109039" y="126710"/>
                  </a:lnTo>
                  <a:lnTo>
                    <a:pt x="113193" y="123013"/>
                  </a:lnTo>
                  <a:lnTo>
                    <a:pt x="117222" y="119180"/>
                  </a:lnTo>
                  <a:lnTo>
                    <a:pt x="121121" y="115215"/>
                  </a:lnTo>
                  <a:lnTo>
                    <a:pt x="124886" y="111122"/>
                  </a:lnTo>
                  <a:lnTo>
                    <a:pt x="128513" y="106907"/>
                  </a:lnTo>
                  <a:lnTo>
                    <a:pt x="131998" y="102573"/>
                  </a:lnTo>
                  <a:lnTo>
                    <a:pt x="135336" y="98126"/>
                  </a:lnTo>
                  <a:lnTo>
                    <a:pt x="138525" y="93570"/>
                  </a:lnTo>
                  <a:lnTo>
                    <a:pt x="141561" y="88911"/>
                  </a:lnTo>
                  <a:lnTo>
                    <a:pt x="144440" y="84153"/>
                  </a:lnTo>
                  <a:lnTo>
                    <a:pt x="147159" y="79303"/>
                  </a:lnTo>
                  <a:lnTo>
                    <a:pt x="149715" y="74364"/>
                  </a:lnTo>
                  <a:lnTo>
                    <a:pt x="152106" y="69343"/>
                  </a:lnTo>
                  <a:lnTo>
                    <a:pt x="154328" y="64246"/>
                  </a:lnTo>
                  <a:lnTo>
                    <a:pt x="156380" y="59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28472" y="4213821"/>
              <a:ext cx="167163" cy="226244"/>
            </a:xfrm>
            <a:custGeom>
              <a:avLst/>
              <a:pathLst>
                <a:path w="167163" h="226244">
                  <a:moveTo>
                    <a:pt x="156380" y="226244"/>
                  </a:moveTo>
                  <a:lnTo>
                    <a:pt x="158201" y="221179"/>
                  </a:lnTo>
                  <a:lnTo>
                    <a:pt x="159858" y="216058"/>
                  </a:lnTo>
                  <a:lnTo>
                    <a:pt x="161349" y="210886"/>
                  </a:lnTo>
                  <a:lnTo>
                    <a:pt x="162673" y="205669"/>
                  </a:lnTo>
                  <a:lnTo>
                    <a:pt x="163828" y="200412"/>
                  </a:lnTo>
                  <a:lnTo>
                    <a:pt x="164813" y="195120"/>
                  </a:lnTo>
                  <a:lnTo>
                    <a:pt x="165628" y="189799"/>
                  </a:lnTo>
                  <a:lnTo>
                    <a:pt x="166271" y="184455"/>
                  </a:lnTo>
                  <a:lnTo>
                    <a:pt x="166741" y="179093"/>
                  </a:lnTo>
                  <a:lnTo>
                    <a:pt x="167038" y="173719"/>
                  </a:lnTo>
                  <a:lnTo>
                    <a:pt x="167163" y="168338"/>
                  </a:lnTo>
                  <a:lnTo>
                    <a:pt x="167114" y="162956"/>
                  </a:lnTo>
                  <a:lnTo>
                    <a:pt x="166892" y="157578"/>
                  </a:lnTo>
                  <a:lnTo>
                    <a:pt x="166496" y="152210"/>
                  </a:lnTo>
                  <a:lnTo>
                    <a:pt x="165929" y="146857"/>
                  </a:lnTo>
                  <a:lnTo>
                    <a:pt x="165189" y="141526"/>
                  </a:lnTo>
                  <a:lnTo>
                    <a:pt x="164278" y="136221"/>
                  </a:lnTo>
                  <a:lnTo>
                    <a:pt x="163196" y="130948"/>
                  </a:lnTo>
                  <a:lnTo>
                    <a:pt x="161945" y="125713"/>
                  </a:lnTo>
                  <a:lnTo>
                    <a:pt x="160527" y="120520"/>
                  </a:lnTo>
                  <a:lnTo>
                    <a:pt x="158942" y="115377"/>
                  </a:lnTo>
                  <a:lnTo>
                    <a:pt x="157192" y="110286"/>
                  </a:lnTo>
                  <a:lnTo>
                    <a:pt x="155279" y="105255"/>
                  </a:lnTo>
                  <a:lnTo>
                    <a:pt x="153206" y="100288"/>
                  </a:lnTo>
                  <a:lnTo>
                    <a:pt x="150973" y="95390"/>
                  </a:lnTo>
                  <a:lnTo>
                    <a:pt x="148584" y="90567"/>
                  </a:lnTo>
                  <a:lnTo>
                    <a:pt x="146041" y="85823"/>
                  </a:lnTo>
                  <a:lnTo>
                    <a:pt x="143346" y="81163"/>
                  </a:lnTo>
                  <a:lnTo>
                    <a:pt x="140503" y="76593"/>
                  </a:lnTo>
                  <a:lnTo>
                    <a:pt x="137515" y="72117"/>
                  </a:lnTo>
                  <a:lnTo>
                    <a:pt x="134383" y="67739"/>
                  </a:lnTo>
                  <a:lnTo>
                    <a:pt x="131112" y="63464"/>
                  </a:lnTo>
                  <a:lnTo>
                    <a:pt x="127706" y="59296"/>
                  </a:lnTo>
                  <a:lnTo>
                    <a:pt x="124167" y="55241"/>
                  </a:lnTo>
                  <a:lnTo>
                    <a:pt x="120499" y="51301"/>
                  </a:lnTo>
                  <a:lnTo>
                    <a:pt x="116706" y="47482"/>
                  </a:lnTo>
                  <a:lnTo>
                    <a:pt x="112793" y="43787"/>
                  </a:lnTo>
                  <a:lnTo>
                    <a:pt x="108762" y="40219"/>
                  </a:lnTo>
                  <a:lnTo>
                    <a:pt x="104619" y="36784"/>
                  </a:lnTo>
                  <a:lnTo>
                    <a:pt x="100367" y="33483"/>
                  </a:lnTo>
                  <a:lnTo>
                    <a:pt x="96011" y="30321"/>
                  </a:lnTo>
                  <a:lnTo>
                    <a:pt x="91555" y="27301"/>
                  </a:lnTo>
                  <a:lnTo>
                    <a:pt x="87005" y="24426"/>
                  </a:lnTo>
                  <a:lnTo>
                    <a:pt x="82364" y="21699"/>
                  </a:lnTo>
                  <a:lnTo>
                    <a:pt x="77639" y="19123"/>
                  </a:lnTo>
                  <a:lnTo>
                    <a:pt x="72832" y="16700"/>
                  </a:lnTo>
                  <a:lnTo>
                    <a:pt x="67950" y="14433"/>
                  </a:lnTo>
                  <a:lnTo>
                    <a:pt x="62998" y="12324"/>
                  </a:lnTo>
                  <a:lnTo>
                    <a:pt x="57980" y="10377"/>
                  </a:lnTo>
                  <a:lnTo>
                    <a:pt x="52902" y="8591"/>
                  </a:lnTo>
                  <a:lnTo>
                    <a:pt x="47769" y="6970"/>
                  </a:lnTo>
                  <a:lnTo>
                    <a:pt x="42587" y="5515"/>
                  </a:lnTo>
                  <a:lnTo>
                    <a:pt x="37361" y="4228"/>
                  </a:lnTo>
                  <a:lnTo>
                    <a:pt x="32096" y="3110"/>
                  </a:lnTo>
                  <a:lnTo>
                    <a:pt x="26797" y="2161"/>
                  </a:lnTo>
                  <a:lnTo>
                    <a:pt x="21471" y="1384"/>
                  </a:lnTo>
                  <a:lnTo>
                    <a:pt x="16123" y="779"/>
                  </a:lnTo>
                  <a:lnTo>
                    <a:pt x="10758" y="346"/>
                  </a:lnTo>
                  <a:lnTo>
                    <a:pt x="538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51856" y="3707720"/>
              <a:ext cx="167155" cy="333143"/>
            </a:xfrm>
            <a:custGeom>
              <a:avLst/>
              <a:pathLst>
                <a:path w="167155" h="333143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5" y="760"/>
                  </a:lnTo>
                  <a:lnTo>
                    <a:pt x="145941" y="1351"/>
                  </a:lnTo>
                  <a:lnTo>
                    <a:pt x="140677" y="2110"/>
                  </a:lnTo>
                  <a:lnTo>
                    <a:pt x="135441" y="3035"/>
                  </a:lnTo>
                  <a:lnTo>
                    <a:pt x="130236" y="4127"/>
                  </a:lnTo>
                  <a:lnTo>
                    <a:pt x="125069" y="5384"/>
                  </a:lnTo>
                  <a:lnTo>
                    <a:pt x="119945" y="6804"/>
                  </a:lnTo>
                  <a:lnTo>
                    <a:pt x="114868" y="8387"/>
                  </a:lnTo>
                  <a:lnTo>
                    <a:pt x="109845" y="10130"/>
                  </a:lnTo>
                  <a:lnTo>
                    <a:pt x="104879" y="12033"/>
                  </a:lnTo>
                  <a:lnTo>
                    <a:pt x="99976" y="14092"/>
                  </a:lnTo>
                  <a:lnTo>
                    <a:pt x="95141" y="16306"/>
                  </a:lnTo>
                  <a:lnTo>
                    <a:pt x="90379" y="18673"/>
                  </a:lnTo>
                  <a:lnTo>
                    <a:pt x="85695" y="21190"/>
                  </a:lnTo>
                  <a:lnTo>
                    <a:pt x="81093" y="23855"/>
                  </a:lnTo>
                  <a:lnTo>
                    <a:pt x="76579" y="26665"/>
                  </a:lnTo>
                  <a:lnTo>
                    <a:pt x="72156" y="29617"/>
                  </a:lnTo>
                  <a:lnTo>
                    <a:pt x="67829" y="32708"/>
                  </a:lnTo>
                  <a:lnTo>
                    <a:pt x="63602" y="35935"/>
                  </a:lnTo>
                  <a:lnTo>
                    <a:pt x="59481" y="39295"/>
                  </a:lnTo>
                  <a:lnTo>
                    <a:pt x="55468" y="42784"/>
                  </a:lnTo>
                  <a:lnTo>
                    <a:pt x="51568" y="46400"/>
                  </a:lnTo>
                  <a:lnTo>
                    <a:pt x="47786" y="50137"/>
                  </a:lnTo>
                  <a:lnTo>
                    <a:pt x="44124" y="53993"/>
                  </a:lnTo>
                  <a:lnTo>
                    <a:pt x="40586" y="57964"/>
                  </a:lnTo>
                  <a:lnTo>
                    <a:pt x="37177" y="62045"/>
                  </a:lnTo>
                  <a:lnTo>
                    <a:pt x="33899" y="66232"/>
                  </a:lnTo>
                  <a:lnTo>
                    <a:pt x="30756" y="70521"/>
                  </a:lnTo>
                  <a:lnTo>
                    <a:pt x="27751" y="74909"/>
                  </a:lnTo>
                  <a:lnTo>
                    <a:pt x="24887" y="79389"/>
                  </a:lnTo>
                  <a:lnTo>
                    <a:pt x="22168" y="83959"/>
                  </a:lnTo>
                  <a:lnTo>
                    <a:pt x="19594" y="88612"/>
                  </a:lnTo>
                  <a:lnTo>
                    <a:pt x="17170" y="93345"/>
                  </a:lnTo>
                  <a:lnTo>
                    <a:pt x="14898" y="98153"/>
                  </a:lnTo>
                  <a:lnTo>
                    <a:pt x="12780" y="103031"/>
                  </a:lnTo>
                  <a:lnTo>
                    <a:pt x="10818" y="107973"/>
                  </a:lnTo>
                  <a:lnTo>
                    <a:pt x="9015" y="112976"/>
                  </a:lnTo>
                  <a:lnTo>
                    <a:pt x="7371" y="118033"/>
                  </a:lnTo>
                  <a:lnTo>
                    <a:pt x="5889" y="123140"/>
                  </a:lnTo>
                  <a:lnTo>
                    <a:pt x="4571" y="128292"/>
                  </a:lnTo>
                  <a:lnTo>
                    <a:pt x="3416" y="133483"/>
                  </a:lnTo>
                  <a:lnTo>
                    <a:pt x="2428" y="138708"/>
                  </a:lnTo>
                  <a:lnTo>
                    <a:pt x="1606" y="143961"/>
                  </a:lnTo>
                  <a:lnTo>
                    <a:pt x="952" y="149239"/>
                  </a:lnTo>
                  <a:lnTo>
                    <a:pt x="465" y="154534"/>
                  </a:lnTo>
                  <a:lnTo>
                    <a:pt x="148" y="159842"/>
                  </a:lnTo>
                  <a:lnTo>
                    <a:pt x="0" y="165158"/>
                  </a:lnTo>
                  <a:lnTo>
                    <a:pt x="20" y="170475"/>
                  </a:lnTo>
                  <a:lnTo>
                    <a:pt x="210" y="175790"/>
                  </a:lnTo>
                  <a:lnTo>
                    <a:pt x="569" y="181095"/>
                  </a:lnTo>
                  <a:lnTo>
                    <a:pt x="1096" y="186387"/>
                  </a:lnTo>
                  <a:lnTo>
                    <a:pt x="1791" y="191659"/>
                  </a:lnTo>
                  <a:lnTo>
                    <a:pt x="2654" y="196906"/>
                  </a:lnTo>
                  <a:lnTo>
                    <a:pt x="3683" y="202123"/>
                  </a:lnTo>
                  <a:lnTo>
                    <a:pt x="4878" y="207305"/>
                  </a:lnTo>
                  <a:lnTo>
                    <a:pt x="6236" y="212446"/>
                  </a:lnTo>
                  <a:lnTo>
                    <a:pt x="7758" y="217541"/>
                  </a:lnTo>
                  <a:lnTo>
                    <a:pt x="9441" y="222586"/>
                  </a:lnTo>
                  <a:lnTo>
                    <a:pt x="11283" y="227574"/>
                  </a:lnTo>
                  <a:lnTo>
                    <a:pt x="13284" y="232501"/>
                  </a:lnTo>
                  <a:lnTo>
                    <a:pt x="15439" y="237362"/>
                  </a:lnTo>
                  <a:lnTo>
                    <a:pt x="17749" y="242152"/>
                  </a:lnTo>
                  <a:lnTo>
                    <a:pt x="20209" y="246866"/>
                  </a:lnTo>
                  <a:lnTo>
                    <a:pt x="22819" y="251500"/>
                  </a:lnTo>
                  <a:lnTo>
                    <a:pt x="25574" y="256048"/>
                  </a:lnTo>
                  <a:lnTo>
                    <a:pt x="28473" y="260506"/>
                  </a:lnTo>
                  <a:lnTo>
                    <a:pt x="31512" y="264870"/>
                  </a:lnTo>
                  <a:lnTo>
                    <a:pt x="34688" y="269135"/>
                  </a:lnTo>
                  <a:lnTo>
                    <a:pt x="37998" y="273297"/>
                  </a:lnTo>
                  <a:lnTo>
                    <a:pt x="41439" y="277351"/>
                  </a:lnTo>
                  <a:lnTo>
                    <a:pt x="45007" y="281294"/>
                  </a:lnTo>
                  <a:lnTo>
                    <a:pt x="48699" y="285121"/>
                  </a:lnTo>
                  <a:lnTo>
                    <a:pt x="52511" y="288829"/>
                  </a:lnTo>
                  <a:lnTo>
                    <a:pt x="56438" y="292414"/>
                  </a:lnTo>
                  <a:lnTo>
                    <a:pt x="60478" y="295872"/>
                  </a:lnTo>
                  <a:lnTo>
                    <a:pt x="64626" y="299200"/>
                  </a:lnTo>
                  <a:lnTo>
                    <a:pt x="68877" y="302394"/>
                  </a:lnTo>
                  <a:lnTo>
                    <a:pt x="73228" y="305452"/>
                  </a:lnTo>
                  <a:lnTo>
                    <a:pt x="77674" y="308369"/>
                  </a:lnTo>
                  <a:lnTo>
                    <a:pt x="82210" y="311144"/>
                  </a:lnTo>
                  <a:lnTo>
                    <a:pt x="86832" y="313773"/>
                  </a:lnTo>
                  <a:lnTo>
                    <a:pt x="91536" y="316253"/>
                  </a:lnTo>
                  <a:lnTo>
                    <a:pt x="96316" y="318583"/>
                  </a:lnTo>
                  <a:lnTo>
                    <a:pt x="101168" y="320760"/>
                  </a:lnTo>
                  <a:lnTo>
                    <a:pt x="106087" y="322781"/>
                  </a:lnTo>
                  <a:lnTo>
                    <a:pt x="111067" y="324644"/>
                  </a:lnTo>
                  <a:lnTo>
                    <a:pt x="116104" y="326349"/>
                  </a:lnTo>
                  <a:lnTo>
                    <a:pt x="121193" y="327892"/>
                  </a:lnTo>
                  <a:lnTo>
                    <a:pt x="126328" y="329272"/>
                  </a:lnTo>
                  <a:lnTo>
                    <a:pt x="131505" y="330489"/>
                  </a:lnTo>
                  <a:lnTo>
                    <a:pt x="136718" y="331540"/>
                  </a:lnTo>
                  <a:lnTo>
                    <a:pt x="141961" y="332425"/>
                  </a:lnTo>
                  <a:lnTo>
                    <a:pt x="147230" y="33314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899086" y="3712086"/>
              <a:ext cx="187091" cy="329963"/>
            </a:xfrm>
            <a:custGeom>
              <a:avLst/>
              <a:pathLst>
                <a:path w="187091" h="329963">
                  <a:moveTo>
                    <a:pt x="0" y="328777"/>
                  </a:moveTo>
                  <a:lnTo>
                    <a:pt x="5306" y="329328"/>
                  </a:lnTo>
                  <a:lnTo>
                    <a:pt x="10627" y="329710"/>
                  </a:lnTo>
                  <a:lnTo>
                    <a:pt x="15958" y="329922"/>
                  </a:lnTo>
                  <a:lnTo>
                    <a:pt x="21293" y="329963"/>
                  </a:lnTo>
                  <a:lnTo>
                    <a:pt x="26627" y="329834"/>
                  </a:lnTo>
                  <a:lnTo>
                    <a:pt x="31954" y="329535"/>
                  </a:lnTo>
                  <a:lnTo>
                    <a:pt x="37268" y="329067"/>
                  </a:lnTo>
                  <a:lnTo>
                    <a:pt x="42565" y="328428"/>
                  </a:lnTo>
                  <a:lnTo>
                    <a:pt x="47839" y="327622"/>
                  </a:lnTo>
                  <a:lnTo>
                    <a:pt x="53084" y="326647"/>
                  </a:lnTo>
                  <a:lnTo>
                    <a:pt x="58295" y="325505"/>
                  </a:lnTo>
                  <a:lnTo>
                    <a:pt x="63468" y="324198"/>
                  </a:lnTo>
                  <a:lnTo>
                    <a:pt x="68596" y="322726"/>
                  </a:lnTo>
                  <a:lnTo>
                    <a:pt x="73674" y="321092"/>
                  </a:lnTo>
                  <a:lnTo>
                    <a:pt x="78698" y="319296"/>
                  </a:lnTo>
                  <a:lnTo>
                    <a:pt x="83662" y="317341"/>
                  </a:lnTo>
                  <a:lnTo>
                    <a:pt x="88561" y="315228"/>
                  </a:lnTo>
                  <a:lnTo>
                    <a:pt x="93390" y="312960"/>
                  </a:lnTo>
                  <a:lnTo>
                    <a:pt x="98144" y="310539"/>
                  </a:lnTo>
                  <a:lnTo>
                    <a:pt x="102819" y="307968"/>
                  </a:lnTo>
                  <a:lnTo>
                    <a:pt x="107409" y="305249"/>
                  </a:lnTo>
                  <a:lnTo>
                    <a:pt x="111910" y="302385"/>
                  </a:lnTo>
                  <a:lnTo>
                    <a:pt x="116318" y="299378"/>
                  </a:lnTo>
                  <a:lnTo>
                    <a:pt x="120627" y="296233"/>
                  </a:lnTo>
                  <a:lnTo>
                    <a:pt x="124833" y="292951"/>
                  </a:lnTo>
                  <a:lnTo>
                    <a:pt x="128933" y="289537"/>
                  </a:lnTo>
                  <a:lnTo>
                    <a:pt x="132922" y="285994"/>
                  </a:lnTo>
                  <a:lnTo>
                    <a:pt x="136795" y="282326"/>
                  </a:lnTo>
                  <a:lnTo>
                    <a:pt x="140550" y="278535"/>
                  </a:lnTo>
                  <a:lnTo>
                    <a:pt x="144182" y="274627"/>
                  </a:lnTo>
                  <a:lnTo>
                    <a:pt x="147687" y="270605"/>
                  </a:lnTo>
                  <a:lnTo>
                    <a:pt x="151062" y="266473"/>
                  </a:lnTo>
                  <a:lnTo>
                    <a:pt x="154303" y="262236"/>
                  </a:lnTo>
                  <a:lnTo>
                    <a:pt x="157408" y="257897"/>
                  </a:lnTo>
                  <a:lnTo>
                    <a:pt x="160372" y="253461"/>
                  </a:lnTo>
                  <a:lnTo>
                    <a:pt x="163194" y="248933"/>
                  </a:lnTo>
                  <a:lnTo>
                    <a:pt x="165869" y="244318"/>
                  </a:lnTo>
                  <a:lnTo>
                    <a:pt x="168396" y="239619"/>
                  </a:lnTo>
                  <a:lnTo>
                    <a:pt x="170772" y="234842"/>
                  </a:lnTo>
                  <a:lnTo>
                    <a:pt x="172994" y="229992"/>
                  </a:lnTo>
                  <a:lnTo>
                    <a:pt x="175060" y="225073"/>
                  </a:lnTo>
                  <a:lnTo>
                    <a:pt x="176968" y="220091"/>
                  </a:lnTo>
                  <a:lnTo>
                    <a:pt x="178716" y="215050"/>
                  </a:lnTo>
                  <a:lnTo>
                    <a:pt x="180303" y="209956"/>
                  </a:lnTo>
                  <a:lnTo>
                    <a:pt x="181726" y="204814"/>
                  </a:lnTo>
                  <a:lnTo>
                    <a:pt x="182984" y="199630"/>
                  </a:lnTo>
                  <a:lnTo>
                    <a:pt x="184076" y="194408"/>
                  </a:lnTo>
                  <a:lnTo>
                    <a:pt x="185001" y="189153"/>
                  </a:lnTo>
                  <a:lnTo>
                    <a:pt x="185758" y="183872"/>
                  </a:lnTo>
                  <a:lnTo>
                    <a:pt x="186346" y="178570"/>
                  </a:lnTo>
                  <a:lnTo>
                    <a:pt x="186765" y="173251"/>
                  </a:lnTo>
                  <a:lnTo>
                    <a:pt x="187013" y="167922"/>
                  </a:lnTo>
                  <a:lnTo>
                    <a:pt x="187091" y="162587"/>
                  </a:lnTo>
                  <a:lnTo>
                    <a:pt x="186999" y="157253"/>
                  </a:lnTo>
                  <a:lnTo>
                    <a:pt x="186737" y="151924"/>
                  </a:lnTo>
                  <a:lnTo>
                    <a:pt x="186305" y="146607"/>
                  </a:lnTo>
                  <a:lnTo>
                    <a:pt x="185704" y="141306"/>
                  </a:lnTo>
                  <a:lnTo>
                    <a:pt x="184933" y="136026"/>
                  </a:lnTo>
                  <a:lnTo>
                    <a:pt x="183995" y="130774"/>
                  </a:lnTo>
                  <a:lnTo>
                    <a:pt x="182889" y="125555"/>
                  </a:lnTo>
                  <a:lnTo>
                    <a:pt x="181618" y="120374"/>
                  </a:lnTo>
                  <a:lnTo>
                    <a:pt x="180182" y="115236"/>
                  </a:lnTo>
                  <a:lnTo>
                    <a:pt x="178582" y="110146"/>
                  </a:lnTo>
                  <a:lnTo>
                    <a:pt x="176821" y="105110"/>
                  </a:lnTo>
                  <a:lnTo>
                    <a:pt x="174900" y="100133"/>
                  </a:lnTo>
                  <a:lnTo>
                    <a:pt x="172821" y="95219"/>
                  </a:lnTo>
                  <a:lnTo>
                    <a:pt x="170587" y="90375"/>
                  </a:lnTo>
                  <a:lnTo>
                    <a:pt x="168199" y="85604"/>
                  </a:lnTo>
                  <a:lnTo>
                    <a:pt x="165660" y="80911"/>
                  </a:lnTo>
                  <a:lnTo>
                    <a:pt x="162973" y="76303"/>
                  </a:lnTo>
                  <a:lnTo>
                    <a:pt x="160140" y="71782"/>
                  </a:lnTo>
                  <a:lnTo>
                    <a:pt x="157164" y="67354"/>
                  </a:lnTo>
                  <a:lnTo>
                    <a:pt x="154048" y="63023"/>
                  </a:lnTo>
                  <a:lnTo>
                    <a:pt x="150796" y="58794"/>
                  </a:lnTo>
                  <a:lnTo>
                    <a:pt x="147410" y="54671"/>
                  </a:lnTo>
                  <a:lnTo>
                    <a:pt x="143895" y="50658"/>
                  </a:lnTo>
                  <a:lnTo>
                    <a:pt x="140253" y="46759"/>
                  </a:lnTo>
                  <a:lnTo>
                    <a:pt x="136489" y="42978"/>
                  </a:lnTo>
                  <a:lnTo>
                    <a:pt x="132606" y="39319"/>
                  </a:lnTo>
                  <a:lnTo>
                    <a:pt x="128608" y="35787"/>
                  </a:lnTo>
                  <a:lnTo>
                    <a:pt x="124500" y="32383"/>
                  </a:lnTo>
                  <a:lnTo>
                    <a:pt x="120285" y="29112"/>
                  </a:lnTo>
                  <a:lnTo>
                    <a:pt x="115967" y="25978"/>
                  </a:lnTo>
                  <a:lnTo>
                    <a:pt x="111552" y="22983"/>
                  </a:lnTo>
                  <a:lnTo>
                    <a:pt x="107044" y="20130"/>
                  </a:lnTo>
                  <a:lnTo>
                    <a:pt x="102447" y="17423"/>
                  </a:lnTo>
                  <a:lnTo>
                    <a:pt x="97766" y="14863"/>
                  </a:lnTo>
                  <a:lnTo>
                    <a:pt x="93005" y="12455"/>
                  </a:lnTo>
                  <a:lnTo>
                    <a:pt x="88171" y="10199"/>
                  </a:lnTo>
                  <a:lnTo>
                    <a:pt x="83266" y="8099"/>
                  </a:lnTo>
                  <a:lnTo>
                    <a:pt x="78297" y="6157"/>
                  </a:lnTo>
                  <a:lnTo>
                    <a:pt x="73269" y="4374"/>
                  </a:lnTo>
                  <a:lnTo>
                    <a:pt x="68186" y="2752"/>
                  </a:lnTo>
                  <a:lnTo>
                    <a:pt x="63054" y="1294"/>
                  </a:lnTo>
                  <a:lnTo>
                    <a:pt x="57879" y="0"/>
                  </a:lnTo>
                  <a:lnTo>
                    <a:pt x="19924" y="1628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919011" y="3707720"/>
              <a:ext cx="37954" cy="167167"/>
            </a:xfrm>
            <a:custGeom>
              <a:avLst/>
              <a:pathLst>
                <a:path w="37954" h="167167">
                  <a:moveTo>
                    <a:pt x="37954" y="4365"/>
                  </a:moveTo>
                  <a:lnTo>
                    <a:pt x="31713" y="3035"/>
                  </a:lnTo>
                  <a:lnTo>
                    <a:pt x="25426" y="1945"/>
                  </a:lnTo>
                  <a:lnTo>
                    <a:pt x="19102" y="1095"/>
                  </a:lnTo>
                  <a:lnTo>
                    <a:pt x="12750" y="486"/>
                  </a:lnTo>
                  <a:lnTo>
                    <a:pt x="6379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tx90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2025-06-24T19:39:33Z</dcterms:modified>
  <cp:category/>
</cp:coreProperties>
</file>