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01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01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08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48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0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4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01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01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30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54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01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33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84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97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046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01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613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01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70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01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6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01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6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01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184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54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0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30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94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08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33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96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97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23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08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33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30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173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55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61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01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08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48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0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40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31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01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08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48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4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31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96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48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54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94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46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40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31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01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08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48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01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308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30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48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54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94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61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73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01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08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48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70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6836" y="3170392"/>
              <a:ext cx="66942" cy="167167"/>
            </a:xfrm>
            <a:custGeom>
              <a:avLst/>
              <a:pathLst>
                <a:path w="66942" h="167167">
                  <a:moveTo>
                    <a:pt x="66942" y="0"/>
                  </a:moveTo>
                  <a:lnTo>
                    <a:pt x="61204" y="98"/>
                  </a:lnTo>
                  <a:lnTo>
                    <a:pt x="55472" y="393"/>
                  </a:lnTo>
                  <a:lnTo>
                    <a:pt x="49754" y="886"/>
                  </a:lnTo>
                  <a:lnTo>
                    <a:pt x="44056" y="1574"/>
                  </a:lnTo>
                  <a:lnTo>
                    <a:pt x="38385" y="2457"/>
                  </a:lnTo>
                  <a:lnTo>
                    <a:pt x="32748" y="3534"/>
                  </a:lnTo>
                  <a:lnTo>
                    <a:pt x="27151" y="4804"/>
                  </a:lnTo>
                  <a:lnTo>
                    <a:pt x="21601" y="6266"/>
                  </a:lnTo>
                  <a:lnTo>
                    <a:pt x="16104" y="7917"/>
                  </a:lnTo>
                  <a:lnTo>
                    <a:pt x="10668" y="9756"/>
                  </a:lnTo>
                  <a:lnTo>
                    <a:pt x="5297" y="11781"/>
                  </a:lnTo>
                  <a:lnTo>
                    <a:pt x="0" y="13989"/>
                  </a:lnTo>
                  <a:lnTo>
                    <a:pt x="6694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6836" y="3184381"/>
              <a:ext cx="66942" cy="153178"/>
            </a:xfrm>
            <a:custGeom>
              <a:avLst/>
              <a:pathLst>
                <a:path w="66942" h="153178">
                  <a:moveTo>
                    <a:pt x="0" y="0"/>
                  </a:moveTo>
                  <a:lnTo>
                    <a:pt x="66942" y="1531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23" y="3170417"/>
              <a:ext cx="334322" cy="334304"/>
            </a:xfrm>
            <a:custGeom>
              <a:avLst/>
              <a:pathLst>
                <a:path w="334322" h="334304">
                  <a:moveTo>
                    <a:pt x="100212" y="13964"/>
                  </a:moveTo>
                  <a:lnTo>
                    <a:pt x="95399" y="16159"/>
                  </a:lnTo>
                  <a:lnTo>
                    <a:pt x="90658" y="18504"/>
                  </a:lnTo>
                  <a:lnTo>
                    <a:pt x="85994" y="20999"/>
                  </a:lnTo>
                  <a:lnTo>
                    <a:pt x="81411" y="23640"/>
                  </a:lnTo>
                  <a:lnTo>
                    <a:pt x="76914" y="26424"/>
                  </a:lnTo>
                  <a:lnTo>
                    <a:pt x="72507" y="29350"/>
                  </a:lnTo>
                  <a:lnTo>
                    <a:pt x="68195" y="32413"/>
                  </a:lnTo>
                  <a:lnTo>
                    <a:pt x="63982" y="35612"/>
                  </a:lnTo>
                  <a:lnTo>
                    <a:pt x="59872" y="38942"/>
                  </a:lnTo>
                  <a:lnTo>
                    <a:pt x="55870" y="42400"/>
                  </a:lnTo>
                  <a:lnTo>
                    <a:pt x="51979" y="45983"/>
                  </a:lnTo>
                  <a:lnTo>
                    <a:pt x="48203" y="49688"/>
                  </a:lnTo>
                  <a:lnTo>
                    <a:pt x="44547" y="53510"/>
                  </a:lnTo>
                  <a:lnTo>
                    <a:pt x="41013" y="57446"/>
                  </a:lnTo>
                  <a:lnTo>
                    <a:pt x="37606" y="61492"/>
                  </a:lnTo>
                  <a:lnTo>
                    <a:pt x="34328" y="65644"/>
                  </a:lnTo>
                  <a:lnTo>
                    <a:pt x="31183" y="69897"/>
                  </a:lnTo>
                  <a:lnTo>
                    <a:pt x="28175" y="74247"/>
                  </a:lnTo>
                  <a:lnTo>
                    <a:pt x="25305" y="78691"/>
                  </a:lnTo>
                  <a:lnTo>
                    <a:pt x="22578" y="83223"/>
                  </a:lnTo>
                  <a:lnTo>
                    <a:pt x="19995" y="87839"/>
                  </a:lnTo>
                  <a:lnTo>
                    <a:pt x="17560" y="92535"/>
                  </a:lnTo>
                  <a:lnTo>
                    <a:pt x="15274" y="97305"/>
                  </a:lnTo>
                  <a:lnTo>
                    <a:pt x="13141" y="102145"/>
                  </a:lnTo>
                  <a:lnTo>
                    <a:pt x="11162" y="107050"/>
                  </a:lnTo>
                  <a:lnTo>
                    <a:pt x="9339" y="112016"/>
                  </a:lnTo>
                  <a:lnTo>
                    <a:pt x="7673" y="117036"/>
                  </a:lnTo>
                  <a:lnTo>
                    <a:pt x="6168" y="122107"/>
                  </a:lnTo>
                  <a:lnTo>
                    <a:pt x="4824" y="127223"/>
                  </a:lnTo>
                  <a:lnTo>
                    <a:pt x="3642" y="132379"/>
                  </a:lnTo>
                  <a:lnTo>
                    <a:pt x="2624" y="137569"/>
                  </a:lnTo>
                  <a:lnTo>
                    <a:pt x="1771" y="142790"/>
                  </a:lnTo>
                  <a:lnTo>
                    <a:pt x="1083" y="148034"/>
                  </a:lnTo>
                  <a:lnTo>
                    <a:pt x="562" y="153298"/>
                  </a:lnTo>
                  <a:lnTo>
                    <a:pt x="207" y="158575"/>
                  </a:lnTo>
                  <a:lnTo>
                    <a:pt x="20" y="163862"/>
                  </a:lnTo>
                  <a:lnTo>
                    <a:pt x="0" y="169151"/>
                  </a:lnTo>
                  <a:lnTo>
                    <a:pt x="147" y="174439"/>
                  </a:lnTo>
                  <a:lnTo>
                    <a:pt x="461" y="179719"/>
                  </a:lnTo>
                  <a:lnTo>
                    <a:pt x="943" y="184986"/>
                  </a:lnTo>
                  <a:lnTo>
                    <a:pt x="1590" y="190236"/>
                  </a:lnTo>
                  <a:lnTo>
                    <a:pt x="2404" y="195463"/>
                  </a:lnTo>
                  <a:lnTo>
                    <a:pt x="3382" y="200661"/>
                  </a:lnTo>
                  <a:lnTo>
                    <a:pt x="4525" y="205825"/>
                  </a:lnTo>
                  <a:lnTo>
                    <a:pt x="5830" y="210951"/>
                  </a:lnTo>
                  <a:lnTo>
                    <a:pt x="7297" y="216033"/>
                  </a:lnTo>
                  <a:lnTo>
                    <a:pt x="8924" y="221067"/>
                  </a:lnTo>
                  <a:lnTo>
                    <a:pt x="10709" y="226046"/>
                  </a:lnTo>
                  <a:lnTo>
                    <a:pt x="12651" y="230966"/>
                  </a:lnTo>
                  <a:lnTo>
                    <a:pt x="14747" y="235822"/>
                  </a:lnTo>
                  <a:lnTo>
                    <a:pt x="16997" y="240610"/>
                  </a:lnTo>
                  <a:lnTo>
                    <a:pt x="19396" y="245323"/>
                  </a:lnTo>
                  <a:lnTo>
                    <a:pt x="21944" y="249959"/>
                  </a:lnTo>
                  <a:lnTo>
                    <a:pt x="24636" y="254512"/>
                  </a:lnTo>
                  <a:lnTo>
                    <a:pt x="27472" y="258977"/>
                  </a:lnTo>
                  <a:lnTo>
                    <a:pt x="30447" y="263350"/>
                  </a:lnTo>
                  <a:lnTo>
                    <a:pt x="33560" y="267627"/>
                  </a:lnTo>
                  <a:lnTo>
                    <a:pt x="36806" y="271804"/>
                  </a:lnTo>
                  <a:lnTo>
                    <a:pt x="40182" y="275875"/>
                  </a:lnTo>
                  <a:lnTo>
                    <a:pt x="43686" y="279838"/>
                  </a:lnTo>
                  <a:lnTo>
                    <a:pt x="47313" y="283688"/>
                  </a:lnTo>
                  <a:lnTo>
                    <a:pt x="51060" y="287421"/>
                  </a:lnTo>
                  <a:lnTo>
                    <a:pt x="54924" y="291034"/>
                  </a:lnTo>
                  <a:lnTo>
                    <a:pt x="58900" y="294523"/>
                  </a:lnTo>
                  <a:lnTo>
                    <a:pt x="62984" y="297884"/>
                  </a:lnTo>
                  <a:lnTo>
                    <a:pt x="67173" y="301114"/>
                  </a:lnTo>
                  <a:lnTo>
                    <a:pt x="71461" y="304210"/>
                  </a:lnTo>
                  <a:lnTo>
                    <a:pt x="75846" y="307169"/>
                  </a:lnTo>
                  <a:lnTo>
                    <a:pt x="80322" y="309988"/>
                  </a:lnTo>
                  <a:lnTo>
                    <a:pt x="84884" y="312664"/>
                  </a:lnTo>
                  <a:lnTo>
                    <a:pt x="89530" y="315194"/>
                  </a:lnTo>
                  <a:lnTo>
                    <a:pt x="94252" y="317576"/>
                  </a:lnTo>
                  <a:lnTo>
                    <a:pt x="99048" y="319807"/>
                  </a:lnTo>
                  <a:lnTo>
                    <a:pt x="103912" y="321885"/>
                  </a:lnTo>
                  <a:lnTo>
                    <a:pt x="108840" y="323809"/>
                  </a:lnTo>
                  <a:lnTo>
                    <a:pt x="113826" y="325575"/>
                  </a:lnTo>
                  <a:lnTo>
                    <a:pt x="118865" y="327183"/>
                  </a:lnTo>
                  <a:lnTo>
                    <a:pt x="123952" y="328631"/>
                  </a:lnTo>
                  <a:lnTo>
                    <a:pt x="129083" y="329917"/>
                  </a:lnTo>
                  <a:lnTo>
                    <a:pt x="134252" y="331040"/>
                  </a:lnTo>
                  <a:lnTo>
                    <a:pt x="139454" y="331999"/>
                  </a:lnTo>
                  <a:lnTo>
                    <a:pt x="144684" y="332793"/>
                  </a:lnTo>
                  <a:lnTo>
                    <a:pt x="149936" y="333421"/>
                  </a:lnTo>
                  <a:lnTo>
                    <a:pt x="155205" y="333882"/>
                  </a:lnTo>
                  <a:lnTo>
                    <a:pt x="160486" y="334177"/>
                  </a:lnTo>
                  <a:lnTo>
                    <a:pt x="165774" y="334304"/>
                  </a:lnTo>
                  <a:lnTo>
                    <a:pt x="171064" y="334264"/>
                  </a:lnTo>
                  <a:lnTo>
                    <a:pt x="176349" y="334057"/>
                  </a:lnTo>
                  <a:lnTo>
                    <a:pt x="181625" y="333682"/>
                  </a:lnTo>
                  <a:lnTo>
                    <a:pt x="186887" y="333141"/>
                  </a:lnTo>
                  <a:lnTo>
                    <a:pt x="192129" y="332434"/>
                  </a:lnTo>
                  <a:lnTo>
                    <a:pt x="197346" y="331561"/>
                  </a:lnTo>
                  <a:lnTo>
                    <a:pt x="202533" y="330523"/>
                  </a:lnTo>
                  <a:lnTo>
                    <a:pt x="207684" y="329322"/>
                  </a:lnTo>
                  <a:lnTo>
                    <a:pt x="212795" y="327959"/>
                  </a:lnTo>
                  <a:lnTo>
                    <a:pt x="217860" y="326434"/>
                  </a:lnTo>
                  <a:lnTo>
                    <a:pt x="222874" y="324750"/>
                  </a:lnTo>
                  <a:lnTo>
                    <a:pt x="227833" y="322909"/>
                  </a:lnTo>
                  <a:lnTo>
                    <a:pt x="232731" y="320911"/>
                  </a:lnTo>
                  <a:lnTo>
                    <a:pt x="237563" y="318759"/>
                  </a:lnTo>
                  <a:lnTo>
                    <a:pt x="242324" y="316456"/>
                  </a:lnTo>
                  <a:lnTo>
                    <a:pt x="247011" y="314003"/>
                  </a:lnTo>
                  <a:lnTo>
                    <a:pt x="251617" y="311403"/>
                  </a:lnTo>
                  <a:lnTo>
                    <a:pt x="256139" y="308658"/>
                  </a:lnTo>
                  <a:lnTo>
                    <a:pt x="260572" y="305772"/>
                  </a:lnTo>
                  <a:lnTo>
                    <a:pt x="264911" y="302747"/>
                  </a:lnTo>
                  <a:lnTo>
                    <a:pt x="269152" y="299587"/>
                  </a:lnTo>
                  <a:lnTo>
                    <a:pt x="273291" y="296293"/>
                  </a:lnTo>
                  <a:lnTo>
                    <a:pt x="277324" y="292871"/>
                  </a:lnTo>
                  <a:lnTo>
                    <a:pt x="281247" y="289322"/>
                  </a:lnTo>
                  <a:lnTo>
                    <a:pt x="285055" y="285652"/>
                  </a:lnTo>
                  <a:lnTo>
                    <a:pt x="288746" y="281862"/>
                  </a:lnTo>
                  <a:lnTo>
                    <a:pt x="292314" y="277958"/>
                  </a:lnTo>
                  <a:lnTo>
                    <a:pt x="295758" y="273942"/>
                  </a:lnTo>
                  <a:lnTo>
                    <a:pt x="299072" y="269820"/>
                  </a:lnTo>
                  <a:lnTo>
                    <a:pt x="302255" y="265595"/>
                  </a:lnTo>
                  <a:lnTo>
                    <a:pt x="305302" y="261272"/>
                  </a:lnTo>
                  <a:lnTo>
                    <a:pt x="308211" y="256854"/>
                  </a:lnTo>
                  <a:lnTo>
                    <a:pt x="310979" y="252346"/>
                  </a:lnTo>
                  <a:lnTo>
                    <a:pt x="313602" y="247753"/>
                  </a:lnTo>
                  <a:lnTo>
                    <a:pt x="316079" y="243080"/>
                  </a:lnTo>
                  <a:lnTo>
                    <a:pt x="318407" y="238330"/>
                  </a:lnTo>
                  <a:lnTo>
                    <a:pt x="320584" y="233509"/>
                  </a:lnTo>
                  <a:lnTo>
                    <a:pt x="322607" y="228622"/>
                  </a:lnTo>
                  <a:lnTo>
                    <a:pt x="324474" y="223673"/>
                  </a:lnTo>
                  <a:lnTo>
                    <a:pt x="326184" y="218667"/>
                  </a:lnTo>
                  <a:lnTo>
                    <a:pt x="327734" y="213610"/>
                  </a:lnTo>
                  <a:lnTo>
                    <a:pt x="329124" y="208506"/>
                  </a:lnTo>
                  <a:lnTo>
                    <a:pt x="330352" y="203361"/>
                  </a:lnTo>
                  <a:lnTo>
                    <a:pt x="331416" y="198180"/>
                  </a:lnTo>
                  <a:lnTo>
                    <a:pt x="332315" y="192967"/>
                  </a:lnTo>
                  <a:lnTo>
                    <a:pt x="333050" y="187729"/>
                  </a:lnTo>
                  <a:lnTo>
                    <a:pt x="333618" y="182470"/>
                  </a:lnTo>
                  <a:lnTo>
                    <a:pt x="334020" y="177196"/>
                  </a:lnTo>
                  <a:lnTo>
                    <a:pt x="334254" y="171912"/>
                  </a:lnTo>
                  <a:lnTo>
                    <a:pt x="334322" y="166623"/>
                  </a:lnTo>
                  <a:lnTo>
                    <a:pt x="334221" y="161334"/>
                  </a:lnTo>
                  <a:lnTo>
                    <a:pt x="333954" y="156051"/>
                  </a:lnTo>
                  <a:lnTo>
                    <a:pt x="333520" y="150780"/>
                  </a:lnTo>
                  <a:lnTo>
                    <a:pt x="332919" y="145524"/>
                  </a:lnTo>
                  <a:lnTo>
                    <a:pt x="332152" y="140291"/>
                  </a:lnTo>
                  <a:lnTo>
                    <a:pt x="331220" y="135084"/>
                  </a:lnTo>
                  <a:lnTo>
                    <a:pt x="330123" y="129909"/>
                  </a:lnTo>
                  <a:lnTo>
                    <a:pt x="328864" y="124772"/>
                  </a:lnTo>
                  <a:lnTo>
                    <a:pt x="327442" y="119677"/>
                  </a:lnTo>
                  <a:lnTo>
                    <a:pt x="325860" y="114630"/>
                  </a:lnTo>
                  <a:lnTo>
                    <a:pt x="324119" y="109635"/>
                  </a:lnTo>
                  <a:lnTo>
                    <a:pt x="322221" y="104698"/>
                  </a:lnTo>
                  <a:lnTo>
                    <a:pt x="320168" y="99823"/>
                  </a:lnTo>
                  <a:lnTo>
                    <a:pt x="317962" y="95016"/>
                  </a:lnTo>
                  <a:lnTo>
                    <a:pt x="315604" y="90281"/>
                  </a:lnTo>
                  <a:lnTo>
                    <a:pt x="313098" y="85622"/>
                  </a:lnTo>
                  <a:lnTo>
                    <a:pt x="310446" y="81046"/>
                  </a:lnTo>
                  <a:lnTo>
                    <a:pt x="307650" y="76555"/>
                  </a:lnTo>
                  <a:lnTo>
                    <a:pt x="304714" y="72156"/>
                  </a:lnTo>
                  <a:lnTo>
                    <a:pt x="301640" y="67851"/>
                  </a:lnTo>
                  <a:lnTo>
                    <a:pt x="298431" y="63646"/>
                  </a:lnTo>
                  <a:lnTo>
                    <a:pt x="295091" y="59545"/>
                  </a:lnTo>
                  <a:lnTo>
                    <a:pt x="291623" y="55551"/>
                  </a:lnTo>
                  <a:lnTo>
                    <a:pt x="288030" y="51669"/>
                  </a:lnTo>
                  <a:lnTo>
                    <a:pt x="284316" y="47902"/>
                  </a:lnTo>
                  <a:lnTo>
                    <a:pt x="280485" y="44255"/>
                  </a:lnTo>
                  <a:lnTo>
                    <a:pt x="276540" y="40731"/>
                  </a:lnTo>
                  <a:lnTo>
                    <a:pt x="272486" y="37334"/>
                  </a:lnTo>
                  <a:lnTo>
                    <a:pt x="268327" y="34066"/>
                  </a:lnTo>
                  <a:lnTo>
                    <a:pt x="264066" y="30932"/>
                  </a:lnTo>
                  <a:lnTo>
                    <a:pt x="259708" y="27934"/>
                  </a:lnTo>
                  <a:lnTo>
                    <a:pt x="255257" y="25076"/>
                  </a:lnTo>
                  <a:lnTo>
                    <a:pt x="250718" y="22359"/>
                  </a:lnTo>
                  <a:lnTo>
                    <a:pt x="246096" y="19788"/>
                  </a:lnTo>
                  <a:lnTo>
                    <a:pt x="241394" y="17364"/>
                  </a:lnTo>
                  <a:lnTo>
                    <a:pt x="236619" y="15091"/>
                  </a:lnTo>
                  <a:lnTo>
                    <a:pt x="231773" y="12969"/>
                  </a:lnTo>
                  <a:lnTo>
                    <a:pt x="226863" y="11002"/>
                  </a:lnTo>
                  <a:lnTo>
                    <a:pt x="221893" y="9191"/>
                  </a:lnTo>
                  <a:lnTo>
                    <a:pt x="216869" y="7538"/>
                  </a:lnTo>
                  <a:lnTo>
                    <a:pt x="211794" y="6045"/>
                  </a:lnTo>
                  <a:lnTo>
                    <a:pt x="206675" y="4714"/>
                  </a:lnTo>
                  <a:lnTo>
                    <a:pt x="201516" y="3544"/>
                  </a:lnTo>
                  <a:lnTo>
                    <a:pt x="196323" y="2539"/>
                  </a:lnTo>
                  <a:lnTo>
                    <a:pt x="191101" y="1699"/>
                  </a:lnTo>
                  <a:lnTo>
                    <a:pt x="185855" y="1024"/>
                  </a:lnTo>
                  <a:lnTo>
                    <a:pt x="180590" y="516"/>
                  </a:lnTo>
                  <a:lnTo>
                    <a:pt x="175311" y="174"/>
                  </a:lnTo>
                  <a:lnTo>
                    <a:pt x="170025" y="0"/>
                  </a:lnTo>
                  <a:lnTo>
                    <a:pt x="167155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2869" cy="167167"/>
            </a:xfrm>
            <a:custGeom>
              <a:avLst/>
              <a:pathLst>
                <a:path w="2869" h="167167">
                  <a:moveTo>
                    <a:pt x="2869" y="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44" y="2633064"/>
              <a:ext cx="167166" cy="183641"/>
            </a:xfrm>
            <a:custGeom>
              <a:avLst/>
              <a:pathLst>
                <a:path w="167166" h="183641">
                  <a:moveTo>
                    <a:pt x="167166" y="0"/>
                  </a:moveTo>
                  <a:lnTo>
                    <a:pt x="161800" y="86"/>
                  </a:lnTo>
                  <a:lnTo>
                    <a:pt x="156440" y="344"/>
                  </a:lnTo>
                  <a:lnTo>
                    <a:pt x="151090" y="774"/>
                  </a:lnTo>
                  <a:lnTo>
                    <a:pt x="145757" y="1376"/>
                  </a:lnTo>
                  <a:lnTo>
                    <a:pt x="140446" y="2149"/>
                  </a:lnTo>
                  <a:lnTo>
                    <a:pt x="135163" y="3092"/>
                  </a:lnTo>
                  <a:lnTo>
                    <a:pt x="129912" y="4203"/>
                  </a:lnTo>
                  <a:lnTo>
                    <a:pt x="124700" y="5483"/>
                  </a:lnTo>
                  <a:lnTo>
                    <a:pt x="119532" y="6930"/>
                  </a:lnTo>
                  <a:lnTo>
                    <a:pt x="114413" y="8541"/>
                  </a:lnTo>
                  <a:lnTo>
                    <a:pt x="109348" y="10317"/>
                  </a:lnTo>
                  <a:lnTo>
                    <a:pt x="104343" y="12253"/>
                  </a:lnTo>
                  <a:lnTo>
                    <a:pt x="99403" y="14350"/>
                  </a:lnTo>
                  <a:lnTo>
                    <a:pt x="94532" y="16604"/>
                  </a:lnTo>
                  <a:lnTo>
                    <a:pt x="89737" y="19013"/>
                  </a:lnTo>
                  <a:lnTo>
                    <a:pt x="85021" y="21575"/>
                  </a:lnTo>
                  <a:lnTo>
                    <a:pt x="80389" y="24287"/>
                  </a:lnTo>
                  <a:lnTo>
                    <a:pt x="75848" y="27146"/>
                  </a:lnTo>
                  <a:lnTo>
                    <a:pt x="71400" y="30150"/>
                  </a:lnTo>
                  <a:lnTo>
                    <a:pt x="67051" y="33294"/>
                  </a:lnTo>
                  <a:lnTo>
                    <a:pt x="62805" y="36577"/>
                  </a:lnTo>
                  <a:lnTo>
                    <a:pt x="58667" y="39994"/>
                  </a:lnTo>
                  <a:lnTo>
                    <a:pt x="54641" y="43543"/>
                  </a:lnTo>
                  <a:lnTo>
                    <a:pt x="50730" y="47219"/>
                  </a:lnTo>
                  <a:lnTo>
                    <a:pt x="46940" y="51018"/>
                  </a:lnTo>
                  <a:lnTo>
                    <a:pt x="43273" y="54937"/>
                  </a:lnTo>
                  <a:lnTo>
                    <a:pt x="39735" y="58972"/>
                  </a:lnTo>
                  <a:lnTo>
                    <a:pt x="36327" y="63119"/>
                  </a:lnTo>
                  <a:lnTo>
                    <a:pt x="33055" y="67372"/>
                  </a:lnTo>
                  <a:lnTo>
                    <a:pt x="29920" y="71729"/>
                  </a:lnTo>
                  <a:lnTo>
                    <a:pt x="26927" y="76184"/>
                  </a:lnTo>
                  <a:lnTo>
                    <a:pt x="24079" y="80732"/>
                  </a:lnTo>
                  <a:lnTo>
                    <a:pt x="21378" y="85370"/>
                  </a:lnTo>
                  <a:lnTo>
                    <a:pt x="18828" y="90092"/>
                  </a:lnTo>
                  <a:lnTo>
                    <a:pt x="16430" y="94893"/>
                  </a:lnTo>
                  <a:lnTo>
                    <a:pt x="14188" y="99769"/>
                  </a:lnTo>
                  <a:lnTo>
                    <a:pt x="12103" y="104715"/>
                  </a:lnTo>
                  <a:lnTo>
                    <a:pt x="10178" y="109724"/>
                  </a:lnTo>
                  <a:lnTo>
                    <a:pt x="8415" y="114793"/>
                  </a:lnTo>
                  <a:lnTo>
                    <a:pt x="6816" y="119916"/>
                  </a:lnTo>
                  <a:lnTo>
                    <a:pt x="5382" y="125088"/>
                  </a:lnTo>
                  <a:lnTo>
                    <a:pt x="4114" y="130303"/>
                  </a:lnTo>
                  <a:lnTo>
                    <a:pt x="3015" y="135556"/>
                  </a:lnTo>
                  <a:lnTo>
                    <a:pt x="2085" y="140842"/>
                  </a:lnTo>
                  <a:lnTo>
                    <a:pt x="1325" y="146155"/>
                  </a:lnTo>
                  <a:lnTo>
                    <a:pt x="736" y="151489"/>
                  </a:lnTo>
                  <a:lnTo>
                    <a:pt x="318" y="156840"/>
                  </a:lnTo>
                  <a:lnTo>
                    <a:pt x="73" y="162201"/>
                  </a:lnTo>
                  <a:lnTo>
                    <a:pt x="0" y="167567"/>
                  </a:lnTo>
                  <a:lnTo>
                    <a:pt x="98" y="172933"/>
                  </a:lnTo>
                  <a:lnTo>
                    <a:pt x="370" y="178293"/>
                  </a:lnTo>
                  <a:lnTo>
                    <a:pt x="813" y="18364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657" y="2800231"/>
              <a:ext cx="166353" cy="16474"/>
            </a:xfrm>
            <a:custGeom>
              <a:avLst/>
              <a:pathLst>
                <a:path w="166353" h="16474">
                  <a:moveTo>
                    <a:pt x="0" y="16474"/>
                  </a:moveTo>
                  <a:lnTo>
                    <a:pt x="16635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657" y="2674666"/>
              <a:ext cx="333509" cy="292730"/>
            </a:xfrm>
            <a:custGeom>
              <a:avLst/>
              <a:pathLst>
                <a:path w="333509" h="292730">
                  <a:moveTo>
                    <a:pt x="0" y="142039"/>
                  </a:moveTo>
                  <a:lnTo>
                    <a:pt x="610" y="147337"/>
                  </a:lnTo>
                  <a:lnTo>
                    <a:pt x="1389" y="152614"/>
                  </a:lnTo>
                  <a:lnTo>
                    <a:pt x="2336" y="157863"/>
                  </a:lnTo>
                  <a:lnTo>
                    <a:pt x="3449" y="163079"/>
                  </a:lnTo>
                  <a:lnTo>
                    <a:pt x="4729" y="168256"/>
                  </a:lnTo>
                  <a:lnTo>
                    <a:pt x="6173" y="173391"/>
                  </a:lnTo>
                  <a:lnTo>
                    <a:pt x="7781" y="178476"/>
                  </a:lnTo>
                  <a:lnTo>
                    <a:pt x="9549" y="183508"/>
                  </a:lnTo>
                  <a:lnTo>
                    <a:pt x="11478" y="188481"/>
                  </a:lnTo>
                  <a:lnTo>
                    <a:pt x="13564" y="193390"/>
                  </a:lnTo>
                  <a:lnTo>
                    <a:pt x="15805" y="198229"/>
                  </a:lnTo>
                  <a:lnTo>
                    <a:pt x="18200" y="202995"/>
                  </a:lnTo>
                  <a:lnTo>
                    <a:pt x="20745" y="207682"/>
                  </a:lnTo>
                  <a:lnTo>
                    <a:pt x="23439" y="212285"/>
                  </a:lnTo>
                  <a:lnTo>
                    <a:pt x="26279" y="216801"/>
                  </a:lnTo>
                  <a:lnTo>
                    <a:pt x="29260" y="221223"/>
                  </a:lnTo>
                  <a:lnTo>
                    <a:pt x="32382" y="225547"/>
                  </a:lnTo>
                  <a:lnTo>
                    <a:pt x="35640" y="229770"/>
                  </a:lnTo>
                  <a:lnTo>
                    <a:pt x="39031" y="233887"/>
                  </a:lnTo>
                  <a:lnTo>
                    <a:pt x="42551" y="237894"/>
                  </a:lnTo>
                  <a:lnTo>
                    <a:pt x="46198" y="241786"/>
                  </a:lnTo>
                  <a:lnTo>
                    <a:pt x="49966" y="245560"/>
                  </a:lnTo>
                  <a:lnTo>
                    <a:pt x="53854" y="249212"/>
                  </a:lnTo>
                  <a:lnTo>
                    <a:pt x="57855" y="252738"/>
                  </a:lnTo>
                  <a:lnTo>
                    <a:pt x="61968" y="256135"/>
                  </a:lnTo>
                  <a:lnTo>
                    <a:pt x="66186" y="259398"/>
                  </a:lnTo>
                  <a:lnTo>
                    <a:pt x="70507" y="262526"/>
                  </a:lnTo>
                  <a:lnTo>
                    <a:pt x="74925" y="265514"/>
                  </a:lnTo>
                  <a:lnTo>
                    <a:pt x="79436" y="268359"/>
                  </a:lnTo>
                  <a:lnTo>
                    <a:pt x="84036" y="271059"/>
                  </a:lnTo>
                  <a:lnTo>
                    <a:pt x="88719" y="273611"/>
                  </a:lnTo>
                  <a:lnTo>
                    <a:pt x="93482" y="276013"/>
                  </a:lnTo>
                  <a:lnTo>
                    <a:pt x="98318" y="278261"/>
                  </a:lnTo>
                  <a:lnTo>
                    <a:pt x="103224" y="280353"/>
                  </a:lnTo>
                  <a:lnTo>
                    <a:pt x="108194" y="282289"/>
                  </a:lnTo>
                  <a:lnTo>
                    <a:pt x="113224" y="284064"/>
                  </a:lnTo>
                  <a:lnTo>
                    <a:pt x="118307" y="285678"/>
                  </a:lnTo>
                  <a:lnTo>
                    <a:pt x="123439" y="287130"/>
                  </a:lnTo>
                  <a:lnTo>
                    <a:pt x="128615" y="288416"/>
                  </a:lnTo>
                  <a:lnTo>
                    <a:pt x="133830" y="289537"/>
                  </a:lnTo>
                  <a:lnTo>
                    <a:pt x="139077" y="290492"/>
                  </a:lnTo>
                  <a:lnTo>
                    <a:pt x="144353" y="291278"/>
                  </a:lnTo>
                  <a:lnTo>
                    <a:pt x="149650" y="291895"/>
                  </a:lnTo>
                  <a:lnTo>
                    <a:pt x="154965" y="292343"/>
                  </a:lnTo>
                  <a:lnTo>
                    <a:pt x="160291" y="292622"/>
                  </a:lnTo>
                  <a:lnTo>
                    <a:pt x="165624" y="292730"/>
                  </a:lnTo>
                  <a:lnTo>
                    <a:pt x="170957" y="292668"/>
                  </a:lnTo>
                  <a:lnTo>
                    <a:pt x="176286" y="292436"/>
                  </a:lnTo>
                  <a:lnTo>
                    <a:pt x="181604" y="292035"/>
                  </a:lnTo>
                  <a:lnTo>
                    <a:pt x="186907" y="291463"/>
                  </a:lnTo>
                  <a:lnTo>
                    <a:pt x="192189" y="290723"/>
                  </a:lnTo>
                  <a:lnTo>
                    <a:pt x="197445" y="289815"/>
                  </a:lnTo>
                  <a:lnTo>
                    <a:pt x="202669" y="288739"/>
                  </a:lnTo>
                  <a:lnTo>
                    <a:pt x="207856" y="287498"/>
                  </a:lnTo>
                  <a:lnTo>
                    <a:pt x="213001" y="286091"/>
                  </a:lnTo>
                  <a:lnTo>
                    <a:pt x="218098" y="284522"/>
                  </a:lnTo>
                  <a:lnTo>
                    <a:pt x="223143" y="282790"/>
                  </a:lnTo>
                  <a:lnTo>
                    <a:pt x="228129" y="280898"/>
                  </a:lnTo>
                  <a:lnTo>
                    <a:pt x="233053" y="278848"/>
                  </a:lnTo>
                  <a:lnTo>
                    <a:pt x="237910" y="276643"/>
                  </a:lnTo>
                  <a:lnTo>
                    <a:pt x="242693" y="274283"/>
                  </a:lnTo>
                  <a:lnTo>
                    <a:pt x="247398" y="271772"/>
                  </a:lnTo>
                  <a:lnTo>
                    <a:pt x="252021" y="269112"/>
                  </a:lnTo>
                  <a:lnTo>
                    <a:pt x="256557" y="266306"/>
                  </a:lnTo>
                  <a:lnTo>
                    <a:pt x="261001" y="263357"/>
                  </a:lnTo>
                  <a:lnTo>
                    <a:pt x="265349" y="260267"/>
                  </a:lnTo>
                  <a:lnTo>
                    <a:pt x="269595" y="257040"/>
                  </a:lnTo>
                  <a:lnTo>
                    <a:pt x="273737" y="253680"/>
                  </a:lnTo>
                  <a:lnTo>
                    <a:pt x="277770" y="250189"/>
                  </a:lnTo>
                  <a:lnTo>
                    <a:pt x="281689" y="246571"/>
                  </a:lnTo>
                  <a:lnTo>
                    <a:pt x="285490" y="242830"/>
                  </a:lnTo>
                  <a:lnTo>
                    <a:pt x="289171" y="238970"/>
                  </a:lnTo>
                  <a:lnTo>
                    <a:pt x="292726" y="234994"/>
                  </a:lnTo>
                  <a:lnTo>
                    <a:pt x="296153" y="230907"/>
                  </a:lnTo>
                  <a:lnTo>
                    <a:pt x="299447" y="226712"/>
                  </a:lnTo>
                  <a:lnTo>
                    <a:pt x="302606" y="222415"/>
                  </a:lnTo>
                  <a:lnTo>
                    <a:pt x="305627" y="218019"/>
                  </a:lnTo>
                  <a:lnTo>
                    <a:pt x="308505" y="213529"/>
                  </a:lnTo>
                  <a:lnTo>
                    <a:pt x="311239" y="208949"/>
                  </a:lnTo>
                  <a:lnTo>
                    <a:pt x="313825" y="204285"/>
                  </a:lnTo>
                  <a:lnTo>
                    <a:pt x="316262" y="199540"/>
                  </a:lnTo>
                  <a:lnTo>
                    <a:pt x="318545" y="194720"/>
                  </a:lnTo>
                  <a:lnTo>
                    <a:pt x="320674" y="189830"/>
                  </a:lnTo>
                  <a:lnTo>
                    <a:pt x="322646" y="184874"/>
                  </a:lnTo>
                  <a:lnTo>
                    <a:pt x="324458" y="179858"/>
                  </a:lnTo>
                  <a:lnTo>
                    <a:pt x="326110" y="174786"/>
                  </a:lnTo>
                  <a:lnTo>
                    <a:pt x="327599" y="169665"/>
                  </a:lnTo>
                  <a:lnTo>
                    <a:pt x="328923" y="164498"/>
                  </a:lnTo>
                  <a:lnTo>
                    <a:pt x="330083" y="159292"/>
                  </a:lnTo>
                  <a:lnTo>
                    <a:pt x="331075" y="154052"/>
                  </a:lnTo>
                  <a:lnTo>
                    <a:pt x="331900" y="148783"/>
                  </a:lnTo>
                  <a:lnTo>
                    <a:pt x="332557" y="143489"/>
                  </a:lnTo>
                  <a:lnTo>
                    <a:pt x="333044" y="138178"/>
                  </a:lnTo>
                  <a:lnTo>
                    <a:pt x="333362" y="132854"/>
                  </a:lnTo>
                  <a:lnTo>
                    <a:pt x="333509" y="127523"/>
                  </a:lnTo>
                  <a:lnTo>
                    <a:pt x="333487" y="122189"/>
                  </a:lnTo>
                  <a:lnTo>
                    <a:pt x="333294" y="116859"/>
                  </a:lnTo>
                  <a:lnTo>
                    <a:pt x="332931" y="111538"/>
                  </a:lnTo>
                  <a:lnTo>
                    <a:pt x="332399" y="106231"/>
                  </a:lnTo>
                  <a:lnTo>
                    <a:pt x="331698" y="100943"/>
                  </a:lnTo>
                  <a:lnTo>
                    <a:pt x="330828" y="95681"/>
                  </a:lnTo>
                  <a:lnTo>
                    <a:pt x="329791" y="90449"/>
                  </a:lnTo>
                  <a:lnTo>
                    <a:pt x="328588" y="85253"/>
                  </a:lnTo>
                  <a:lnTo>
                    <a:pt x="327219" y="80098"/>
                  </a:lnTo>
                  <a:lnTo>
                    <a:pt x="325687" y="74990"/>
                  </a:lnTo>
                  <a:lnTo>
                    <a:pt x="323992" y="69932"/>
                  </a:lnTo>
                  <a:lnTo>
                    <a:pt x="322137" y="64932"/>
                  </a:lnTo>
                  <a:lnTo>
                    <a:pt x="320124" y="59993"/>
                  </a:lnTo>
                  <a:lnTo>
                    <a:pt x="317953" y="55121"/>
                  </a:lnTo>
                  <a:lnTo>
                    <a:pt x="315629" y="50320"/>
                  </a:lnTo>
                  <a:lnTo>
                    <a:pt x="313153" y="45596"/>
                  </a:lnTo>
                  <a:lnTo>
                    <a:pt x="310527" y="40954"/>
                  </a:lnTo>
                  <a:lnTo>
                    <a:pt x="307754" y="36398"/>
                  </a:lnTo>
                  <a:lnTo>
                    <a:pt x="304838" y="31932"/>
                  </a:lnTo>
                  <a:lnTo>
                    <a:pt x="301780" y="27562"/>
                  </a:lnTo>
                  <a:lnTo>
                    <a:pt x="298585" y="23291"/>
                  </a:lnTo>
                  <a:lnTo>
                    <a:pt x="295255" y="19125"/>
                  </a:lnTo>
                  <a:lnTo>
                    <a:pt x="291794" y="15067"/>
                  </a:lnTo>
                  <a:lnTo>
                    <a:pt x="288205" y="11122"/>
                  </a:lnTo>
                  <a:lnTo>
                    <a:pt x="284492" y="7293"/>
                  </a:lnTo>
                  <a:lnTo>
                    <a:pt x="280659" y="3584"/>
                  </a:lnTo>
                  <a:lnTo>
                    <a:pt x="276709" y="0"/>
                  </a:lnTo>
                  <a:lnTo>
                    <a:pt x="166353" y="125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110355" cy="167167"/>
            </a:xfrm>
            <a:custGeom>
              <a:avLst/>
              <a:pathLst>
                <a:path w="110355" h="167167">
                  <a:moveTo>
                    <a:pt x="110355" y="41602"/>
                  </a:moveTo>
                  <a:lnTo>
                    <a:pt x="105980" y="37888"/>
                  </a:lnTo>
                  <a:lnTo>
                    <a:pt x="101480" y="34326"/>
                  </a:lnTo>
                  <a:lnTo>
                    <a:pt x="96860" y="30921"/>
                  </a:lnTo>
                  <a:lnTo>
                    <a:pt x="92126" y="27676"/>
                  </a:lnTo>
                  <a:lnTo>
                    <a:pt x="87283" y="24596"/>
                  </a:lnTo>
                  <a:lnTo>
                    <a:pt x="82338" y="21684"/>
                  </a:lnTo>
                  <a:lnTo>
                    <a:pt x="77295" y="18943"/>
                  </a:lnTo>
                  <a:lnTo>
                    <a:pt x="72161" y="16377"/>
                  </a:lnTo>
                  <a:lnTo>
                    <a:pt x="66942" y="13989"/>
                  </a:ln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77634" y="2126963"/>
              <a:ext cx="50838" cy="167167"/>
            </a:xfrm>
            <a:custGeom>
              <a:avLst/>
              <a:pathLst>
                <a:path w="50838" h="167167">
                  <a:moveTo>
                    <a:pt x="50838" y="0"/>
                  </a:moveTo>
                  <a:lnTo>
                    <a:pt x="44382" y="124"/>
                  </a:lnTo>
                  <a:lnTo>
                    <a:pt x="37936" y="498"/>
                  </a:lnTo>
                  <a:lnTo>
                    <a:pt x="31510" y="1121"/>
                  </a:lnTo>
                  <a:lnTo>
                    <a:pt x="25112" y="1991"/>
                  </a:lnTo>
                  <a:lnTo>
                    <a:pt x="18753" y="3107"/>
                  </a:lnTo>
                  <a:lnTo>
                    <a:pt x="12441" y="4469"/>
                  </a:lnTo>
                  <a:lnTo>
                    <a:pt x="6187" y="6073"/>
                  </a:lnTo>
                  <a:lnTo>
                    <a:pt x="0" y="7917"/>
                  </a:lnTo>
                  <a:lnTo>
                    <a:pt x="5083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77634" y="2134881"/>
              <a:ext cx="50838" cy="159249"/>
            </a:xfrm>
            <a:custGeom>
              <a:avLst/>
              <a:pathLst>
                <a:path w="50838" h="159249">
                  <a:moveTo>
                    <a:pt x="0" y="0"/>
                  </a:moveTo>
                  <a:lnTo>
                    <a:pt x="50838" y="1592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22" y="2134881"/>
              <a:ext cx="201344" cy="326400"/>
            </a:xfrm>
            <a:custGeom>
              <a:avLst/>
              <a:pathLst>
                <a:path w="201344" h="326400">
                  <a:moveTo>
                    <a:pt x="116312" y="0"/>
                  </a:moveTo>
                  <a:lnTo>
                    <a:pt x="111245" y="1707"/>
                  </a:lnTo>
                  <a:lnTo>
                    <a:pt x="106235" y="3575"/>
                  </a:lnTo>
                  <a:lnTo>
                    <a:pt x="101288" y="5603"/>
                  </a:lnTo>
                  <a:lnTo>
                    <a:pt x="96408" y="7788"/>
                  </a:lnTo>
                  <a:lnTo>
                    <a:pt x="91601" y="10127"/>
                  </a:lnTo>
                  <a:lnTo>
                    <a:pt x="86870" y="12620"/>
                  </a:lnTo>
                  <a:lnTo>
                    <a:pt x="82222" y="15262"/>
                  </a:lnTo>
                  <a:lnTo>
                    <a:pt x="77661" y="18052"/>
                  </a:lnTo>
                  <a:lnTo>
                    <a:pt x="73191" y="20986"/>
                  </a:lnTo>
                  <a:lnTo>
                    <a:pt x="68818" y="24061"/>
                  </a:lnTo>
                  <a:lnTo>
                    <a:pt x="64545" y="27275"/>
                  </a:lnTo>
                  <a:lnTo>
                    <a:pt x="60377" y="30624"/>
                  </a:lnTo>
                  <a:lnTo>
                    <a:pt x="56318" y="34104"/>
                  </a:lnTo>
                  <a:lnTo>
                    <a:pt x="52373" y="37712"/>
                  </a:lnTo>
                  <a:lnTo>
                    <a:pt x="48545" y="41445"/>
                  </a:lnTo>
                  <a:lnTo>
                    <a:pt x="44838" y="45298"/>
                  </a:lnTo>
                  <a:lnTo>
                    <a:pt x="41256" y="49268"/>
                  </a:lnTo>
                  <a:lnTo>
                    <a:pt x="37804" y="53350"/>
                  </a:lnTo>
                  <a:lnTo>
                    <a:pt x="34483" y="57541"/>
                  </a:lnTo>
                  <a:lnTo>
                    <a:pt x="31298" y="61836"/>
                  </a:lnTo>
                  <a:lnTo>
                    <a:pt x="28253" y="66230"/>
                  </a:lnTo>
                  <a:lnTo>
                    <a:pt x="25349" y="70719"/>
                  </a:lnTo>
                  <a:lnTo>
                    <a:pt x="22590" y="75299"/>
                  </a:lnTo>
                  <a:lnTo>
                    <a:pt x="19980" y="79965"/>
                  </a:lnTo>
                  <a:lnTo>
                    <a:pt x="17519" y="84712"/>
                  </a:lnTo>
                  <a:lnTo>
                    <a:pt x="15212" y="89536"/>
                  </a:lnTo>
                  <a:lnTo>
                    <a:pt x="13061" y="94430"/>
                  </a:lnTo>
                  <a:lnTo>
                    <a:pt x="11067" y="99391"/>
                  </a:lnTo>
                  <a:lnTo>
                    <a:pt x="9232" y="104413"/>
                  </a:lnTo>
                  <a:lnTo>
                    <a:pt x="7559" y="109491"/>
                  </a:lnTo>
                  <a:lnTo>
                    <a:pt x="6050" y="114620"/>
                  </a:lnTo>
                  <a:lnTo>
                    <a:pt x="4705" y="119795"/>
                  </a:lnTo>
                  <a:lnTo>
                    <a:pt x="3526" y="125010"/>
                  </a:lnTo>
                  <a:lnTo>
                    <a:pt x="2515" y="130260"/>
                  </a:lnTo>
                  <a:lnTo>
                    <a:pt x="1672" y="135540"/>
                  </a:lnTo>
                  <a:lnTo>
                    <a:pt x="999" y="140844"/>
                  </a:lnTo>
                  <a:lnTo>
                    <a:pt x="495" y="146167"/>
                  </a:lnTo>
                  <a:lnTo>
                    <a:pt x="162" y="151503"/>
                  </a:lnTo>
                  <a:lnTo>
                    <a:pt x="0" y="156848"/>
                  </a:lnTo>
                  <a:lnTo>
                    <a:pt x="8" y="162194"/>
                  </a:lnTo>
                  <a:lnTo>
                    <a:pt x="188" y="167538"/>
                  </a:lnTo>
                  <a:lnTo>
                    <a:pt x="538" y="172873"/>
                  </a:lnTo>
                  <a:lnTo>
                    <a:pt x="1059" y="178194"/>
                  </a:lnTo>
                  <a:lnTo>
                    <a:pt x="1750" y="183496"/>
                  </a:lnTo>
                  <a:lnTo>
                    <a:pt x="2610" y="188773"/>
                  </a:lnTo>
                  <a:lnTo>
                    <a:pt x="3638" y="194020"/>
                  </a:lnTo>
                  <a:lnTo>
                    <a:pt x="4834" y="199231"/>
                  </a:lnTo>
                  <a:lnTo>
                    <a:pt x="6196" y="204402"/>
                  </a:lnTo>
                  <a:lnTo>
                    <a:pt x="7722" y="209526"/>
                  </a:lnTo>
                  <a:lnTo>
                    <a:pt x="9411" y="214598"/>
                  </a:lnTo>
                  <a:lnTo>
                    <a:pt x="11262" y="219615"/>
                  </a:lnTo>
                  <a:lnTo>
                    <a:pt x="13272" y="224569"/>
                  </a:lnTo>
                  <a:lnTo>
                    <a:pt x="15440" y="229457"/>
                  </a:lnTo>
                  <a:lnTo>
                    <a:pt x="17763" y="234272"/>
                  </a:lnTo>
                  <a:lnTo>
                    <a:pt x="20238" y="239011"/>
                  </a:lnTo>
                  <a:lnTo>
                    <a:pt x="22864" y="243669"/>
                  </a:lnTo>
                  <a:lnTo>
                    <a:pt x="25638" y="248240"/>
                  </a:lnTo>
                  <a:lnTo>
                    <a:pt x="28556" y="252720"/>
                  </a:lnTo>
                  <a:lnTo>
                    <a:pt x="31616" y="257104"/>
                  </a:lnTo>
                  <a:lnTo>
                    <a:pt x="34815" y="261388"/>
                  </a:lnTo>
                  <a:lnTo>
                    <a:pt x="38149" y="265568"/>
                  </a:lnTo>
                  <a:lnTo>
                    <a:pt x="41615" y="269639"/>
                  </a:lnTo>
                  <a:lnTo>
                    <a:pt x="45209" y="273597"/>
                  </a:lnTo>
                  <a:lnTo>
                    <a:pt x="48928" y="277438"/>
                  </a:lnTo>
                  <a:lnTo>
                    <a:pt x="52769" y="281159"/>
                  </a:lnTo>
                  <a:lnTo>
                    <a:pt x="56726" y="284754"/>
                  </a:lnTo>
                  <a:lnTo>
                    <a:pt x="60796" y="288221"/>
                  </a:lnTo>
                  <a:lnTo>
                    <a:pt x="64975" y="291556"/>
                  </a:lnTo>
                  <a:lnTo>
                    <a:pt x="69258" y="294756"/>
                  </a:lnTo>
                  <a:lnTo>
                    <a:pt x="73642" y="297817"/>
                  </a:lnTo>
                  <a:lnTo>
                    <a:pt x="78121" y="300737"/>
                  </a:lnTo>
                  <a:lnTo>
                    <a:pt x="82691" y="303512"/>
                  </a:lnTo>
                  <a:lnTo>
                    <a:pt x="87348" y="306139"/>
                  </a:lnTo>
                  <a:lnTo>
                    <a:pt x="92086" y="308616"/>
                  </a:lnTo>
                  <a:lnTo>
                    <a:pt x="96901" y="310940"/>
                  </a:lnTo>
                  <a:lnTo>
                    <a:pt x="101788" y="313109"/>
                  </a:lnTo>
                  <a:lnTo>
                    <a:pt x="106742" y="315120"/>
                  </a:lnTo>
                  <a:lnTo>
                    <a:pt x="111758" y="316973"/>
                  </a:lnTo>
                  <a:lnTo>
                    <a:pt x="116830" y="318663"/>
                  </a:lnTo>
                  <a:lnTo>
                    <a:pt x="121954" y="320191"/>
                  </a:lnTo>
                  <a:lnTo>
                    <a:pt x="127124" y="321554"/>
                  </a:lnTo>
                  <a:lnTo>
                    <a:pt x="132335" y="322751"/>
                  </a:lnTo>
                  <a:lnTo>
                    <a:pt x="137581" y="323781"/>
                  </a:lnTo>
                  <a:lnTo>
                    <a:pt x="142858" y="324642"/>
                  </a:lnTo>
                  <a:lnTo>
                    <a:pt x="148160" y="325334"/>
                  </a:lnTo>
                  <a:lnTo>
                    <a:pt x="153481" y="325857"/>
                  </a:lnTo>
                  <a:lnTo>
                    <a:pt x="158816" y="326209"/>
                  </a:lnTo>
                  <a:lnTo>
                    <a:pt x="164159" y="326390"/>
                  </a:lnTo>
                  <a:lnTo>
                    <a:pt x="169506" y="326400"/>
                  </a:lnTo>
                  <a:lnTo>
                    <a:pt x="174850" y="326239"/>
                  </a:lnTo>
                  <a:lnTo>
                    <a:pt x="180186" y="325907"/>
                  </a:lnTo>
                  <a:lnTo>
                    <a:pt x="185509" y="325405"/>
                  </a:lnTo>
                  <a:lnTo>
                    <a:pt x="190814" y="324733"/>
                  </a:lnTo>
                  <a:lnTo>
                    <a:pt x="196094" y="323892"/>
                  </a:lnTo>
                  <a:lnTo>
                    <a:pt x="201344" y="322882"/>
                  </a:lnTo>
                  <a:lnTo>
                    <a:pt x="167150" y="1592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63" cy="330800"/>
            </a:xfrm>
            <a:custGeom>
              <a:avLst/>
              <a:pathLst>
                <a:path w="167163" h="330800">
                  <a:moveTo>
                    <a:pt x="34194" y="330800"/>
                  </a:moveTo>
                  <a:lnTo>
                    <a:pt x="39397" y="329626"/>
                  </a:lnTo>
                  <a:lnTo>
                    <a:pt x="44560" y="328286"/>
                  </a:lnTo>
                  <a:lnTo>
                    <a:pt x="49677" y="326782"/>
                  </a:lnTo>
                  <a:lnTo>
                    <a:pt x="54744" y="325116"/>
                  </a:lnTo>
                  <a:lnTo>
                    <a:pt x="59755" y="323289"/>
                  </a:lnTo>
                  <a:lnTo>
                    <a:pt x="64706" y="321303"/>
                  </a:lnTo>
                  <a:lnTo>
                    <a:pt x="69590" y="319161"/>
                  </a:lnTo>
                  <a:lnTo>
                    <a:pt x="74404" y="316863"/>
                  </a:lnTo>
                  <a:lnTo>
                    <a:pt x="79142" y="314413"/>
                  </a:lnTo>
                  <a:lnTo>
                    <a:pt x="83799" y="311813"/>
                  </a:lnTo>
                  <a:lnTo>
                    <a:pt x="88371" y="309066"/>
                  </a:lnTo>
                  <a:lnTo>
                    <a:pt x="92853" y="306175"/>
                  </a:lnTo>
                  <a:lnTo>
                    <a:pt x="97241" y="303141"/>
                  </a:lnTo>
                  <a:lnTo>
                    <a:pt x="101529" y="299970"/>
                  </a:lnTo>
                  <a:lnTo>
                    <a:pt x="105714" y="296663"/>
                  </a:lnTo>
                  <a:lnTo>
                    <a:pt x="109792" y="293225"/>
                  </a:lnTo>
                  <a:lnTo>
                    <a:pt x="113758" y="289658"/>
                  </a:lnTo>
                  <a:lnTo>
                    <a:pt x="117608" y="285966"/>
                  </a:lnTo>
                  <a:lnTo>
                    <a:pt x="121338" y="282154"/>
                  </a:lnTo>
                  <a:lnTo>
                    <a:pt x="124945" y="278224"/>
                  </a:lnTo>
                  <a:lnTo>
                    <a:pt x="128424" y="274181"/>
                  </a:lnTo>
                  <a:lnTo>
                    <a:pt x="131773" y="270030"/>
                  </a:lnTo>
                  <a:lnTo>
                    <a:pt x="134987" y="265773"/>
                  </a:lnTo>
                  <a:lnTo>
                    <a:pt x="138064" y="261417"/>
                  </a:lnTo>
                  <a:lnTo>
                    <a:pt x="141001" y="256964"/>
                  </a:lnTo>
                  <a:lnTo>
                    <a:pt x="143794" y="252420"/>
                  </a:lnTo>
                  <a:lnTo>
                    <a:pt x="146441" y="247789"/>
                  </a:lnTo>
                  <a:lnTo>
                    <a:pt x="148938" y="243076"/>
                  </a:lnTo>
                  <a:lnTo>
                    <a:pt x="151284" y="238286"/>
                  </a:lnTo>
                  <a:lnTo>
                    <a:pt x="153476" y="233423"/>
                  </a:lnTo>
                  <a:lnTo>
                    <a:pt x="155512" y="228493"/>
                  </a:lnTo>
                  <a:lnTo>
                    <a:pt x="157389" y="223500"/>
                  </a:lnTo>
                  <a:lnTo>
                    <a:pt x="159106" y="218451"/>
                  </a:lnTo>
                  <a:lnTo>
                    <a:pt x="160661" y="213348"/>
                  </a:lnTo>
                  <a:lnTo>
                    <a:pt x="162053" y="208199"/>
                  </a:lnTo>
                  <a:lnTo>
                    <a:pt x="163279" y="203008"/>
                  </a:lnTo>
                  <a:lnTo>
                    <a:pt x="164340" y="197781"/>
                  </a:lnTo>
                  <a:lnTo>
                    <a:pt x="165233" y="192523"/>
                  </a:lnTo>
                  <a:lnTo>
                    <a:pt x="165958" y="187238"/>
                  </a:lnTo>
                  <a:lnTo>
                    <a:pt x="166513" y="181933"/>
                  </a:lnTo>
                  <a:lnTo>
                    <a:pt x="166900" y="176614"/>
                  </a:lnTo>
                  <a:lnTo>
                    <a:pt x="167116" y="171284"/>
                  </a:lnTo>
                  <a:lnTo>
                    <a:pt x="167163" y="165950"/>
                  </a:lnTo>
                  <a:lnTo>
                    <a:pt x="167039" y="160618"/>
                  </a:lnTo>
                  <a:lnTo>
                    <a:pt x="166745" y="155292"/>
                  </a:lnTo>
                  <a:lnTo>
                    <a:pt x="166281" y="149979"/>
                  </a:lnTo>
                  <a:lnTo>
                    <a:pt x="165648" y="144682"/>
                  </a:lnTo>
                  <a:lnTo>
                    <a:pt x="164846" y="139409"/>
                  </a:lnTo>
                  <a:lnTo>
                    <a:pt x="163877" y="134164"/>
                  </a:lnTo>
                  <a:lnTo>
                    <a:pt x="162741" y="128953"/>
                  </a:lnTo>
                  <a:lnTo>
                    <a:pt x="161439" y="123780"/>
                  </a:lnTo>
                  <a:lnTo>
                    <a:pt x="159972" y="118652"/>
                  </a:lnTo>
                  <a:lnTo>
                    <a:pt x="158343" y="113573"/>
                  </a:lnTo>
                  <a:lnTo>
                    <a:pt x="156553" y="108549"/>
                  </a:lnTo>
                  <a:lnTo>
                    <a:pt x="154603" y="103584"/>
                  </a:lnTo>
                  <a:lnTo>
                    <a:pt x="152496" y="98684"/>
                  </a:lnTo>
                  <a:lnTo>
                    <a:pt x="150233" y="93854"/>
                  </a:lnTo>
                  <a:lnTo>
                    <a:pt x="147818" y="89098"/>
                  </a:lnTo>
                  <a:lnTo>
                    <a:pt x="145252" y="84422"/>
                  </a:lnTo>
                  <a:lnTo>
                    <a:pt x="142538" y="79830"/>
                  </a:lnTo>
                  <a:lnTo>
                    <a:pt x="139679" y="75327"/>
                  </a:lnTo>
                  <a:lnTo>
                    <a:pt x="136678" y="70918"/>
                  </a:lnTo>
                  <a:lnTo>
                    <a:pt x="133538" y="66606"/>
                  </a:lnTo>
                  <a:lnTo>
                    <a:pt x="130262" y="62397"/>
                  </a:lnTo>
                  <a:lnTo>
                    <a:pt x="126853" y="58295"/>
                  </a:lnTo>
                  <a:lnTo>
                    <a:pt x="123315" y="54303"/>
                  </a:lnTo>
                  <a:lnTo>
                    <a:pt x="119651" y="50426"/>
                  </a:lnTo>
                  <a:lnTo>
                    <a:pt x="115866" y="46669"/>
                  </a:lnTo>
                  <a:lnTo>
                    <a:pt x="111963" y="43033"/>
                  </a:lnTo>
                  <a:lnTo>
                    <a:pt x="107946" y="39525"/>
                  </a:lnTo>
                  <a:lnTo>
                    <a:pt x="103819" y="36146"/>
                  </a:lnTo>
                  <a:lnTo>
                    <a:pt x="99586" y="32900"/>
                  </a:lnTo>
                  <a:lnTo>
                    <a:pt x="95252" y="29792"/>
                  </a:lnTo>
                  <a:lnTo>
                    <a:pt x="90820" y="26823"/>
                  </a:lnTo>
                  <a:lnTo>
                    <a:pt x="86297" y="23997"/>
                  </a:lnTo>
                  <a:lnTo>
                    <a:pt x="81685" y="21316"/>
                  </a:lnTo>
                  <a:lnTo>
                    <a:pt x="76990" y="18785"/>
                  </a:lnTo>
                  <a:lnTo>
                    <a:pt x="72217" y="16404"/>
                  </a:lnTo>
                  <a:lnTo>
                    <a:pt x="67371" y="14177"/>
                  </a:lnTo>
                  <a:lnTo>
                    <a:pt x="62456" y="12105"/>
                  </a:lnTo>
                  <a:lnTo>
                    <a:pt x="57477" y="10191"/>
                  </a:lnTo>
                  <a:lnTo>
                    <a:pt x="52440" y="8438"/>
                  </a:lnTo>
                  <a:lnTo>
                    <a:pt x="47349" y="6845"/>
                  </a:lnTo>
                  <a:lnTo>
                    <a:pt x="42210" y="5416"/>
                  </a:lnTo>
                  <a:lnTo>
                    <a:pt x="37028" y="4152"/>
                  </a:lnTo>
                  <a:lnTo>
                    <a:pt x="31809" y="3054"/>
                  </a:lnTo>
                  <a:lnTo>
                    <a:pt x="26557" y="2123"/>
                  </a:lnTo>
                  <a:lnTo>
                    <a:pt x="21278" y="1359"/>
                  </a:lnTo>
                  <a:lnTo>
                    <a:pt x="15977" y="765"/>
                  </a:lnTo>
                  <a:lnTo>
                    <a:pt x="10660" y="340"/>
                  </a:lnTo>
                  <a:lnTo>
                    <a:pt x="533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9276" y="1681503"/>
              <a:ext cx="43958" cy="167167"/>
            </a:xfrm>
            <a:custGeom>
              <a:avLst/>
              <a:pathLst>
                <a:path w="43958" h="167167">
                  <a:moveTo>
                    <a:pt x="43958" y="0"/>
                  </a:moveTo>
                  <a:lnTo>
                    <a:pt x="37605" y="120"/>
                  </a:lnTo>
                  <a:lnTo>
                    <a:pt x="31261" y="482"/>
                  </a:lnTo>
                  <a:lnTo>
                    <a:pt x="24936" y="1085"/>
                  </a:lnTo>
                  <a:lnTo>
                    <a:pt x="18638" y="1928"/>
                  </a:lnTo>
                  <a:lnTo>
                    <a:pt x="12376" y="3010"/>
                  </a:lnTo>
                  <a:lnTo>
                    <a:pt x="6161" y="4329"/>
                  </a:lnTo>
                  <a:lnTo>
                    <a:pt x="0" y="5883"/>
                  </a:lnTo>
                  <a:lnTo>
                    <a:pt x="4395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9276" y="1687386"/>
              <a:ext cx="43958" cy="161284"/>
            </a:xfrm>
            <a:custGeom>
              <a:avLst/>
              <a:pathLst>
                <a:path w="43958" h="161284">
                  <a:moveTo>
                    <a:pt x="0" y="0"/>
                  </a:moveTo>
                  <a:lnTo>
                    <a:pt x="43958" y="1612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69" y="1687386"/>
              <a:ext cx="334327" cy="328444"/>
            </a:xfrm>
            <a:custGeom>
              <a:avLst/>
              <a:pathLst>
                <a:path w="334327" h="328444">
                  <a:moveTo>
                    <a:pt x="123206" y="0"/>
                  </a:moveTo>
                  <a:lnTo>
                    <a:pt x="118116" y="1474"/>
                  </a:lnTo>
                  <a:lnTo>
                    <a:pt x="113076" y="3109"/>
                  </a:lnTo>
                  <a:lnTo>
                    <a:pt x="108089" y="4903"/>
                  </a:lnTo>
                  <a:lnTo>
                    <a:pt x="103163" y="6854"/>
                  </a:lnTo>
                  <a:lnTo>
                    <a:pt x="98300" y="8960"/>
                  </a:lnTo>
                  <a:lnTo>
                    <a:pt x="93507" y="11219"/>
                  </a:lnTo>
                  <a:lnTo>
                    <a:pt x="88787" y="13629"/>
                  </a:lnTo>
                  <a:lnTo>
                    <a:pt x="84147" y="16187"/>
                  </a:lnTo>
                  <a:lnTo>
                    <a:pt x="79589" y="18892"/>
                  </a:lnTo>
                  <a:lnTo>
                    <a:pt x="75120" y="21739"/>
                  </a:lnTo>
                  <a:lnTo>
                    <a:pt x="70744" y="24726"/>
                  </a:lnTo>
                  <a:lnTo>
                    <a:pt x="66464" y="27851"/>
                  </a:lnTo>
                  <a:lnTo>
                    <a:pt x="62285" y="31110"/>
                  </a:lnTo>
                  <a:lnTo>
                    <a:pt x="58212" y="34500"/>
                  </a:lnTo>
                  <a:lnTo>
                    <a:pt x="54248" y="38017"/>
                  </a:lnTo>
                  <a:lnTo>
                    <a:pt x="50398" y="41657"/>
                  </a:lnTo>
                  <a:lnTo>
                    <a:pt x="46665" y="45419"/>
                  </a:lnTo>
                  <a:lnTo>
                    <a:pt x="43053" y="49296"/>
                  </a:lnTo>
                  <a:lnTo>
                    <a:pt x="39566" y="53286"/>
                  </a:lnTo>
                  <a:lnTo>
                    <a:pt x="36207" y="57385"/>
                  </a:lnTo>
                  <a:lnTo>
                    <a:pt x="32980" y="61588"/>
                  </a:lnTo>
                  <a:lnTo>
                    <a:pt x="29887" y="65891"/>
                  </a:lnTo>
                  <a:lnTo>
                    <a:pt x="26933" y="70290"/>
                  </a:lnTo>
                  <a:lnTo>
                    <a:pt x="24119" y="74780"/>
                  </a:lnTo>
                  <a:lnTo>
                    <a:pt x="21449" y="79358"/>
                  </a:lnTo>
                  <a:lnTo>
                    <a:pt x="18926" y="84017"/>
                  </a:lnTo>
                  <a:lnTo>
                    <a:pt x="16551" y="88755"/>
                  </a:lnTo>
                  <a:lnTo>
                    <a:pt x="14328" y="93565"/>
                  </a:lnTo>
                  <a:lnTo>
                    <a:pt x="12258" y="98443"/>
                  </a:lnTo>
                  <a:lnTo>
                    <a:pt x="10345" y="103384"/>
                  </a:lnTo>
                  <a:lnTo>
                    <a:pt x="8588" y="108384"/>
                  </a:lnTo>
                  <a:lnTo>
                    <a:pt x="6991" y="113437"/>
                  </a:lnTo>
                  <a:lnTo>
                    <a:pt x="5555" y="118538"/>
                  </a:lnTo>
                  <a:lnTo>
                    <a:pt x="4281" y="123681"/>
                  </a:lnTo>
                  <a:lnTo>
                    <a:pt x="3171" y="128863"/>
                  </a:lnTo>
                  <a:lnTo>
                    <a:pt x="2226" y="134077"/>
                  </a:lnTo>
                  <a:lnTo>
                    <a:pt x="1447" y="139318"/>
                  </a:lnTo>
                  <a:lnTo>
                    <a:pt x="834" y="144582"/>
                  </a:lnTo>
                  <a:lnTo>
                    <a:pt x="388" y="149862"/>
                  </a:lnTo>
                  <a:lnTo>
                    <a:pt x="110" y="155154"/>
                  </a:lnTo>
                  <a:lnTo>
                    <a:pt x="0" y="160452"/>
                  </a:lnTo>
                  <a:lnTo>
                    <a:pt x="57" y="165751"/>
                  </a:lnTo>
                  <a:lnTo>
                    <a:pt x="283" y="171045"/>
                  </a:lnTo>
                  <a:lnTo>
                    <a:pt x="676" y="176330"/>
                  </a:lnTo>
                  <a:lnTo>
                    <a:pt x="1236" y="181599"/>
                  </a:lnTo>
                  <a:lnTo>
                    <a:pt x="1964" y="186848"/>
                  </a:lnTo>
                  <a:lnTo>
                    <a:pt x="2857" y="192071"/>
                  </a:lnTo>
                  <a:lnTo>
                    <a:pt x="3915" y="197264"/>
                  </a:lnTo>
                  <a:lnTo>
                    <a:pt x="5138" y="202420"/>
                  </a:lnTo>
                  <a:lnTo>
                    <a:pt x="6523" y="207535"/>
                  </a:lnTo>
                  <a:lnTo>
                    <a:pt x="8070" y="212603"/>
                  </a:lnTo>
                  <a:lnTo>
                    <a:pt x="9776" y="217620"/>
                  </a:lnTo>
                  <a:lnTo>
                    <a:pt x="11641" y="222580"/>
                  </a:lnTo>
                  <a:lnTo>
                    <a:pt x="13662" y="227479"/>
                  </a:lnTo>
                  <a:lnTo>
                    <a:pt x="15837" y="232311"/>
                  </a:lnTo>
                  <a:lnTo>
                    <a:pt x="18164" y="237071"/>
                  </a:lnTo>
                  <a:lnTo>
                    <a:pt x="20641" y="241756"/>
                  </a:lnTo>
                  <a:lnTo>
                    <a:pt x="23266" y="246360"/>
                  </a:lnTo>
                  <a:lnTo>
                    <a:pt x="26034" y="250878"/>
                  </a:lnTo>
                  <a:lnTo>
                    <a:pt x="28945" y="255306"/>
                  </a:lnTo>
                  <a:lnTo>
                    <a:pt x="31995" y="259640"/>
                  </a:lnTo>
                  <a:lnTo>
                    <a:pt x="35180" y="263875"/>
                  </a:lnTo>
                  <a:lnTo>
                    <a:pt x="38498" y="268006"/>
                  </a:lnTo>
                  <a:lnTo>
                    <a:pt x="41945" y="272031"/>
                  </a:lnTo>
                  <a:lnTo>
                    <a:pt x="45518" y="275944"/>
                  </a:lnTo>
                  <a:lnTo>
                    <a:pt x="49214" y="279742"/>
                  </a:lnTo>
                  <a:lnTo>
                    <a:pt x="53027" y="283421"/>
                  </a:lnTo>
                  <a:lnTo>
                    <a:pt x="56956" y="286978"/>
                  </a:lnTo>
                  <a:lnTo>
                    <a:pt x="60995" y="290408"/>
                  </a:lnTo>
                  <a:lnTo>
                    <a:pt x="65141" y="293708"/>
                  </a:lnTo>
                  <a:lnTo>
                    <a:pt x="69390" y="296875"/>
                  </a:lnTo>
                  <a:lnTo>
                    <a:pt x="73736" y="299906"/>
                  </a:lnTo>
                  <a:lnTo>
                    <a:pt x="78177" y="302797"/>
                  </a:lnTo>
                  <a:lnTo>
                    <a:pt x="82707" y="305547"/>
                  </a:lnTo>
                  <a:lnTo>
                    <a:pt x="87322" y="308151"/>
                  </a:lnTo>
                  <a:lnTo>
                    <a:pt x="92017" y="310608"/>
                  </a:lnTo>
                  <a:lnTo>
                    <a:pt x="96788" y="312915"/>
                  </a:lnTo>
                  <a:lnTo>
                    <a:pt x="101629" y="315069"/>
                  </a:lnTo>
                  <a:lnTo>
                    <a:pt x="106537" y="317069"/>
                  </a:lnTo>
                  <a:lnTo>
                    <a:pt x="111505" y="318913"/>
                  </a:lnTo>
                  <a:lnTo>
                    <a:pt x="116529" y="320598"/>
                  </a:lnTo>
                  <a:lnTo>
                    <a:pt x="121604" y="322123"/>
                  </a:lnTo>
                  <a:lnTo>
                    <a:pt x="126724" y="323486"/>
                  </a:lnTo>
                  <a:lnTo>
                    <a:pt x="131886" y="324686"/>
                  </a:lnTo>
                  <a:lnTo>
                    <a:pt x="137083" y="325722"/>
                  </a:lnTo>
                  <a:lnTo>
                    <a:pt x="142310" y="326593"/>
                  </a:lnTo>
                  <a:lnTo>
                    <a:pt x="147562" y="327298"/>
                  </a:lnTo>
                  <a:lnTo>
                    <a:pt x="152834" y="327836"/>
                  </a:lnTo>
                  <a:lnTo>
                    <a:pt x="158120" y="328206"/>
                  </a:lnTo>
                  <a:lnTo>
                    <a:pt x="163415" y="328409"/>
                  </a:lnTo>
                  <a:lnTo>
                    <a:pt x="168714" y="328444"/>
                  </a:lnTo>
                  <a:lnTo>
                    <a:pt x="174011" y="328311"/>
                  </a:lnTo>
                  <a:lnTo>
                    <a:pt x="179302" y="328010"/>
                  </a:lnTo>
                  <a:lnTo>
                    <a:pt x="184580" y="327541"/>
                  </a:lnTo>
                  <a:lnTo>
                    <a:pt x="189841" y="326906"/>
                  </a:lnTo>
                  <a:lnTo>
                    <a:pt x="195079" y="326104"/>
                  </a:lnTo>
                  <a:lnTo>
                    <a:pt x="200289" y="325136"/>
                  </a:lnTo>
                  <a:lnTo>
                    <a:pt x="205466" y="324004"/>
                  </a:lnTo>
                  <a:lnTo>
                    <a:pt x="210604" y="322709"/>
                  </a:lnTo>
                  <a:lnTo>
                    <a:pt x="215699" y="321251"/>
                  </a:lnTo>
                  <a:lnTo>
                    <a:pt x="220745" y="319632"/>
                  </a:lnTo>
                  <a:lnTo>
                    <a:pt x="225737" y="317854"/>
                  </a:lnTo>
                  <a:lnTo>
                    <a:pt x="230670" y="315919"/>
                  </a:lnTo>
                  <a:lnTo>
                    <a:pt x="235539" y="313828"/>
                  </a:lnTo>
                  <a:lnTo>
                    <a:pt x="240340" y="311585"/>
                  </a:lnTo>
                  <a:lnTo>
                    <a:pt x="245067" y="309190"/>
                  </a:lnTo>
                  <a:lnTo>
                    <a:pt x="249716" y="306646"/>
                  </a:lnTo>
                  <a:lnTo>
                    <a:pt x="254282" y="303957"/>
                  </a:lnTo>
                  <a:lnTo>
                    <a:pt x="258760" y="301124"/>
                  </a:lnTo>
                  <a:lnTo>
                    <a:pt x="263146" y="298151"/>
                  </a:lnTo>
                  <a:lnTo>
                    <a:pt x="267436" y="295040"/>
                  </a:lnTo>
                  <a:lnTo>
                    <a:pt x="271625" y="291794"/>
                  </a:lnTo>
                  <a:lnTo>
                    <a:pt x="275709" y="288418"/>
                  </a:lnTo>
                  <a:lnTo>
                    <a:pt x="279684" y="284914"/>
                  </a:lnTo>
                  <a:lnTo>
                    <a:pt x="283546" y="281285"/>
                  </a:lnTo>
                  <a:lnTo>
                    <a:pt x="287291" y="277536"/>
                  </a:lnTo>
                  <a:lnTo>
                    <a:pt x="290915" y="273670"/>
                  </a:lnTo>
                  <a:lnTo>
                    <a:pt x="294415" y="269691"/>
                  </a:lnTo>
                  <a:lnTo>
                    <a:pt x="297788" y="265604"/>
                  </a:lnTo>
                  <a:lnTo>
                    <a:pt x="301028" y="261411"/>
                  </a:lnTo>
                  <a:lnTo>
                    <a:pt x="304135" y="257118"/>
                  </a:lnTo>
                  <a:lnTo>
                    <a:pt x="307103" y="252729"/>
                  </a:lnTo>
                  <a:lnTo>
                    <a:pt x="309931" y="248247"/>
                  </a:lnTo>
                  <a:lnTo>
                    <a:pt x="312616" y="243678"/>
                  </a:lnTo>
                  <a:lnTo>
                    <a:pt x="315155" y="239027"/>
                  </a:lnTo>
                  <a:lnTo>
                    <a:pt x="317544" y="234297"/>
                  </a:lnTo>
                  <a:lnTo>
                    <a:pt x="319783" y="229494"/>
                  </a:lnTo>
                  <a:lnTo>
                    <a:pt x="321868" y="224623"/>
                  </a:lnTo>
                  <a:lnTo>
                    <a:pt x="323798" y="219687"/>
                  </a:lnTo>
                  <a:lnTo>
                    <a:pt x="325570" y="214694"/>
                  </a:lnTo>
                  <a:lnTo>
                    <a:pt x="327184" y="209646"/>
                  </a:lnTo>
                  <a:lnTo>
                    <a:pt x="328636" y="204550"/>
                  </a:lnTo>
                  <a:lnTo>
                    <a:pt x="329926" y="199410"/>
                  </a:lnTo>
                  <a:lnTo>
                    <a:pt x="331053" y="194232"/>
                  </a:lnTo>
                  <a:lnTo>
                    <a:pt x="332015" y="189021"/>
                  </a:lnTo>
                  <a:lnTo>
                    <a:pt x="332811" y="183782"/>
                  </a:lnTo>
                  <a:lnTo>
                    <a:pt x="333441" y="178521"/>
                  </a:lnTo>
                  <a:lnTo>
                    <a:pt x="333904" y="173242"/>
                  </a:lnTo>
                  <a:lnTo>
                    <a:pt x="334199" y="167951"/>
                  </a:lnTo>
                  <a:lnTo>
                    <a:pt x="334327" y="162653"/>
                  </a:lnTo>
                  <a:lnTo>
                    <a:pt x="334286" y="157354"/>
                  </a:lnTo>
                  <a:lnTo>
                    <a:pt x="334078" y="152059"/>
                  </a:lnTo>
                  <a:lnTo>
                    <a:pt x="333701" y="146774"/>
                  </a:lnTo>
                  <a:lnTo>
                    <a:pt x="333158" y="141502"/>
                  </a:lnTo>
                  <a:lnTo>
                    <a:pt x="332447" y="136251"/>
                  </a:lnTo>
                  <a:lnTo>
                    <a:pt x="331571" y="131025"/>
                  </a:lnTo>
                  <a:lnTo>
                    <a:pt x="330529" y="125829"/>
                  </a:lnTo>
                  <a:lnTo>
                    <a:pt x="329324" y="120669"/>
                  </a:lnTo>
                  <a:lnTo>
                    <a:pt x="327955" y="115550"/>
                  </a:lnTo>
                  <a:lnTo>
                    <a:pt x="326424" y="110477"/>
                  </a:lnTo>
                  <a:lnTo>
                    <a:pt x="324734" y="105454"/>
                  </a:lnTo>
                  <a:lnTo>
                    <a:pt x="322885" y="100488"/>
                  </a:lnTo>
                  <a:lnTo>
                    <a:pt x="320880" y="95583"/>
                  </a:lnTo>
                  <a:lnTo>
                    <a:pt x="318721" y="90744"/>
                  </a:lnTo>
                  <a:lnTo>
                    <a:pt x="316409" y="85976"/>
                  </a:lnTo>
                  <a:lnTo>
                    <a:pt x="313947" y="81283"/>
                  </a:lnTo>
                  <a:lnTo>
                    <a:pt x="311337" y="76671"/>
                  </a:lnTo>
                  <a:lnTo>
                    <a:pt x="308583" y="72144"/>
                  </a:lnTo>
                  <a:lnTo>
                    <a:pt x="305687" y="67707"/>
                  </a:lnTo>
                  <a:lnTo>
                    <a:pt x="302651" y="63363"/>
                  </a:lnTo>
                  <a:lnTo>
                    <a:pt x="299479" y="59118"/>
                  </a:lnTo>
                  <a:lnTo>
                    <a:pt x="296175" y="54976"/>
                  </a:lnTo>
                  <a:lnTo>
                    <a:pt x="292740" y="50940"/>
                  </a:lnTo>
                  <a:lnTo>
                    <a:pt x="289180" y="47015"/>
                  </a:lnTo>
                  <a:lnTo>
                    <a:pt x="285497" y="43205"/>
                  </a:lnTo>
                  <a:lnTo>
                    <a:pt x="281695" y="39514"/>
                  </a:lnTo>
                  <a:lnTo>
                    <a:pt x="277778" y="35945"/>
                  </a:lnTo>
                  <a:lnTo>
                    <a:pt x="273750" y="32502"/>
                  </a:lnTo>
                  <a:lnTo>
                    <a:pt x="269614" y="29189"/>
                  </a:lnTo>
                  <a:lnTo>
                    <a:pt x="265376" y="26008"/>
                  </a:lnTo>
                  <a:lnTo>
                    <a:pt x="261039" y="22963"/>
                  </a:lnTo>
                  <a:lnTo>
                    <a:pt x="256608" y="20057"/>
                  </a:lnTo>
                  <a:lnTo>
                    <a:pt x="252086" y="17293"/>
                  </a:lnTo>
                  <a:lnTo>
                    <a:pt x="247480" y="14674"/>
                  </a:lnTo>
                  <a:lnTo>
                    <a:pt x="242793" y="12202"/>
                  </a:lnTo>
                  <a:lnTo>
                    <a:pt x="238030" y="9880"/>
                  </a:lnTo>
                  <a:lnTo>
                    <a:pt x="167165" y="161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70864" cy="167167"/>
            </a:xfrm>
            <a:custGeom>
              <a:avLst/>
              <a:pathLst>
                <a:path w="70864" h="167167">
                  <a:moveTo>
                    <a:pt x="70864" y="15763"/>
                  </a:moveTo>
                  <a:lnTo>
                    <a:pt x="65295" y="13279"/>
                  </a:lnTo>
                  <a:lnTo>
                    <a:pt x="59639" y="11000"/>
                  </a:lnTo>
                  <a:lnTo>
                    <a:pt x="53904" y="8929"/>
                  </a:lnTo>
                  <a:lnTo>
                    <a:pt x="48096" y="7068"/>
                  </a:lnTo>
                  <a:lnTo>
                    <a:pt x="42225" y="5420"/>
                  </a:lnTo>
                  <a:lnTo>
                    <a:pt x="36298" y="3988"/>
                  </a:lnTo>
                  <a:lnTo>
                    <a:pt x="30322" y="2773"/>
                  </a:lnTo>
                  <a:lnTo>
                    <a:pt x="24306" y="1776"/>
                  </a:lnTo>
                  <a:lnTo>
                    <a:pt x="18258" y="1000"/>
                  </a:lnTo>
                  <a:lnTo>
                    <a:pt x="12185" y="444"/>
                  </a:lnTo>
                  <a:lnTo>
                    <a:pt x="6096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80" y="132257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7" y="1335"/>
                  </a:lnTo>
                  <a:lnTo>
                    <a:pt x="140833" y="2085"/>
                  </a:lnTo>
                  <a:lnTo>
                    <a:pt x="135627" y="3000"/>
                  </a:lnTo>
                  <a:lnTo>
                    <a:pt x="130451" y="4079"/>
                  </a:lnTo>
                  <a:lnTo>
                    <a:pt x="125313" y="5322"/>
                  </a:lnTo>
                  <a:lnTo>
                    <a:pt x="120216" y="6726"/>
                  </a:lnTo>
                  <a:lnTo>
                    <a:pt x="115166" y="8290"/>
                  </a:lnTo>
                  <a:lnTo>
                    <a:pt x="110168" y="10014"/>
                  </a:lnTo>
                  <a:lnTo>
                    <a:pt x="105227" y="11894"/>
                  </a:lnTo>
                  <a:lnTo>
                    <a:pt x="100348" y="13930"/>
                  </a:lnTo>
                  <a:lnTo>
                    <a:pt x="95536" y="16119"/>
                  </a:lnTo>
                  <a:lnTo>
                    <a:pt x="90796" y="18460"/>
                  </a:lnTo>
                  <a:lnTo>
                    <a:pt x="86132" y="20949"/>
                  </a:lnTo>
                  <a:lnTo>
                    <a:pt x="81549" y="23584"/>
                  </a:lnTo>
                  <a:lnTo>
                    <a:pt x="77051" y="26363"/>
                  </a:lnTo>
                  <a:lnTo>
                    <a:pt x="72644" y="29282"/>
                  </a:lnTo>
                  <a:lnTo>
                    <a:pt x="68331" y="32340"/>
                  </a:lnTo>
                  <a:lnTo>
                    <a:pt x="64117" y="35532"/>
                  </a:lnTo>
                  <a:lnTo>
                    <a:pt x="60007" y="38856"/>
                  </a:lnTo>
                  <a:lnTo>
                    <a:pt x="56003" y="42309"/>
                  </a:lnTo>
                  <a:lnTo>
                    <a:pt x="52110" y="45886"/>
                  </a:lnTo>
                  <a:lnTo>
                    <a:pt x="48333" y="49585"/>
                  </a:lnTo>
                  <a:lnTo>
                    <a:pt x="44674" y="53401"/>
                  </a:lnTo>
                  <a:lnTo>
                    <a:pt x="41138" y="57331"/>
                  </a:lnTo>
                  <a:lnTo>
                    <a:pt x="37728" y="61370"/>
                  </a:lnTo>
                  <a:lnTo>
                    <a:pt x="34447" y="65516"/>
                  </a:lnTo>
                  <a:lnTo>
                    <a:pt x="31299" y="69763"/>
                  </a:lnTo>
                  <a:lnTo>
                    <a:pt x="28287" y="74108"/>
                  </a:lnTo>
                  <a:lnTo>
                    <a:pt x="25414" y="78546"/>
                  </a:lnTo>
                  <a:lnTo>
                    <a:pt x="22683" y="83072"/>
                  </a:lnTo>
                  <a:lnTo>
                    <a:pt x="20096" y="87683"/>
                  </a:lnTo>
                  <a:lnTo>
                    <a:pt x="17656" y="92373"/>
                  </a:lnTo>
                  <a:lnTo>
                    <a:pt x="15366" y="97137"/>
                  </a:lnTo>
                  <a:lnTo>
                    <a:pt x="13227" y="101972"/>
                  </a:lnTo>
                  <a:lnTo>
                    <a:pt x="11243" y="106872"/>
                  </a:lnTo>
                  <a:lnTo>
                    <a:pt x="9414" y="111832"/>
                  </a:lnTo>
                  <a:lnTo>
                    <a:pt x="7743" y="116848"/>
                  </a:lnTo>
                  <a:lnTo>
                    <a:pt x="6232" y="121914"/>
                  </a:lnTo>
                  <a:lnTo>
                    <a:pt x="4881" y="127025"/>
                  </a:lnTo>
                  <a:lnTo>
                    <a:pt x="3693" y="132177"/>
                  </a:lnTo>
                  <a:lnTo>
                    <a:pt x="2669" y="137363"/>
                  </a:lnTo>
                  <a:lnTo>
                    <a:pt x="1808" y="142579"/>
                  </a:lnTo>
                  <a:lnTo>
                    <a:pt x="1114" y="147820"/>
                  </a:lnTo>
                  <a:lnTo>
                    <a:pt x="585" y="153080"/>
                  </a:lnTo>
                  <a:lnTo>
                    <a:pt x="223" y="158354"/>
                  </a:lnTo>
                  <a:lnTo>
                    <a:pt x="28" y="163638"/>
                  </a:lnTo>
                  <a:lnTo>
                    <a:pt x="0" y="168924"/>
                  </a:lnTo>
                  <a:lnTo>
                    <a:pt x="139" y="174209"/>
                  </a:lnTo>
                  <a:lnTo>
                    <a:pt x="445" y="179487"/>
                  </a:lnTo>
                  <a:lnTo>
                    <a:pt x="918" y="184752"/>
                  </a:lnTo>
                  <a:lnTo>
                    <a:pt x="1557" y="190000"/>
                  </a:lnTo>
                  <a:lnTo>
                    <a:pt x="2362" y="195225"/>
                  </a:lnTo>
                  <a:lnTo>
                    <a:pt x="3331" y="200422"/>
                  </a:lnTo>
                  <a:lnTo>
                    <a:pt x="4465" y="205586"/>
                  </a:lnTo>
                  <a:lnTo>
                    <a:pt x="5761" y="210711"/>
                  </a:lnTo>
                  <a:lnTo>
                    <a:pt x="7219" y="215793"/>
                  </a:lnTo>
                  <a:lnTo>
                    <a:pt x="8836" y="220826"/>
                  </a:lnTo>
                  <a:lnTo>
                    <a:pt x="10612" y="225805"/>
                  </a:lnTo>
                  <a:lnTo>
                    <a:pt x="12545" y="230726"/>
                  </a:lnTo>
                  <a:lnTo>
                    <a:pt x="14632" y="235583"/>
                  </a:lnTo>
                  <a:lnTo>
                    <a:pt x="16871" y="240372"/>
                  </a:lnTo>
                  <a:lnTo>
                    <a:pt x="19261" y="245088"/>
                  </a:lnTo>
                  <a:lnTo>
                    <a:pt x="21799" y="249725"/>
                  </a:lnTo>
                  <a:lnTo>
                    <a:pt x="24482" y="254280"/>
                  </a:lnTo>
                  <a:lnTo>
                    <a:pt x="27308" y="258748"/>
                  </a:lnTo>
                  <a:lnTo>
                    <a:pt x="30274" y="263125"/>
                  </a:lnTo>
                  <a:lnTo>
                    <a:pt x="33377" y="267405"/>
                  </a:lnTo>
                  <a:lnTo>
                    <a:pt x="36613" y="271585"/>
                  </a:lnTo>
                  <a:lnTo>
                    <a:pt x="39981" y="275661"/>
                  </a:lnTo>
                  <a:lnTo>
                    <a:pt x="43475" y="279628"/>
                  </a:lnTo>
                  <a:lnTo>
                    <a:pt x="47093" y="283483"/>
                  </a:lnTo>
                  <a:lnTo>
                    <a:pt x="50831" y="287221"/>
                  </a:lnTo>
                  <a:lnTo>
                    <a:pt x="54685" y="290839"/>
                  </a:lnTo>
                  <a:lnTo>
                    <a:pt x="58652" y="294334"/>
                  </a:lnTo>
                  <a:lnTo>
                    <a:pt x="62728" y="297702"/>
                  </a:lnTo>
                  <a:lnTo>
                    <a:pt x="66907" y="300938"/>
                  </a:lnTo>
                  <a:lnTo>
                    <a:pt x="71187" y="304042"/>
                  </a:lnTo>
                  <a:lnTo>
                    <a:pt x="75564" y="307008"/>
                  </a:lnTo>
                  <a:lnTo>
                    <a:pt x="80031" y="309834"/>
                  </a:lnTo>
                  <a:lnTo>
                    <a:pt x="84586" y="312518"/>
                  </a:lnTo>
                  <a:lnTo>
                    <a:pt x="89224" y="315056"/>
                  </a:lnTo>
                  <a:lnTo>
                    <a:pt x="93939" y="317447"/>
                  </a:lnTo>
                  <a:lnTo>
                    <a:pt x="98727" y="319687"/>
                  </a:lnTo>
                  <a:lnTo>
                    <a:pt x="103584" y="321774"/>
                  </a:lnTo>
                  <a:lnTo>
                    <a:pt x="108505" y="323707"/>
                  </a:lnTo>
                  <a:lnTo>
                    <a:pt x="113484" y="325483"/>
                  </a:lnTo>
                  <a:lnTo>
                    <a:pt x="118517" y="327102"/>
                  </a:lnTo>
                  <a:lnTo>
                    <a:pt x="123599" y="328560"/>
                  </a:lnTo>
                  <a:lnTo>
                    <a:pt x="128724" y="329856"/>
                  </a:lnTo>
                  <a:lnTo>
                    <a:pt x="133888" y="330990"/>
                  </a:lnTo>
                  <a:lnTo>
                    <a:pt x="139085" y="331960"/>
                  </a:lnTo>
                  <a:lnTo>
                    <a:pt x="144309" y="332766"/>
                  </a:lnTo>
                  <a:lnTo>
                    <a:pt x="149557" y="333405"/>
                  </a:lnTo>
                  <a:lnTo>
                    <a:pt x="154823" y="333879"/>
                  </a:lnTo>
                  <a:lnTo>
                    <a:pt x="160100" y="334185"/>
                  </a:lnTo>
                  <a:lnTo>
                    <a:pt x="165385" y="334325"/>
                  </a:lnTo>
                  <a:lnTo>
                    <a:pt x="170672" y="334297"/>
                  </a:lnTo>
                  <a:lnTo>
                    <a:pt x="175955" y="334103"/>
                  </a:lnTo>
                  <a:lnTo>
                    <a:pt x="181229" y="333741"/>
                  </a:lnTo>
                  <a:lnTo>
                    <a:pt x="186489" y="333213"/>
                  </a:lnTo>
                  <a:lnTo>
                    <a:pt x="191730" y="332519"/>
                  </a:lnTo>
                  <a:lnTo>
                    <a:pt x="196946" y="331659"/>
                  </a:lnTo>
                  <a:lnTo>
                    <a:pt x="202133" y="330635"/>
                  </a:lnTo>
                  <a:lnTo>
                    <a:pt x="207284" y="329447"/>
                  </a:lnTo>
                  <a:lnTo>
                    <a:pt x="212396" y="328097"/>
                  </a:lnTo>
                  <a:lnTo>
                    <a:pt x="217462" y="326586"/>
                  </a:lnTo>
                  <a:lnTo>
                    <a:pt x="222478" y="324916"/>
                  </a:lnTo>
                  <a:lnTo>
                    <a:pt x="227438" y="323087"/>
                  </a:lnTo>
                  <a:lnTo>
                    <a:pt x="232338" y="321103"/>
                  </a:lnTo>
                  <a:lnTo>
                    <a:pt x="237173" y="318965"/>
                  </a:lnTo>
                  <a:lnTo>
                    <a:pt x="241938" y="316675"/>
                  </a:lnTo>
                  <a:lnTo>
                    <a:pt x="246629" y="314236"/>
                  </a:lnTo>
                  <a:lnTo>
                    <a:pt x="251239" y="311650"/>
                  </a:lnTo>
                  <a:lnTo>
                    <a:pt x="255766" y="308919"/>
                  </a:lnTo>
                  <a:lnTo>
                    <a:pt x="260204" y="306046"/>
                  </a:lnTo>
                  <a:lnTo>
                    <a:pt x="264549" y="303034"/>
                  </a:lnTo>
                  <a:lnTo>
                    <a:pt x="268796" y="299887"/>
                  </a:lnTo>
                  <a:lnTo>
                    <a:pt x="272942" y="296606"/>
                  </a:lnTo>
                  <a:lnTo>
                    <a:pt x="276982" y="293197"/>
                  </a:lnTo>
                  <a:lnTo>
                    <a:pt x="280913" y="289661"/>
                  </a:lnTo>
                  <a:lnTo>
                    <a:pt x="284729" y="286003"/>
                  </a:lnTo>
                  <a:lnTo>
                    <a:pt x="288428" y="282225"/>
                  </a:lnTo>
                  <a:lnTo>
                    <a:pt x="292006" y="278333"/>
                  </a:lnTo>
                  <a:lnTo>
                    <a:pt x="295458" y="274330"/>
                  </a:lnTo>
                  <a:lnTo>
                    <a:pt x="298783" y="270219"/>
                  </a:lnTo>
                  <a:lnTo>
                    <a:pt x="301976" y="266006"/>
                  </a:lnTo>
                  <a:lnTo>
                    <a:pt x="305034" y="261693"/>
                  </a:lnTo>
                  <a:lnTo>
                    <a:pt x="307954" y="257286"/>
                  </a:lnTo>
                  <a:lnTo>
                    <a:pt x="310733" y="252789"/>
                  </a:lnTo>
                  <a:lnTo>
                    <a:pt x="313368" y="248206"/>
                  </a:lnTo>
                  <a:lnTo>
                    <a:pt x="315858" y="243542"/>
                  </a:lnTo>
                  <a:lnTo>
                    <a:pt x="318199" y="238802"/>
                  </a:lnTo>
                  <a:lnTo>
                    <a:pt x="320388" y="233990"/>
                  </a:lnTo>
                  <a:lnTo>
                    <a:pt x="322425" y="229112"/>
                  </a:lnTo>
                  <a:lnTo>
                    <a:pt x="324306" y="224171"/>
                  </a:lnTo>
                  <a:lnTo>
                    <a:pt x="326030" y="219173"/>
                  </a:lnTo>
                  <a:lnTo>
                    <a:pt x="327595" y="214124"/>
                  </a:lnTo>
                  <a:lnTo>
                    <a:pt x="328999" y="209027"/>
                  </a:lnTo>
                  <a:lnTo>
                    <a:pt x="330242" y="203888"/>
                  </a:lnTo>
                  <a:lnTo>
                    <a:pt x="331322" y="198713"/>
                  </a:lnTo>
                  <a:lnTo>
                    <a:pt x="332237" y="193506"/>
                  </a:lnTo>
                  <a:lnTo>
                    <a:pt x="332987" y="188273"/>
                  </a:lnTo>
                  <a:lnTo>
                    <a:pt x="333572" y="183019"/>
                  </a:lnTo>
                  <a:lnTo>
                    <a:pt x="333990" y="177749"/>
                  </a:lnTo>
                  <a:lnTo>
                    <a:pt x="334241" y="172468"/>
                  </a:lnTo>
                  <a:lnTo>
                    <a:pt x="334325" y="167182"/>
                  </a:lnTo>
                  <a:lnTo>
                    <a:pt x="334242" y="161896"/>
                  </a:lnTo>
                  <a:lnTo>
                    <a:pt x="333992" y="156616"/>
                  </a:lnTo>
                  <a:lnTo>
                    <a:pt x="333575" y="151345"/>
                  </a:lnTo>
                  <a:lnTo>
                    <a:pt x="332991" y="146091"/>
                  </a:lnTo>
                  <a:lnTo>
                    <a:pt x="332242" y="140858"/>
                  </a:lnTo>
                  <a:lnTo>
                    <a:pt x="331327" y="135651"/>
                  </a:lnTo>
                  <a:lnTo>
                    <a:pt x="330249" y="130475"/>
                  </a:lnTo>
                  <a:lnTo>
                    <a:pt x="329007" y="125337"/>
                  </a:lnTo>
                  <a:lnTo>
                    <a:pt x="327603" y="120240"/>
                  </a:lnTo>
                  <a:lnTo>
                    <a:pt x="326039" y="115190"/>
                  </a:lnTo>
                  <a:lnTo>
                    <a:pt x="324316" y="110192"/>
                  </a:lnTo>
                  <a:lnTo>
                    <a:pt x="322436" y="105251"/>
                  </a:lnTo>
                  <a:lnTo>
                    <a:pt x="320401" y="100372"/>
                  </a:lnTo>
                  <a:lnTo>
                    <a:pt x="318212" y="95560"/>
                  </a:lnTo>
                  <a:lnTo>
                    <a:pt x="315872" y="90819"/>
                  </a:lnTo>
                  <a:lnTo>
                    <a:pt x="313383" y="86155"/>
                  </a:lnTo>
                  <a:lnTo>
                    <a:pt x="310749" y="81571"/>
                  </a:lnTo>
                  <a:lnTo>
                    <a:pt x="307970" y="77074"/>
                  </a:lnTo>
                  <a:lnTo>
                    <a:pt x="305051" y="72666"/>
                  </a:lnTo>
                  <a:lnTo>
                    <a:pt x="301994" y="68353"/>
                  </a:lnTo>
                  <a:lnTo>
                    <a:pt x="298802" y="64139"/>
                  </a:lnTo>
                  <a:lnTo>
                    <a:pt x="295478" y="60028"/>
                  </a:lnTo>
                  <a:lnTo>
                    <a:pt x="292026" y="56024"/>
                  </a:lnTo>
                  <a:lnTo>
                    <a:pt x="288449" y="52131"/>
                  </a:lnTo>
                  <a:lnTo>
                    <a:pt x="284751" y="48353"/>
                  </a:lnTo>
                  <a:lnTo>
                    <a:pt x="280935" y="44694"/>
                  </a:lnTo>
                  <a:lnTo>
                    <a:pt x="277006" y="41157"/>
                  </a:lnTo>
                  <a:lnTo>
                    <a:pt x="272966" y="37747"/>
                  </a:lnTo>
                  <a:lnTo>
                    <a:pt x="268821" y="34466"/>
                  </a:lnTo>
                  <a:lnTo>
                    <a:pt x="264574" y="31318"/>
                  </a:lnTo>
                  <a:lnTo>
                    <a:pt x="260229" y="28305"/>
                  </a:lnTo>
                  <a:lnTo>
                    <a:pt x="255792" y="25432"/>
                  </a:lnTo>
                  <a:lnTo>
                    <a:pt x="251266" y="22700"/>
                  </a:lnTo>
                  <a:lnTo>
                    <a:pt x="246656" y="20112"/>
                  </a:lnTo>
                  <a:lnTo>
                    <a:pt x="241966" y="17672"/>
                  </a:lnTo>
                  <a:lnTo>
                    <a:pt x="237201" y="15381"/>
                  </a:lnTo>
                  <a:lnTo>
                    <a:pt x="232367" y="13242"/>
                  </a:lnTo>
                  <a:lnTo>
                    <a:pt x="227467" y="1125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3829"/>
              <a:ext cx="60309" cy="155909"/>
            </a:xfrm>
            <a:custGeom>
              <a:avLst/>
              <a:pathLst>
                <a:path w="60309" h="155909">
                  <a:moveTo>
                    <a:pt x="60309" y="0"/>
                  </a:moveTo>
                  <a:lnTo>
                    <a:pt x="0" y="1559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60309" cy="167167"/>
            </a:xfrm>
            <a:custGeom>
              <a:avLst/>
              <a:pathLst>
                <a:path w="60309" h="167167">
                  <a:moveTo>
                    <a:pt x="60309" y="11257"/>
                  </a:moveTo>
                  <a:lnTo>
                    <a:pt x="54514" y="9138"/>
                  </a:lnTo>
                  <a:lnTo>
                    <a:pt x="48646" y="7234"/>
                  </a:lnTo>
                  <a:lnTo>
                    <a:pt x="42711" y="5548"/>
                  </a:lnTo>
                  <a:lnTo>
                    <a:pt x="36718" y="4082"/>
                  </a:lnTo>
                  <a:lnTo>
                    <a:pt x="30675" y="2838"/>
                  </a:lnTo>
                  <a:lnTo>
                    <a:pt x="24590" y="1818"/>
                  </a:lnTo>
                  <a:lnTo>
                    <a:pt x="18472" y="1023"/>
                  </a:lnTo>
                  <a:lnTo>
                    <a:pt x="12328" y="455"/>
                  </a:lnTo>
                  <a:lnTo>
                    <a:pt x="6168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08" y="1071028"/>
              <a:ext cx="330634" cy="334334"/>
            </a:xfrm>
            <a:custGeom>
              <a:avLst/>
              <a:pathLst>
                <a:path w="330634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7" y="335"/>
                  </a:lnTo>
                  <a:lnTo>
                    <a:pt x="151273" y="755"/>
                  </a:lnTo>
                  <a:lnTo>
                    <a:pt x="146006" y="1342"/>
                  </a:lnTo>
                  <a:lnTo>
                    <a:pt x="140760" y="2096"/>
                  </a:lnTo>
                  <a:lnTo>
                    <a:pt x="135541" y="3015"/>
                  </a:lnTo>
                  <a:lnTo>
                    <a:pt x="130353" y="4100"/>
                  </a:lnTo>
                  <a:lnTo>
                    <a:pt x="125202" y="5348"/>
                  </a:lnTo>
                  <a:lnTo>
                    <a:pt x="120094" y="6759"/>
                  </a:lnTo>
                  <a:lnTo>
                    <a:pt x="115033" y="8331"/>
                  </a:lnTo>
                  <a:lnTo>
                    <a:pt x="110024" y="10063"/>
                  </a:lnTo>
                  <a:lnTo>
                    <a:pt x="105073" y="11953"/>
                  </a:lnTo>
                  <a:lnTo>
                    <a:pt x="100183" y="13999"/>
                  </a:lnTo>
                  <a:lnTo>
                    <a:pt x="95362" y="16198"/>
                  </a:lnTo>
                  <a:lnTo>
                    <a:pt x="90612" y="18550"/>
                  </a:lnTo>
                  <a:lnTo>
                    <a:pt x="85940" y="21051"/>
                  </a:lnTo>
                  <a:lnTo>
                    <a:pt x="81349" y="23699"/>
                  </a:lnTo>
                  <a:lnTo>
                    <a:pt x="76844" y="26491"/>
                  </a:lnTo>
                  <a:lnTo>
                    <a:pt x="72430" y="29424"/>
                  </a:lnTo>
                  <a:lnTo>
                    <a:pt x="68111" y="32496"/>
                  </a:lnTo>
                  <a:lnTo>
                    <a:pt x="63892" y="35703"/>
                  </a:lnTo>
                  <a:lnTo>
                    <a:pt x="59776" y="39042"/>
                  </a:lnTo>
                  <a:lnTo>
                    <a:pt x="55769" y="42510"/>
                  </a:lnTo>
                  <a:lnTo>
                    <a:pt x="51873" y="46104"/>
                  </a:lnTo>
                  <a:lnTo>
                    <a:pt x="48093" y="49819"/>
                  </a:lnTo>
                  <a:lnTo>
                    <a:pt x="44433" y="53652"/>
                  </a:lnTo>
                  <a:lnTo>
                    <a:pt x="40897" y="57599"/>
                  </a:lnTo>
                  <a:lnTo>
                    <a:pt x="37487" y="61656"/>
                  </a:lnTo>
                  <a:lnTo>
                    <a:pt x="34207" y="65819"/>
                  </a:lnTo>
                  <a:lnTo>
                    <a:pt x="31062" y="70084"/>
                  </a:lnTo>
                  <a:lnTo>
                    <a:pt x="28052" y="74447"/>
                  </a:lnTo>
                  <a:lnTo>
                    <a:pt x="25183" y="78903"/>
                  </a:lnTo>
                  <a:lnTo>
                    <a:pt x="22457" y="83448"/>
                  </a:lnTo>
                  <a:lnTo>
                    <a:pt x="19875" y="88076"/>
                  </a:lnTo>
                  <a:lnTo>
                    <a:pt x="17442" y="92785"/>
                  </a:lnTo>
                  <a:lnTo>
                    <a:pt x="15160" y="97568"/>
                  </a:lnTo>
                  <a:lnTo>
                    <a:pt x="13030" y="102421"/>
                  </a:lnTo>
                  <a:lnTo>
                    <a:pt x="11055" y="107339"/>
                  </a:lnTo>
                  <a:lnTo>
                    <a:pt x="9237" y="112317"/>
                  </a:lnTo>
                  <a:lnTo>
                    <a:pt x="7577" y="117350"/>
                  </a:lnTo>
                  <a:lnTo>
                    <a:pt x="6078" y="122434"/>
                  </a:lnTo>
                  <a:lnTo>
                    <a:pt x="4741" y="127562"/>
                  </a:lnTo>
                  <a:lnTo>
                    <a:pt x="3568" y="132730"/>
                  </a:lnTo>
                  <a:lnTo>
                    <a:pt x="2558" y="137933"/>
                  </a:lnTo>
                  <a:lnTo>
                    <a:pt x="1714" y="143165"/>
                  </a:lnTo>
                  <a:lnTo>
                    <a:pt x="1036" y="148421"/>
                  </a:lnTo>
                  <a:lnTo>
                    <a:pt x="526" y="153697"/>
                  </a:lnTo>
                  <a:lnTo>
                    <a:pt x="182" y="158985"/>
                  </a:lnTo>
                  <a:lnTo>
                    <a:pt x="7" y="164282"/>
                  </a:lnTo>
                  <a:lnTo>
                    <a:pt x="0" y="169582"/>
                  </a:lnTo>
                  <a:lnTo>
                    <a:pt x="160" y="174879"/>
                  </a:lnTo>
                  <a:lnTo>
                    <a:pt x="488" y="180169"/>
                  </a:lnTo>
                  <a:lnTo>
                    <a:pt x="984" y="185445"/>
                  </a:lnTo>
                  <a:lnTo>
                    <a:pt x="1647" y="190704"/>
                  </a:lnTo>
                  <a:lnTo>
                    <a:pt x="2477" y="195938"/>
                  </a:lnTo>
                  <a:lnTo>
                    <a:pt x="3471" y="201144"/>
                  </a:lnTo>
                  <a:lnTo>
                    <a:pt x="4631" y="206315"/>
                  </a:lnTo>
                  <a:lnTo>
                    <a:pt x="5953" y="211447"/>
                  </a:lnTo>
                  <a:lnTo>
                    <a:pt x="7438" y="216535"/>
                  </a:lnTo>
                  <a:lnTo>
                    <a:pt x="9083" y="221573"/>
                  </a:lnTo>
                  <a:lnTo>
                    <a:pt x="10887" y="226556"/>
                  </a:lnTo>
                  <a:lnTo>
                    <a:pt x="12848" y="231480"/>
                  </a:lnTo>
                  <a:lnTo>
                    <a:pt x="14965" y="236339"/>
                  </a:lnTo>
                  <a:lnTo>
                    <a:pt x="17234" y="241128"/>
                  </a:lnTo>
                  <a:lnTo>
                    <a:pt x="19654" y="245843"/>
                  </a:lnTo>
                  <a:lnTo>
                    <a:pt x="22222" y="250479"/>
                  </a:lnTo>
                  <a:lnTo>
                    <a:pt x="24936" y="255032"/>
                  </a:lnTo>
                  <a:lnTo>
                    <a:pt x="27792" y="259495"/>
                  </a:lnTo>
                  <a:lnTo>
                    <a:pt x="30789" y="263867"/>
                  </a:lnTo>
                  <a:lnTo>
                    <a:pt x="33923" y="268141"/>
                  </a:lnTo>
                  <a:lnTo>
                    <a:pt x="37191" y="272313"/>
                  </a:lnTo>
                  <a:lnTo>
                    <a:pt x="40589" y="276380"/>
                  </a:lnTo>
                  <a:lnTo>
                    <a:pt x="44115" y="280337"/>
                  </a:lnTo>
                  <a:lnTo>
                    <a:pt x="47764" y="284180"/>
                  </a:lnTo>
                  <a:lnTo>
                    <a:pt x="51533" y="287906"/>
                  </a:lnTo>
                  <a:lnTo>
                    <a:pt x="55419" y="291510"/>
                  </a:lnTo>
                  <a:lnTo>
                    <a:pt x="59417" y="294989"/>
                  </a:lnTo>
                  <a:lnTo>
                    <a:pt x="63523" y="298340"/>
                  </a:lnTo>
                  <a:lnTo>
                    <a:pt x="67733" y="301559"/>
                  </a:lnTo>
                  <a:lnTo>
                    <a:pt x="72043" y="304643"/>
                  </a:lnTo>
                  <a:lnTo>
                    <a:pt x="76449" y="307589"/>
                  </a:lnTo>
                  <a:lnTo>
                    <a:pt x="80946" y="310394"/>
                  </a:lnTo>
                  <a:lnTo>
                    <a:pt x="85529" y="313054"/>
                  </a:lnTo>
                  <a:lnTo>
                    <a:pt x="90195" y="315568"/>
                  </a:lnTo>
                  <a:lnTo>
                    <a:pt x="94938" y="317933"/>
                  </a:lnTo>
                  <a:lnTo>
                    <a:pt x="99753" y="320146"/>
                  </a:lnTo>
                  <a:lnTo>
                    <a:pt x="104636" y="322206"/>
                  </a:lnTo>
                  <a:lnTo>
                    <a:pt x="109583" y="324110"/>
                  </a:lnTo>
                  <a:lnTo>
                    <a:pt x="114587" y="325856"/>
                  </a:lnTo>
                  <a:lnTo>
                    <a:pt x="119643" y="327442"/>
                  </a:lnTo>
                  <a:lnTo>
                    <a:pt x="124748" y="328867"/>
                  </a:lnTo>
                  <a:lnTo>
                    <a:pt x="129895" y="330130"/>
                  </a:lnTo>
                  <a:lnTo>
                    <a:pt x="135080" y="331229"/>
                  </a:lnTo>
                  <a:lnTo>
                    <a:pt x="140296" y="332163"/>
                  </a:lnTo>
                  <a:lnTo>
                    <a:pt x="145540" y="332932"/>
                  </a:lnTo>
                  <a:lnTo>
                    <a:pt x="150806" y="333534"/>
                  </a:lnTo>
                  <a:lnTo>
                    <a:pt x="156088" y="333968"/>
                  </a:lnTo>
                  <a:lnTo>
                    <a:pt x="161381" y="334235"/>
                  </a:lnTo>
                  <a:lnTo>
                    <a:pt x="166680" y="334334"/>
                  </a:lnTo>
                  <a:lnTo>
                    <a:pt x="171979" y="334265"/>
                  </a:lnTo>
                  <a:lnTo>
                    <a:pt x="177273" y="334028"/>
                  </a:lnTo>
                  <a:lnTo>
                    <a:pt x="182558" y="333623"/>
                  </a:lnTo>
                  <a:lnTo>
                    <a:pt x="187827" y="333051"/>
                  </a:lnTo>
                  <a:lnTo>
                    <a:pt x="193075" y="332312"/>
                  </a:lnTo>
                  <a:lnTo>
                    <a:pt x="198297" y="331407"/>
                  </a:lnTo>
                  <a:lnTo>
                    <a:pt x="203487" y="330337"/>
                  </a:lnTo>
                  <a:lnTo>
                    <a:pt x="208641" y="329103"/>
                  </a:lnTo>
                  <a:lnTo>
                    <a:pt x="213754" y="327707"/>
                  </a:lnTo>
                  <a:lnTo>
                    <a:pt x="218820" y="326149"/>
                  </a:lnTo>
                  <a:lnTo>
                    <a:pt x="223833" y="324431"/>
                  </a:lnTo>
                  <a:lnTo>
                    <a:pt x="228790" y="322555"/>
                  </a:lnTo>
                  <a:lnTo>
                    <a:pt x="233685" y="320523"/>
                  </a:lnTo>
                  <a:lnTo>
                    <a:pt x="238513" y="318337"/>
                  </a:lnTo>
                  <a:lnTo>
                    <a:pt x="243269" y="315998"/>
                  </a:lnTo>
                  <a:lnTo>
                    <a:pt x="247948" y="313511"/>
                  </a:lnTo>
                  <a:lnTo>
                    <a:pt x="252547" y="310876"/>
                  </a:lnTo>
                  <a:lnTo>
                    <a:pt x="257059" y="308097"/>
                  </a:lnTo>
                  <a:lnTo>
                    <a:pt x="261482" y="305176"/>
                  </a:lnTo>
                  <a:lnTo>
                    <a:pt x="265809" y="302116"/>
                  </a:lnTo>
                  <a:lnTo>
                    <a:pt x="270037" y="298921"/>
                  </a:lnTo>
                  <a:lnTo>
                    <a:pt x="274162" y="295593"/>
                  </a:lnTo>
                  <a:lnTo>
                    <a:pt x="278179" y="292136"/>
                  </a:lnTo>
                  <a:lnTo>
                    <a:pt x="282085" y="288554"/>
                  </a:lnTo>
                  <a:lnTo>
                    <a:pt x="285875" y="284849"/>
                  </a:lnTo>
                  <a:lnTo>
                    <a:pt x="289546" y="281027"/>
                  </a:lnTo>
                  <a:lnTo>
                    <a:pt x="293094" y="277090"/>
                  </a:lnTo>
                  <a:lnTo>
                    <a:pt x="296515" y="273042"/>
                  </a:lnTo>
                  <a:lnTo>
                    <a:pt x="299806" y="268888"/>
                  </a:lnTo>
                  <a:lnTo>
                    <a:pt x="302964" y="264632"/>
                  </a:lnTo>
                  <a:lnTo>
                    <a:pt x="305985" y="260277"/>
                  </a:lnTo>
                  <a:lnTo>
                    <a:pt x="308867" y="255830"/>
                  </a:lnTo>
                  <a:lnTo>
                    <a:pt x="311606" y="251293"/>
                  </a:lnTo>
                  <a:lnTo>
                    <a:pt x="314201" y="246671"/>
                  </a:lnTo>
                  <a:lnTo>
                    <a:pt x="316647" y="241970"/>
                  </a:lnTo>
                  <a:lnTo>
                    <a:pt x="318943" y="237193"/>
                  </a:lnTo>
                  <a:lnTo>
                    <a:pt x="321087" y="232346"/>
                  </a:lnTo>
                  <a:lnTo>
                    <a:pt x="323075" y="227434"/>
                  </a:lnTo>
                  <a:lnTo>
                    <a:pt x="324907" y="222461"/>
                  </a:lnTo>
                  <a:lnTo>
                    <a:pt x="326581" y="217432"/>
                  </a:lnTo>
                  <a:lnTo>
                    <a:pt x="328094" y="212353"/>
                  </a:lnTo>
                  <a:lnTo>
                    <a:pt x="329446" y="207228"/>
                  </a:lnTo>
                  <a:lnTo>
                    <a:pt x="330634" y="20206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38196"/>
              <a:ext cx="163484" cy="34896"/>
            </a:xfrm>
            <a:custGeom>
              <a:avLst/>
              <a:pathLst>
                <a:path w="163484" h="34896">
                  <a:moveTo>
                    <a:pt x="163484" y="348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38196"/>
              <a:ext cx="163778" cy="34896"/>
            </a:xfrm>
            <a:custGeom>
              <a:avLst/>
              <a:pathLst>
                <a:path w="163778" h="34896">
                  <a:moveTo>
                    <a:pt x="163484" y="34896"/>
                  </a:moveTo>
                  <a:lnTo>
                    <a:pt x="163778" y="33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67161" cy="200659"/>
            </a:xfrm>
            <a:custGeom>
              <a:avLst/>
              <a:pathLst>
                <a:path w="167161" h="200659">
                  <a:moveTo>
                    <a:pt x="163778" y="200659"/>
                  </a:moveTo>
                  <a:lnTo>
                    <a:pt x="164772" y="195364"/>
                  </a:lnTo>
                  <a:lnTo>
                    <a:pt x="165595" y="190040"/>
                  </a:lnTo>
                  <a:lnTo>
                    <a:pt x="166246" y="184693"/>
                  </a:lnTo>
                  <a:lnTo>
                    <a:pt x="166724" y="179327"/>
                  </a:lnTo>
                  <a:lnTo>
                    <a:pt x="167029" y="173948"/>
                  </a:lnTo>
                  <a:lnTo>
                    <a:pt x="167161" y="168563"/>
                  </a:lnTo>
                  <a:lnTo>
                    <a:pt x="167119" y="163176"/>
                  </a:lnTo>
                  <a:lnTo>
                    <a:pt x="166904" y="157793"/>
                  </a:lnTo>
                  <a:lnTo>
                    <a:pt x="166515" y="152420"/>
                  </a:lnTo>
                  <a:lnTo>
                    <a:pt x="165954" y="147062"/>
                  </a:lnTo>
                  <a:lnTo>
                    <a:pt x="165220" y="141725"/>
                  </a:lnTo>
                  <a:lnTo>
                    <a:pt x="164314" y="136415"/>
                  </a:lnTo>
                  <a:lnTo>
                    <a:pt x="163238" y="131136"/>
                  </a:lnTo>
                  <a:lnTo>
                    <a:pt x="161992" y="125895"/>
                  </a:lnTo>
                  <a:lnTo>
                    <a:pt x="160578" y="120697"/>
                  </a:lnTo>
                  <a:lnTo>
                    <a:pt x="158997" y="115547"/>
                  </a:lnTo>
                  <a:lnTo>
                    <a:pt x="157251" y="110450"/>
                  </a:lnTo>
                  <a:lnTo>
                    <a:pt x="155342" y="105413"/>
                  </a:lnTo>
                  <a:lnTo>
                    <a:pt x="153272" y="100439"/>
                  </a:lnTo>
                  <a:lnTo>
                    <a:pt x="151042" y="95535"/>
                  </a:lnTo>
                  <a:lnTo>
                    <a:pt x="148656" y="90706"/>
                  </a:lnTo>
                  <a:lnTo>
                    <a:pt x="146115" y="85955"/>
                  </a:lnTo>
                  <a:lnTo>
                    <a:pt x="143422" y="81289"/>
                  </a:lnTo>
                  <a:lnTo>
                    <a:pt x="140580" y="76713"/>
                  </a:lnTo>
                  <a:lnTo>
                    <a:pt x="137593" y="72230"/>
                  </a:lnTo>
                  <a:lnTo>
                    <a:pt x="134462" y="67846"/>
                  </a:lnTo>
                  <a:lnTo>
                    <a:pt x="131192" y="63565"/>
                  </a:lnTo>
                  <a:lnTo>
                    <a:pt x="127786" y="59391"/>
                  </a:lnTo>
                  <a:lnTo>
                    <a:pt x="124247" y="55329"/>
                  </a:lnTo>
                  <a:lnTo>
                    <a:pt x="120578" y="51384"/>
                  </a:lnTo>
                  <a:lnTo>
                    <a:pt x="116785" y="47559"/>
                  </a:lnTo>
                  <a:lnTo>
                    <a:pt x="112870" y="43858"/>
                  </a:lnTo>
                  <a:lnTo>
                    <a:pt x="108839" y="40285"/>
                  </a:lnTo>
                  <a:lnTo>
                    <a:pt x="104694" y="36844"/>
                  </a:lnTo>
                  <a:lnTo>
                    <a:pt x="100440" y="33538"/>
                  </a:lnTo>
                  <a:lnTo>
                    <a:pt x="96082" y="30371"/>
                  </a:lnTo>
                  <a:lnTo>
                    <a:pt x="91624" y="27346"/>
                  </a:lnTo>
                  <a:lnTo>
                    <a:pt x="87072" y="24467"/>
                  </a:lnTo>
                  <a:lnTo>
                    <a:pt x="82428" y="21735"/>
                  </a:lnTo>
                  <a:lnTo>
                    <a:pt x="77699" y="19155"/>
                  </a:lnTo>
                  <a:lnTo>
                    <a:pt x="72890" y="16728"/>
                  </a:lnTo>
                  <a:lnTo>
                    <a:pt x="68005" y="14457"/>
                  </a:lnTo>
                  <a:lnTo>
                    <a:pt x="63049" y="12345"/>
                  </a:lnTo>
                  <a:lnTo>
                    <a:pt x="58027" y="10394"/>
                  </a:lnTo>
                  <a:lnTo>
                    <a:pt x="52946" y="8606"/>
                  </a:lnTo>
                  <a:lnTo>
                    <a:pt x="47809" y="6982"/>
                  </a:lnTo>
                  <a:lnTo>
                    <a:pt x="42623" y="5525"/>
                  </a:lnTo>
                  <a:lnTo>
                    <a:pt x="37392" y="4235"/>
                  </a:lnTo>
                  <a:lnTo>
                    <a:pt x="32123" y="3115"/>
                  </a:lnTo>
                  <a:lnTo>
                    <a:pt x="26820" y="2165"/>
                  </a:lnTo>
                  <a:lnTo>
                    <a:pt x="21489" y="1387"/>
                  </a:lnTo>
                  <a:lnTo>
                    <a:pt x="16136" y="780"/>
                  </a:lnTo>
                  <a:lnTo>
                    <a:pt x="10767" y="347"/>
                  </a:lnTo>
                  <a:lnTo>
                    <a:pt x="538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7036" y="941493"/>
              <a:ext cx="126507" cy="167167"/>
            </a:xfrm>
            <a:custGeom>
              <a:avLst/>
              <a:pathLst>
                <a:path w="126507" h="167167">
                  <a:moveTo>
                    <a:pt x="126507" y="0"/>
                  </a:moveTo>
                  <a:lnTo>
                    <a:pt x="120989" y="91"/>
                  </a:lnTo>
                  <a:lnTo>
                    <a:pt x="115477" y="364"/>
                  </a:lnTo>
                  <a:lnTo>
                    <a:pt x="109977" y="819"/>
                  </a:lnTo>
                  <a:lnTo>
                    <a:pt x="104496" y="1455"/>
                  </a:lnTo>
                  <a:lnTo>
                    <a:pt x="99038" y="2272"/>
                  </a:lnTo>
                  <a:lnTo>
                    <a:pt x="93610" y="3268"/>
                  </a:lnTo>
                  <a:lnTo>
                    <a:pt x="88218" y="4444"/>
                  </a:lnTo>
                  <a:lnTo>
                    <a:pt x="82868" y="5796"/>
                  </a:lnTo>
                  <a:lnTo>
                    <a:pt x="77565" y="7324"/>
                  </a:lnTo>
                  <a:lnTo>
                    <a:pt x="72316" y="9027"/>
                  </a:lnTo>
                  <a:lnTo>
                    <a:pt x="67125" y="10902"/>
                  </a:lnTo>
                  <a:lnTo>
                    <a:pt x="62000" y="12947"/>
                  </a:lnTo>
                  <a:lnTo>
                    <a:pt x="56944" y="15160"/>
                  </a:lnTo>
                  <a:lnTo>
                    <a:pt x="51965" y="17539"/>
                  </a:lnTo>
                  <a:lnTo>
                    <a:pt x="47067" y="20081"/>
                  </a:lnTo>
                  <a:lnTo>
                    <a:pt x="42255" y="22784"/>
                  </a:lnTo>
                  <a:lnTo>
                    <a:pt x="37535" y="25643"/>
                  </a:lnTo>
                  <a:lnTo>
                    <a:pt x="32912" y="28657"/>
                  </a:lnTo>
                  <a:lnTo>
                    <a:pt x="28391" y="31822"/>
                  </a:lnTo>
                  <a:lnTo>
                    <a:pt x="23977" y="35134"/>
                  </a:lnTo>
                  <a:lnTo>
                    <a:pt x="19675" y="38590"/>
                  </a:lnTo>
                  <a:lnTo>
                    <a:pt x="15489" y="42187"/>
                  </a:lnTo>
                  <a:lnTo>
                    <a:pt x="11424" y="45919"/>
                  </a:lnTo>
                  <a:lnTo>
                    <a:pt x="7485" y="49784"/>
                  </a:lnTo>
                  <a:lnTo>
                    <a:pt x="3675" y="53777"/>
                  </a:lnTo>
                  <a:lnTo>
                    <a:pt x="0" y="57893"/>
                  </a:lnTo>
                  <a:lnTo>
                    <a:pt x="12650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97036" y="999386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97" y="960769"/>
              <a:ext cx="334306" cy="315057"/>
            </a:xfrm>
            <a:custGeom>
              <a:avLst/>
              <a:pathLst>
                <a:path w="334306" h="315057">
                  <a:moveTo>
                    <a:pt x="40639" y="38616"/>
                  </a:moveTo>
                  <a:lnTo>
                    <a:pt x="37242" y="42676"/>
                  </a:lnTo>
                  <a:lnTo>
                    <a:pt x="33976" y="46842"/>
                  </a:lnTo>
                  <a:lnTo>
                    <a:pt x="30844" y="51109"/>
                  </a:lnTo>
                  <a:lnTo>
                    <a:pt x="27848" y="55473"/>
                  </a:lnTo>
                  <a:lnTo>
                    <a:pt x="24992" y="59929"/>
                  </a:lnTo>
                  <a:lnTo>
                    <a:pt x="22278" y="64474"/>
                  </a:lnTo>
                  <a:lnTo>
                    <a:pt x="19710" y="69102"/>
                  </a:lnTo>
                  <a:lnTo>
                    <a:pt x="17289" y="73810"/>
                  </a:lnTo>
                  <a:lnTo>
                    <a:pt x="15019" y="78592"/>
                  </a:lnTo>
                  <a:lnTo>
                    <a:pt x="12901" y="83443"/>
                  </a:lnTo>
                  <a:lnTo>
                    <a:pt x="10938" y="88358"/>
                  </a:lnTo>
                  <a:lnTo>
                    <a:pt x="9132" y="93334"/>
                  </a:lnTo>
                  <a:lnTo>
                    <a:pt x="7484" y="98364"/>
                  </a:lnTo>
                  <a:lnTo>
                    <a:pt x="5996" y="103444"/>
                  </a:lnTo>
                  <a:lnTo>
                    <a:pt x="4669" y="108568"/>
                  </a:lnTo>
                  <a:lnTo>
                    <a:pt x="3506" y="113732"/>
                  </a:lnTo>
                  <a:lnTo>
                    <a:pt x="2506" y="118930"/>
                  </a:lnTo>
                  <a:lnTo>
                    <a:pt x="1672" y="124157"/>
                  </a:lnTo>
                  <a:lnTo>
                    <a:pt x="1004" y="129408"/>
                  </a:lnTo>
                  <a:lnTo>
                    <a:pt x="502" y="134677"/>
                  </a:lnTo>
                  <a:lnTo>
                    <a:pt x="167" y="139960"/>
                  </a:lnTo>
                  <a:lnTo>
                    <a:pt x="0" y="145251"/>
                  </a:lnTo>
                  <a:lnTo>
                    <a:pt x="0" y="150544"/>
                  </a:lnTo>
                  <a:lnTo>
                    <a:pt x="168" y="155835"/>
                  </a:lnTo>
                  <a:lnTo>
                    <a:pt x="503" y="161117"/>
                  </a:lnTo>
                  <a:lnTo>
                    <a:pt x="1005" y="166387"/>
                  </a:lnTo>
                  <a:lnTo>
                    <a:pt x="1674" y="171637"/>
                  </a:lnTo>
                  <a:lnTo>
                    <a:pt x="2509" y="176864"/>
                  </a:lnTo>
                  <a:lnTo>
                    <a:pt x="3509" y="182062"/>
                  </a:lnTo>
                  <a:lnTo>
                    <a:pt x="4673" y="187226"/>
                  </a:lnTo>
                  <a:lnTo>
                    <a:pt x="5999" y="192350"/>
                  </a:lnTo>
                  <a:lnTo>
                    <a:pt x="7488" y="197430"/>
                  </a:lnTo>
                  <a:lnTo>
                    <a:pt x="9136" y="202460"/>
                  </a:lnTo>
                  <a:lnTo>
                    <a:pt x="10943" y="207435"/>
                  </a:lnTo>
                  <a:lnTo>
                    <a:pt x="12907" y="212351"/>
                  </a:lnTo>
                  <a:lnTo>
                    <a:pt x="15025" y="217202"/>
                  </a:lnTo>
                  <a:lnTo>
                    <a:pt x="17296" y="221983"/>
                  </a:lnTo>
                  <a:lnTo>
                    <a:pt x="19716" y="226691"/>
                  </a:lnTo>
                  <a:lnTo>
                    <a:pt x="22285" y="231319"/>
                  </a:lnTo>
                  <a:lnTo>
                    <a:pt x="24999" y="235863"/>
                  </a:lnTo>
                  <a:lnTo>
                    <a:pt x="27856" y="240320"/>
                  </a:lnTo>
                  <a:lnTo>
                    <a:pt x="30852" y="244683"/>
                  </a:lnTo>
                  <a:lnTo>
                    <a:pt x="33985" y="248950"/>
                  </a:lnTo>
                  <a:lnTo>
                    <a:pt x="37251" y="253115"/>
                  </a:lnTo>
                  <a:lnTo>
                    <a:pt x="40648" y="257175"/>
                  </a:lnTo>
                  <a:lnTo>
                    <a:pt x="44171" y="261125"/>
                  </a:lnTo>
                  <a:lnTo>
                    <a:pt x="47818" y="264962"/>
                  </a:lnTo>
                  <a:lnTo>
                    <a:pt x="51584" y="268681"/>
                  </a:lnTo>
                  <a:lnTo>
                    <a:pt x="55466" y="272279"/>
                  </a:lnTo>
                  <a:lnTo>
                    <a:pt x="59461" y="275753"/>
                  </a:lnTo>
                  <a:lnTo>
                    <a:pt x="63563" y="279098"/>
                  </a:lnTo>
                  <a:lnTo>
                    <a:pt x="67769" y="282312"/>
                  </a:lnTo>
                  <a:lnTo>
                    <a:pt x="72074" y="285391"/>
                  </a:lnTo>
                  <a:lnTo>
                    <a:pt x="76475" y="288332"/>
                  </a:lnTo>
                  <a:lnTo>
                    <a:pt x="80967" y="291132"/>
                  </a:lnTo>
                  <a:lnTo>
                    <a:pt x="85546" y="293789"/>
                  </a:lnTo>
                  <a:lnTo>
                    <a:pt x="90206" y="296299"/>
                  </a:lnTo>
                  <a:lnTo>
                    <a:pt x="94943" y="298661"/>
                  </a:lnTo>
                  <a:lnTo>
                    <a:pt x="99753" y="300871"/>
                  </a:lnTo>
                  <a:lnTo>
                    <a:pt x="104630" y="302928"/>
                  </a:lnTo>
                  <a:lnTo>
                    <a:pt x="109570" y="304830"/>
                  </a:lnTo>
                  <a:lnTo>
                    <a:pt x="114567" y="306574"/>
                  </a:lnTo>
                  <a:lnTo>
                    <a:pt x="119618" y="308159"/>
                  </a:lnTo>
                  <a:lnTo>
                    <a:pt x="124716" y="309583"/>
                  </a:lnTo>
                  <a:lnTo>
                    <a:pt x="129856" y="310846"/>
                  </a:lnTo>
                  <a:lnTo>
                    <a:pt x="135034" y="311945"/>
                  </a:lnTo>
                  <a:lnTo>
                    <a:pt x="140244" y="312879"/>
                  </a:lnTo>
                  <a:lnTo>
                    <a:pt x="145481" y="313648"/>
                  </a:lnTo>
                  <a:lnTo>
                    <a:pt x="150740" y="314251"/>
                  </a:lnTo>
                  <a:lnTo>
                    <a:pt x="156015" y="314687"/>
                  </a:lnTo>
                  <a:lnTo>
                    <a:pt x="161302" y="314956"/>
                  </a:lnTo>
                  <a:lnTo>
                    <a:pt x="166594" y="315057"/>
                  </a:lnTo>
                  <a:lnTo>
                    <a:pt x="171887" y="314991"/>
                  </a:lnTo>
                  <a:lnTo>
                    <a:pt x="177175" y="314757"/>
                  </a:lnTo>
                  <a:lnTo>
                    <a:pt x="182453" y="314356"/>
                  </a:lnTo>
                  <a:lnTo>
                    <a:pt x="187716" y="313788"/>
                  </a:lnTo>
                  <a:lnTo>
                    <a:pt x="192958" y="313053"/>
                  </a:lnTo>
                  <a:lnTo>
                    <a:pt x="198174" y="312153"/>
                  </a:lnTo>
                  <a:lnTo>
                    <a:pt x="203359" y="311088"/>
                  </a:lnTo>
                  <a:lnTo>
                    <a:pt x="208508" y="309860"/>
                  </a:lnTo>
                  <a:lnTo>
                    <a:pt x="213615" y="308469"/>
                  </a:lnTo>
                  <a:lnTo>
                    <a:pt x="218676" y="306918"/>
                  </a:lnTo>
                  <a:lnTo>
                    <a:pt x="223685" y="305206"/>
                  </a:lnTo>
                  <a:lnTo>
                    <a:pt x="228637" y="303338"/>
                  </a:lnTo>
                  <a:lnTo>
                    <a:pt x="233528" y="301313"/>
                  </a:lnTo>
                  <a:lnTo>
                    <a:pt x="238352" y="299134"/>
                  </a:lnTo>
                  <a:lnTo>
                    <a:pt x="243105" y="296804"/>
                  </a:lnTo>
                  <a:lnTo>
                    <a:pt x="247781" y="294324"/>
                  </a:lnTo>
                  <a:lnTo>
                    <a:pt x="252377" y="291698"/>
                  </a:lnTo>
                  <a:lnTo>
                    <a:pt x="256888" y="288927"/>
                  </a:lnTo>
                  <a:lnTo>
                    <a:pt x="261308" y="286016"/>
                  </a:lnTo>
                  <a:lnTo>
                    <a:pt x="265634" y="282965"/>
                  </a:lnTo>
                  <a:lnTo>
                    <a:pt x="269861" y="279779"/>
                  </a:lnTo>
                  <a:lnTo>
                    <a:pt x="273985" y="276461"/>
                  </a:lnTo>
                  <a:lnTo>
                    <a:pt x="278002" y="273014"/>
                  </a:lnTo>
                  <a:lnTo>
                    <a:pt x="281908" y="269442"/>
                  </a:lnTo>
                  <a:lnTo>
                    <a:pt x="285699" y="265747"/>
                  </a:lnTo>
                  <a:lnTo>
                    <a:pt x="289371" y="261935"/>
                  </a:lnTo>
                  <a:lnTo>
                    <a:pt x="292920" y="258008"/>
                  </a:lnTo>
                  <a:lnTo>
                    <a:pt x="296343" y="253971"/>
                  </a:lnTo>
                  <a:lnTo>
                    <a:pt x="299637" y="249827"/>
                  </a:lnTo>
                  <a:lnTo>
                    <a:pt x="302798" y="245581"/>
                  </a:lnTo>
                  <a:lnTo>
                    <a:pt x="305823" y="241237"/>
                  </a:lnTo>
                  <a:lnTo>
                    <a:pt x="308709" y="236800"/>
                  </a:lnTo>
                  <a:lnTo>
                    <a:pt x="311453" y="232273"/>
                  </a:lnTo>
                  <a:lnTo>
                    <a:pt x="314052" y="227662"/>
                  </a:lnTo>
                  <a:lnTo>
                    <a:pt x="316504" y="222971"/>
                  </a:lnTo>
                  <a:lnTo>
                    <a:pt x="318806" y="218205"/>
                  </a:lnTo>
                  <a:lnTo>
                    <a:pt x="320957" y="213368"/>
                  </a:lnTo>
                  <a:lnTo>
                    <a:pt x="322952" y="208465"/>
                  </a:lnTo>
                  <a:lnTo>
                    <a:pt x="324792" y="203502"/>
                  </a:lnTo>
                  <a:lnTo>
                    <a:pt x="326474" y="198483"/>
                  </a:lnTo>
                  <a:lnTo>
                    <a:pt x="327996" y="193413"/>
                  </a:lnTo>
                  <a:lnTo>
                    <a:pt x="329356" y="188298"/>
                  </a:lnTo>
                  <a:lnTo>
                    <a:pt x="330554" y="183142"/>
                  </a:lnTo>
                  <a:lnTo>
                    <a:pt x="331589" y="177951"/>
                  </a:lnTo>
                  <a:lnTo>
                    <a:pt x="332458" y="172729"/>
                  </a:lnTo>
                  <a:lnTo>
                    <a:pt x="333161" y="167483"/>
                  </a:lnTo>
                  <a:lnTo>
                    <a:pt x="333698" y="162217"/>
                  </a:lnTo>
                  <a:lnTo>
                    <a:pt x="334069" y="156937"/>
                  </a:lnTo>
                  <a:lnTo>
                    <a:pt x="334271" y="151648"/>
                  </a:lnTo>
                  <a:lnTo>
                    <a:pt x="334306" y="146354"/>
                  </a:lnTo>
                  <a:lnTo>
                    <a:pt x="334174" y="141063"/>
                  </a:lnTo>
                  <a:lnTo>
                    <a:pt x="333874" y="135778"/>
                  </a:lnTo>
                  <a:lnTo>
                    <a:pt x="333407" y="130505"/>
                  </a:lnTo>
                  <a:lnTo>
                    <a:pt x="332773" y="125250"/>
                  </a:lnTo>
                  <a:lnTo>
                    <a:pt x="331973" y="120018"/>
                  </a:lnTo>
                  <a:lnTo>
                    <a:pt x="331008" y="114813"/>
                  </a:lnTo>
                  <a:lnTo>
                    <a:pt x="329879" y="109642"/>
                  </a:lnTo>
                  <a:lnTo>
                    <a:pt x="328586" y="104509"/>
                  </a:lnTo>
                  <a:lnTo>
                    <a:pt x="327132" y="99419"/>
                  </a:lnTo>
                  <a:lnTo>
                    <a:pt x="325517" y="94378"/>
                  </a:lnTo>
                  <a:lnTo>
                    <a:pt x="323744" y="89391"/>
                  </a:lnTo>
                  <a:lnTo>
                    <a:pt x="321813" y="84463"/>
                  </a:lnTo>
                  <a:lnTo>
                    <a:pt x="319727" y="79598"/>
                  </a:lnTo>
                  <a:lnTo>
                    <a:pt x="317489" y="74801"/>
                  </a:lnTo>
                  <a:lnTo>
                    <a:pt x="315099" y="70078"/>
                  </a:lnTo>
                  <a:lnTo>
                    <a:pt x="312561" y="65432"/>
                  </a:lnTo>
                  <a:lnTo>
                    <a:pt x="309878" y="60870"/>
                  </a:lnTo>
                  <a:lnTo>
                    <a:pt x="307051" y="56395"/>
                  </a:lnTo>
                  <a:lnTo>
                    <a:pt x="304084" y="52011"/>
                  </a:lnTo>
                  <a:lnTo>
                    <a:pt x="300980" y="47723"/>
                  </a:lnTo>
                  <a:lnTo>
                    <a:pt x="297742" y="43536"/>
                  </a:lnTo>
                  <a:lnTo>
                    <a:pt x="294372" y="39454"/>
                  </a:lnTo>
                  <a:lnTo>
                    <a:pt x="290875" y="35480"/>
                  </a:lnTo>
                  <a:lnTo>
                    <a:pt x="287254" y="31619"/>
                  </a:lnTo>
                  <a:lnTo>
                    <a:pt x="283513" y="27875"/>
                  </a:lnTo>
                  <a:lnTo>
                    <a:pt x="279655" y="24251"/>
                  </a:lnTo>
                  <a:lnTo>
                    <a:pt x="275684" y="20751"/>
                  </a:lnTo>
                  <a:lnTo>
                    <a:pt x="271604" y="17378"/>
                  </a:lnTo>
                  <a:lnTo>
                    <a:pt x="267420" y="14136"/>
                  </a:lnTo>
                  <a:lnTo>
                    <a:pt x="263135" y="11029"/>
                  </a:lnTo>
                  <a:lnTo>
                    <a:pt x="258754" y="8058"/>
                  </a:lnTo>
                  <a:lnTo>
                    <a:pt x="254281" y="5228"/>
                  </a:lnTo>
                  <a:lnTo>
                    <a:pt x="249720" y="2541"/>
                  </a:lnTo>
                  <a:lnTo>
                    <a:pt x="245077" y="0"/>
                  </a:lnTo>
                  <a:lnTo>
                    <a:pt x="167146" y="1478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77930" cy="167167"/>
            </a:xfrm>
            <a:custGeom>
              <a:avLst/>
              <a:pathLst>
                <a:path w="77930" h="167167">
                  <a:moveTo>
                    <a:pt x="77930" y="19276"/>
                  </a:moveTo>
                  <a:lnTo>
                    <a:pt x="72762" y="16666"/>
                  </a:lnTo>
                  <a:lnTo>
                    <a:pt x="67505" y="14236"/>
                  </a:lnTo>
                  <a:lnTo>
                    <a:pt x="62168" y="11990"/>
                  </a:lnTo>
                  <a:lnTo>
                    <a:pt x="56757" y="9930"/>
                  </a:lnTo>
                  <a:lnTo>
                    <a:pt x="51277" y="8058"/>
                  </a:lnTo>
                  <a:lnTo>
                    <a:pt x="45735" y="6378"/>
                  </a:lnTo>
                  <a:lnTo>
                    <a:pt x="40139" y="4890"/>
                  </a:lnTo>
                  <a:lnTo>
                    <a:pt x="34495" y="3597"/>
                  </a:lnTo>
                  <a:lnTo>
                    <a:pt x="28809" y="2501"/>
                  </a:lnTo>
                  <a:lnTo>
                    <a:pt x="23089" y="1602"/>
                  </a:lnTo>
                  <a:lnTo>
                    <a:pt x="17341" y="901"/>
                  </a:lnTo>
                  <a:lnTo>
                    <a:pt x="11572" y="401"/>
                  </a:lnTo>
                  <a:lnTo>
                    <a:pt x="578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0235" y="941493"/>
              <a:ext cx="105980" cy="167167"/>
            </a:xfrm>
            <a:custGeom>
              <a:avLst/>
              <a:pathLst>
                <a:path w="105980" h="167167">
                  <a:moveTo>
                    <a:pt x="105980" y="0"/>
                  </a:moveTo>
                  <a:lnTo>
                    <a:pt x="100242" y="98"/>
                  </a:lnTo>
                  <a:lnTo>
                    <a:pt x="94510" y="393"/>
                  </a:lnTo>
                  <a:lnTo>
                    <a:pt x="88792" y="886"/>
                  </a:lnTo>
                  <a:lnTo>
                    <a:pt x="83094" y="1574"/>
                  </a:lnTo>
                  <a:lnTo>
                    <a:pt x="77423" y="2457"/>
                  </a:lnTo>
                  <a:lnTo>
                    <a:pt x="71786" y="3534"/>
                  </a:lnTo>
                  <a:lnTo>
                    <a:pt x="66189" y="4804"/>
                  </a:lnTo>
                  <a:lnTo>
                    <a:pt x="60639" y="6266"/>
                  </a:lnTo>
                  <a:lnTo>
                    <a:pt x="55142" y="7917"/>
                  </a:lnTo>
                  <a:lnTo>
                    <a:pt x="49705" y="9756"/>
                  </a:lnTo>
                  <a:lnTo>
                    <a:pt x="44335" y="11781"/>
                  </a:lnTo>
                  <a:lnTo>
                    <a:pt x="39037" y="13989"/>
                  </a:lnTo>
                  <a:lnTo>
                    <a:pt x="33818" y="16377"/>
                  </a:lnTo>
                  <a:lnTo>
                    <a:pt x="28685" y="18943"/>
                  </a:lnTo>
                  <a:lnTo>
                    <a:pt x="23642" y="21684"/>
                  </a:lnTo>
                  <a:lnTo>
                    <a:pt x="18696" y="24596"/>
                  </a:lnTo>
                  <a:lnTo>
                    <a:pt x="13854" y="27676"/>
                  </a:lnTo>
                  <a:lnTo>
                    <a:pt x="9120" y="30921"/>
                  </a:lnTo>
                  <a:lnTo>
                    <a:pt x="4500" y="34326"/>
                  </a:lnTo>
                  <a:lnTo>
                    <a:pt x="0" y="37888"/>
                  </a:lnTo>
                  <a:lnTo>
                    <a:pt x="10598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67" y="979381"/>
              <a:ext cx="167148" cy="267974"/>
            </a:xfrm>
            <a:custGeom>
              <a:avLst/>
              <a:pathLst>
                <a:path w="167148" h="267974">
                  <a:moveTo>
                    <a:pt x="61167" y="0"/>
                  </a:moveTo>
                  <a:lnTo>
                    <a:pt x="57071" y="3469"/>
                  </a:lnTo>
                  <a:lnTo>
                    <a:pt x="53088" y="7068"/>
                  </a:lnTo>
                  <a:lnTo>
                    <a:pt x="49223" y="10794"/>
                  </a:lnTo>
                  <a:lnTo>
                    <a:pt x="45479" y="14641"/>
                  </a:lnTo>
                  <a:lnTo>
                    <a:pt x="41861" y="18607"/>
                  </a:lnTo>
                  <a:lnTo>
                    <a:pt x="38372" y="22687"/>
                  </a:lnTo>
                  <a:lnTo>
                    <a:pt x="35016" y="26877"/>
                  </a:lnTo>
                  <a:lnTo>
                    <a:pt x="31796" y="31172"/>
                  </a:lnTo>
                  <a:lnTo>
                    <a:pt x="28716" y="35569"/>
                  </a:lnTo>
                  <a:lnTo>
                    <a:pt x="25778" y="40062"/>
                  </a:lnTo>
                  <a:lnTo>
                    <a:pt x="22987" y="44647"/>
                  </a:lnTo>
                  <a:lnTo>
                    <a:pt x="20343" y="49320"/>
                  </a:lnTo>
                  <a:lnTo>
                    <a:pt x="17852" y="54075"/>
                  </a:lnTo>
                  <a:lnTo>
                    <a:pt x="15514" y="58907"/>
                  </a:lnTo>
                  <a:lnTo>
                    <a:pt x="13333" y="63812"/>
                  </a:lnTo>
                  <a:lnTo>
                    <a:pt x="11310" y="68785"/>
                  </a:lnTo>
                  <a:lnTo>
                    <a:pt x="9448" y="73820"/>
                  </a:lnTo>
                  <a:lnTo>
                    <a:pt x="7749" y="78912"/>
                  </a:lnTo>
                  <a:lnTo>
                    <a:pt x="6213" y="84056"/>
                  </a:lnTo>
                  <a:lnTo>
                    <a:pt x="4844" y="89247"/>
                  </a:lnTo>
                  <a:lnTo>
                    <a:pt x="3643" y="94479"/>
                  </a:lnTo>
                  <a:lnTo>
                    <a:pt x="2610" y="99747"/>
                  </a:lnTo>
                  <a:lnTo>
                    <a:pt x="1746" y="105045"/>
                  </a:lnTo>
                  <a:lnTo>
                    <a:pt x="1053" y="110369"/>
                  </a:lnTo>
                  <a:lnTo>
                    <a:pt x="532" y="115711"/>
                  </a:lnTo>
                  <a:lnTo>
                    <a:pt x="182" y="121068"/>
                  </a:lnTo>
                  <a:lnTo>
                    <a:pt x="5" y="126434"/>
                  </a:lnTo>
                  <a:lnTo>
                    <a:pt x="0" y="131802"/>
                  </a:lnTo>
                  <a:lnTo>
                    <a:pt x="167" y="137168"/>
                  </a:lnTo>
                  <a:lnTo>
                    <a:pt x="506" y="142525"/>
                  </a:lnTo>
                  <a:lnTo>
                    <a:pt x="1017" y="147869"/>
                  </a:lnTo>
                  <a:lnTo>
                    <a:pt x="1700" y="153194"/>
                  </a:lnTo>
                  <a:lnTo>
                    <a:pt x="2553" y="158494"/>
                  </a:lnTo>
                  <a:lnTo>
                    <a:pt x="3576" y="163764"/>
                  </a:lnTo>
                  <a:lnTo>
                    <a:pt x="4768" y="168998"/>
                  </a:lnTo>
                  <a:lnTo>
                    <a:pt x="6127" y="174191"/>
                  </a:lnTo>
                  <a:lnTo>
                    <a:pt x="7652" y="179338"/>
                  </a:lnTo>
                  <a:lnTo>
                    <a:pt x="9342" y="184434"/>
                  </a:lnTo>
                  <a:lnTo>
                    <a:pt x="11194" y="189472"/>
                  </a:lnTo>
                  <a:lnTo>
                    <a:pt x="13207" y="194449"/>
                  </a:lnTo>
                  <a:lnTo>
                    <a:pt x="15379" y="199358"/>
                  </a:lnTo>
                  <a:lnTo>
                    <a:pt x="17707" y="204195"/>
                  </a:lnTo>
                  <a:lnTo>
                    <a:pt x="20190" y="208955"/>
                  </a:lnTo>
                  <a:lnTo>
                    <a:pt x="22824" y="213632"/>
                  </a:lnTo>
                  <a:lnTo>
                    <a:pt x="25607" y="218223"/>
                  </a:lnTo>
                  <a:lnTo>
                    <a:pt x="28536" y="222722"/>
                  </a:lnTo>
                  <a:lnTo>
                    <a:pt x="31608" y="227124"/>
                  </a:lnTo>
                  <a:lnTo>
                    <a:pt x="34819" y="231426"/>
                  </a:lnTo>
                  <a:lnTo>
                    <a:pt x="38167" y="235622"/>
                  </a:lnTo>
                  <a:lnTo>
                    <a:pt x="41648" y="239709"/>
                  </a:lnTo>
                  <a:lnTo>
                    <a:pt x="45259" y="243682"/>
                  </a:lnTo>
                  <a:lnTo>
                    <a:pt x="48995" y="247536"/>
                  </a:lnTo>
                  <a:lnTo>
                    <a:pt x="52853" y="251269"/>
                  </a:lnTo>
                  <a:lnTo>
                    <a:pt x="56829" y="254876"/>
                  </a:lnTo>
                  <a:lnTo>
                    <a:pt x="60919" y="258353"/>
                  </a:lnTo>
                  <a:lnTo>
                    <a:pt x="65118" y="261698"/>
                  </a:lnTo>
                  <a:lnTo>
                    <a:pt x="69422" y="264906"/>
                  </a:lnTo>
                  <a:lnTo>
                    <a:pt x="73828" y="267974"/>
                  </a:lnTo>
                  <a:lnTo>
                    <a:pt x="167148" y="129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2895" y="941493"/>
              <a:ext cx="260483" cy="334318"/>
            </a:xfrm>
            <a:custGeom>
              <a:avLst/>
              <a:pathLst>
                <a:path w="260483" h="334318">
                  <a:moveTo>
                    <a:pt x="0" y="305862"/>
                  </a:moveTo>
                  <a:lnTo>
                    <a:pt x="4472" y="308769"/>
                  </a:lnTo>
                  <a:lnTo>
                    <a:pt x="9036" y="311532"/>
                  </a:lnTo>
                  <a:lnTo>
                    <a:pt x="13685" y="314148"/>
                  </a:lnTo>
                  <a:lnTo>
                    <a:pt x="18416" y="316614"/>
                  </a:lnTo>
                  <a:lnTo>
                    <a:pt x="23222" y="318928"/>
                  </a:lnTo>
                  <a:lnTo>
                    <a:pt x="28100" y="321087"/>
                  </a:lnTo>
                  <a:lnTo>
                    <a:pt x="33045" y="323090"/>
                  </a:lnTo>
                  <a:lnTo>
                    <a:pt x="38051" y="324934"/>
                  </a:lnTo>
                  <a:lnTo>
                    <a:pt x="43113" y="326617"/>
                  </a:lnTo>
                  <a:lnTo>
                    <a:pt x="48226" y="328138"/>
                  </a:lnTo>
                  <a:lnTo>
                    <a:pt x="53385" y="329494"/>
                  </a:lnTo>
                  <a:lnTo>
                    <a:pt x="58585" y="330686"/>
                  </a:lnTo>
                  <a:lnTo>
                    <a:pt x="63820" y="331711"/>
                  </a:lnTo>
                  <a:lnTo>
                    <a:pt x="69086" y="332568"/>
                  </a:lnTo>
                  <a:lnTo>
                    <a:pt x="74376" y="333258"/>
                  </a:lnTo>
                  <a:lnTo>
                    <a:pt x="79685" y="333777"/>
                  </a:lnTo>
                  <a:lnTo>
                    <a:pt x="85008" y="334128"/>
                  </a:lnTo>
                  <a:lnTo>
                    <a:pt x="90340" y="334308"/>
                  </a:lnTo>
                  <a:lnTo>
                    <a:pt x="95674" y="334318"/>
                  </a:lnTo>
                  <a:lnTo>
                    <a:pt x="101007" y="334158"/>
                  </a:lnTo>
                  <a:lnTo>
                    <a:pt x="106331" y="333827"/>
                  </a:lnTo>
                  <a:lnTo>
                    <a:pt x="111642" y="333327"/>
                  </a:lnTo>
                  <a:lnTo>
                    <a:pt x="116935" y="332658"/>
                  </a:lnTo>
                  <a:lnTo>
                    <a:pt x="122203" y="331820"/>
                  </a:lnTo>
                  <a:lnTo>
                    <a:pt x="127442" y="330815"/>
                  </a:lnTo>
                  <a:lnTo>
                    <a:pt x="132646" y="329643"/>
                  </a:lnTo>
                  <a:lnTo>
                    <a:pt x="137811" y="328305"/>
                  </a:lnTo>
                  <a:lnTo>
                    <a:pt x="142930" y="326803"/>
                  </a:lnTo>
                  <a:lnTo>
                    <a:pt x="147998" y="325139"/>
                  </a:lnTo>
                  <a:lnTo>
                    <a:pt x="153011" y="323314"/>
                  </a:lnTo>
                  <a:lnTo>
                    <a:pt x="157963" y="321330"/>
                  </a:lnTo>
                  <a:lnTo>
                    <a:pt x="162849" y="319189"/>
                  </a:lnTo>
                  <a:lnTo>
                    <a:pt x="167664" y="316893"/>
                  </a:lnTo>
                  <a:lnTo>
                    <a:pt x="172404" y="314445"/>
                  </a:lnTo>
                  <a:lnTo>
                    <a:pt x="177063" y="311846"/>
                  </a:lnTo>
                  <a:lnTo>
                    <a:pt x="181636" y="309100"/>
                  </a:lnTo>
                  <a:lnTo>
                    <a:pt x="186120" y="306210"/>
                  </a:lnTo>
                  <a:lnTo>
                    <a:pt x="190510" y="303178"/>
                  </a:lnTo>
                  <a:lnTo>
                    <a:pt x="194800" y="300008"/>
                  </a:lnTo>
                  <a:lnTo>
                    <a:pt x="198987" y="296702"/>
                  </a:lnTo>
                  <a:lnTo>
                    <a:pt x="203066" y="293265"/>
                  </a:lnTo>
                  <a:lnTo>
                    <a:pt x="207034" y="289699"/>
                  </a:lnTo>
                  <a:lnTo>
                    <a:pt x="210886" y="286008"/>
                  </a:lnTo>
                  <a:lnTo>
                    <a:pt x="214618" y="282196"/>
                  </a:lnTo>
                  <a:lnTo>
                    <a:pt x="218226" y="278267"/>
                  </a:lnTo>
                  <a:lnTo>
                    <a:pt x="221708" y="274225"/>
                  </a:lnTo>
                  <a:lnTo>
                    <a:pt x="225058" y="270074"/>
                  </a:lnTo>
                  <a:lnTo>
                    <a:pt x="228275" y="265818"/>
                  </a:lnTo>
                  <a:lnTo>
                    <a:pt x="231354" y="261462"/>
                  </a:lnTo>
                  <a:lnTo>
                    <a:pt x="234292" y="257009"/>
                  </a:lnTo>
                  <a:lnTo>
                    <a:pt x="237087" y="252465"/>
                  </a:lnTo>
                  <a:lnTo>
                    <a:pt x="239736" y="247835"/>
                  </a:lnTo>
                  <a:lnTo>
                    <a:pt x="242235" y="243122"/>
                  </a:lnTo>
                  <a:lnTo>
                    <a:pt x="244583" y="238331"/>
                  </a:lnTo>
                  <a:lnTo>
                    <a:pt x="246777" y="233469"/>
                  </a:lnTo>
                  <a:lnTo>
                    <a:pt x="248814" y="228538"/>
                  </a:lnTo>
                  <a:lnTo>
                    <a:pt x="250693" y="223546"/>
                  </a:lnTo>
                  <a:lnTo>
                    <a:pt x="252412" y="218495"/>
                  </a:lnTo>
                  <a:lnTo>
                    <a:pt x="253969" y="213393"/>
                  </a:lnTo>
                  <a:lnTo>
                    <a:pt x="255362" y="208244"/>
                  </a:lnTo>
                  <a:lnTo>
                    <a:pt x="256590" y="203052"/>
                  </a:lnTo>
                  <a:lnTo>
                    <a:pt x="257652" y="197824"/>
                  </a:lnTo>
                  <a:lnTo>
                    <a:pt x="258546" y="192565"/>
                  </a:lnTo>
                  <a:lnTo>
                    <a:pt x="259273" y="187280"/>
                  </a:lnTo>
                  <a:lnTo>
                    <a:pt x="259830" y="181975"/>
                  </a:lnTo>
                  <a:lnTo>
                    <a:pt x="260218" y="176654"/>
                  </a:lnTo>
                  <a:lnTo>
                    <a:pt x="260435" y="171324"/>
                  </a:lnTo>
                  <a:lnTo>
                    <a:pt x="260483" y="165990"/>
                  </a:lnTo>
                  <a:lnTo>
                    <a:pt x="260360" y="160656"/>
                  </a:lnTo>
                  <a:lnTo>
                    <a:pt x="260067" y="155330"/>
                  </a:lnTo>
                  <a:lnTo>
                    <a:pt x="259605" y="150015"/>
                  </a:lnTo>
                  <a:lnTo>
                    <a:pt x="258973" y="144718"/>
                  </a:lnTo>
                  <a:lnTo>
                    <a:pt x="258172" y="139444"/>
                  </a:lnTo>
                  <a:lnTo>
                    <a:pt x="257204" y="134198"/>
                  </a:lnTo>
                  <a:lnTo>
                    <a:pt x="256068" y="128986"/>
                  </a:lnTo>
                  <a:lnTo>
                    <a:pt x="254767" y="123812"/>
                  </a:lnTo>
                  <a:lnTo>
                    <a:pt x="253302" y="118683"/>
                  </a:lnTo>
                  <a:lnTo>
                    <a:pt x="251673" y="113603"/>
                  </a:lnTo>
                  <a:lnTo>
                    <a:pt x="249883" y="108577"/>
                  </a:lnTo>
                  <a:lnTo>
                    <a:pt x="247934" y="103611"/>
                  </a:lnTo>
                  <a:lnTo>
                    <a:pt x="245828" y="98710"/>
                  </a:lnTo>
                  <a:lnTo>
                    <a:pt x="243566" y="93879"/>
                  </a:lnTo>
                  <a:lnTo>
                    <a:pt x="241151" y="89122"/>
                  </a:lnTo>
                  <a:lnTo>
                    <a:pt x="238585" y="84445"/>
                  </a:lnTo>
                  <a:lnTo>
                    <a:pt x="235872" y="79852"/>
                  </a:lnTo>
                  <a:lnTo>
                    <a:pt x="233013" y="75348"/>
                  </a:lnTo>
                  <a:lnTo>
                    <a:pt x="230012" y="70937"/>
                  </a:lnTo>
                  <a:lnTo>
                    <a:pt x="226872" y="66625"/>
                  </a:lnTo>
                  <a:lnTo>
                    <a:pt x="223596" y="62415"/>
                  </a:lnTo>
                  <a:lnTo>
                    <a:pt x="220187" y="58311"/>
                  </a:lnTo>
                  <a:lnTo>
                    <a:pt x="216649" y="54318"/>
                  </a:lnTo>
                  <a:lnTo>
                    <a:pt x="212986" y="50441"/>
                  </a:lnTo>
                  <a:lnTo>
                    <a:pt x="209200" y="46682"/>
                  </a:lnTo>
                  <a:lnTo>
                    <a:pt x="205297" y="43046"/>
                  </a:lnTo>
                  <a:lnTo>
                    <a:pt x="201279" y="39536"/>
                  </a:lnTo>
                  <a:lnTo>
                    <a:pt x="197152" y="36156"/>
                  </a:lnTo>
                  <a:lnTo>
                    <a:pt x="192919" y="32910"/>
                  </a:lnTo>
                  <a:lnTo>
                    <a:pt x="188584" y="29800"/>
                  </a:lnTo>
                  <a:lnTo>
                    <a:pt x="184153" y="26830"/>
                  </a:lnTo>
                  <a:lnTo>
                    <a:pt x="179628" y="24004"/>
                  </a:lnTo>
                  <a:lnTo>
                    <a:pt x="175016" y="21323"/>
                  </a:lnTo>
                  <a:lnTo>
                    <a:pt x="170321" y="18790"/>
                  </a:lnTo>
                  <a:lnTo>
                    <a:pt x="165548" y="16409"/>
                  </a:lnTo>
                  <a:lnTo>
                    <a:pt x="160701" y="14181"/>
                  </a:lnTo>
                  <a:lnTo>
                    <a:pt x="155785" y="12109"/>
                  </a:lnTo>
                  <a:lnTo>
                    <a:pt x="150805" y="10194"/>
                  </a:lnTo>
                  <a:lnTo>
                    <a:pt x="145767" y="8440"/>
                  </a:lnTo>
                  <a:lnTo>
                    <a:pt x="140676" y="6847"/>
                  </a:lnTo>
                  <a:lnTo>
                    <a:pt x="135537" y="5418"/>
                  </a:lnTo>
                  <a:lnTo>
                    <a:pt x="130354" y="4153"/>
                  </a:lnTo>
                  <a:lnTo>
                    <a:pt x="125134" y="3055"/>
                  </a:lnTo>
                  <a:lnTo>
                    <a:pt x="119881" y="2123"/>
                  </a:lnTo>
                  <a:lnTo>
                    <a:pt x="114601" y="1360"/>
                  </a:lnTo>
                  <a:lnTo>
                    <a:pt x="109300" y="765"/>
                  </a:lnTo>
                  <a:lnTo>
                    <a:pt x="103982" y="340"/>
                  </a:lnTo>
                  <a:lnTo>
                    <a:pt x="98654" y="85"/>
                  </a:lnTo>
                  <a:lnTo>
                    <a:pt x="93320" y="0"/>
                  </a:lnTo>
                  <a:lnTo>
                    <a:pt x="9332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34" y="1071028"/>
              <a:ext cx="167167" cy="333521"/>
            </a:xfrm>
            <a:custGeom>
              <a:avLst/>
              <a:pathLst>
                <a:path w="167167" h="333521">
                  <a:moveTo>
                    <a:pt x="167167" y="0"/>
                  </a:moveTo>
                  <a:lnTo>
                    <a:pt x="161813" y="85"/>
                  </a:lnTo>
                  <a:lnTo>
                    <a:pt x="156465" y="342"/>
                  </a:lnTo>
                  <a:lnTo>
                    <a:pt x="151128" y="771"/>
                  </a:lnTo>
                  <a:lnTo>
                    <a:pt x="145808" y="1370"/>
                  </a:lnTo>
                  <a:lnTo>
                    <a:pt x="140509" y="2139"/>
                  </a:lnTo>
                  <a:lnTo>
                    <a:pt x="135238" y="3077"/>
                  </a:lnTo>
                  <a:lnTo>
                    <a:pt x="129999" y="4184"/>
                  </a:lnTo>
                  <a:lnTo>
                    <a:pt x="124799" y="5458"/>
                  </a:lnTo>
                  <a:lnTo>
                    <a:pt x="119642" y="6897"/>
                  </a:lnTo>
                  <a:lnTo>
                    <a:pt x="114533" y="8502"/>
                  </a:lnTo>
                  <a:lnTo>
                    <a:pt x="109479" y="10269"/>
                  </a:lnTo>
                  <a:lnTo>
                    <a:pt x="104484" y="12197"/>
                  </a:lnTo>
                  <a:lnTo>
                    <a:pt x="99553" y="14283"/>
                  </a:lnTo>
                  <a:lnTo>
                    <a:pt x="94692" y="16527"/>
                  </a:lnTo>
                  <a:lnTo>
                    <a:pt x="89905" y="18925"/>
                  </a:lnTo>
                  <a:lnTo>
                    <a:pt x="85197" y="21476"/>
                  </a:lnTo>
                  <a:lnTo>
                    <a:pt x="80573" y="24176"/>
                  </a:lnTo>
                  <a:lnTo>
                    <a:pt x="76039" y="27022"/>
                  </a:lnTo>
                  <a:lnTo>
                    <a:pt x="71597" y="30012"/>
                  </a:lnTo>
                  <a:lnTo>
                    <a:pt x="67254" y="33143"/>
                  </a:lnTo>
                  <a:lnTo>
                    <a:pt x="63013" y="36412"/>
                  </a:lnTo>
                  <a:lnTo>
                    <a:pt x="58879" y="39814"/>
                  </a:lnTo>
                  <a:lnTo>
                    <a:pt x="54856" y="43347"/>
                  </a:lnTo>
                  <a:lnTo>
                    <a:pt x="50948" y="47008"/>
                  </a:lnTo>
                  <a:lnTo>
                    <a:pt x="47160" y="50791"/>
                  </a:lnTo>
                  <a:lnTo>
                    <a:pt x="43495" y="54694"/>
                  </a:lnTo>
                  <a:lnTo>
                    <a:pt x="39956" y="58712"/>
                  </a:lnTo>
                  <a:lnTo>
                    <a:pt x="36548" y="62842"/>
                  </a:lnTo>
                  <a:lnTo>
                    <a:pt x="33274" y="67078"/>
                  </a:lnTo>
                  <a:lnTo>
                    <a:pt x="30137" y="71418"/>
                  </a:lnTo>
                  <a:lnTo>
                    <a:pt x="27141" y="75855"/>
                  </a:lnTo>
                  <a:lnTo>
                    <a:pt x="24289" y="80386"/>
                  </a:lnTo>
                  <a:lnTo>
                    <a:pt x="21583" y="85006"/>
                  </a:lnTo>
                  <a:lnTo>
                    <a:pt x="19027" y="89711"/>
                  </a:lnTo>
                  <a:lnTo>
                    <a:pt x="16622" y="94495"/>
                  </a:lnTo>
                  <a:lnTo>
                    <a:pt x="14372" y="99353"/>
                  </a:lnTo>
                  <a:lnTo>
                    <a:pt x="12279" y="104281"/>
                  </a:lnTo>
                  <a:lnTo>
                    <a:pt x="10344" y="109274"/>
                  </a:lnTo>
                  <a:lnTo>
                    <a:pt x="8571" y="114326"/>
                  </a:lnTo>
                  <a:lnTo>
                    <a:pt x="6960" y="119432"/>
                  </a:lnTo>
                  <a:lnTo>
                    <a:pt x="5513" y="124587"/>
                  </a:lnTo>
                  <a:lnTo>
                    <a:pt x="4232" y="129786"/>
                  </a:lnTo>
                  <a:lnTo>
                    <a:pt x="3119" y="135023"/>
                  </a:lnTo>
                  <a:lnTo>
                    <a:pt x="2174" y="140293"/>
                  </a:lnTo>
                  <a:lnTo>
                    <a:pt x="1398" y="145591"/>
                  </a:lnTo>
                  <a:lnTo>
                    <a:pt x="792" y="150910"/>
                  </a:lnTo>
                  <a:lnTo>
                    <a:pt x="356" y="156247"/>
                  </a:lnTo>
                  <a:lnTo>
                    <a:pt x="92" y="161595"/>
                  </a:lnTo>
                  <a:lnTo>
                    <a:pt x="0" y="166948"/>
                  </a:lnTo>
                  <a:lnTo>
                    <a:pt x="78" y="172302"/>
                  </a:lnTo>
                  <a:lnTo>
                    <a:pt x="328" y="177650"/>
                  </a:lnTo>
                  <a:lnTo>
                    <a:pt x="750" y="182988"/>
                  </a:lnTo>
                  <a:lnTo>
                    <a:pt x="1342" y="188309"/>
                  </a:lnTo>
                  <a:lnTo>
                    <a:pt x="2104" y="193609"/>
                  </a:lnTo>
                  <a:lnTo>
                    <a:pt x="3035" y="198881"/>
                  </a:lnTo>
                  <a:lnTo>
                    <a:pt x="4135" y="204121"/>
                  </a:lnTo>
                  <a:lnTo>
                    <a:pt x="5402" y="209323"/>
                  </a:lnTo>
                  <a:lnTo>
                    <a:pt x="6835" y="214482"/>
                  </a:lnTo>
                  <a:lnTo>
                    <a:pt x="8433" y="219592"/>
                  </a:lnTo>
                  <a:lnTo>
                    <a:pt x="10193" y="224649"/>
                  </a:lnTo>
                  <a:lnTo>
                    <a:pt x="12114" y="229647"/>
                  </a:lnTo>
                  <a:lnTo>
                    <a:pt x="14195" y="234580"/>
                  </a:lnTo>
                  <a:lnTo>
                    <a:pt x="16432" y="239444"/>
                  </a:lnTo>
                  <a:lnTo>
                    <a:pt x="18824" y="244235"/>
                  </a:lnTo>
                  <a:lnTo>
                    <a:pt x="21368" y="248946"/>
                  </a:lnTo>
                  <a:lnTo>
                    <a:pt x="24062" y="253573"/>
                  </a:lnTo>
                  <a:lnTo>
                    <a:pt x="26903" y="258111"/>
                  </a:lnTo>
                  <a:lnTo>
                    <a:pt x="29887" y="262557"/>
                  </a:lnTo>
                  <a:lnTo>
                    <a:pt x="33012" y="266904"/>
                  </a:lnTo>
                  <a:lnTo>
                    <a:pt x="36275" y="271149"/>
                  </a:lnTo>
                  <a:lnTo>
                    <a:pt x="39672" y="275288"/>
                  </a:lnTo>
                  <a:lnTo>
                    <a:pt x="43200" y="279315"/>
                  </a:lnTo>
                  <a:lnTo>
                    <a:pt x="46855" y="283228"/>
                  </a:lnTo>
                  <a:lnTo>
                    <a:pt x="50634" y="287021"/>
                  </a:lnTo>
                  <a:lnTo>
                    <a:pt x="54532" y="290692"/>
                  </a:lnTo>
                  <a:lnTo>
                    <a:pt x="58546" y="294235"/>
                  </a:lnTo>
                  <a:lnTo>
                    <a:pt x="62671" y="297649"/>
                  </a:lnTo>
                  <a:lnTo>
                    <a:pt x="66903" y="300928"/>
                  </a:lnTo>
                  <a:lnTo>
                    <a:pt x="71238" y="304071"/>
                  </a:lnTo>
                  <a:lnTo>
                    <a:pt x="75672" y="307073"/>
                  </a:lnTo>
                  <a:lnTo>
                    <a:pt x="80199" y="309931"/>
                  </a:lnTo>
                  <a:lnTo>
                    <a:pt x="84816" y="312643"/>
                  </a:lnTo>
                  <a:lnTo>
                    <a:pt x="89517" y="315206"/>
                  </a:lnTo>
                  <a:lnTo>
                    <a:pt x="94297" y="317616"/>
                  </a:lnTo>
                  <a:lnTo>
                    <a:pt x="99153" y="319873"/>
                  </a:lnTo>
                  <a:lnTo>
                    <a:pt x="104078" y="321973"/>
                  </a:lnTo>
                  <a:lnTo>
                    <a:pt x="109068" y="323914"/>
                  </a:lnTo>
                  <a:lnTo>
                    <a:pt x="114118" y="325694"/>
                  </a:lnTo>
                  <a:lnTo>
                    <a:pt x="119222" y="327311"/>
                  </a:lnTo>
                  <a:lnTo>
                    <a:pt x="124375" y="328765"/>
                  </a:lnTo>
                  <a:lnTo>
                    <a:pt x="129572" y="330052"/>
                  </a:lnTo>
                  <a:lnTo>
                    <a:pt x="134808" y="331173"/>
                  </a:lnTo>
                  <a:lnTo>
                    <a:pt x="140077" y="332125"/>
                  </a:lnTo>
                  <a:lnTo>
                    <a:pt x="145373" y="332908"/>
                  </a:lnTo>
                  <a:lnTo>
                    <a:pt x="150692" y="33352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48026" y="1238196"/>
              <a:ext cx="16474" cy="166353"/>
            </a:xfrm>
            <a:custGeom>
              <a:avLst/>
              <a:pathLst>
                <a:path w="16474" h="166353">
                  <a:moveTo>
                    <a:pt x="0" y="166353"/>
                  </a:moveTo>
                  <a:lnTo>
                    <a:pt x="1647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48026" y="1089972"/>
              <a:ext cx="183641" cy="315391"/>
            </a:xfrm>
            <a:custGeom>
              <a:avLst/>
              <a:pathLst>
                <a:path w="183641" h="315391">
                  <a:moveTo>
                    <a:pt x="0" y="314577"/>
                  </a:moveTo>
                  <a:lnTo>
                    <a:pt x="5345" y="315020"/>
                  </a:lnTo>
                  <a:lnTo>
                    <a:pt x="10702" y="315291"/>
                  </a:lnTo>
                  <a:lnTo>
                    <a:pt x="16065" y="315391"/>
                  </a:lnTo>
                  <a:lnTo>
                    <a:pt x="21429" y="315318"/>
                  </a:lnTo>
                  <a:lnTo>
                    <a:pt x="26787" y="315073"/>
                  </a:lnTo>
                  <a:lnTo>
                    <a:pt x="32135" y="314656"/>
                  </a:lnTo>
                  <a:lnTo>
                    <a:pt x="37466" y="314068"/>
                  </a:lnTo>
                  <a:lnTo>
                    <a:pt x="42776" y="313309"/>
                  </a:lnTo>
                  <a:lnTo>
                    <a:pt x="48059" y="312380"/>
                  </a:lnTo>
                  <a:lnTo>
                    <a:pt x="53310" y="311282"/>
                  </a:lnTo>
                  <a:lnTo>
                    <a:pt x="58522" y="310016"/>
                  </a:lnTo>
                  <a:lnTo>
                    <a:pt x="63691" y="308584"/>
                  </a:lnTo>
                  <a:lnTo>
                    <a:pt x="68812" y="306987"/>
                  </a:lnTo>
                  <a:lnTo>
                    <a:pt x="73879" y="305226"/>
                  </a:lnTo>
                  <a:lnTo>
                    <a:pt x="78886" y="303303"/>
                  </a:lnTo>
                  <a:lnTo>
                    <a:pt x="83829" y="301221"/>
                  </a:lnTo>
                  <a:lnTo>
                    <a:pt x="88703" y="298981"/>
                  </a:lnTo>
                  <a:lnTo>
                    <a:pt x="93503" y="296586"/>
                  </a:lnTo>
                  <a:lnTo>
                    <a:pt x="98223" y="294039"/>
                  </a:lnTo>
                  <a:lnTo>
                    <a:pt x="102859" y="291341"/>
                  </a:lnTo>
                  <a:lnTo>
                    <a:pt x="107407" y="288496"/>
                  </a:lnTo>
                  <a:lnTo>
                    <a:pt x="111860" y="285506"/>
                  </a:lnTo>
                  <a:lnTo>
                    <a:pt x="116215" y="282375"/>
                  </a:lnTo>
                  <a:lnTo>
                    <a:pt x="120468" y="279106"/>
                  </a:lnTo>
                  <a:lnTo>
                    <a:pt x="124614" y="275702"/>
                  </a:lnTo>
                  <a:lnTo>
                    <a:pt x="128648" y="272167"/>
                  </a:lnTo>
                  <a:lnTo>
                    <a:pt x="132567" y="268504"/>
                  </a:lnTo>
                  <a:lnTo>
                    <a:pt x="136366" y="264718"/>
                  </a:lnTo>
                  <a:lnTo>
                    <a:pt x="140042" y="260811"/>
                  </a:lnTo>
                  <a:lnTo>
                    <a:pt x="143590" y="256789"/>
                  </a:lnTo>
                  <a:lnTo>
                    <a:pt x="147008" y="252655"/>
                  </a:lnTo>
                  <a:lnTo>
                    <a:pt x="150291" y="248413"/>
                  </a:lnTo>
                  <a:lnTo>
                    <a:pt x="153437" y="244068"/>
                  </a:lnTo>
                  <a:lnTo>
                    <a:pt x="156441" y="239625"/>
                  </a:lnTo>
                  <a:lnTo>
                    <a:pt x="159302" y="235087"/>
                  </a:lnTo>
                  <a:lnTo>
                    <a:pt x="162015" y="230460"/>
                  </a:lnTo>
                  <a:lnTo>
                    <a:pt x="164578" y="225748"/>
                  </a:lnTo>
                  <a:lnTo>
                    <a:pt x="166989" y="220957"/>
                  </a:lnTo>
                  <a:lnTo>
                    <a:pt x="169245" y="216090"/>
                  </a:lnTo>
                  <a:lnTo>
                    <a:pt x="171344" y="211154"/>
                  </a:lnTo>
                  <a:lnTo>
                    <a:pt x="173283" y="206153"/>
                  </a:lnTo>
                  <a:lnTo>
                    <a:pt x="175061" y="201092"/>
                  </a:lnTo>
                  <a:lnTo>
                    <a:pt x="176676" y="195977"/>
                  </a:lnTo>
                  <a:lnTo>
                    <a:pt x="178125" y="190812"/>
                  </a:lnTo>
                  <a:lnTo>
                    <a:pt x="179408" y="185604"/>
                  </a:lnTo>
                  <a:lnTo>
                    <a:pt x="180524" y="180358"/>
                  </a:lnTo>
                  <a:lnTo>
                    <a:pt x="181470" y="175078"/>
                  </a:lnTo>
                  <a:lnTo>
                    <a:pt x="182247" y="169770"/>
                  </a:lnTo>
                  <a:lnTo>
                    <a:pt x="182853" y="164441"/>
                  </a:lnTo>
                  <a:lnTo>
                    <a:pt x="183288" y="159094"/>
                  </a:lnTo>
                  <a:lnTo>
                    <a:pt x="183551" y="153737"/>
                  </a:lnTo>
                  <a:lnTo>
                    <a:pt x="183641" y="148374"/>
                  </a:lnTo>
                  <a:lnTo>
                    <a:pt x="183560" y="143010"/>
                  </a:lnTo>
                  <a:lnTo>
                    <a:pt x="183307" y="137652"/>
                  </a:lnTo>
                  <a:lnTo>
                    <a:pt x="182882" y="132305"/>
                  </a:lnTo>
                  <a:lnTo>
                    <a:pt x="182285" y="126975"/>
                  </a:lnTo>
                  <a:lnTo>
                    <a:pt x="181518" y="121666"/>
                  </a:lnTo>
                  <a:lnTo>
                    <a:pt x="180581" y="116384"/>
                  </a:lnTo>
                  <a:lnTo>
                    <a:pt x="179475" y="111136"/>
                  </a:lnTo>
                  <a:lnTo>
                    <a:pt x="178202" y="105925"/>
                  </a:lnTo>
                  <a:lnTo>
                    <a:pt x="176761" y="100758"/>
                  </a:lnTo>
                  <a:lnTo>
                    <a:pt x="175156" y="95640"/>
                  </a:lnTo>
                  <a:lnTo>
                    <a:pt x="173387" y="90576"/>
                  </a:lnTo>
                  <a:lnTo>
                    <a:pt x="171457" y="85572"/>
                  </a:lnTo>
                  <a:lnTo>
                    <a:pt x="169367" y="80632"/>
                  </a:lnTo>
                  <a:lnTo>
                    <a:pt x="167120" y="75761"/>
                  </a:lnTo>
                  <a:lnTo>
                    <a:pt x="164717" y="70965"/>
                  </a:lnTo>
                  <a:lnTo>
                    <a:pt x="162162" y="66249"/>
                  </a:lnTo>
                  <a:lnTo>
                    <a:pt x="159457" y="61617"/>
                  </a:lnTo>
                  <a:lnTo>
                    <a:pt x="156605" y="57074"/>
                  </a:lnTo>
                  <a:lnTo>
                    <a:pt x="153609" y="52625"/>
                  </a:lnTo>
                  <a:lnTo>
                    <a:pt x="150471" y="48275"/>
                  </a:lnTo>
                  <a:lnTo>
                    <a:pt x="147195" y="44027"/>
                  </a:lnTo>
                  <a:lnTo>
                    <a:pt x="143785" y="39887"/>
                  </a:lnTo>
                  <a:lnTo>
                    <a:pt x="140244" y="35858"/>
                  </a:lnTo>
                  <a:lnTo>
                    <a:pt x="136575" y="31945"/>
                  </a:lnTo>
                  <a:lnTo>
                    <a:pt x="132783" y="28152"/>
                  </a:lnTo>
                  <a:lnTo>
                    <a:pt x="128870" y="24482"/>
                  </a:lnTo>
                  <a:lnTo>
                    <a:pt x="124843" y="20940"/>
                  </a:lnTo>
                  <a:lnTo>
                    <a:pt x="120703" y="17528"/>
                  </a:lnTo>
                  <a:lnTo>
                    <a:pt x="116456" y="14252"/>
                  </a:lnTo>
                  <a:lnTo>
                    <a:pt x="112107" y="11113"/>
                  </a:lnTo>
                  <a:lnTo>
                    <a:pt x="107658" y="8115"/>
                  </a:lnTo>
                  <a:lnTo>
                    <a:pt x="103116" y="5262"/>
                  </a:lnTo>
                  <a:lnTo>
                    <a:pt x="98485" y="2556"/>
                  </a:lnTo>
                  <a:lnTo>
                    <a:pt x="93769" y="0"/>
                  </a:lnTo>
                  <a:lnTo>
                    <a:pt x="16474" y="1482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77295" cy="167167"/>
            </a:xfrm>
            <a:custGeom>
              <a:avLst/>
              <a:pathLst>
                <a:path w="77295" h="167167">
                  <a:moveTo>
                    <a:pt x="77295" y="18943"/>
                  </a:moveTo>
                  <a:lnTo>
                    <a:pt x="72161" y="16377"/>
                  </a:lnTo>
                  <a:lnTo>
                    <a:pt x="66942" y="13989"/>
                  </a:ln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0356" y="1322571"/>
              <a:ext cx="128364" cy="167167"/>
            </a:xfrm>
            <a:custGeom>
              <a:avLst/>
              <a:pathLst>
                <a:path w="128364" h="167167">
                  <a:moveTo>
                    <a:pt x="128364" y="0"/>
                  </a:moveTo>
                  <a:lnTo>
                    <a:pt x="122736" y="94"/>
                  </a:lnTo>
                  <a:lnTo>
                    <a:pt x="117114" y="378"/>
                  </a:lnTo>
                  <a:lnTo>
                    <a:pt x="111505" y="852"/>
                  </a:lnTo>
                  <a:lnTo>
                    <a:pt x="105915" y="1514"/>
                  </a:lnTo>
                  <a:lnTo>
                    <a:pt x="100351" y="2363"/>
                  </a:lnTo>
                  <a:lnTo>
                    <a:pt x="94818" y="3400"/>
                  </a:lnTo>
                  <a:lnTo>
                    <a:pt x="89324" y="4622"/>
                  </a:lnTo>
                  <a:lnTo>
                    <a:pt x="83873" y="6029"/>
                  </a:lnTo>
                  <a:lnTo>
                    <a:pt x="78473" y="7618"/>
                  </a:lnTo>
                  <a:lnTo>
                    <a:pt x="73130" y="9388"/>
                  </a:lnTo>
                  <a:lnTo>
                    <a:pt x="67849" y="11337"/>
                  </a:lnTo>
                  <a:lnTo>
                    <a:pt x="62637" y="13463"/>
                  </a:lnTo>
                  <a:lnTo>
                    <a:pt x="57499" y="15763"/>
                  </a:lnTo>
                  <a:lnTo>
                    <a:pt x="52442" y="18235"/>
                  </a:lnTo>
                  <a:lnTo>
                    <a:pt x="47471" y="20875"/>
                  </a:lnTo>
                  <a:lnTo>
                    <a:pt x="42592" y="23682"/>
                  </a:lnTo>
                  <a:lnTo>
                    <a:pt x="37809" y="26651"/>
                  </a:lnTo>
                  <a:lnTo>
                    <a:pt x="33130" y="29779"/>
                  </a:lnTo>
                  <a:lnTo>
                    <a:pt x="28558" y="33063"/>
                  </a:lnTo>
                  <a:lnTo>
                    <a:pt x="24100" y="36500"/>
                  </a:lnTo>
                  <a:lnTo>
                    <a:pt x="19760" y="40084"/>
                  </a:lnTo>
                  <a:lnTo>
                    <a:pt x="15543" y="43813"/>
                  </a:lnTo>
                  <a:lnTo>
                    <a:pt x="11454" y="47681"/>
                  </a:lnTo>
                  <a:lnTo>
                    <a:pt x="7497" y="51685"/>
                  </a:lnTo>
                  <a:lnTo>
                    <a:pt x="3678" y="55820"/>
                  </a:lnTo>
                  <a:lnTo>
                    <a:pt x="0" y="60081"/>
                  </a:lnTo>
                  <a:lnTo>
                    <a:pt x="1283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0356" y="1382652"/>
              <a:ext cx="128364" cy="107086"/>
            </a:xfrm>
            <a:custGeom>
              <a:avLst/>
              <a:pathLst>
                <a:path w="128364" h="107086">
                  <a:moveTo>
                    <a:pt x="0" y="0"/>
                  </a:moveTo>
                  <a:lnTo>
                    <a:pt x="128364" y="1070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55" y="1382652"/>
              <a:ext cx="334321" cy="274248"/>
            </a:xfrm>
            <a:custGeom>
              <a:avLst/>
              <a:pathLst>
                <a:path w="334321" h="274248">
                  <a:moveTo>
                    <a:pt x="38801" y="0"/>
                  </a:moveTo>
                  <a:lnTo>
                    <a:pt x="35460" y="4136"/>
                  </a:lnTo>
                  <a:lnTo>
                    <a:pt x="32252" y="8377"/>
                  </a:lnTo>
                  <a:lnTo>
                    <a:pt x="29182" y="12717"/>
                  </a:lnTo>
                  <a:lnTo>
                    <a:pt x="26250" y="17153"/>
                  </a:lnTo>
                  <a:lnTo>
                    <a:pt x="23461" y="21680"/>
                  </a:lnTo>
                  <a:lnTo>
                    <a:pt x="20818" y="26293"/>
                  </a:lnTo>
                  <a:lnTo>
                    <a:pt x="18323" y="30989"/>
                  </a:lnTo>
                  <a:lnTo>
                    <a:pt x="15978" y="35761"/>
                  </a:lnTo>
                  <a:lnTo>
                    <a:pt x="13786" y="40605"/>
                  </a:lnTo>
                  <a:lnTo>
                    <a:pt x="11749" y="45516"/>
                  </a:lnTo>
                  <a:lnTo>
                    <a:pt x="9870" y="50490"/>
                  </a:lnTo>
                  <a:lnTo>
                    <a:pt x="8149" y="55521"/>
                  </a:lnTo>
                  <a:lnTo>
                    <a:pt x="6590" y="60604"/>
                  </a:lnTo>
                  <a:lnTo>
                    <a:pt x="5193" y="65735"/>
                  </a:lnTo>
                  <a:lnTo>
                    <a:pt x="3960" y="70907"/>
                  </a:lnTo>
                  <a:lnTo>
                    <a:pt x="2892" y="76115"/>
                  </a:lnTo>
                  <a:lnTo>
                    <a:pt x="1990" y="81355"/>
                  </a:lnTo>
                  <a:lnTo>
                    <a:pt x="1255" y="86621"/>
                  </a:lnTo>
                  <a:lnTo>
                    <a:pt x="688" y="91908"/>
                  </a:lnTo>
                  <a:lnTo>
                    <a:pt x="290" y="97210"/>
                  </a:lnTo>
                  <a:lnTo>
                    <a:pt x="60" y="102522"/>
                  </a:lnTo>
                  <a:lnTo>
                    <a:pt x="0" y="107839"/>
                  </a:lnTo>
                  <a:lnTo>
                    <a:pt x="108" y="113155"/>
                  </a:lnTo>
                  <a:lnTo>
                    <a:pt x="386" y="118465"/>
                  </a:lnTo>
                  <a:lnTo>
                    <a:pt x="832" y="123763"/>
                  </a:lnTo>
                  <a:lnTo>
                    <a:pt x="1446" y="129044"/>
                  </a:lnTo>
                  <a:lnTo>
                    <a:pt x="2228" y="134303"/>
                  </a:lnTo>
                  <a:lnTo>
                    <a:pt x="3177" y="139535"/>
                  </a:lnTo>
                  <a:lnTo>
                    <a:pt x="4292" y="144734"/>
                  </a:lnTo>
                  <a:lnTo>
                    <a:pt x="5572" y="149895"/>
                  </a:lnTo>
                  <a:lnTo>
                    <a:pt x="7015" y="155012"/>
                  </a:lnTo>
                  <a:lnTo>
                    <a:pt x="8620" y="160081"/>
                  </a:lnTo>
                  <a:lnTo>
                    <a:pt x="10386" y="165096"/>
                  </a:lnTo>
                  <a:lnTo>
                    <a:pt x="12310" y="170053"/>
                  </a:lnTo>
                  <a:lnTo>
                    <a:pt x="14391" y="174946"/>
                  </a:lnTo>
                  <a:lnTo>
                    <a:pt x="16626" y="179770"/>
                  </a:lnTo>
                  <a:lnTo>
                    <a:pt x="19014" y="184521"/>
                  </a:lnTo>
                  <a:lnTo>
                    <a:pt x="21552" y="189193"/>
                  </a:lnTo>
                  <a:lnTo>
                    <a:pt x="24237" y="193783"/>
                  </a:lnTo>
                  <a:lnTo>
                    <a:pt x="27066" y="198284"/>
                  </a:lnTo>
                  <a:lnTo>
                    <a:pt x="30037" y="202694"/>
                  </a:lnTo>
                  <a:lnTo>
                    <a:pt x="33147" y="207007"/>
                  </a:lnTo>
                  <a:lnTo>
                    <a:pt x="36393" y="211218"/>
                  </a:lnTo>
                  <a:lnTo>
                    <a:pt x="39771" y="215324"/>
                  </a:lnTo>
                  <a:lnTo>
                    <a:pt x="43277" y="219321"/>
                  </a:lnTo>
                  <a:lnTo>
                    <a:pt x="46909" y="223204"/>
                  </a:lnTo>
                  <a:lnTo>
                    <a:pt x="50663" y="226970"/>
                  </a:lnTo>
                  <a:lnTo>
                    <a:pt x="54535" y="230614"/>
                  </a:lnTo>
                  <a:lnTo>
                    <a:pt x="58520" y="234134"/>
                  </a:lnTo>
                  <a:lnTo>
                    <a:pt x="62616" y="237525"/>
                  </a:lnTo>
                  <a:lnTo>
                    <a:pt x="66817" y="240784"/>
                  </a:lnTo>
                  <a:lnTo>
                    <a:pt x="71119" y="243907"/>
                  </a:lnTo>
                  <a:lnTo>
                    <a:pt x="75519" y="246893"/>
                  </a:lnTo>
                  <a:lnTo>
                    <a:pt x="80012" y="249737"/>
                  </a:lnTo>
                  <a:lnTo>
                    <a:pt x="84593" y="252436"/>
                  </a:lnTo>
                  <a:lnTo>
                    <a:pt x="89257" y="254989"/>
                  </a:lnTo>
                  <a:lnTo>
                    <a:pt x="94000" y="257392"/>
                  </a:lnTo>
                  <a:lnTo>
                    <a:pt x="98817" y="259642"/>
                  </a:lnTo>
                  <a:lnTo>
                    <a:pt x="103703" y="261739"/>
                  </a:lnTo>
                  <a:lnTo>
                    <a:pt x="108654" y="263679"/>
                  </a:lnTo>
                  <a:lnTo>
                    <a:pt x="113664" y="265460"/>
                  </a:lnTo>
                  <a:lnTo>
                    <a:pt x="118727" y="267082"/>
                  </a:lnTo>
                  <a:lnTo>
                    <a:pt x="123840" y="268541"/>
                  </a:lnTo>
                  <a:lnTo>
                    <a:pt x="128997" y="269838"/>
                  </a:lnTo>
                  <a:lnTo>
                    <a:pt x="134192" y="270969"/>
                  </a:lnTo>
                  <a:lnTo>
                    <a:pt x="139421" y="271935"/>
                  </a:lnTo>
                  <a:lnTo>
                    <a:pt x="144677" y="272734"/>
                  </a:lnTo>
                  <a:lnTo>
                    <a:pt x="149957" y="273365"/>
                  </a:lnTo>
                  <a:lnTo>
                    <a:pt x="155253" y="273828"/>
                  </a:lnTo>
                  <a:lnTo>
                    <a:pt x="160562" y="274123"/>
                  </a:lnTo>
                  <a:lnTo>
                    <a:pt x="165878" y="274248"/>
                  </a:lnTo>
                  <a:lnTo>
                    <a:pt x="171195" y="274205"/>
                  </a:lnTo>
                  <a:lnTo>
                    <a:pt x="176508" y="273992"/>
                  </a:lnTo>
                  <a:lnTo>
                    <a:pt x="181811" y="273610"/>
                  </a:lnTo>
                  <a:lnTo>
                    <a:pt x="187099" y="273060"/>
                  </a:lnTo>
                  <a:lnTo>
                    <a:pt x="192368" y="272343"/>
                  </a:lnTo>
                  <a:lnTo>
                    <a:pt x="197611" y="271457"/>
                  </a:lnTo>
                  <a:lnTo>
                    <a:pt x="202823" y="270406"/>
                  </a:lnTo>
                  <a:lnTo>
                    <a:pt x="207999" y="269189"/>
                  </a:lnTo>
                  <a:lnTo>
                    <a:pt x="213133" y="267809"/>
                  </a:lnTo>
                  <a:lnTo>
                    <a:pt x="218221" y="266266"/>
                  </a:lnTo>
                  <a:lnTo>
                    <a:pt x="223258" y="264561"/>
                  </a:lnTo>
                  <a:lnTo>
                    <a:pt x="228238" y="262698"/>
                  </a:lnTo>
                  <a:lnTo>
                    <a:pt x="233156" y="260677"/>
                  </a:lnTo>
                  <a:lnTo>
                    <a:pt x="238007" y="258501"/>
                  </a:lnTo>
                  <a:lnTo>
                    <a:pt x="242786" y="256171"/>
                  </a:lnTo>
                  <a:lnTo>
                    <a:pt x="247489" y="253691"/>
                  </a:lnTo>
                  <a:lnTo>
                    <a:pt x="252111" y="251062"/>
                  </a:lnTo>
                  <a:lnTo>
                    <a:pt x="256647" y="248288"/>
                  </a:lnTo>
                  <a:lnTo>
                    <a:pt x="261092" y="245370"/>
                  </a:lnTo>
                  <a:lnTo>
                    <a:pt x="265443" y="242313"/>
                  </a:lnTo>
                  <a:lnTo>
                    <a:pt x="269694" y="239119"/>
                  </a:lnTo>
                  <a:lnTo>
                    <a:pt x="273841" y="235792"/>
                  </a:lnTo>
                  <a:lnTo>
                    <a:pt x="277880" y="232334"/>
                  </a:lnTo>
                  <a:lnTo>
                    <a:pt x="281807" y="228750"/>
                  </a:lnTo>
                  <a:lnTo>
                    <a:pt x="285618" y="225043"/>
                  </a:lnTo>
                  <a:lnTo>
                    <a:pt x="289310" y="221216"/>
                  </a:lnTo>
                  <a:lnTo>
                    <a:pt x="292878" y="217273"/>
                  </a:lnTo>
                  <a:lnTo>
                    <a:pt x="296318" y="213220"/>
                  </a:lnTo>
                  <a:lnTo>
                    <a:pt x="299628" y="209059"/>
                  </a:lnTo>
                  <a:lnTo>
                    <a:pt x="302804" y="204794"/>
                  </a:lnTo>
                  <a:lnTo>
                    <a:pt x="305843" y="200431"/>
                  </a:lnTo>
                  <a:lnTo>
                    <a:pt x="308742" y="195974"/>
                  </a:lnTo>
                  <a:lnTo>
                    <a:pt x="311497" y="191426"/>
                  </a:lnTo>
                  <a:lnTo>
                    <a:pt x="314106" y="186794"/>
                  </a:lnTo>
                  <a:lnTo>
                    <a:pt x="316567" y="182080"/>
                  </a:lnTo>
                  <a:lnTo>
                    <a:pt x="318876" y="177291"/>
                  </a:lnTo>
                  <a:lnTo>
                    <a:pt x="321032" y="172431"/>
                  </a:lnTo>
                  <a:lnTo>
                    <a:pt x="323032" y="167504"/>
                  </a:lnTo>
                  <a:lnTo>
                    <a:pt x="324875" y="162517"/>
                  </a:lnTo>
                  <a:lnTo>
                    <a:pt x="326558" y="157473"/>
                  </a:lnTo>
                  <a:lnTo>
                    <a:pt x="328080" y="152378"/>
                  </a:lnTo>
                  <a:lnTo>
                    <a:pt x="329439" y="147238"/>
                  </a:lnTo>
                  <a:lnTo>
                    <a:pt x="330634" y="142057"/>
                  </a:lnTo>
                  <a:lnTo>
                    <a:pt x="331663" y="136840"/>
                  </a:lnTo>
                  <a:lnTo>
                    <a:pt x="332526" y="131594"/>
                  </a:lnTo>
                  <a:lnTo>
                    <a:pt x="333222" y="126323"/>
                  </a:lnTo>
                  <a:lnTo>
                    <a:pt x="333750" y="121032"/>
                  </a:lnTo>
                  <a:lnTo>
                    <a:pt x="334109" y="115727"/>
                  </a:lnTo>
                  <a:lnTo>
                    <a:pt x="334300" y="110413"/>
                  </a:lnTo>
                  <a:lnTo>
                    <a:pt x="334321" y="105096"/>
                  </a:lnTo>
                  <a:lnTo>
                    <a:pt x="334173" y="99781"/>
                  </a:lnTo>
                  <a:lnTo>
                    <a:pt x="333856" y="94474"/>
                  </a:lnTo>
                  <a:lnTo>
                    <a:pt x="333371" y="89179"/>
                  </a:lnTo>
                  <a:lnTo>
                    <a:pt x="332717" y="83902"/>
                  </a:lnTo>
                  <a:lnTo>
                    <a:pt x="331896" y="78649"/>
                  </a:lnTo>
                  <a:lnTo>
                    <a:pt x="330909" y="73424"/>
                  </a:lnTo>
                  <a:lnTo>
                    <a:pt x="329755" y="68234"/>
                  </a:lnTo>
                  <a:lnTo>
                    <a:pt x="328437" y="63083"/>
                  </a:lnTo>
                  <a:lnTo>
                    <a:pt x="326956" y="57976"/>
                  </a:lnTo>
                  <a:lnTo>
                    <a:pt x="325314" y="52919"/>
                  </a:lnTo>
                  <a:lnTo>
                    <a:pt x="323511" y="47917"/>
                  </a:lnTo>
                  <a:lnTo>
                    <a:pt x="321550" y="42975"/>
                  </a:lnTo>
                  <a:lnTo>
                    <a:pt x="319433" y="38098"/>
                  </a:lnTo>
                  <a:lnTo>
                    <a:pt x="317162" y="33290"/>
                  </a:lnTo>
                  <a:lnTo>
                    <a:pt x="314740" y="28557"/>
                  </a:lnTo>
                  <a:lnTo>
                    <a:pt x="312167" y="23903"/>
                  </a:lnTo>
                  <a:lnTo>
                    <a:pt x="309449" y="19334"/>
                  </a:lnTo>
                  <a:lnTo>
                    <a:pt x="306586" y="14853"/>
                  </a:lnTo>
                  <a:lnTo>
                    <a:pt x="303582" y="10466"/>
                  </a:lnTo>
                  <a:lnTo>
                    <a:pt x="300440" y="6177"/>
                  </a:lnTo>
                  <a:lnTo>
                    <a:pt x="167165" y="1070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133275" cy="167167"/>
            </a:xfrm>
            <a:custGeom>
              <a:avLst/>
              <a:pathLst>
                <a:path w="133275" h="167167">
                  <a:moveTo>
                    <a:pt x="133275" y="66258"/>
                  </a:moveTo>
                  <a:lnTo>
                    <a:pt x="129878" y="61921"/>
                  </a:lnTo>
                  <a:lnTo>
                    <a:pt x="126339" y="57699"/>
                  </a:lnTo>
                  <a:lnTo>
                    <a:pt x="122664" y="53596"/>
                  </a:lnTo>
                  <a:lnTo>
                    <a:pt x="118855" y="49616"/>
                  </a:lnTo>
                  <a:lnTo>
                    <a:pt x="114917" y="45763"/>
                  </a:lnTo>
                  <a:lnTo>
                    <a:pt x="110855" y="42043"/>
                  </a:lnTo>
                  <a:lnTo>
                    <a:pt x="106672" y="38458"/>
                  </a:lnTo>
                  <a:lnTo>
                    <a:pt x="102373" y="35013"/>
                  </a:lnTo>
                  <a:lnTo>
                    <a:pt x="97963" y="31712"/>
                  </a:lnTo>
                  <a:lnTo>
                    <a:pt x="93447" y="28558"/>
                  </a:lnTo>
                  <a:lnTo>
                    <a:pt x="88829" y="25554"/>
                  </a:lnTo>
                  <a:lnTo>
                    <a:pt x="84115" y="22704"/>
                  </a:lnTo>
                  <a:lnTo>
                    <a:pt x="79310" y="20011"/>
                  </a:lnTo>
                  <a:lnTo>
                    <a:pt x="74418" y="17478"/>
                  </a:lnTo>
                  <a:lnTo>
                    <a:pt x="69445" y="15107"/>
                  </a:lnTo>
                  <a:lnTo>
                    <a:pt x="64398" y="12901"/>
                  </a:lnTo>
                  <a:lnTo>
                    <a:pt x="59280" y="10863"/>
                  </a:lnTo>
                  <a:lnTo>
                    <a:pt x="54098" y="8995"/>
                  </a:lnTo>
                  <a:lnTo>
                    <a:pt x="48857" y="7298"/>
                  </a:lnTo>
                  <a:lnTo>
                    <a:pt x="43563" y="5775"/>
                  </a:lnTo>
                  <a:lnTo>
                    <a:pt x="38221" y="4428"/>
                  </a:lnTo>
                  <a:lnTo>
                    <a:pt x="32838" y="3257"/>
                  </a:lnTo>
                  <a:lnTo>
                    <a:pt x="27420" y="2264"/>
                  </a:lnTo>
                  <a:lnTo>
                    <a:pt x="21972" y="1450"/>
                  </a:lnTo>
                  <a:lnTo>
                    <a:pt x="16500" y="816"/>
                  </a:lnTo>
                  <a:lnTo>
                    <a:pt x="11009" y="362"/>
                  </a:lnTo>
                  <a:lnTo>
                    <a:pt x="550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15011" y="1681503"/>
              <a:ext cx="71513" cy="167167"/>
            </a:xfrm>
            <a:custGeom>
              <a:avLst/>
              <a:pathLst>
                <a:path w="71513" h="167167">
                  <a:moveTo>
                    <a:pt x="71513" y="0"/>
                  </a:moveTo>
                  <a:lnTo>
                    <a:pt x="65830" y="96"/>
                  </a:lnTo>
                  <a:lnTo>
                    <a:pt x="60153" y="386"/>
                  </a:lnTo>
                  <a:lnTo>
                    <a:pt x="54490" y="869"/>
                  </a:lnTo>
                  <a:lnTo>
                    <a:pt x="48846" y="1543"/>
                  </a:lnTo>
                  <a:lnTo>
                    <a:pt x="43228" y="2410"/>
                  </a:lnTo>
                  <a:lnTo>
                    <a:pt x="37643" y="3467"/>
                  </a:lnTo>
                  <a:lnTo>
                    <a:pt x="32097" y="4713"/>
                  </a:lnTo>
                  <a:lnTo>
                    <a:pt x="26597" y="6147"/>
                  </a:lnTo>
                  <a:lnTo>
                    <a:pt x="21149" y="7767"/>
                  </a:lnTo>
                  <a:lnTo>
                    <a:pt x="15759" y="9571"/>
                  </a:lnTo>
                  <a:lnTo>
                    <a:pt x="10433" y="11558"/>
                  </a:lnTo>
                  <a:lnTo>
                    <a:pt x="5178" y="13725"/>
                  </a:lnTo>
                  <a:lnTo>
                    <a:pt x="0" y="16069"/>
                  </a:lnTo>
                  <a:lnTo>
                    <a:pt x="7151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15011" y="169757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74" y="1681503"/>
              <a:ext cx="334298" cy="334334"/>
            </a:xfrm>
            <a:custGeom>
              <a:avLst/>
              <a:pathLst>
                <a:path w="334298" h="334334">
                  <a:moveTo>
                    <a:pt x="95637" y="16069"/>
                  </a:moveTo>
                  <a:lnTo>
                    <a:pt x="90877" y="18415"/>
                  </a:lnTo>
                  <a:lnTo>
                    <a:pt x="86194" y="20910"/>
                  </a:lnTo>
                  <a:lnTo>
                    <a:pt x="81592" y="23554"/>
                  </a:lnTo>
                  <a:lnTo>
                    <a:pt x="77077" y="26342"/>
                  </a:lnTo>
                  <a:lnTo>
                    <a:pt x="72653" y="29271"/>
                  </a:lnTo>
                  <a:lnTo>
                    <a:pt x="68324" y="32340"/>
                  </a:lnTo>
                  <a:lnTo>
                    <a:pt x="64094" y="35545"/>
                  </a:lnTo>
                  <a:lnTo>
                    <a:pt x="59968" y="38882"/>
                  </a:lnTo>
                  <a:lnTo>
                    <a:pt x="55951" y="42349"/>
                  </a:lnTo>
                  <a:lnTo>
                    <a:pt x="52045" y="45941"/>
                  </a:lnTo>
                  <a:lnTo>
                    <a:pt x="48255" y="49656"/>
                  </a:lnTo>
                  <a:lnTo>
                    <a:pt x="44585" y="53489"/>
                  </a:lnTo>
                  <a:lnTo>
                    <a:pt x="41039" y="57436"/>
                  </a:lnTo>
                  <a:lnTo>
                    <a:pt x="37620" y="61494"/>
                  </a:lnTo>
                  <a:lnTo>
                    <a:pt x="34331" y="65659"/>
                  </a:lnTo>
                  <a:lnTo>
                    <a:pt x="31176" y="69926"/>
                  </a:lnTo>
                  <a:lnTo>
                    <a:pt x="28158" y="74290"/>
                  </a:lnTo>
                  <a:lnTo>
                    <a:pt x="25280" y="78749"/>
                  </a:lnTo>
                  <a:lnTo>
                    <a:pt x="22545" y="83296"/>
                  </a:lnTo>
                  <a:lnTo>
                    <a:pt x="19956" y="87928"/>
                  </a:lnTo>
                  <a:lnTo>
                    <a:pt x="17515" y="92640"/>
                  </a:lnTo>
                  <a:lnTo>
                    <a:pt x="15225" y="97427"/>
                  </a:lnTo>
                  <a:lnTo>
                    <a:pt x="13088" y="102284"/>
                  </a:lnTo>
                  <a:lnTo>
                    <a:pt x="11106" y="107207"/>
                  </a:lnTo>
                  <a:lnTo>
                    <a:pt x="9282" y="112190"/>
                  </a:lnTo>
                  <a:lnTo>
                    <a:pt x="7616" y="117229"/>
                  </a:lnTo>
                  <a:lnTo>
                    <a:pt x="6112" y="122317"/>
                  </a:lnTo>
                  <a:lnTo>
                    <a:pt x="4769" y="127451"/>
                  </a:lnTo>
                  <a:lnTo>
                    <a:pt x="3591" y="132625"/>
                  </a:lnTo>
                  <a:lnTo>
                    <a:pt x="2577" y="137834"/>
                  </a:lnTo>
                  <a:lnTo>
                    <a:pt x="1728" y="143072"/>
                  </a:lnTo>
                  <a:lnTo>
                    <a:pt x="1047" y="148335"/>
                  </a:lnTo>
                  <a:lnTo>
                    <a:pt x="533" y="153617"/>
                  </a:lnTo>
                  <a:lnTo>
                    <a:pt x="187" y="158912"/>
                  </a:lnTo>
                  <a:lnTo>
                    <a:pt x="9" y="164215"/>
                  </a:lnTo>
                  <a:lnTo>
                    <a:pt x="0" y="169522"/>
                  </a:lnTo>
                  <a:lnTo>
                    <a:pt x="158" y="174826"/>
                  </a:lnTo>
                  <a:lnTo>
                    <a:pt x="486" y="180123"/>
                  </a:lnTo>
                  <a:lnTo>
                    <a:pt x="981" y="185406"/>
                  </a:lnTo>
                  <a:lnTo>
                    <a:pt x="1644" y="190671"/>
                  </a:lnTo>
                  <a:lnTo>
                    <a:pt x="2473" y="195912"/>
                  </a:lnTo>
                  <a:lnTo>
                    <a:pt x="3468" y="201125"/>
                  </a:lnTo>
                  <a:lnTo>
                    <a:pt x="4629" y="206303"/>
                  </a:lnTo>
                  <a:lnTo>
                    <a:pt x="5953" y="211442"/>
                  </a:lnTo>
                  <a:lnTo>
                    <a:pt x="7439" y="216536"/>
                  </a:lnTo>
                  <a:lnTo>
                    <a:pt x="9087" y="221580"/>
                  </a:lnTo>
                  <a:lnTo>
                    <a:pt x="10893" y="226570"/>
                  </a:lnTo>
                  <a:lnTo>
                    <a:pt x="12857" y="231499"/>
                  </a:lnTo>
                  <a:lnTo>
                    <a:pt x="14977" y="236364"/>
                  </a:lnTo>
                  <a:lnTo>
                    <a:pt x="17250" y="241159"/>
                  </a:lnTo>
                  <a:lnTo>
                    <a:pt x="19674" y="245880"/>
                  </a:lnTo>
                  <a:lnTo>
                    <a:pt x="22247" y="250521"/>
                  </a:lnTo>
                  <a:lnTo>
                    <a:pt x="24965" y="255078"/>
                  </a:lnTo>
                  <a:lnTo>
                    <a:pt x="27827" y="259547"/>
                  </a:lnTo>
                  <a:lnTo>
                    <a:pt x="30830" y="263922"/>
                  </a:lnTo>
                  <a:lnTo>
                    <a:pt x="33969" y="268200"/>
                  </a:lnTo>
                  <a:lnTo>
                    <a:pt x="37243" y="272377"/>
                  </a:lnTo>
                  <a:lnTo>
                    <a:pt x="40648" y="276447"/>
                  </a:lnTo>
                  <a:lnTo>
                    <a:pt x="44180" y="280407"/>
                  </a:lnTo>
                  <a:lnTo>
                    <a:pt x="47837" y="284253"/>
                  </a:lnTo>
                  <a:lnTo>
                    <a:pt x="51613" y="287981"/>
                  </a:lnTo>
                  <a:lnTo>
                    <a:pt x="55506" y="291587"/>
                  </a:lnTo>
                  <a:lnTo>
                    <a:pt x="59511" y="295068"/>
                  </a:lnTo>
                  <a:lnTo>
                    <a:pt x="63625" y="298420"/>
                  </a:lnTo>
                  <a:lnTo>
                    <a:pt x="67843" y="301640"/>
                  </a:lnTo>
                  <a:lnTo>
                    <a:pt x="72161" y="304724"/>
                  </a:lnTo>
                  <a:lnTo>
                    <a:pt x="76575" y="307670"/>
                  </a:lnTo>
                  <a:lnTo>
                    <a:pt x="81080" y="310474"/>
                  </a:lnTo>
                  <a:lnTo>
                    <a:pt x="85672" y="313134"/>
                  </a:lnTo>
                  <a:lnTo>
                    <a:pt x="90346" y="315646"/>
                  </a:lnTo>
                  <a:lnTo>
                    <a:pt x="95098" y="318009"/>
                  </a:lnTo>
                  <a:lnTo>
                    <a:pt x="99922" y="320220"/>
                  </a:lnTo>
                  <a:lnTo>
                    <a:pt x="104814" y="322277"/>
                  </a:lnTo>
                  <a:lnTo>
                    <a:pt x="109768" y="324177"/>
                  </a:lnTo>
                  <a:lnTo>
                    <a:pt x="114781" y="325919"/>
                  </a:lnTo>
                  <a:lnTo>
                    <a:pt x="119846" y="327502"/>
                  </a:lnTo>
                  <a:lnTo>
                    <a:pt x="124959" y="328922"/>
                  </a:lnTo>
                  <a:lnTo>
                    <a:pt x="130114" y="330180"/>
                  </a:lnTo>
                  <a:lnTo>
                    <a:pt x="135307" y="331273"/>
                  </a:lnTo>
                  <a:lnTo>
                    <a:pt x="140531" y="332201"/>
                  </a:lnTo>
                  <a:lnTo>
                    <a:pt x="145783" y="332963"/>
                  </a:lnTo>
                  <a:lnTo>
                    <a:pt x="151056" y="333558"/>
                  </a:lnTo>
                  <a:lnTo>
                    <a:pt x="156345" y="333985"/>
                  </a:lnTo>
                  <a:lnTo>
                    <a:pt x="161646" y="334244"/>
                  </a:lnTo>
                  <a:lnTo>
                    <a:pt x="166951" y="334334"/>
                  </a:lnTo>
                  <a:lnTo>
                    <a:pt x="172257" y="334256"/>
                  </a:lnTo>
                  <a:lnTo>
                    <a:pt x="177558" y="334010"/>
                  </a:lnTo>
                  <a:lnTo>
                    <a:pt x="182849" y="333596"/>
                  </a:lnTo>
                  <a:lnTo>
                    <a:pt x="188123" y="333014"/>
                  </a:lnTo>
                  <a:lnTo>
                    <a:pt x="193377" y="332264"/>
                  </a:lnTo>
                  <a:lnTo>
                    <a:pt x="198604" y="331349"/>
                  </a:lnTo>
                  <a:lnTo>
                    <a:pt x="203799" y="330268"/>
                  </a:lnTo>
                  <a:lnTo>
                    <a:pt x="208957" y="329022"/>
                  </a:lnTo>
                  <a:lnTo>
                    <a:pt x="214073" y="327614"/>
                  </a:lnTo>
                  <a:lnTo>
                    <a:pt x="219142" y="326044"/>
                  </a:lnTo>
                  <a:lnTo>
                    <a:pt x="224159" y="324313"/>
                  </a:lnTo>
                  <a:lnTo>
                    <a:pt x="229118" y="322425"/>
                  </a:lnTo>
                  <a:lnTo>
                    <a:pt x="234015" y="320380"/>
                  </a:lnTo>
                  <a:lnTo>
                    <a:pt x="238844" y="318180"/>
                  </a:lnTo>
                  <a:lnTo>
                    <a:pt x="243601" y="315829"/>
                  </a:lnTo>
                  <a:lnTo>
                    <a:pt x="248281" y="313327"/>
                  </a:lnTo>
                  <a:lnTo>
                    <a:pt x="252879" y="310678"/>
                  </a:lnTo>
                  <a:lnTo>
                    <a:pt x="257391" y="307885"/>
                  </a:lnTo>
                  <a:lnTo>
                    <a:pt x="261812" y="304950"/>
                  </a:lnTo>
                  <a:lnTo>
                    <a:pt x="266137" y="301876"/>
                  </a:lnTo>
                  <a:lnTo>
                    <a:pt x="270363" y="298666"/>
                  </a:lnTo>
                  <a:lnTo>
                    <a:pt x="274485" y="295324"/>
                  </a:lnTo>
                  <a:lnTo>
                    <a:pt x="278499" y="291853"/>
                  </a:lnTo>
                  <a:lnTo>
                    <a:pt x="282400" y="288256"/>
                  </a:lnTo>
                  <a:lnTo>
                    <a:pt x="286185" y="284537"/>
                  </a:lnTo>
                  <a:lnTo>
                    <a:pt x="289851" y="280699"/>
                  </a:lnTo>
                  <a:lnTo>
                    <a:pt x="293392" y="276748"/>
                  </a:lnTo>
                  <a:lnTo>
                    <a:pt x="296807" y="272685"/>
                  </a:lnTo>
                  <a:lnTo>
                    <a:pt x="300091" y="268517"/>
                  </a:lnTo>
                  <a:lnTo>
                    <a:pt x="303240" y="264246"/>
                  </a:lnTo>
                  <a:lnTo>
                    <a:pt x="306253" y="259878"/>
                  </a:lnTo>
                  <a:lnTo>
                    <a:pt x="309126" y="255416"/>
                  </a:lnTo>
                  <a:lnTo>
                    <a:pt x="311855" y="250865"/>
                  </a:lnTo>
                  <a:lnTo>
                    <a:pt x="314439" y="246230"/>
                  </a:lnTo>
                  <a:lnTo>
                    <a:pt x="316874" y="241516"/>
                  </a:lnTo>
                  <a:lnTo>
                    <a:pt x="319159" y="236726"/>
                  </a:lnTo>
                  <a:lnTo>
                    <a:pt x="321290" y="231866"/>
                  </a:lnTo>
                  <a:lnTo>
                    <a:pt x="323266" y="226941"/>
                  </a:lnTo>
                  <a:lnTo>
                    <a:pt x="325084" y="221956"/>
                  </a:lnTo>
                  <a:lnTo>
                    <a:pt x="326744" y="216916"/>
                  </a:lnTo>
                  <a:lnTo>
                    <a:pt x="328242" y="211825"/>
                  </a:lnTo>
                  <a:lnTo>
                    <a:pt x="329579" y="206689"/>
                  </a:lnTo>
                  <a:lnTo>
                    <a:pt x="330751" y="201514"/>
                  </a:lnTo>
                  <a:lnTo>
                    <a:pt x="331759" y="196304"/>
                  </a:lnTo>
                  <a:lnTo>
                    <a:pt x="332601" y="191065"/>
                  </a:lnTo>
                  <a:lnTo>
                    <a:pt x="333276" y="185801"/>
                  </a:lnTo>
                  <a:lnTo>
                    <a:pt x="333784" y="180519"/>
                  </a:lnTo>
                  <a:lnTo>
                    <a:pt x="334124" y="175223"/>
                  </a:lnTo>
                  <a:lnTo>
                    <a:pt x="334295" y="169920"/>
                  </a:lnTo>
                  <a:lnTo>
                    <a:pt x="334298" y="164613"/>
                  </a:lnTo>
                  <a:lnTo>
                    <a:pt x="334133" y="159309"/>
                  </a:lnTo>
                  <a:lnTo>
                    <a:pt x="333799" y="154013"/>
                  </a:lnTo>
                  <a:lnTo>
                    <a:pt x="333298" y="148730"/>
                  </a:lnTo>
                  <a:lnTo>
                    <a:pt x="332629" y="143466"/>
                  </a:lnTo>
                  <a:lnTo>
                    <a:pt x="331793" y="138226"/>
                  </a:lnTo>
                  <a:lnTo>
                    <a:pt x="330792" y="133014"/>
                  </a:lnTo>
                  <a:lnTo>
                    <a:pt x="329625" y="127838"/>
                  </a:lnTo>
                  <a:lnTo>
                    <a:pt x="328295" y="122701"/>
                  </a:lnTo>
                  <a:lnTo>
                    <a:pt x="326803" y="117608"/>
                  </a:lnTo>
                  <a:lnTo>
                    <a:pt x="325149" y="112566"/>
                  </a:lnTo>
                  <a:lnTo>
                    <a:pt x="323337" y="107578"/>
                  </a:lnTo>
                  <a:lnTo>
                    <a:pt x="321367" y="102651"/>
                  </a:lnTo>
                  <a:lnTo>
                    <a:pt x="319241" y="97789"/>
                  </a:lnTo>
                  <a:lnTo>
                    <a:pt x="316963" y="92996"/>
                  </a:lnTo>
                  <a:lnTo>
                    <a:pt x="314533" y="88279"/>
                  </a:lnTo>
                  <a:lnTo>
                    <a:pt x="311955" y="83641"/>
                  </a:lnTo>
                  <a:lnTo>
                    <a:pt x="309231" y="79087"/>
                  </a:lnTo>
                  <a:lnTo>
                    <a:pt x="306363" y="74621"/>
                  </a:lnTo>
                  <a:lnTo>
                    <a:pt x="303356" y="70249"/>
                  </a:lnTo>
                  <a:lnTo>
                    <a:pt x="300211" y="65975"/>
                  </a:lnTo>
                  <a:lnTo>
                    <a:pt x="296932" y="61803"/>
                  </a:lnTo>
                  <a:lnTo>
                    <a:pt x="293523" y="57737"/>
                  </a:lnTo>
                  <a:lnTo>
                    <a:pt x="289986" y="53781"/>
                  </a:lnTo>
                  <a:lnTo>
                    <a:pt x="286325" y="49939"/>
                  </a:lnTo>
                  <a:lnTo>
                    <a:pt x="282544" y="46215"/>
                  </a:lnTo>
                  <a:lnTo>
                    <a:pt x="278647" y="42614"/>
                  </a:lnTo>
                  <a:lnTo>
                    <a:pt x="274637" y="39138"/>
                  </a:lnTo>
                  <a:lnTo>
                    <a:pt x="270520" y="35791"/>
                  </a:lnTo>
                  <a:lnTo>
                    <a:pt x="266298" y="32576"/>
                  </a:lnTo>
                  <a:lnTo>
                    <a:pt x="261976" y="29497"/>
                  </a:lnTo>
                  <a:lnTo>
                    <a:pt x="257558" y="26556"/>
                  </a:lnTo>
                  <a:lnTo>
                    <a:pt x="253050" y="23758"/>
                  </a:lnTo>
                  <a:lnTo>
                    <a:pt x="248455" y="21103"/>
                  </a:lnTo>
                  <a:lnTo>
                    <a:pt x="243778" y="18596"/>
                  </a:lnTo>
                  <a:lnTo>
                    <a:pt x="239023" y="16239"/>
                  </a:lnTo>
                  <a:lnTo>
                    <a:pt x="234197" y="14034"/>
                  </a:lnTo>
                  <a:lnTo>
                    <a:pt x="229303" y="11983"/>
                  </a:lnTo>
                  <a:lnTo>
                    <a:pt x="224346" y="10088"/>
                  </a:lnTo>
                  <a:lnTo>
                    <a:pt x="219331" y="8352"/>
                  </a:lnTo>
                  <a:lnTo>
                    <a:pt x="214264" y="6776"/>
                  </a:lnTo>
                  <a:lnTo>
                    <a:pt x="209150" y="5361"/>
                  </a:lnTo>
                  <a:lnTo>
                    <a:pt x="203993" y="4110"/>
                  </a:lnTo>
                  <a:lnTo>
                    <a:pt x="198799" y="3023"/>
                  </a:lnTo>
                  <a:lnTo>
                    <a:pt x="193573" y="2101"/>
                  </a:lnTo>
                  <a:lnTo>
                    <a:pt x="188320" y="1345"/>
                  </a:lnTo>
                  <a:lnTo>
                    <a:pt x="183047" y="757"/>
                  </a:lnTo>
                  <a:lnTo>
                    <a:pt x="177757" y="336"/>
                  </a:lnTo>
                  <a:lnTo>
                    <a:pt x="172456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80378" y="2126963"/>
              <a:ext cx="100909" cy="167167"/>
            </a:xfrm>
            <a:custGeom>
              <a:avLst/>
              <a:pathLst>
                <a:path w="100909" h="167167">
                  <a:moveTo>
                    <a:pt x="100909" y="0"/>
                  </a:moveTo>
                  <a:lnTo>
                    <a:pt x="95208" y="97"/>
                  </a:lnTo>
                  <a:lnTo>
                    <a:pt x="89514" y="388"/>
                  </a:lnTo>
                  <a:lnTo>
                    <a:pt x="83833" y="874"/>
                  </a:lnTo>
                  <a:lnTo>
                    <a:pt x="78172" y="1553"/>
                  </a:lnTo>
                  <a:lnTo>
                    <a:pt x="72538" y="2425"/>
                  </a:lnTo>
                  <a:lnTo>
                    <a:pt x="66936" y="3488"/>
                  </a:lnTo>
                  <a:lnTo>
                    <a:pt x="61374" y="4742"/>
                  </a:lnTo>
                  <a:lnTo>
                    <a:pt x="55858" y="6184"/>
                  </a:lnTo>
                  <a:lnTo>
                    <a:pt x="50394" y="7814"/>
                  </a:lnTo>
                  <a:lnTo>
                    <a:pt x="44990" y="9630"/>
                  </a:lnTo>
                  <a:lnTo>
                    <a:pt x="39650" y="11628"/>
                  </a:lnTo>
                  <a:lnTo>
                    <a:pt x="34381" y="13808"/>
                  </a:lnTo>
                  <a:lnTo>
                    <a:pt x="29190" y="16166"/>
                  </a:lnTo>
                  <a:lnTo>
                    <a:pt x="24082" y="18699"/>
                  </a:lnTo>
                  <a:lnTo>
                    <a:pt x="19064" y="21405"/>
                  </a:lnTo>
                  <a:lnTo>
                    <a:pt x="14141" y="24281"/>
                  </a:lnTo>
                  <a:lnTo>
                    <a:pt x="9319" y="27323"/>
                  </a:lnTo>
                  <a:lnTo>
                    <a:pt x="4603" y="30528"/>
                  </a:lnTo>
                  <a:lnTo>
                    <a:pt x="0" y="33892"/>
                  </a:lnTo>
                  <a:lnTo>
                    <a:pt x="10090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80378" y="2160855"/>
              <a:ext cx="100909" cy="133275"/>
            </a:xfrm>
            <a:custGeom>
              <a:avLst/>
              <a:pathLst>
                <a:path w="100909" h="133275">
                  <a:moveTo>
                    <a:pt x="0" y="0"/>
                  </a:moveTo>
                  <a:lnTo>
                    <a:pt x="100909" y="1332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21" y="2127642"/>
              <a:ext cx="334327" cy="333648"/>
            </a:xfrm>
            <a:custGeom>
              <a:avLst/>
              <a:pathLst>
                <a:path w="334327" h="333648">
                  <a:moveTo>
                    <a:pt x="66256" y="33213"/>
                  </a:moveTo>
                  <a:lnTo>
                    <a:pt x="62085" y="36477"/>
                  </a:lnTo>
                  <a:lnTo>
                    <a:pt x="58019" y="39871"/>
                  </a:lnTo>
                  <a:lnTo>
                    <a:pt x="54062" y="43393"/>
                  </a:lnTo>
                  <a:lnTo>
                    <a:pt x="50219" y="47038"/>
                  </a:lnTo>
                  <a:lnTo>
                    <a:pt x="46494" y="50802"/>
                  </a:lnTo>
                  <a:lnTo>
                    <a:pt x="42889" y="54683"/>
                  </a:lnTo>
                  <a:lnTo>
                    <a:pt x="39410" y="58677"/>
                  </a:lnTo>
                  <a:lnTo>
                    <a:pt x="36058" y="62778"/>
                  </a:lnTo>
                  <a:lnTo>
                    <a:pt x="32839" y="66984"/>
                  </a:lnTo>
                  <a:lnTo>
                    <a:pt x="29754" y="71289"/>
                  </a:lnTo>
                  <a:lnTo>
                    <a:pt x="26807" y="75690"/>
                  </a:lnTo>
                  <a:lnTo>
                    <a:pt x="24001" y="80182"/>
                  </a:lnTo>
                  <a:lnTo>
                    <a:pt x="21338" y="84761"/>
                  </a:lnTo>
                  <a:lnTo>
                    <a:pt x="18822" y="89422"/>
                  </a:lnTo>
                  <a:lnTo>
                    <a:pt x="16455" y="94160"/>
                  </a:lnTo>
                  <a:lnTo>
                    <a:pt x="14240" y="98971"/>
                  </a:lnTo>
                  <a:lnTo>
                    <a:pt x="12177" y="103850"/>
                  </a:lnTo>
                  <a:lnTo>
                    <a:pt x="10271" y="108791"/>
                  </a:lnTo>
                  <a:lnTo>
                    <a:pt x="8522" y="113791"/>
                  </a:lnTo>
                  <a:lnTo>
                    <a:pt x="6932" y="118843"/>
                  </a:lnTo>
                  <a:lnTo>
                    <a:pt x="5503" y="123943"/>
                  </a:lnTo>
                  <a:lnTo>
                    <a:pt x="4236" y="129086"/>
                  </a:lnTo>
                  <a:lnTo>
                    <a:pt x="3133" y="134267"/>
                  </a:lnTo>
                  <a:lnTo>
                    <a:pt x="2195" y="139480"/>
                  </a:lnTo>
                  <a:lnTo>
                    <a:pt x="1422" y="144720"/>
                  </a:lnTo>
                  <a:lnTo>
                    <a:pt x="815" y="149981"/>
                  </a:lnTo>
                  <a:lnTo>
                    <a:pt x="376" y="155260"/>
                  </a:lnTo>
                  <a:lnTo>
                    <a:pt x="104" y="160549"/>
                  </a:lnTo>
                  <a:lnTo>
                    <a:pt x="0" y="165845"/>
                  </a:lnTo>
                  <a:lnTo>
                    <a:pt x="63" y="171141"/>
                  </a:lnTo>
                  <a:lnTo>
                    <a:pt x="294" y="176433"/>
                  </a:lnTo>
                  <a:lnTo>
                    <a:pt x="693" y="181714"/>
                  </a:lnTo>
                  <a:lnTo>
                    <a:pt x="1259" y="186980"/>
                  </a:lnTo>
                  <a:lnTo>
                    <a:pt x="1991" y="192226"/>
                  </a:lnTo>
                  <a:lnTo>
                    <a:pt x="2890" y="197446"/>
                  </a:lnTo>
                  <a:lnTo>
                    <a:pt x="3953" y="202635"/>
                  </a:lnTo>
                  <a:lnTo>
                    <a:pt x="5180" y="207787"/>
                  </a:lnTo>
                  <a:lnTo>
                    <a:pt x="6570" y="212898"/>
                  </a:lnTo>
                  <a:lnTo>
                    <a:pt x="8121" y="217963"/>
                  </a:lnTo>
                  <a:lnTo>
                    <a:pt x="9831" y="222976"/>
                  </a:lnTo>
                  <a:lnTo>
                    <a:pt x="11700" y="227932"/>
                  </a:lnTo>
                  <a:lnTo>
                    <a:pt x="13724" y="232826"/>
                  </a:lnTo>
                  <a:lnTo>
                    <a:pt x="15903" y="237654"/>
                  </a:lnTo>
                  <a:lnTo>
                    <a:pt x="18233" y="242410"/>
                  </a:lnTo>
                  <a:lnTo>
                    <a:pt x="20713" y="247090"/>
                  </a:lnTo>
                  <a:lnTo>
                    <a:pt x="23340" y="251689"/>
                  </a:lnTo>
                  <a:lnTo>
                    <a:pt x="26112" y="256203"/>
                  </a:lnTo>
                  <a:lnTo>
                    <a:pt x="29025" y="260627"/>
                  </a:lnTo>
                  <a:lnTo>
                    <a:pt x="32076" y="264956"/>
                  </a:lnTo>
                  <a:lnTo>
                    <a:pt x="35264" y="269186"/>
                  </a:lnTo>
                  <a:lnTo>
                    <a:pt x="38583" y="273313"/>
                  </a:lnTo>
                  <a:lnTo>
                    <a:pt x="42032" y="277333"/>
                  </a:lnTo>
                  <a:lnTo>
                    <a:pt x="45607" y="281242"/>
                  </a:lnTo>
                  <a:lnTo>
                    <a:pt x="49303" y="285035"/>
                  </a:lnTo>
                  <a:lnTo>
                    <a:pt x="53118" y="288710"/>
                  </a:lnTo>
                  <a:lnTo>
                    <a:pt x="57047" y="292261"/>
                  </a:lnTo>
                  <a:lnTo>
                    <a:pt x="61087" y="295687"/>
                  </a:lnTo>
                  <a:lnTo>
                    <a:pt x="65233" y="298983"/>
                  </a:lnTo>
                  <a:lnTo>
                    <a:pt x="69482" y="302145"/>
                  </a:lnTo>
                  <a:lnTo>
                    <a:pt x="73829" y="305172"/>
                  </a:lnTo>
                  <a:lnTo>
                    <a:pt x="78269" y="308059"/>
                  </a:lnTo>
                  <a:lnTo>
                    <a:pt x="82799" y="310805"/>
                  </a:lnTo>
                  <a:lnTo>
                    <a:pt x="87413" y="313405"/>
                  </a:lnTo>
                  <a:lnTo>
                    <a:pt x="92107" y="315858"/>
                  </a:lnTo>
                  <a:lnTo>
                    <a:pt x="96877" y="318161"/>
                  </a:lnTo>
                  <a:lnTo>
                    <a:pt x="101717" y="320311"/>
                  </a:lnTo>
                  <a:lnTo>
                    <a:pt x="106623" y="322308"/>
                  </a:lnTo>
                  <a:lnTo>
                    <a:pt x="111590" y="324147"/>
                  </a:lnTo>
                  <a:lnTo>
                    <a:pt x="116613" y="325829"/>
                  </a:lnTo>
                  <a:lnTo>
                    <a:pt x="121686" y="327350"/>
                  </a:lnTo>
                  <a:lnTo>
                    <a:pt x="126805" y="328710"/>
                  </a:lnTo>
                  <a:lnTo>
                    <a:pt x="131965" y="329908"/>
                  </a:lnTo>
                  <a:lnTo>
                    <a:pt x="137159" y="330941"/>
                  </a:lnTo>
                  <a:lnTo>
                    <a:pt x="142384" y="331809"/>
                  </a:lnTo>
                  <a:lnTo>
                    <a:pt x="147634" y="332511"/>
                  </a:lnTo>
                  <a:lnTo>
                    <a:pt x="152904" y="333046"/>
                  </a:lnTo>
                  <a:lnTo>
                    <a:pt x="158188" y="333415"/>
                  </a:lnTo>
                  <a:lnTo>
                    <a:pt x="163480" y="333615"/>
                  </a:lnTo>
                  <a:lnTo>
                    <a:pt x="168777" y="333648"/>
                  </a:lnTo>
                  <a:lnTo>
                    <a:pt x="174072" y="333513"/>
                  </a:lnTo>
                  <a:lnTo>
                    <a:pt x="179360" y="333211"/>
                  </a:lnTo>
                  <a:lnTo>
                    <a:pt x="184635" y="332741"/>
                  </a:lnTo>
                  <a:lnTo>
                    <a:pt x="189894" y="332104"/>
                  </a:lnTo>
                  <a:lnTo>
                    <a:pt x="195129" y="331301"/>
                  </a:lnTo>
                  <a:lnTo>
                    <a:pt x="200336" y="330332"/>
                  </a:lnTo>
                  <a:lnTo>
                    <a:pt x="205510" y="329199"/>
                  </a:lnTo>
                  <a:lnTo>
                    <a:pt x="210646" y="327902"/>
                  </a:lnTo>
                  <a:lnTo>
                    <a:pt x="215737" y="326444"/>
                  </a:lnTo>
                  <a:lnTo>
                    <a:pt x="220781" y="324825"/>
                  </a:lnTo>
                  <a:lnTo>
                    <a:pt x="225770" y="323047"/>
                  </a:lnTo>
                  <a:lnTo>
                    <a:pt x="230700" y="321112"/>
                  </a:lnTo>
                  <a:lnTo>
                    <a:pt x="235567" y="319021"/>
                  </a:lnTo>
                  <a:lnTo>
                    <a:pt x="240365" y="316778"/>
                  </a:lnTo>
                  <a:lnTo>
                    <a:pt x="245089" y="314383"/>
                  </a:lnTo>
                  <a:lnTo>
                    <a:pt x="249736" y="311840"/>
                  </a:lnTo>
                  <a:lnTo>
                    <a:pt x="254299" y="309152"/>
                  </a:lnTo>
                  <a:lnTo>
                    <a:pt x="258775" y="306320"/>
                  </a:lnTo>
                  <a:lnTo>
                    <a:pt x="263159" y="303347"/>
                  </a:lnTo>
                  <a:lnTo>
                    <a:pt x="267446" y="300237"/>
                  </a:lnTo>
                  <a:lnTo>
                    <a:pt x="271633" y="296993"/>
                  </a:lnTo>
                  <a:lnTo>
                    <a:pt x="275715" y="293618"/>
                  </a:lnTo>
                  <a:lnTo>
                    <a:pt x="279688" y="290116"/>
                  </a:lnTo>
                  <a:lnTo>
                    <a:pt x="283548" y="286489"/>
                  </a:lnTo>
                  <a:lnTo>
                    <a:pt x="287291" y="282741"/>
                  </a:lnTo>
                  <a:lnTo>
                    <a:pt x="290914" y="278877"/>
                  </a:lnTo>
                  <a:lnTo>
                    <a:pt x="294413" y="274901"/>
                  </a:lnTo>
                  <a:lnTo>
                    <a:pt x="297783" y="270815"/>
                  </a:lnTo>
                  <a:lnTo>
                    <a:pt x="301023" y="266625"/>
                  </a:lnTo>
                  <a:lnTo>
                    <a:pt x="304128" y="262334"/>
                  </a:lnTo>
                  <a:lnTo>
                    <a:pt x="307096" y="257947"/>
                  </a:lnTo>
                  <a:lnTo>
                    <a:pt x="309923" y="253468"/>
                  </a:lnTo>
                  <a:lnTo>
                    <a:pt x="312607" y="248901"/>
                  </a:lnTo>
                  <a:lnTo>
                    <a:pt x="315145" y="244252"/>
                  </a:lnTo>
                  <a:lnTo>
                    <a:pt x="317534" y="239525"/>
                  </a:lnTo>
                  <a:lnTo>
                    <a:pt x="319772" y="234725"/>
                  </a:lnTo>
                  <a:lnTo>
                    <a:pt x="321857" y="229856"/>
                  </a:lnTo>
                  <a:lnTo>
                    <a:pt x="323787" y="224924"/>
                  </a:lnTo>
                  <a:lnTo>
                    <a:pt x="325560" y="219932"/>
                  </a:lnTo>
                  <a:lnTo>
                    <a:pt x="327173" y="214888"/>
                  </a:lnTo>
                  <a:lnTo>
                    <a:pt x="328626" y="209794"/>
                  </a:lnTo>
                  <a:lnTo>
                    <a:pt x="329917" y="204657"/>
                  </a:lnTo>
                  <a:lnTo>
                    <a:pt x="331045" y="199482"/>
                  </a:lnTo>
                  <a:lnTo>
                    <a:pt x="332008" y="194274"/>
                  </a:lnTo>
                  <a:lnTo>
                    <a:pt x="332805" y="189038"/>
                  </a:lnTo>
                  <a:lnTo>
                    <a:pt x="333437" y="183779"/>
                  </a:lnTo>
                  <a:lnTo>
                    <a:pt x="333901" y="178503"/>
                  </a:lnTo>
                  <a:lnTo>
                    <a:pt x="334198" y="173214"/>
                  </a:lnTo>
                  <a:lnTo>
                    <a:pt x="334327" y="167919"/>
                  </a:lnTo>
                  <a:lnTo>
                    <a:pt x="334288" y="162623"/>
                  </a:lnTo>
                  <a:lnTo>
                    <a:pt x="334082" y="157330"/>
                  </a:lnTo>
                  <a:lnTo>
                    <a:pt x="333708" y="152047"/>
                  </a:lnTo>
                  <a:lnTo>
                    <a:pt x="333167" y="146778"/>
                  </a:lnTo>
                  <a:lnTo>
                    <a:pt x="332459" y="141529"/>
                  </a:lnTo>
                  <a:lnTo>
                    <a:pt x="331586" y="136305"/>
                  </a:lnTo>
                  <a:lnTo>
                    <a:pt x="330547" y="131111"/>
                  </a:lnTo>
                  <a:lnTo>
                    <a:pt x="329344" y="125953"/>
                  </a:lnTo>
                  <a:lnTo>
                    <a:pt x="327978" y="120835"/>
                  </a:lnTo>
                  <a:lnTo>
                    <a:pt x="326451" y="115764"/>
                  </a:lnTo>
                  <a:lnTo>
                    <a:pt x="324765" y="110743"/>
                  </a:lnTo>
                  <a:lnTo>
                    <a:pt x="322919" y="105778"/>
                  </a:lnTo>
                  <a:lnTo>
                    <a:pt x="320918" y="100874"/>
                  </a:lnTo>
                  <a:lnTo>
                    <a:pt x="318762" y="96036"/>
                  </a:lnTo>
                  <a:lnTo>
                    <a:pt x="316454" y="91269"/>
                  </a:lnTo>
                  <a:lnTo>
                    <a:pt x="313996" y="86577"/>
                  </a:lnTo>
                  <a:lnTo>
                    <a:pt x="311391" y="81966"/>
                  </a:lnTo>
                  <a:lnTo>
                    <a:pt x="308641" y="77439"/>
                  </a:lnTo>
                  <a:lnTo>
                    <a:pt x="305748" y="73002"/>
                  </a:lnTo>
                  <a:lnTo>
                    <a:pt x="302717" y="68658"/>
                  </a:lnTo>
                  <a:lnTo>
                    <a:pt x="299550" y="64413"/>
                  </a:lnTo>
                  <a:lnTo>
                    <a:pt x="296250" y="60270"/>
                  </a:lnTo>
                  <a:lnTo>
                    <a:pt x="292820" y="56234"/>
                  </a:lnTo>
                  <a:lnTo>
                    <a:pt x="289264" y="52309"/>
                  </a:lnTo>
                  <a:lnTo>
                    <a:pt x="285585" y="48498"/>
                  </a:lnTo>
                  <a:lnTo>
                    <a:pt x="281788" y="44806"/>
                  </a:lnTo>
                  <a:lnTo>
                    <a:pt x="277875" y="41235"/>
                  </a:lnTo>
                  <a:lnTo>
                    <a:pt x="273852" y="37791"/>
                  </a:lnTo>
                  <a:lnTo>
                    <a:pt x="269721" y="34476"/>
                  </a:lnTo>
                  <a:lnTo>
                    <a:pt x="265487" y="31293"/>
                  </a:lnTo>
                  <a:lnTo>
                    <a:pt x="261155" y="28246"/>
                  </a:lnTo>
                  <a:lnTo>
                    <a:pt x="256728" y="25338"/>
                  </a:lnTo>
                  <a:lnTo>
                    <a:pt x="252211" y="22571"/>
                  </a:lnTo>
                  <a:lnTo>
                    <a:pt x="247609" y="19949"/>
                  </a:lnTo>
                  <a:lnTo>
                    <a:pt x="242927" y="17474"/>
                  </a:lnTo>
                  <a:lnTo>
                    <a:pt x="238168" y="15149"/>
                  </a:lnTo>
                  <a:lnTo>
                    <a:pt x="233338" y="12975"/>
                  </a:lnTo>
                  <a:lnTo>
                    <a:pt x="228441" y="10956"/>
                  </a:lnTo>
                  <a:lnTo>
                    <a:pt x="223483" y="9093"/>
                  </a:lnTo>
                  <a:lnTo>
                    <a:pt x="218468" y="7388"/>
                  </a:lnTo>
                  <a:lnTo>
                    <a:pt x="213402" y="5842"/>
                  </a:lnTo>
                  <a:lnTo>
                    <a:pt x="208290" y="4458"/>
                  </a:lnTo>
                  <a:lnTo>
                    <a:pt x="203136" y="3237"/>
                  </a:lnTo>
                  <a:lnTo>
                    <a:pt x="197946" y="2179"/>
                  </a:lnTo>
                  <a:lnTo>
                    <a:pt x="192725" y="1287"/>
                  </a:lnTo>
                  <a:lnTo>
                    <a:pt x="187479" y="560"/>
                  </a:lnTo>
                  <a:lnTo>
                    <a:pt x="182212" y="0"/>
                  </a:lnTo>
                  <a:lnTo>
                    <a:pt x="167166" y="1664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15046" cy="167167"/>
            </a:xfrm>
            <a:custGeom>
              <a:avLst/>
              <a:pathLst>
                <a:path w="15046" h="167167">
                  <a:moveTo>
                    <a:pt x="15046" y="67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601" y="2633064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4" y="757"/>
                  </a:lnTo>
                  <a:lnTo>
                    <a:pt x="145982" y="1345"/>
                  </a:lnTo>
                  <a:lnTo>
                    <a:pt x="140730" y="2100"/>
                  </a:lnTo>
                  <a:lnTo>
                    <a:pt x="135506" y="3021"/>
                  </a:lnTo>
                  <a:lnTo>
                    <a:pt x="130313" y="4108"/>
                  </a:lnTo>
                  <a:lnTo>
                    <a:pt x="125157" y="5359"/>
                  </a:lnTo>
                  <a:lnTo>
                    <a:pt x="120044" y="6773"/>
                  </a:lnTo>
                  <a:lnTo>
                    <a:pt x="114978" y="8348"/>
                  </a:lnTo>
                  <a:lnTo>
                    <a:pt x="109965" y="10084"/>
                  </a:lnTo>
                  <a:lnTo>
                    <a:pt x="105009" y="11977"/>
                  </a:lnTo>
                  <a:lnTo>
                    <a:pt x="100116" y="14027"/>
                  </a:lnTo>
                  <a:lnTo>
                    <a:pt x="95290" y="16231"/>
                  </a:lnTo>
                  <a:lnTo>
                    <a:pt x="90537" y="18587"/>
                  </a:lnTo>
                  <a:lnTo>
                    <a:pt x="85860" y="21093"/>
                  </a:lnTo>
                  <a:lnTo>
                    <a:pt x="81266" y="23746"/>
                  </a:lnTo>
                  <a:lnTo>
                    <a:pt x="76758" y="26543"/>
                  </a:lnTo>
                  <a:lnTo>
                    <a:pt x="72342" y="29482"/>
                  </a:lnTo>
                  <a:lnTo>
                    <a:pt x="68020" y="32560"/>
                  </a:lnTo>
                  <a:lnTo>
                    <a:pt x="63799" y="35773"/>
                  </a:lnTo>
                  <a:lnTo>
                    <a:pt x="59682" y="39119"/>
                  </a:lnTo>
                  <a:lnTo>
                    <a:pt x="55672" y="42594"/>
                  </a:lnTo>
                  <a:lnTo>
                    <a:pt x="51776" y="46194"/>
                  </a:lnTo>
                  <a:lnTo>
                    <a:pt x="47995" y="49916"/>
                  </a:lnTo>
                  <a:lnTo>
                    <a:pt x="44334" y="53755"/>
                  </a:lnTo>
                  <a:lnTo>
                    <a:pt x="40797" y="57710"/>
                  </a:lnTo>
                  <a:lnTo>
                    <a:pt x="37388" y="61774"/>
                  </a:lnTo>
                  <a:lnTo>
                    <a:pt x="34109" y="65945"/>
                  </a:lnTo>
                  <a:lnTo>
                    <a:pt x="30964" y="70217"/>
                  </a:lnTo>
                  <a:lnTo>
                    <a:pt x="27956" y="74587"/>
                  </a:lnTo>
                  <a:lnTo>
                    <a:pt x="25088" y="79051"/>
                  </a:lnTo>
                  <a:lnTo>
                    <a:pt x="22364" y="83603"/>
                  </a:lnTo>
                  <a:lnTo>
                    <a:pt x="19785" y="88239"/>
                  </a:lnTo>
                  <a:lnTo>
                    <a:pt x="17355" y="92955"/>
                  </a:lnTo>
                  <a:lnTo>
                    <a:pt x="15075" y="97746"/>
                  </a:lnTo>
                  <a:lnTo>
                    <a:pt x="12949" y="102606"/>
                  </a:lnTo>
                  <a:lnTo>
                    <a:pt x="10978" y="107532"/>
                  </a:lnTo>
                  <a:lnTo>
                    <a:pt x="9164" y="112517"/>
                  </a:lnTo>
                  <a:lnTo>
                    <a:pt x="7510" y="117558"/>
                  </a:lnTo>
                  <a:lnTo>
                    <a:pt x="6016" y="122649"/>
                  </a:lnTo>
                  <a:lnTo>
                    <a:pt x="4684" y="127784"/>
                  </a:lnTo>
                  <a:lnTo>
                    <a:pt x="3516" y="132959"/>
                  </a:lnTo>
                  <a:lnTo>
                    <a:pt x="2513" y="138169"/>
                  </a:lnTo>
                  <a:lnTo>
                    <a:pt x="1676" y="143407"/>
                  </a:lnTo>
                  <a:lnTo>
                    <a:pt x="1005" y="148670"/>
                  </a:lnTo>
                  <a:lnTo>
                    <a:pt x="502" y="153951"/>
                  </a:lnTo>
                  <a:lnTo>
                    <a:pt x="167" y="159246"/>
                  </a:lnTo>
                  <a:lnTo>
                    <a:pt x="0" y="164549"/>
                  </a:lnTo>
                  <a:lnTo>
                    <a:pt x="1" y="169854"/>
                  </a:lnTo>
                  <a:lnTo>
                    <a:pt x="170" y="175156"/>
                  </a:lnTo>
                  <a:lnTo>
                    <a:pt x="508" y="180451"/>
                  </a:lnTo>
                  <a:lnTo>
                    <a:pt x="1013" y="185732"/>
                  </a:lnTo>
                  <a:lnTo>
                    <a:pt x="1686" y="190994"/>
                  </a:lnTo>
                  <a:lnTo>
                    <a:pt x="2525" y="196233"/>
                  </a:lnTo>
                  <a:lnTo>
                    <a:pt x="3530" y="201442"/>
                  </a:lnTo>
                  <a:lnTo>
                    <a:pt x="4700" y="206617"/>
                  </a:lnTo>
                  <a:lnTo>
                    <a:pt x="6034" y="211751"/>
                  </a:lnTo>
                  <a:lnTo>
                    <a:pt x="7530" y="216841"/>
                  </a:lnTo>
                  <a:lnTo>
                    <a:pt x="9187" y="221881"/>
                  </a:lnTo>
                  <a:lnTo>
                    <a:pt x="11002" y="226866"/>
                  </a:lnTo>
                  <a:lnTo>
                    <a:pt x="12975" y="231791"/>
                  </a:lnTo>
                  <a:lnTo>
                    <a:pt x="15104" y="236650"/>
                  </a:lnTo>
                  <a:lnTo>
                    <a:pt x="17385" y="241440"/>
                  </a:lnTo>
                  <a:lnTo>
                    <a:pt x="19817" y="246155"/>
                  </a:lnTo>
                  <a:lnTo>
                    <a:pt x="22398" y="250790"/>
                  </a:lnTo>
                  <a:lnTo>
                    <a:pt x="25124" y="255341"/>
                  </a:lnTo>
                  <a:lnTo>
                    <a:pt x="27994" y="259804"/>
                  </a:lnTo>
                  <a:lnTo>
                    <a:pt x="31004" y="264172"/>
                  </a:lnTo>
                  <a:lnTo>
                    <a:pt x="34150" y="268444"/>
                  </a:lnTo>
                  <a:lnTo>
                    <a:pt x="37431" y="272613"/>
                  </a:lnTo>
                  <a:lnTo>
                    <a:pt x="40842" y="276676"/>
                  </a:lnTo>
                  <a:lnTo>
                    <a:pt x="44381" y="280629"/>
                  </a:lnTo>
                  <a:lnTo>
                    <a:pt x="48043" y="284467"/>
                  </a:lnTo>
                  <a:lnTo>
                    <a:pt x="51825" y="288188"/>
                  </a:lnTo>
                  <a:lnTo>
                    <a:pt x="55724" y="291786"/>
                  </a:lnTo>
                  <a:lnTo>
                    <a:pt x="59734" y="295259"/>
                  </a:lnTo>
                  <a:lnTo>
                    <a:pt x="63853" y="298603"/>
                  </a:lnTo>
                  <a:lnTo>
                    <a:pt x="68076" y="301814"/>
                  </a:lnTo>
                  <a:lnTo>
                    <a:pt x="72398" y="304890"/>
                  </a:lnTo>
                  <a:lnTo>
                    <a:pt x="76816" y="307827"/>
                  </a:lnTo>
                  <a:lnTo>
                    <a:pt x="81325" y="310623"/>
                  </a:lnTo>
                  <a:lnTo>
                    <a:pt x="85920" y="313274"/>
                  </a:lnTo>
                  <a:lnTo>
                    <a:pt x="90598" y="315778"/>
                  </a:lnTo>
                  <a:lnTo>
                    <a:pt x="95352" y="318132"/>
                  </a:lnTo>
                  <a:lnTo>
                    <a:pt x="100178" y="320334"/>
                  </a:lnTo>
                  <a:lnTo>
                    <a:pt x="105072" y="322382"/>
                  </a:lnTo>
                  <a:lnTo>
                    <a:pt x="110029" y="324274"/>
                  </a:lnTo>
                  <a:lnTo>
                    <a:pt x="115043" y="326007"/>
                  </a:lnTo>
                  <a:lnTo>
                    <a:pt x="120110" y="327580"/>
                  </a:lnTo>
                  <a:lnTo>
                    <a:pt x="125224" y="328992"/>
                  </a:lnTo>
                  <a:lnTo>
                    <a:pt x="130380" y="330241"/>
                  </a:lnTo>
                  <a:lnTo>
                    <a:pt x="135573" y="331326"/>
                  </a:lnTo>
                  <a:lnTo>
                    <a:pt x="140798" y="332245"/>
                  </a:lnTo>
                  <a:lnTo>
                    <a:pt x="146050" y="332998"/>
                  </a:lnTo>
                  <a:lnTo>
                    <a:pt x="151322" y="333584"/>
                  </a:lnTo>
                  <a:lnTo>
                    <a:pt x="156611" y="334002"/>
                  </a:lnTo>
                  <a:lnTo>
                    <a:pt x="161910" y="334252"/>
                  </a:lnTo>
                  <a:lnTo>
                    <a:pt x="167215" y="334334"/>
                  </a:lnTo>
                  <a:lnTo>
                    <a:pt x="172520" y="334248"/>
                  </a:lnTo>
                  <a:lnTo>
                    <a:pt x="177819" y="333993"/>
                  </a:lnTo>
                  <a:lnTo>
                    <a:pt x="183107" y="333571"/>
                  </a:lnTo>
                  <a:lnTo>
                    <a:pt x="188379" y="332980"/>
                  </a:lnTo>
                  <a:lnTo>
                    <a:pt x="193630" y="332223"/>
                  </a:lnTo>
                  <a:lnTo>
                    <a:pt x="198854" y="331300"/>
                  </a:lnTo>
                  <a:lnTo>
                    <a:pt x="204047" y="330211"/>
                  </a:lnTo>
                  <a:lnTo>
                    <a:pt x="209202" y="328958"/>
                  </a:lnTo>
                  <a:lnTo>
                    <a:pt x="214315" y="327542"/>
                  </a:lnTo>
                  <a:lnTo>
                    <a:pt x="219380" y="325964"/>
                  </a:lnTo>
                  <a:lnTo>
                    <a:pt x="224393" y="324227"/>
                  </a:lnTo>
                  <a:lnTo>
                    <a:pt x="229348" y="322331"/>
                  </a:lnTo>
                  <a:lnTo>
                    <a:pt x="234240" y="320279"/>
                  </a:lnTo>
                  <a:lnTo>
                    <a:pt x="239065" y="318073"/>
                  </a:lnTo>
                  <a:lnTo>
                    <a:pt x="243817" y="315715"/>
                  </a:lnTo>
                  <a:lnTo>
                    <a:pt x="248492" y="313207"/>
                  </a:lnTo>
                  <a:lnTo>
                    <a:pt x="253085" y="310553"/>
                  </a:lnTo>
                  <a:lnTo>
                    <a:pt x="257592" y="307753"/>
                  </a:lnTo>
                  <a:lnTo>
                    <a:pt x="262008" y="304813"/>
                  </a:lnTo>
                  <a:lnTo>
                    <a:pt x="266328" y="301733"/>
                  </a:lnTo>
                  <a:lnTo>
                    <a:pt x="270548" y="298518"/>
                  </a:lnTo>
                  <a:lnTo>
                    <a:pt x="274664" y="295171"/>
                  </a:lnTo>
                  <a:lnTo>
                    <a:pt x="278671" y="291695"/>
                  </a:lnTo>
                  <a:lnTo>
                    <a:pt x="282567" y="288093"/>
                  </a:lnTo>
                  <a:lnTo>
                    <a:pt x="286346" y="284370"/>
                  </a:lnTo>
                  <a:lnTo>
                    <a:pt x="290005" y="280528"/>
                  </a:lnTo>
                  <a:lnTo>
                    <a:pt x="293540" y="276572"/>
                  </a:lnTo>
                  <a:lnTo>
                    <a:pt x="296948" y="272507"/>
                  </a:lnTo>
                  <a:lnTo>
                    <a:pt x="300226" y="268335"/>
                  </a:lnTo>
                  <a:lnTo>
                    <a:pt x="303369" y="264061"/>
                  </a:lnTo>
                  <a:lnTo>
                    <a:pt x="306375" y="259689"/>
                  </a:lnTo>
                  <a:lnTo>
                    <a:pt x="309241" y="255225"/>
                  </a:lnTo>
                  <a:lnTo>
                    <a:pt x="311963" y="250672"/>
                  </a:lnTo>
                  <a:lnTo>
                    <a:pt x="314540" y="246034"/>
                  </a:lnTo>
                  <a:lnTo>
                    <a:pt x="316969" y="241317"/>
                  </a:lnTo>
                  <a:lnTo>
                    <a:pt x="319246" y="236526"/>
                  </a:lnTo>
                  <a:lnTo>
                    <a:pt x="321370" y="231664"/>
                  </a:lnTo>
                  <a:lnTo>
                    <a:pt x="323339" y="226738"/>
                  </a:lnTo>
                  <a:lnTo>
                    <a:pt x="325151" y="221752"/>
                  </a:lnTo>
                  <a:lnTo>
                    <a:pt x="326804" y="216710"/>
                  </a:lnTo>
                  <a:lnTo>
                    <a:pt x="328295" y="211619"/>
                  </a:lnTo>
                  <a:lnTo>
                    <a:pt x="329625" y="206483"/>
                  </a:lnTo>
                  <a:lnTo>
                    <a:pt x="330790" y="201308"/>
                  </a:lnTo>
                  <a:lnTo>
                    <a:pt x="331791" y="196098"/>
                  </a:lnTo>
                  <a:lnTo>
                    <a:pt x="332627" y="190859"/>
                  </a:lnTo>
                  <a:lnTo>
                    <a:pt x="333295" y="185596"/>
                  </a:lnTo>
                  <a:lnTo>
                    <a:pt x="333796" y="180314"/>
                  </a:lnTo>
                  <a:lnTo>
                    <a:pt x="334129" y="175019"/>
                  </a:lnTo>
                  <a:lnTo>
                    <a:pt x="334294" y="169717"/>
                  </a:lnTo>
                  <a:lnTo>
                    <a:pt x="334291" y="164412"/>
                  </a:lnTo>
                  <a:lnTo>
                    <a:pt x="334120" y="159109"/>
                  </a:lnTo>
                  <a:lnTo>
                    <a:pt x="333780" y="153815"/>
                  </a:lnTo>
                  <a:lnTo>
                    <a:pt x="333272" y="148534"/>
                  </a:lnTo>
                  <a:lnTo>
                    <a:pt x="332597" y="143272"/>
                  </a:lnTo>
                  <a:lnTo>
                    <a:pt x="331756" y="138034"/>
                  </a:lnTo>
                  <a:lnTo>
                    <a:pt x="330748" y="132825"/>
                  </a:lnTo>
                  <a:lnTo>
                    <a:pt x="329576" y="127651"/>
                  </a:lnTo>
                  <a:lnTo>
                    <a:pt x="328240" y="122516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55581"/>
              <a:ext cx="161094" cy="44650"/>
            </a:xfrm>
            <a:custGeom>
              <a:avLst/>
              <a:pathLst>
                <a:path w="161094" h="44650">
                  <a:moveTo>
                    <a:pt x="161094" y="0"/>
                  </a:moveTo>
                  <a:lnTo>
                    <a:pt x="0" y="446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40551"/>
              <a:ext cx="161094" cy="159680"/>
            </a:xfrm>
            <a:custGeom>
              <a:avLst/>
              <a:pathLst>
                <a:path w="161094" h="159680">
                  <a:moveTo>
                    <a:pt x="161094" y="115029"/>
                  </a:moveTo>
                  <a:lnTo>
                    <a:pt x="159516" y="109685"/>
                  </a:lnTo>
                  <a:lnTo>
                    <a:pt x="157761" y="104397"/>
                  </a:lnTo>
                  <a:lnTo>
                    <a:pt x="155831" y="99170"/>
                  </a:lnTo>
                  <a:lnTo>
                    <a:pt x="153728" y="94010"/>
                  </a:lnTo>
                  <a:lnTo>
                    <a:pt x="151454" y="88923"/>
                  </a:lnTo>
                  <a:lnTo>
                    <a:pt x="149012" y="83915"/>
                  </a:lnTo>
                  <a:lnTo>
                    <a:pt x="146404" y="78991"/>
                  </a:lnTo>
                  <a:lnTo>
                    <a:pt x="143634" y="74157"/>
                  </a:lnTo>
                  <a:lnTo>
                    <a:pt x="140704" y="69417"/>
                  </a:lnTo>
                  <a:lnTo>
                    <a:pt x="137617" y="64778"/>
                  </a:lnTo>
                  <a:lnTo>
                    <a:pt x="134378" y="60245"/>
                  </a:lnTo>
                  <a:lnTo>
                    <a:pt x="130990" y="55821"/>
                  </a:lnTo>
                  <a:lnTo>
                    <a:pt x="127456" y="51514"/>
                  </a:lnTo>
                  <a:lnTo>
                    <a:pt x="123780" y="47326"/>
                  </a:lnTo>
                  <a:lnTo>
                    <a:pt x="119967" y="43263"/>
                  </a:lnTo>
                  <a:lnTo>
                    <a:pt x="116021" y="39330"/>
                  </a:lnTo>
                  <a:lnTo>
                    <a:pt x="111945" y="35530"/>
                  </a:lnTo>
                  <a:lnTo>
                    <a:pt x="107745" y="31868"/>
                  </a:lnTo>
                  <a:lnTo>
                    <a:pt x="103426" y="28348"/>
                  </a:lnTo>
                  <a:lnTo>
                    <a:pt x="98992" y="24974"/>
                  </a:lnTo>
                  <a:lnTo>
                    <a:pt x="94448" y="21750"/>
                  </a:lnTo>
                  <a:lnTo>
                    <a:pt x="89798" y="18679"/>
                  </a:lnTo>
                  <a:lnTo>
                    <a:pt x="85049" y="15765"/>
                  </a:lnTo>
                  <a:lnTo>
                    <a:pt x="80206" y="13010"/>
                  </a:lnTo>
                  <a:lnTo>
                    <a:pt x="75273" y="10419"/>
                  </a:lnTo>
                  <a:lnTo>
                    <a:pt x="70257" y="7993"/>
                  </a:lnTo>
                  <a:lnTo>
                    <a:pt x="65163" y="5736"/>
                  </a:lnTo>
                  <a:lnTo>
                    <a:pt x="59996" y="3650"/>
                  </a:lnTo>
                  <a:lnTo>
                    <a:pt x="54763" y="1737"/>
                  </a:lnTo>
                  <a:lnTo>
                    <a:pt x="49469" y="0"/>
                  </a:lnTo>
                  <a:lnTo>
                    <a:pt x="0" y="1596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49469" cy="167167"/>
            </a:xfrm>
            <a:custGeom>
              <a:avLst/>
              <a:pathLst>
                <a:path w="49469" h="167167">
                  <a:moveTo>
                    <a:pt x="49469" y="7487"/>
                  </a:moveTo>
                  <a:lnTo>
                    <a:pt x="43439" y="5742"/>
                  </a:lnTo>
                  <a:lnTo>
                    <a:pt x="37348" y="4225"/>
                  </a:lnTo>
                  <a:lnTo>
                    <a:pt x="31204" y="2938"/>
                  </a:lnTo>
                  <a:lnTo>
                    <a:pt x="25016" y="1882"/>
                  </a:lnTo>
                  <a:lnTo>
                    <a:pt x="18793" y="1059"/>
                  </a:lnTo>
                  <a:lnTo>
                    <a:pt x="12543" y="471"/>
                  </a:lnTo>
                  <a:lnTo>
                    <a:pt x="6276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34" y="3170392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7" y="3021"/>
                  </a:lnTo>
                  <a:lnTo>
                    <a:pt x="130314" y="4108"/>
                  </a:lnTo>
                  <a:lnTo>
                    <a:pt x="125159" y="5358"/>
                  </a:lnTo>
                  <a:lnTo>
                    <a:pt x="120046" y="6772"/>
                  </a:lnTo>
                  <a:lnTo>
                    <a:pt x="114980" y="8347"/>
                  </a:lnTo>
                  <a:lnTo>
                    <a:pt x="109967" y="10083"/>
                  </a:lnTo>
                  <a:lnTo>
                    <a:pt x="105011" y="11976"/>
                  </a:lnTo>
                  <a:lnTo>
                    <a:pt x="100118" y="14026"/>
                  </a:lnTo>
                  <a:lnTo>
                    <a:pt x="95293" y="16230"/>
                  </a:lnTo>
                  <a:lnTo>
                    <a:pt x="90539" y="18586"/>
                  </a:lnTo>
                  <a:lnTo>
                    <a:pt x="85863" y="21091"/>
                  </a:lnTo>
                  <a:lnTo>
                    <a:pt x="81269" y="23744"/>
                  </a:lnTo>
                  <a:lnTo>
                    <a:pt x="76762" y="26541"/>
                  </a:lnTo>
                  <a:lnTo>
                    <a:pt x="72345" y="29480"/>
                  </a:lnTo>
                  <a:lnTo>
                    <a:pt x="68024" y="32558"/>
                  </a:lnTo>
                  <a:lnTo>
                    <a:pt x="63802" y="35771"/>
                  </a:lnTo>
                  <a:lnTo>
                    <a:pt x="59685" y="39116"/>
                  </a:lnTo>
                  <a:lnTo>
                    <a:pt x="55676" y="42590"/>
                  </a:lnTo>
                  <a:lnTo>
                    <a:pt x="51779" y="46190"/>
                  </a:lnTo>
                  <a:lnTo>
                    <a:pt x="47999" y="49912"/>
                  </a:lnTo>
                  <a:lnTo>
                    <a:pt x="44338" y="53751"/>
                  </a:lnTo>
                  <a:lnTo>
                    <a:pt x="40801" y="57705"/>
                  </a:lnTo>
                  <a:lnTo>
                    <a:pt x="37392" y="61769"/>
                  </a:lnTo>
                  <a:lnTo>
                    <a:pt x="34113" y="65940"/>
                  </a:lnTo>
                  <a:lnTo>
                    <a:pt x="30968" y="70212"/>
                  </a:lnTo>
                  <a:lnTo>
                    <a:pt x="27960" y="74582"/>
                  </a:lnTo>
                  <a:lnTo>
                    <a:pt x="25092" y="79045"/>
                  </a:lnTo>
                  <a:lnTo>
                    <a:pt x="22367" y="83597"/>
                  </a:lnTo>
                  <a:lnTo>
                    <a:pt x="19788" y="88233"/>
                  </a:lnTo>
                  <a:lnTo>
                    <a:pt x="17358" y="92948"/>
                  </a:lnTo>
                  <a:lnTo>
                    <a:pt x="15078" y="97738"/>
                  </a:lnTo>
                  <a:lnTo>
                    <a:pt x="12952" y="102599"/>
                  </a:lnTo>
                  <a:lnTo>
                    <a:pt x="10981" y="107524"/>
                  </a:lnTo>
                  <a:lnTo>
                    <a:pt x="9167" y="112509"/>
                  </a:lnTo>
                  <a:lnTo>
                    <a:pt x="7512" y="117549"/>
                  </a:lnTo>
                  <a:lnTo>
                    <a:pt x="6018" y="122640"/>
                  </a:lnTo>
                  <a:lnTo>
                    <a:pt x="4686" y="127775"/>
                  </a:lnTo>
                  <a:lnTo>
                    <a:pt x="3518" y="132950"/>
                  </a:lnTo>
                  <a:lnTo>
                    <a:pt x="2515" y="138159"/>
                  </a:lnTo>
                  <a:lnTo>
                    <a:pt x="1677" y="143397"/>
                  </a:lnTo>
                  <a:lnTo>
                    <a:pt x="1006" y="148660"/>
                  </a:lnTo>
                  <a:lnTo>
                    <a:pt x="503" y="153941"/>
                  </a:lnTo>
                  <a:lnTo>
                    <a:pt x="167" y="159235"/>
                  </a:lnTo>
                  <a:lnTo>
                    <a:pt x="0" y="164538"/>
                  </a:lnTo>
                  <a:lnTo>
                    <a:pt x="0" y="169843"/>
                  </a:lnTo>
                  <a:lnTo>
                    <a:pt x="169" y="175145"/>
                  </a:lnTo>
                  <a:lnTo>
                    <a:pt x="507" y="180439"/>
                  </a:lnTo>
                  <a:lnTo>
                    <a:pt x="1012" y="185720"/>
                  </a:lnTo>
                  <a:lnTo>
                    <a:pt x="1684" y="190982"/>
                  </a:lnTo>
                  <a:lnTo>
                    <a:pt x="2523" y="196221"/>
                  </a:lnTo>
                  <a:lnTo>
                    <a:pt x="3528" y="201430"/>
                  </a:lnTo>
                  <a:lnTo>
                    <a:pt x="4697" y="206604"/>
                  </a:lnTo>
                  <a:lnTo>
                    <a:pt x="6031" y="211739"/>
                  </a:lnTo>
                  <a:lnTo>
                    <a:pt x="7526" y="216829"/>
                  </a:lnTo>
                  <a:lnTo>
                    <a:pt x="9182" y="221869"/>
                  </a:lnTo>
                  <a:lnTo>
                    <a:pt x="10997" y="226853"/>
                  </a:lnTo>
                  <a:lnTo>
                    <a:pt x="12970" y="231778"/>
                  </a:lnTo>
                  <a:lnTo>
                    <a:pt x="15098" y="236638"/>
                  </a:lnTo>
                  <a:lnTo>
                    <a:pt x="17379" y="241427"/>
                  </a:lnTo>
                  <a:lnTo>
                    <a:pt x="19810" y="246142"/>
                  </a:lnTo>
                  <a:lnTo>
                    <a:pt x="22391" y="250778"/>
                  </a:lnTo>
                  <a:lnTo>
                    <a:pt x="25116" y="255329"/>
                  </a:lnTo>
                  <a:lnTo>
                    <a:pt x="27985" y="259791"/>
                  </a:lnTo>
                  <a:lnTo>
                    <a:pt x="30995" y="264160"/>
                  </a:lnTo>
                  <a:lnTo>
                    <a:pt x="34141" y="268431"/>
                  </a:lnTo>
                  <a:lnTo>
                    <a:pt x="37421" y="272601"/>
                  </a:lnTo>
                  <a:lnTo>
                    <a:pt x="40832" y="276664"/>
                  </a:lnTo>
                  <a:lnTo>
                    <a:pt x="44370" y="280617"/>
                  </a:lnTo>
                  <a:lnTo>
                    <a:pt x="48031" y="284455"/>
                  </a:lnTo>
                  <a:lnTo>
                    <a:pt x="51813" y="288176"/>
                  </a:lnTo>
                  <a:lnTo>
                    <a:pt x="55711" y="291775"/>
                  </a:lnTo>
                  <a:lnTo>
                    <a:pt x="59721" y="295248"/>
                  </a:lnTo>
                  <a:lnTo>
                    <a:pt x="63839" y="298592"/>
                  </a:lnTo>
                  <a:lnTo>
                    <a:pt x="68061" y="301804"/>
                  </a:lnTo>
                  <a:lnTo>
                    <a:pt x="72383" y="304880"/>
                  </a:lnTo>
                  <a:lnTo>
                    <a:pt x="76801" y="307818"/>
                  </a:lnTo>
                  <a:lnTo>
                    <a:pt x="81309" y="310614"/>
                  </a:lnTo>
                  <a:lnTo>
                    <a:pt x="85904" y="313265"/>
                  </a:lnTo>
                  <a:lnTo>
                    <a:pt x="90581" y="315769"/>
                  </a:lnTo>
                  <a:lnTo>
                    <a:pt x="95335" y="318124"/>
                  </a:lnTo>
                  <a:lnTo>
                    <a:pt x="100161" y="320327"/>
                  </a:lnTo>
                  <a:lnTo>
                    <a:pt x="105054" y="322375"/>
                  </a:lnTo>
                  <a:lnTo>
                    <a:pt x="110011" y="324267"/>
                  </a:lnTo>
                  <a:lnTo>
                    <a:pt x="115024" y="326001"/>
                  </a:lnTo>
                  <a:lnTo>
                    <a:pt x="120090" y="327575"/>
                  </a:lnTo>
                  <a:lnTo>
                    <a:pt x="125204" y="328987"/>
                  </a:lnTo>
                  <a:lnTo>
                    <a:pt x="130360" y="330237"/>
                  </a:lnTo>
                  <a:lnTo>
                    <a:pt x="135553" y="331322"/>
                  </a:lnTo>
                  <a:lnTo>
                    <a:pt x="140777" y="332242"/>
                  </a:lnTo>
                  <a:lnTo>
                    <a:pt x="146028" y="332995"/>
                  </a:lnTo>
                  <a:lnTo>
                    <a:pt x="151301" y="333582"/>
                  </a:lnTo>
                  <a:lnTo>
                    <a:pt x="156589" y="334001"/>
                  </a:lnTo>
                  <a:lnTo>
                    <a:pt x="161888" y="334252"/>
                  </a:lnTo>
                  <a:lnTo>
                    <a:pt x="167193" y="334334"/>
                  </a:lnTo>
                  <a:lnTo>
                    <a:pt x="172497" y="334249"/>
                  </a:lnTo>
                  <a:lnTo>
                    <a:pt x="177796" y="333995"/>
                  </a:lnTo>
                  <a:lnTo>
                    <a:pt x="183084" y="333573"/>
                  </a:lnTo>
                  <a:lnTo>
                    <a:pt x="188356" y="332983"/>
                  </a:lnTo>
                  <a:lnTo>
                    <a:pt x="193607" y="332227"/>
                  </a:lnTo>
                  <a:lnTo>
                    <a:pt x="198831" y="331304"/>
                  </a:lnTo>
                  <a:lnTo>
                    <a:pt x="204024" y="330216"/>
                  </a:lnTo>
                  <a:lnTo>
                    <a:pt x="209179" y="328964"/>
                  </a:lnTo>
                  <a:lnTo>
                    <a:pt x="214291" y="327549"/>
                  </a:lnTo>
                  <a:lnTo>
                    <a:pt x="219357" y="325972"/>
                  </a:lnTo>
                  <a:lnTo>
                    <a:pt x="224369" y="324235"/>
                  </a:lnTo>
                  <a:lnTo>
                    <a:pt x="229325" y="322340"/>
                  </a:lnTo>
                  <a:lnTo>
                    <a:pt x="234217" y="320289"/>
                  </a:lnTo>
                  <a:lnTo>
                    <a:pt x="239042" y="318084"/>
                  </a:lnTo>
                  <a:lnTo>
                    <a:pt x="243794" y="315727"/>
                  </a:lnTo>
                  <a:lnTo>
                    <a:pt x="248470" y="313220"/>
                  </a:lnTo>
                  <a:lnTo>
                    <a:pt x="253063" y="310566"/>
                  </a:lnTo>
                  <a:lnTo>
                    <a:pt x="257570" y="307767"/>
                  </a:lnTo>
                  <a:lnTo>
                    <a:pt x="261986" y="304827"/>
                  </a:lnTo>
                  <a:lnTo>
                    <a:pt x="266306" y="301749"/>
                  </a:lnTo>
                  <a:lnTo>
                    <a:pt x="270527" y="298535"/>
                  </a:lnTo>
                  <a:lnTo>
                    <a:pt x="274643" y="295188"/>
                  </a:lnTo>
                  <a:lnTo>
                    <a:pt x="278651" y="291713"/>
                  </a:lnTo>
                  <a:lnTo>
                    <a:pt x="282547" y="288112"/>
                  </a:lnTo>
                  <a:lnTo>
                    <a:pt x="286326" y="284389"/>
                  </a:lnTo>
                  <a:lnTo>
                    <a:pt x="289986" y="280548"/>
                  </a:lnTo>
                  <a:lnTo>
                    <a:pt x="293522" y="276594"/>
                  </a:lnTo>
                  <a:lnTo>
                    <a:pt x="296930" y="272528"/>
                  </a:lnTo>
                  <a:lnTo>
                    <a:pt x="300208" y="268357"/>
                  </a:lnTo>
                  <a:lnTo>
                    <a:pt x="303352" y="264084"/>
                  </a:lnTo>
                  <a:lnTo>
                    <a:pt x="306359" y="259713"/>
                  </a:lnTo>
                  <a:lnTo>
                    <a:pt x="309225" y="255250"/>
                  </a:lnTo>
                  <a:lnTo>
                    <a:pt x="311949" y="250697"/>
                  </a:lnTo>
                  <a:lnTo>
                    <a:pt x="314526" y="246060"/>
                  </a:lnTo>
                  <a:lnTo>
                    <a:pt x="316955" y="241344"/>
                  </a:lnTo>
                  <a:lnTo>
                    <a:pt x="319233" y="236553"/>
                  </a:lnTo>
                  <a:lnTo>
                    <a:pt x="321359" y="231692"/>
                  </a:lnTo>
                  <a:lnTo>
                    <a:pt x="323328" y="226767"/>
                  </a:lnTo>
                  <a:lnTo>
                    <a:pt x="325141" y="221781"/>
                  </a:lnTo>
                  <a:lnTo>
                    <a:pt x="326794" y="216740"/>
                  </a:lnTo>
                  <a:lnTo>
                    <a:pt x="328287" y="211649"/>
                  </a:lnTo>
                  <a:lnTo>
                    <a:pt x="329617" y="206514"/>
                  </a:lnTo>
                  <a:lnTo>
                    <a:pt x="330784" y="201339"/>
                  </a:lnTo>
                  <a:lnTo>
                    <a:pt x="331786" y="196129"/>
                  </a:lnTo>
                  <a:lnTo>
                    <a:pt x="332622" y="190890"/>
                  </a:lnTo>
                  <a:lnTo>
                    <a:pt x="333291" y="185628"/>
                  </a:lnTo>
                  <a:lnTo>
                    <a:pt x="333793" y="180347"/>
                  </a:lnTo>
                  <a:lnTo>
                    <a:pt x="334128" y="175052"/>
                  </a:lnTo>
                  <a:lnTo>
                    <a:pt x="334294" y="169750"/>
                  </a:lnTo>
                  <a:lnTo>
                    <a:pt x="334292" y="164445"/>
                  </a:lnTo>
                  <a:lnTo>
                    <a:pt x="334121" y="159142"/>
                  </a:lnTo>
                  <a:lnTo>
                    <a:pt x="333782" y="153848"/>
                  </a:lnTo>
                  <a:lnTo>
                    <a:pt x="333276" y="148567"/>
                  </a:lnTo>
                  <a:lnTo>
                    <a:pt x="332602" y="143305"/>
                  </a:lnTo>
                  <a:lnTo>
                    <a:pt x="331761" y="138067"/>
                  </a:lnTo>
                  <a:lnTo>
                    <a:pt x="330755" y="132859"/>
                  </a:lnTo>
                  <a:lnTo>
                    <a:pt x="329584" y="127684"/>
                  </a:lnTo>
                  <a:lnTo>
                    <a:pt x="328250" y="122550"/>
                  </a:lnTo>
                  <a:lnTo>
                    <a:pt x="326753" y="117461"/>
                  </a:lnTo>
                  <a:lnTo>
                    <a:pt x="325095" y="112421"/>
                  </a:lnTo>
                  <a:lnTo>
                    <a:pt x="323279" y="107437"/>
                  </a:lnTo>
                  <a:lnTo>
                    <a:pt x="321305" y="102513"/>
                  </a:lnTo>
                  <a:lnTo>
                    <a:pt x="319175" y="97654"/>
                  </a:lnTo>
                  <a:lnTo>
                    <a:pt x="316893" y="92865"/>
                  </a:lnTo>
                  <a:lnTo>
                    <a:pt x="314460" y="88151"/>
                  </a:lnTo>
                  <a:lnTo>
                    <a:pt x="311879" y="83516"/>
                  </a:lnTo>
                  <a:lnTo>
                    <a:pt x="309152" y="78966"/>
                  </a:lnTo>
                  <a:lnTo>
                    <a:pt x="306281" y="74504"/>
                  </a:lnTo>
                  <a:lnTo>
                    <a:pt x="303271" y="70136"/>
                  </a:lnTo>
                  <a:lnTo>
                    <a:pt x="300124" y="65866"/>
                  </a:lnTo>
                  <a:lnTo>
                    <a:pt x="296842" y="61697"/>
                  </a:lnTo>
                  <a:lnTo>
                    <a:pt x="293430" y="57635"/>
                  </a:lnTo>
                  <a:lnTo>
                    <a:pt x="289891" y="53683"/>
                  </a:lnTo>
                  <a:lnTo>
                    <a:pt x="286228" y="49845"/>
                  </a:lnTo>
                  <a:lnTo>
                    <a:pt x="282446" y="46126"/>
                  </a:lnTo>
                  <a:lnTo>
                    <a:pt x="278547" y="42528"/>
                  </a:lnTo>
                  <a:lnTo>
                    <a:pt x="274536" y="39056"/>
                  </a:lnTo>
                  <a:lnTo>
                    <a:pt x="270417" y="35713"/>
                  </a:lnTo>
                  <a:lnTo>
                    <a:pt x="266194" y="32502"/>
                  </a:lnTo>
                  <a:lnTo>
                    <a:pt x="261871" y="29427"/>
                  </a:lnTo>
                  <a:lnTo>
                    <a:pt x="257453" y="26491"/>
                  </a:lnTo>
                  <a:lnTo>
                    <a:pt x="252943" y="23696"/>
                  </a:lnTo>
                  <a:lnTo>
                    <a:pt x="248348" y="21046"/>
                  </a:lnTo>
                  <a:lnTo>
                    <a:pt x="243670" y="18543"/>
                  </a:lnTo>
                  <a:lnTo>
                    <a:pt x="238916" y="16190"/>
                  </a:lnTo>
                  <a:lnTo>
                    <a:pt x="234089" y="13989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80392"/>
              <a:ext cx="66942" cy="157167"/>
            </a:xfrm>
            <a:custGeom>
              <a:avLst/>
              <a:pathLst>
                <a:path w="66942" h="157167">
                  <a:moveTo>
                    <a:pt x="66942" y="3989"/>
                  </a:moveTo>
                  <a:lnTo>
                    <a:pt x="56949" y="0"/>
                  </a:lnTo>
                  <a:lnTo>
                    <a:pt x="0" y="15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56949" cy="167167"/>
            </a:xfrm>
            <a:custGeom>
              <a:avLst/>
              <a:pathLst>
                <a:path w="56949" h="167167">
                  <a:moveTo>
                    <a:pt x="56949" y="9999"/>
                  </a:moveTo>
                  <a:lnTo>
                    <a:pt x="51452" y="8115"/>
                  </a:lnTo>
                  <a:lnTo>
                    <a:pt x="45893" y="6423"/>
                  </a:lnTo>
                  <a:lnTo>
                    <a:pt x="40279" y="4925"/>
                  </a:lnTo>
                  <a:lnTo>
                    <a:pt x="34615" y="3623"/>
                  </a:lnTo>
                  <a:lnTo>
                    <a:pt x="28910" y="2518"/>
                  </a:lnTo>
                  <a:lnTo>
                    <a:pt x="23170" y="1613"/>
                  </a:lnTo>
                  <a:lnTo>
                    <a:pt x="17402" y="908"/>
                  </a:lnTo>
                  <a:lnTo>
                    <a:pt x="11613" y="403"/>
                  </a:lnTo>
                  <a:lnTo>
                    <a:pt x="581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99" y="3707720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3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6" y="18558"/>
                  </a:lnTo>
                  <a:lnTo>
                    <a:pt x="85923" y="21060"/>
                  </a:lnTo>
                  <a:lnTo>
                    <a:pt x="81331" y="23708"/>
                  </a:lnTo>
                  <a:lnTo>
                    <a:pt x="76826" y="26501"/>
                  </a:lnTo>
                  <a:lnTo>
                    <a:pt x="72411" y="29436"/>
                  </a:lnTo>
                  <a:lnTo>
                    <a:pt x="68092" y="32509"/>
                  </a:lnTo>
                  <a:lnTo>
                    <a:pt x="63872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2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3" y="78934"/>
                  </a:lnTo>
                  <a:lnTo>
                    <a:pt x="22437" y="83480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9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2"/>
                  </a:lnTo>
                  <a:lnTo>
                    <a:pt x="1706" y="143215"/>
                  </a:lnTo>
                  <a:lnTo>
                    <a:pt x="1030" y="148473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5"/>
                  </a:lnTo>
                  <a:lnTo>
                    <a:pt x="1655" y="190764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7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3"/>
                  </a:lnTo>
                  <a:lnTo>
                    <a:pt x="19687" y="245908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30"/>
                  </a:lnTo>
                  <a:lnTo>
                    <a:pt x="33970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70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2" y="291567"/>
                  </a:lnTo>
                  <a:lnTo>
                    <a:pt x="59482" y="295045"/>
                  </a:lnTo>
                  <a:lnTo>
                    <a:pt x="63591" y="298395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4" y="310441"/>
                  </a:lnTo>
                  <a:lnTo>
                    <a:pt x="85610" y="313100"/>
                  </a:lnTo>
                  <a:lnTo>
                    <a:pt x="90278" y="315612"/>
                  </a:lnTo>
                  <a:lnTo>
                    <a:pt x="95023" y="317974"/>
                  </a:lnTo>
                  <a:lnTo>
                    <a:pt x="99841" y="320185"/>
                  </a:lnTo>
                  <a:lnTo>
                    <a:pt x="104726" y="322242"/>
                  </a:lnTo>
                  <a:lnTo>
                    <a:pt x="109675" y="324144"/>
                  </a:lnTo>
                  <a:lnTo>
                    <a:pt x="114681" y="325887"/>
                  </a:lnTo>
                  <a:lnTo>
                    <a:pt x="119739" y="327471"/>
                  </a:lnTo>
                  <a:lnTo>
                    <a:pt x="124846" y="328893"/>
                  </a:lnTo>
                  <a:lnTo>
                    <a:pt x="129995" y="330153"/>
                  </a:lnTo>
                  <a:lnTo>
                    <a:pt x="135181" y="331249"/>
                  </a:lnTo>
                  <a:lnTo>
                    <a:pt x="140400" y="332180"/>
                  </a:lnTo>
                  <a:lnTo>
                    <a:pt x="145645" y="332946"/>
                  </a:lnTo>
                  <a:lnTo>
                    <a:pt x="150912" y="333544"/>
                  </a:lnTo>
                  <a:lnTo>
                    <a:pt x="156196" y="333975"/>
                  </a:lnTo>
                  <a:lnTo>
                    <a:pt x="161490" y="334239"/>
                  </a:lnTo>
                  <a:lnTo>
                    <a:pt x="166790" y="334334"/>
                  </a:lnTo>
                  <a:lnTo>
                    <a:pt x="172090" y="334261"/>
                  </a:lnTo>
                  <a:lnTo>
                    <a:pt x="177386" y="334021"/>
                  </a:lnTo>
                  <a:lnTo>
                    <a:pt x="182671" y="333612"/>
                  </a:lnTo>
                  <a:lnTo>
                    <a:pt x="187941" y="333036"/>
                  </a:lnTo>
                  <a:lnTo>
                    <a:pt x="193189" y="332294"/>
                  </a:lnTo>
                  <a:lnTo>
                    <a:pt x="198412" y="331385"/>
                  </a:lnTo>
                  <a:lnTo>
                    <a:pt x="203603" y="330311"/>
                  </a:lnTo>
                  <a:lnTo>
                    <a:pt x="208757" y="329073"/>
                  </a:lnTo>
                  <a:lnTo>
                    <a:pt x="213870" y="327673"/>
                  </a:lnTo>
                  <a:lnTo>
                    <a:pt x="218935" y="326111"/>
                  </a:lnTo>
                  <a:lnTo>
                    <a:pt x="223949" y="324389"/>
                  </a:lnTo>
                  <a:lnTo>
                    <a:pt x="228905" y="322509"/>
                  </a:lnTo>
                  <a:lnTo>
                    <a:pt x="233799" y="320473"/>
                  </a:lnTo>
                  <a:lnTo>
                    <a:pt x="238626" y="318282"/>
                  </a:lnTo>
                  <a:lnTo>
                    <a:pt x="243382" y="315940"/>
                  </a:lnTo>
                  <a:lnTo>
                    <a:pt x="248061" y="313448"/>
                  </a:lnTo>
                  <a:lnTo>
                    <a:pt x="252658" y="310809"/>
                  </a:lnTo>
                  <a:lnTo>
                    <a:pt x="257169" y="308026"/>
                  </a:lnTo>
                  <a:lnTo>
                    <a:pt x="261590" y="305101"/>
                  </a:lnTo>
                  <a:lnTo>
                    <a:pt x="265916" y="302037"/>
                  </a:lnTo>
                  <a:lnTo>
                    <a:pt x="270143" y="298838"/>
                  </a:lnTo>
                  <a:lnTo>
                    <a:pt x="274266" y="295506"/>
                  </a:lnTo>
                  <a:lnTo>
                    <a:pt x="278281" y="292045"/>
                  </a:lnTo>
                  <a:lnTo>
                    <a:pt x="282184" y="288459"/>
                  </a:lnTo>
                  <a:lnTo>
                    <a:pt x="285972" y="284751"/>
                  </a:lnTo>
                  <a:lnTo>
                    <a:pt x="289641" y="280924"/>
                  </a:lnTo>
                  <a:lnTo>
                    <a:pt x="293186" y="276983"/>
                  </a:lnTo>
                  <a:lnTo>
                    <a:pt x="296604" y="272932"/>
                  </a:lnTo>
                  <a:lnTo>
                    <a:pt x="299893" y="268774"/>
                  </a:lnTo>
                  <a:lnTo>
                    <a:pt x="303048" y="264514"/>
                  </a:lnTo>
                  <a:lnTo>
                    <a:pt x="306066" y="260156"/>
                  </a:lnTo>
                  <a:lnTo>
                    <a:pt x="308944" y="255705"/>
                  </a:lnTo>
                  <a:lnTo>
                    <a:pt x="311680" y="251165"/>
                  </a:lnTo>
                  <a:lnTo>
                    <a:pt x="314271" y="246540"/>
                  </a:lnTo>
                  <a:lnTo>
                    <a:pt x="316713" y="241835"/>
                  </a:lnTo>
                  <a:lnTo>
                    <a:pt x="319006" y="237055"/>
                  </a:lnTo>
                  <a:lnTo>
                    <a:pt x="321145" y="232206"/>
                  </a:lnTo>
                  <a:lnTo>
                    <a:pt x="323130" y="227290"/>
                  </a:lnTo>
                  <a:lnTo>
                    <a:pt x="324958" y="222314"/>
                  </a:lnTo>
                  <a:lnTo>
                    <a:pt x="326627" y="217283"/>
                  </a:lnTo>
                  <a:lnTo>
                    <a:pt x="328136" y="212201"/>
                  </a:lnTo>
                  <a:lnTo>
                    <a:pt x="329483" y="207074"/>
                  </a:lnTo>
                  <a:lnTo>
                    <a:pt x="330666" y="201907"/>
                  </a:lnTo>
                  <a:lnTo>
                    <a:pt x="331686" y="196705"/>
                  </a:lnTo>
                  <a:lnTo>
                    <a:pt x="332540" y="191474"/>
                  </a:lnTo>
                  <a:lnTo>
                    <a:pt x="333227" y="186218"/>
                  </a:lnTo>
                  <a:lnTo>
                    <a:pt x="333748" y="180942"/>
                  </a:lnTo>
                  <a:lnTo>
                    <a:pt x="334101" y="175653"/>
                  </a:lnTo>
                  <a:lnTo>
                    <a:pt x="334286" y="170355"/>
                  </a:lnTo>
                  <a:lnTo>
                    <a:pt x="334303" y="165055"/>
                  </a:lnTo>
                  <a:lnTo>
                    <a:pt x="334152" y="159756"/>
                  </a:lnTo>
                  <a:lnTo>
                    <a:pt x="333833" y="154464"/>
                  </a:lnTo>
                  <a:lnTo>
                    <a:pt x="333346" y="149186"/>
                  </a:lnTo>
                  <a:lnTo>
                    <a:pt x="332693" y="143925"/>
                  </a:lnTo>
                  <a:lnTo>
                    <a:pt x="331872" y="138688"/>
                  </a:lnTo>
                  <a:lnTo>
                    <a:pt x="330887" y="133480"/>
                  </a:lnTo>
                  <a:lnTo>
                    <a:pt x="329736" y="128305"/>
                  </a:lnTo>
                  <a:lnTo>
                    <a:pt x="328422" y="123170"/>
                  </a:lnTo>
                  <a:lnTo>
                    <a:pt x="326946" y="118079"/>
                  </a:lnTo>
                  <a:lnTo>
                    <a:pt x="325310" y="113037"/>
                  </a:lnTo>
                  <a:lnTo>
                    <a:pt x="323514" y="108049"/>
                  </a:lnTo>
                  <a:lnTo>
                    <a:pt x="321561" y="103121"/>
                  </a:lnTo>
                  <a:lnTo>
                    <a:pt x="319452" y="98257"/>
                  </a:lnTo>
                  <a:lnTo>
                    <a:pt x="317191" y="93463"/>
                  </a:lnTo>
                  <a:lnTo>
                    <a:pt x="314779" y="88743"/>
                  </a:lnTo>
                  <a:lnTo>
                    <a:pt x="312218" y="84102"/>
                  </a:lnTo>
                  <a:lnTo>
                    <a:pt x="309511" y="79544"/>
                  </a:lnTo>
                  <a:lnTo>
                    <a:pt x="306662" y="75074"/>
                  </a:lnTo>
                  <a:lnTo>
                    <a:pt x="303671" y="70697"/>
                  </a:lnTo>
                  <a:lnTo>
                    <a:pt x="300544" y="66417"/>
                  </a:lnTo>
                  <a:lnTo>
                    <a:pt x="297283" y="62238"/>
                  </a:lnTo>
                  <a:lnTo>
                    <a:pt x="293890" y="58165"/>
                  </a:lnTo>
                  <a:lnTo>
                    <a:pt x="290371" y="54201"/>
                  </a:lnTo>
                  <a:lnTo>
                    <a:pt x="286727" y="50351"/>
                  </a:lnTo>
                  <a:lnTo>
                    <a:pt x="282963" y="46618"/>
                  </a:lnTo>
                  <a:lnTo>
                    <a:pt x="279083" y="43007"/>
                  </a:lnTo>
                  <a:lnTo>
                    <a:pt x="275090" y="39520"/>
                  </a:lnTo>
                  <a:lnTo>
                    <a:pt x="270988" y="36162"/>
                  </a:lnTo>
                  <a:lnTo>
                    <a:pt x="266782" y="32935"/>
                  </a:lnTo>
                  <a:lnTo>
                    <a:pt x="262476" y="29844"/>
                  </a:lnTo>
                  <a:lnTo>
                    <a:pt x="258074" y="26890"/>
                  </a:lnTo>
                  <a:lnTo>
                    <a:pt x="253581" y="24078"/>
                  </a:lnTo>
                  <a:lnTo>
                    <a:pt x="249001" y="21410"/>
                  </a:lnTo>
                  <a:lnTo>
                    <a:pt x="244338" y="18888"/>
                  </a:lnTo>
                  <a:lnTo>
                    <a:pt x="239598" y="16515"/>
                  </a:lnTo>
                  <a:lnTo>
                    <a:pt x="234785" y="14293"/>
                  </a:lnTo>
                  <a:lnTo>
                    <a:pt x="229904" y="12226"/>
                  </a:lnTo>
                  <a:lnTo>
                    <a:pt x="224960" y="10314"/>
                  </a:lnTo>
                  <a:lnTo>
                    <a:pt x="219957" y="8560"/>
                  </a:lnTo>
                  <a:lnTo>
                    <a:pt x="214902" y="6965"/>
                  </a:lnTo>
                  <a:lnTo>
                    <a:pt x="209798" y="5532"/>
                  </a:lnTo>
                  <a:lnTo>
                    <a:pt x="204652" y="4261"/>
                  </a:lnTo>
                  <a:lnTo>
                    <a:pt x="199468" y="3154"/>
                  </a:lnTo>
                  <a:lnTo>
                    <a:pt x="194252" y="2211"/>
                  </a:lnTo>
                  <a:lnTo>
                    <a:pt x="189008" y="1435"/>
                  </a:lnTo>
                  <a:lnTo>
                    <a:pt x="183742" y="825"/>
                  </a:lnTo>
                  <a:lnTo>
                    <a:pt x="178460" y="383"/>
                  </a:lnTo>
                  <a:lnTo>
                    <a:pt x="173166" y="108"/>
                  </a:lnTo>
                  <a:lnTo>
                    <a:pt x="167866" y="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38" y="4213821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3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6" y="18558"/>
                  </a:lnTo>
                  <a:lnTo>
                    <a:pt x="85923" y="21060"/>
                  </a:lnTo>
                  <a:lnTo>
                    <a:pt x="81331" y="23708"/>
                  </a:lnTo>
                  <a:lnTo>
                    <a:pt x="76826" y="26501"/>
                  </a:lnTo>
                  <a:lnTo>
                    <a:pt x="72411" y="29436"/>
                  </a:lnTo>
                  <a:lnTo>
                    <a:pt x="68092" y="32509"/>
                  </a:lnTo>
                  <a:lnTo>
                    <a:pt x="63872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2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3" y="78934"/>
                  </a:lnTo>
                  <a:lnTo>
                    <a:pt x="22437" y="83480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9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2"/>
                  </a:lnTo>
                  <a:lnTo>
                    <a:pt x="1706" y="143215"/>
                  </a:lnTo>
                  <a:lnTo>
                    <a:pt x="1030" y="148473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5"/>
                  </a:lnTo>
                  <a:lnTo>
                    <a:pt x="1655" y="190764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7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3"/>
                  </a:lnTo>
                  <a:lnTo>
                    <a:pt x="19687" y="245908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30"/>
                  </a:lnTo>
                  <a:lnTo>
                    <a:pt x="33970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70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2" y="291567"/>
                  </a:lnTo>
                  <a:lnTo>
                    <a:pt x="59482" y="295045"/>
                  </a:lnTo>
                  <a:lnTo>
                    <a:pt x="63591" y="298395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4" y="310441"/>
                  </a:lnTo>
                  <a:lnTo>
                    <a:pt x="85610" y="313100"/>
                  </a:lnTo>
                  <a:lnTo>
                    <a:pt x="90278" y="315612"/>
                  </a:lnTo>
                  <a:lnTo>
                    <a:pt x="95023" y="317974"/>
                  </a:lnTo>
                  <a:lnTo>
                    <a:pt x="99841" y="320185"/>
                  </a:lnTo>
                  <a:lnTo>
                    <a:pt x="104726" y="322242"/>
                  </a:lnTo>
                  <a:lnTo>
                    <a:pt x="109675" y="324144"/>
                  </a:lnTo>
                  <a:lnTo>
                    <a:pt x="114681" y="325887"/>
                  </a:lnTo>
                  <a:lnTo>
                    <a:pt x="119739" y="327471"/>
                  </a:lnTo>
                  <a:lnTo>
                    <a:pt x="124846" y="328893"/>
                  </a:lnTo>
                  <a:lnTo>
                    <a:pt x="129995" y="330153"/>
                  </a:lnTo>
                  <a:lnTo>
                    <a:pt x="135181" y="331249"/>
                  </a:lnTo>
                  <a:lnTo>
                    <a:pt x="140400" y="332180"/>
                  </a:lnTo>
                  <a:lnTo>
                    <a:pt x="145645" y="332946"/>
                  </a:lnTo>
                  <a:lnTo>
                    <a:pt x="150912" y="333544"/>
                  </a:lnTo>
                  <a:lnTo>
                    <a:pt x="156196" y="333975"/>
                  </a:lnTo>
                  <a:lnTo>
                    <a:pt x="161490" y="334239"/>
                  </a:lnTo>
                  <a:lnTo>
                    <a:pt x="166790" y="334334"/>
                  </a:lnTo>
                  <a:lnTo>
                    <a:pt x="172090" y="334261"/>
                  </a:lnTo>
                  <a:lnTo>
                    <a:pt x="177386" y="334021"/>
                  </a:lnTo>
                  <a:lnTo>
                    <a:pt x="182671" y="333612"/>
                  </a:lnTo>
                  <a:lnTo>
                    <a:pt x="187941" y="333036"/>
                  </a:lnTo>
                  <a:lnTo>
                    <a:pt x="193189" y="332294"/>
                  </a:lnTo>
                  <a:lnTo>
                    <a:pt x="198412" y="331385"/>
                  </a:lnTo>
                  <a:lnTo>
                    <a:pt x="203603" y="330311"/>
                  </a:lnTo>
                  <a:lnTo>
                    <a:pt x="208757" y="329073"/>
                  </a:lnTo>
                  <a:lnTo>
                    <a:pt x="213870" y="327673"/>
                  </a:lnTo>
                  <a:lnTo>
                    <a:pt x="218935" y="326111"/>
                  </a:lnTo>
                  <a:lnTo>
                    <a:pt x="223949" y="324389"/>
                  </a:lnTo>
                  <a:lnTo>
                    <a:pt x="228905" y="322509"/>
                  </a:lnTo>
                  <a:lnTo>
                    <a:pt x="233799" y="320473"/>
                  </a:lnTo>
                  <a:lnTo>
                    <a:pt x="238626" y="318282"/>
                  </a:lnTo>
                  <a:lnTo>
                    <a:pt x="243382" y="315940"/>
                  </a:lnTo>
                  <a:lnTo>
                    <a:pt x="248061" y="313448"/>
                  </a:lnTo>
                  <a:lnTo>
                    <a:pt x="252658" y="310809"/>
                  </a:lnTo>
                  <a:lnTo>
                    <a:pt x="257169" y="308026"/>
                  </a:lnTo>
                  <a:lnTo>
                    <a:pt x="261590" y="305101"/>
                  </a:lnTo>
                  <a:lnTo>
                    <a:pt x="265916" y="302037"/>
                  </a:lnTo>
                  <a:lnTo>
                    <a:pt x="270143" y="298838"/>
                  </a:lnTo>
                  <a:lnTo>
                    <a:pt x="274266" y="295506"/>
                  </a:lnTo>
                  <a:lnTo>
                    <a:pt x="278281" y="292045"/>
                  </a:lnTo>
                  <a:lnTo>
                    <a:pt x="282184" y="288459"/>
                  </a:lnTo>
                  <a:lnTo>
                    <a:pt x="285972" y="284751"/>
                  </a:lnTo>
                  <a:lnTo>
                    <a:pt x="289641" y="280924"/>
                  </a:lnTo>
                  <a:lnTo>
                    <a:pt x="293186" y="276983"/>
                  </a:lnTo>
                  <a:lnTo>
                    <a:pt x="296604" y="272932"/>
                  </a:lnTo>
                  <a:lnTo>
                    <a:pt x="299893" y="268774"/>
                  </a:lnTo>
                  <a:lnTo>
                    <a:pt x="303048" y="264514"/>
                  </a:lnTo>
                  <a:lnTo>
                    <a:pt x="306066" y="260156"/>
                  </a:lnTo>
                  <a:lnTo>
                    <a:pt x="308944" y="255705"/>
                  </a:lnTo>
                  <a:lnTo>
                    <a:pt x="311680" y="251165"/>
                  </a:lnTo>
                  <a:lnTo>
                    <a:pt x="314271" y="246540"/>
                  </a:lnTo>
                  <a:lnTo>
                    <a:pt x="316713" y="241835"/>
                  </a:lnTo>
                  <a:lnTo>
                    <a:pt x="319006" y="237055"/>
                  </a:lnTo>
                  <a:lnTo>
                    <a:pt x="321145" y="232206"/>
                  </a:lnTo>
                  <a:lnTo>
                    <a:pt x="323130" y="227290"/>
                  </a:lnTo>
                  <a:lnTo>
                    <a:pt x="324958" y="222314"/>
                  </a:lnTo>
                  <a:lnTo>
                    <a:pt x="326627" y="217283"/>
                  </a:lnTo>
                  <a:lnTo>
                    <a:pt x="328136" y="212201"/>
                  </a:lnTo>
                  <a:lnTo>
                    <a:pt x="329483" y="207074"/>
                  </a:lnTo>
                  <a:lnTo>
                    <a:pt x="330666" y="201907"/>
                  </a:lnTo>
                  <a:lnTo>
                    <a:pt x="331686" y="196705"/>
                  </a:lnTo>
                  <a:lnTo>
                    <a:pt x="332540" y="191474"/>
                  </a:lnTo>
                  <a:lnTo>
                    <a:pt x="333227" y="186218"/>
                  </a:lnTo>
                  <a:lnTo>
                    <a:pt x="333748" y="180942"/>
                  </a:lnTo>
                  <a:lnTo>
                    <a:pt x="334101" y="175653"/>
                  </a:lnTo>
                  <a:lnTo>
                    <a:pt x="334286" y="170355"/>
                  </a:lnTo>
                  <a:lnTo>
                    <a:pt x="334303" y="165055"/>
                  </a:lnTo>
                  <a:lnTo>
                    <a:pt x="334152" y="159756"/>
                  </a:lnTo>
                  <a:lnTo>
                    <a:pt x="333833" y="154464"/>
                  </a:lnTo>
                  <a:lnTo>
                    <a:pt x="333346" y="149186"/>
                  </a:lnTo>
                  <a:lnTo>
                    <a:pt x="332693" y="143925"/>
                  </a:lnTo>
                  <a:lnTo>
                    <a:pt x="331872" y="138688"/>
                  </a:lnTo>
                  <a:lnTo>
                    <a:pt x="330887" y="133480"/>
                  </a:lnTo>
                  <a:lnTo>
                    <a:pt x="329736" y="128305"/>
                  </a:lnTo>
                  <a:lnTo>
                    <a:pt x="328422" y="123170"/>
                  </a:lnTo>
                  <a:lnTo>
                    <a:pt x="326946" y="118079"/>
                  </a:lnTo>
                  <a:lnTo>
                    <a:pt x="325310" y="113037"/>
                  </a:lnTo>
                  <a:lnTo>
                    <a:pt x="323514" y="108049"/>
                  </a:lnTo>
                  <a:lnTo>
                    <a:pt x="321561" y="103121"/>
                  </a:lnTo>
                  <a:lnTo>
                    <a:pt x="319452" y="98257"/>
                  </a:lnTo>
                  <a:lnTo>
                    <a:pt x="317191" y="93463"/>
                  </a:lnTo>
                  <a:lnTo>
                    <a:pt x="314779" y="88743"/>
                  </a:lnTo>
                  <a:lnTo>
                    <a:pt x="312218" y="84102"/>
                  </a:lnTo>
                  <a:lnTo>
                    <a:pt x="309511" y="79544"/>
                  </a:lnTo>
                  <a:lnTo>
                    <a:pt x="306662" y="75074"/>
                  </a:lnTo>
                  <a:lnTo>
                    <a:pt x="303671" y="70697"/>
                  </a:lnTo>
                  <a:lnTo>
                    <a:pt x="300544" y="66417"/>
                  </a:lnTo>
                  <a:lnTo>
                    <a:pt x="297283" y="62238"/>
                  </a:lnTo>
                  <a:lnTo>
                    <a:pt x="293890" y="58165"/>
                  </a:lnTo>
                  <a:lnTo>
                    <a:pt x="290371" y="54201"/>
                  </a:lnTo>
                  <a:lnTo>
                    <a:pt x="286727" y="50351"/>
                  </a:lnTo>
                  <a:lnTo>
                    <a:pt x="282963" y="46618"/>
                  </a:lnTo>
                  <a:lnTo>
                    <a:pt x="279083" y="43007"/>
                  </a:lnTo>
                  <a:lnTo>
                    <a:pt x="275090" y="39520"/>
                  </a:lnTo>
                  <a:lnTo>
                    <a:pt x="270988" y="36162"/>
                  </a:lnTo>
                  <a:lnTo>
                    <a:pt x="266782" y="32935"/>
                  </a:lnTo>
                  <a:lnTo>
                    <a:pt x="262476" y="29844"/>
                  </a:lnTo>
                  <a:lnTo>
                    <a:pt x="258074" y="26890"/>
                  </a:lnTo>
                  <a:lnTo>
                    <a:pt x="253581" y="24078"/>
                  </a:lnTo>
                  <a:lnTo>
                    <a:pt x="249001" y="21410"/>
                  </a:lnTo>
                  <a:lnTo>
                    <a:pt x="244338" y="18888"/>
                  </a:lnTo>
                  <a:lnTo>
                    <a:pt x="239598" y="16515"/>
                  </a:lnTo>
                  <a:lnTo>
                    <a:pt x="234785" y="14293"/>
                  </a:lnTo>
                  <a:lnTo>
                    <a:pt x="229904" y="12226"/>
                  </a:lnTo>
                  <a:lnTo>
                    <a:pt x="224960" y="10314"/>
                  </a:lnTo>
                  <a:lnTo>
                    <a:pt x="219957" y="8560"/>
                  </a:lnTo>
                  <a:lnTo>
                    <a:pt x="214902" y="6965"/>
                  </a:lnTo>
                  <a:lnTo>
                    <a:pt x="209798" y="5532"/>
                  </a:lnTo>
                  <a:lnTo>
                    <a:pt x="204652" y="4261"/>
                  </a:lnTo>
                  <a:lnTo>
                    <a:pt x="199468" y="3154"/>
                  </a:lnTo>
                  <a:lnTo>
                    <a:pt x="194252" y="2211"/>
                  </a:lnTo>
                  <a:lnTo>
                    <a:pt x="189008" y="1435"/>
                  </a:lnTo>
                  <a:lnTo>
                    <a:pt x="183742" y="825"/>
                  </a:lnTo>
                  <a:lnTo>
                    <a:pt x="178460" y="383"/>
                  </a:lnTo>
                  <a:lnTo>
                    <a:pt x="173166" y="108"/>
                  </a:lnTo>
                  <a:lnTo>
                    <a:pt x="167866" y="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367" y="4659281"/>
              <a:ext cx="167157" cy="170754"/>
            </a:xfrm>
            <a:custGeom>
              <a:avLst/>
              <a:pathLst>
                <a:path w="167157" h="170754">
                  <a:moveTo>
                    <a:pt x="167157" y="0"/>
                  </a:moveTo>
                  <a:lnTo>
                    <a:pt x="161726" y="88"/>
                  </a:lnTo>
                  <a:lnTo>
                    <a:pt x="156300" y="352"/>
                  </a:lnTo>
                  <a:lnTo>
                    <a:pt x="150886" y="793"/>
                  </a:lnTo>
                  <a:lnTo>
                    <a:pt x="145489" y="1410"/>
                  </a:lnTo>
                  <a:lnTo>
                    <a:pt x="140116" y="2201"/>
                  </a:lnTo>
                  <a:lnTo>
                    <a:pt x="134770" y="3167"/>
                  </a:lnTo>
                  <a:lnTo>
                    <a:pt x="129459" y="4306"/>
                  </a:lnTo>
                  <a:lnTo>
                    <a:pt x="124188" y="5616"/>
                  </a:lnTo>
                  <a:lnTo>
                    <a:pt x="118962" y="7098"/>
                  </a:lnTo>
                  <a:lnTo>
                    <a:pt x="113787" y="8748"/>
                  </a:lnTo>
                  <a:lnTo>
                    <a:pt x="108668" y="10566"/>
                  </a:lnTo>
                  <a:lnTo>
                    <a:pt x="103611" y="12548"/>
                  </a:lnTo>
                  <a:lnTo>
                    <a:pt x="98621" y="14695"/>
                  </a:lnTo>
                  <a:lnTo>
                    <a:pt x="93703" y="17002"/>
                  </a:lnTo>
                  <a:lnTo>
                    <a:pt x="88863" y="19468"/>
                  </a:lnTo>
                  <a:lnTo>
                    <a:pt x="84106" y="22089"/>
                  </a:lnTo>
                  <a:lnTo>
                    <a:pt x="79437" y="24864"/>
                  </a:lnTo>
                  <a:lnTo>
                    <a:pt x="74860" y="27789"/>
                  </a:lnTo>
                  <a:lnTo>
                    <a:pt x="70380" y="30861"/>
                  </a:lnTo>
                  <a:lnTo>
                    <a:pt x="66003" y="34078"/>
                  </a:lnTo>
                  <a:lnTo>
                    <a:pt x="61732" y="37434"/>
                  </a:lnTo>
                  <a:lnTo>
                    <a:pt x="57573" y="40928"/>
                  </a:lnTo>
                  <a:lnTo>
                    <a:pt x="53529" y="44555"/>
                  </a:lnTo>
                  <a:lnTo>
                    <a:pt x="49606" y="48311"/>
                  </a:lnTo>
                  <a:lnTo>
                    <a:pt x="45806" y="52193"/>
                  </a:lnTo>
                  <a:lnTo>
                    <a:pt x="42135" y="56196"/>
                  </a:lnTo>
                  <a:lnTo>
                    <a:pt x="38595" y="60317"/>
                  </a:lnTo>
                  <a:lnTo>
                    <a:pt x="35192" y="64550"/>
                  </a:lnTo>
                  <a:lnTo>
                    <a:pt x="31928" y="68892"/>
                  </a:lnTo>
                  <a:lnTo>
                    <a:pt x="28806" y="73337"/>
                  </a:lnTo>
                  <a:lnTo>
                    <a:pt x="25831" y="77882"/>
                  </a:lnTo>
                  <a:lnTo>
                    <a:pt x="23004" y="82520"/>
                  </a:lnTo>
                  <a:lnTo>
                    <a:pt x="20330" y="87248"/>
                  </a:lnTo>
                  <a:lnTo>
                    <a:pt x="17811" y="92061"/>
                  </a:lnTo>
                  <a:lnTo>
                    <a:pt x="15450" y="96953"/>
                  </a:lnTo>
                  <a:lnTo>
                    <a:pt x="13249" y="101919"/>
                  </a:lnTo>
                  <a:lnTo>
                    <a:pt x="11210" y="106953"/>
                  </a:lnTo>
                  <a:lnTo>
                    <a:pt x="9336" y="112052"/>
                  </a:lnTo>
                  <a:lnTo>
                    <a:pt x="7629" y="117208"/>
                  </a:lnTo>
                  <a:lnTo>
                    <a:pt x="6090" y="122418"/>
                  </a:lnTo>
                  <a:lnTo>
                    <a:pt x="4721" y="127674"/>
                  </a:lnTo>
                  <a:lnTo>
                    <a:pt x="3524" y="132972"/>
                  </a:lnTo>
                  <a:lnTo>
                    <a:pt x="2499" y="138307"/>
                  </a:lnTo>
                  <a:lnTo>
                    <a:pt x="1649" y="143672"/>
                  </a:lnTo>
                  <a:lnTo>
                    <a:pt x="973" y="149061"/>
                  </a:lnTo>
                  <a:lnTo>
                    <a:pt x="472" y="154470"/>
                  </a:lnTo>
                  <a:lnTo>
                    <a:pt x="148" y="159892"/>
                  </a:lnTo>
                  <a:lnTo>
                    <a:pt x="0" y="165322"/>
                  </a:lnTo>
                  <a:lnTo>
                    <a:pt x="28" y="17075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96" y="4826449"/>
              <a:ext cx="167128" cy="3586"/>
            </a:xfrm>
            <a:custGeom>
              <a:avLst/>
              <a:pathLst>
                <a:path w="167128" h="3586">
                  <a:moveTo>
                    <a:pt x="0" y="3586"/>
                  </a:moveTo>
                  <a:lnTo>
                    <a:pt x="1671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396" y="4826449"/>
              <a:ext cx="167128" cy="3586"/>
            </a:xfrm>
            <a:custGeom>
              <a:avLst/>
              <a:pathLst>
                <a:path w="167128" h="3586">
                  <a:moveTo>
                    <a:pt x="0" y="3586"/>
                  </a:moveTo>
                  <a:lnTo>
                    <a:pt x="1671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396" y="4826449"/>
              <a:ext cx="167128" cy="3586"/>
            </a:xfrm>
            <a:custGeom>
              <a:avLst/>
              <a:pathLst>
                <a:path w="167128" h="3586">
                  <a:moveTo>
                    <a:pt x="0" y="3586"/>
                  </a:moveTo>
                  <a:lnTo>
                    <a:pt x="16712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396" y="4826449"/>
              <a:ext cx="167128" cy="3586"/>
            </a:xfrm>
            <a:custGeom>
              <a:avLst/>
              <a:pathLst>
                <a:path w="167128" h="3586">
                  <a:moveTo>
                    <a:pt x="0" y="3586"/>
                  </a:moveTo>
                  <a:lnTo>
                    <a:pt x="1671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396" y="4826449"/>
              <a:ext cx="167128" cy="3586"/>
            </a:xfrm>
            <a:custGeom>
              <a:avLst/>
              <a:pathLst>
                <a:path w="167128" h="3586">
                  <a:moveTo>
                    <a:pt x="0" y="3586"/>
                  </a:moveTo>
                  <a:lnTo>
                    <a:pt x="1671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396" y="4826449"/>
              <a:ext cx="167128" cy="3586"/>
            </a:xfrm>
            <a:custGeom>
              <a:avLst/>
              <a:pathLst>
                <a:path w="167128" h="3586">
                  <a:moveTo>
                    <a:pt x="0" y="3586"/>
                  </a:moveTo>
                  <a:lnTo>
                    <a:pt x="1671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19396" y="4826449"/>
              <a:ext cx="167128" cy="3586"/>
            </a:xfrm>
            <a:custGeom>
              <a:avLst/>
              <a:pathLst>
                <a:path w="167128" h="3586">
                  <a:moveTo>
                    <a:pt x="0" y="3586"/>
                  </a:moveTo>
                  <a:lnTo>
                    <a:pt x="1671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19396" y="4826449"/>
              <a:ext cx="167128" cy="3586"/>
            </a:xfrm>
            <a:custGeom>
              <a:avLst/>
              <a:pathLst>
                <a:path w="167128" h="3586">
                  <a:moveTo>
                    <a:pt x="0" y="3586"/>
                  </a:moveTo>
                  <a:lnTo>
                    <a:pt x="16712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19396" y="4826449"/>
              <a:ext cx="167128" cy="3586"/>
            </a:xfrm>
            <a:custGeom>
              <a:avLst/>
              <a:pathLst>
                <a:path w="167128" h="3586">
                  <a:moveTo>
                    <a:pt x="0" y="3586"/>
                  </a:moveTo>
                  <a:lnTo>
                    <a:pt x="16712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396" y="4826449"/>
              <a:ext cx="167128" cy="19327"/>
            </a:xfrm>
            <a:custGeom>
              <a:avLst/>
              <a:pathLst>
                <a:path w="167128" h="19327">
                  <a:moveTo>
                    <a:pt x="0" y="3586"/>
                  </a:moveTo>
                  <a:lnTo>
                    <a:pt x="355" y="11470"/>
                  </a:lnTo>
                  <a:lnTo>
                    <a:pt x="1082" y="19327"/>
                  </a:lnTo>
                  <a:lnTo>
                    <a:pt x="1671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0478" y="4659281"/>
              <a:ext cx="333196" cy="334333"/>
            </a:xfrm>
            <a:custGeom>
              <a:avLst/>
              <a:pathLst>
                <a:path w="333196" h="334333">
                  <a:moveTo>
                    <a:pt x="0" y="186495"/>
                  </a:moveTo>
                  <a:lnTo>
                    <a:pt x="696" y="191748"/>
                  </a:lnTo>
                  <a:lnTo>
                    <a:pt x="1558" y="196976"/>
                  </a:lnTo>
                  <a:lnTo>
                    <a:pt x="2585" y="202175"/>
                  </a:lnTo>
                  <a:lnTo>
                    <a:pt x="3777" y="207338"/>
                  </a:lnTo>
                  <a:lnTo>
                    <a:pt x="5132" y="212461"/>
                  </a:lnTo>
                  <a:lnTo>
                    <a:pt x="6648" y="217538"/>
                  </a:lnTo>
                  <a:lnTo>
                    <a:pt x="8325" y="222565"/>
                  </a:lnTo>
                  <a:lnTo>
                    <a:pt x="10160" y="227536"/>
                  </a:lnTo>
                  <a:lnTo>
                    <a:pt x="12151" y="232447"/>
                  </a:lnTo>
                  <a:lnTo>
                    <a:pt x="14298" y="237291"/>
                  </a:lnTo>
                  <a:lnTo>
                    <a:pt x="16596" y="242066"/>
                  </a:lnTo>
                  <a:lnTo>
                    <a:pt x="19045" y="246765"/>
                  </a:lnTo>
                  <a:lnTo>
                    <a:pt x="21642" y="251384"/>
                  </a:lnTo>
                  <a:lnTo>
                    <a:pt x="24384" y="255919"/>
                  </a:lnTo>
                  <a:lnTo>
                    <a:pt x="27268" y="260364"/>
                  </a:lnTo>
                  <a:lnTo>
                    <a:pt x="30292" y="264716"/>
                  </a:lnTo>
                  <a:lnTo>
                    <a:pt x="33452" y="268969"/>
                  </a:lnTo>
                  <a:lnTo>
                    <a:pt x="36745" y="273121"/>
                  </a:lnTo>
                  <a:lnTo>
                    <a:pt x="40168" y="277166"/>
                  </a:lnTo>
                  <a:lnTo>
                    <a:pt x="43718" y="281100"/>
                  </a:lnTo>
                  <a:lnTo>
                    <a:pt x="47390" y="284920"/>
                  </a:lnTo>
                  <a:lnTo>
                    <a:pt x="51182" y="288622"/>
                  </a:lnTo>
                  <a:lnTo>
                    <a:pt x="55089" y="292201"/>
                  </a:lnTo>
                  <a:lnTo>
                    <a:pt x="59108" y="295655"/>
                  </a:lnTo>
                  <a:lnTo>
                    <a:pt x="63234" y="298980"/>
                  </a:lnTo>
                  <a:lnTo>
                    <a:pt x="67463" y="302172"/>
                  </a:lnTo>
                  <a:lnTo>
                    <a:pt x="71792" y="305229"/>
                  </a:lnTo>
                  <a:lnTo>
                    <a:pt x="76215" y="308147"/>
                  </a:lnTo>
                  <a:lnTo>
                    <a:pt x="80728" y="310923"/>
                  </a:lnTo>
                  <a:lnTo>
                    <a:pt x="85328" y="313555"/>
                  </a:lnTo>
                  <a:lnTo>
                    <a:pt x="90008" y="316040"/>
                  </a:lnTo>
                  <a:lnTo>
                    <a:pt x="94765" y="318375"/>
                  </a:lnTo>
                  <a:lnTo>
                    <a:pt x="99593" y="320559"/>
                  </a:lnTo>
                  <a:lnTo>
                    <a:pt x="104488" y="322588"/>
                  </a:lnTo>
                  <a:lnTo>
                    <a:pt x="109445" y="324461"/>
                  </a:lnTo>
                  <a:lnTo>
                    <a:pt x="114459" y="326176"/>
                  </a:lnTo>
                  <a:lnTo>
                    <a:pt x="119525" y="327731"/>
                  </a:lnTo>
                  <a:lnTo>
                    <a:pt x="124637" y="329125"/>
                  </a:lnTo>
                  <a:lnTo>
                    <a:pt x="129791" y="330356"/>
                  </a:lnTo>
                  <a:lnTo>
                    <a:pt x="134981" y="331423"/>
                  </a:lnTo>
                  <a:lnTo>
                    <a:pt x="140203" y="332325"/>
                  </a:lnTo>
                  <a:lnTo>
                    <a:pt x="145451" y="333061"/>
                  </a:lnTo>
                  <a:lnTo>
                    <a:pt x="150719" y="333630"/>
                  </a:lnTo>
                  <a:lnTo>
                    <a:pt x="156003" y="334032"/>
                  </a:lnTo>
                  <a:lnTo>
                    <a:pt x="161296" y="334267"/>
                  </a:lnTo>
                  <a:lnTo>
                    <a:pt x="166595" y="334333"/>
                  </a:lnTo>
                  <a:lnTo>
                    <a:pt x="171893" y="334232"/>
                  </a:lnTo>
                  <a:lnTo>
                    <a:pt x="177185" y="333963"/>
                  </a:lnTo>
                  <a:lnTo>
                    <a:pt x="182466" y="333526"/>
                  </a:lnTo>
                  <a:lnTo>
                    <a:pt x="187731" y="332922"/>
                  </a:lnTo>
                  <a:lnTo>
                    <a:pt x="192973" y="332151"/>
                  </a:lnTo>
                  <a:lnTo>
                    <a:pt x="198189" y="331215"/>
                  </a:lnTo>
                  <a:lnTo>
                    <a:pt x="203372" y="330114"/>
                  </a:lnTo>
                  <a:lnTo>
                    <a:pt x="208518" y="328849"/>
                  </a:lnTo>
                  <a:lnTo>
                    <a:pt x="213621" y="327422"/>
                  </a:lnTo>
                  <a:lnTo>
                    <a:pt x="218677" y="325833"/>
                  </a:lnTo>
                  <a:lnTo>
                    <a:pt x="223679" y="324085"/>
                  </a:lnTo>
                  <a:lnTo>
                    <a:pt x="228624" y="322180"/>
                  </a:lnTo>
                  <a:lnTo>
                    <a:pt x="233505" y="320119"/>
                  </a:lnTo>
                  <a:lnTo>
                    <a:pt x="238319" y="317904"/>
                  </a:lnTo>
                  <a:lnTo>
                    <a:pt x="243060" y="315537"/>
                  </a:lnTo>
                  <a:lnTo>
                    <a:pt x="247724" y="313022"/>
                  </a:lnTo>
                  <a:lnTo>
                    <a:pt x="252306" y="310360"/>
                  </a:lnTo>
                  <a:lnTo>
                    <a:pt x="256801" y="307554"/>
                  </a:lnTo>
                  <a:lnTo>
                    <a:pt x="261205" y="304607"/>
                  </a:lnTo>
                  <a:lnTo>
                    <a:pt x="265513" y="301522"/>
                  </a:lnTo>
                  <a:lnTo>
                    <a:pt x="269722" y="298301"/>
                  </a:lnTo>
                  <a:lnTo>
                    <a:pt x="273826" y="294950"/>
                  </a:lnTo>
                  <a:lnTo>
                    <a:pt x="277822" y="291469"/>
                  </a:lnTo>
                  <a:lnTo>
                    <a:pt x="281705" y="287864"/>
                  </a:lnTo>
                  <a:lnTo>
                    <a:pt x="285473" y="284138"/>
                  </a:lnTo>
                  <a:lnTo>
                    <a:pt x="289120" y="280294"/>
                  </a:lnTo>
                  <a:lnTo>
                    <a:pt x="292644" y="276336"/>
                  </a:lnTo>
                  <a:lnTo>
                    <a:pt x="296040" y="272269"/>
                  </a:lnTo>
                  <a:lnTo>
                    <a:pt x="299306" y="268096"/>
                  </a:lnTo>
                  <a:lnTo>
                    <a:pt x="302438" y="263822"/>
                  </a:lnTo>
                  <a:lnTo>
                    <a:pt x="305433" y="259450"/>
                  </a:lnTo>
                  <a:lnTo>
                    <a:pt x="308288" y="254986"/>
                  </a:lnTo>
                  <a:lnTo>
                    <a:pt x="311000" y="250433"/>
                  </a:lnTo>
                  <a:lnTo>
                    <a:pt x="313566" y="245797"/>
                  </a:lnTo>
                  <a:lnTo>
                    <a:pt x="315984" y="241082"/>
                  </a:lnTo>
                  <a:lnTo>
                    <a:pt x="318252" y="236293"/>
                  </a:lnTo>
                  <a:lnTo>
                    <a:pt x="320366" y="231434"/>
                  </a:lnTo>
                  <a:lnTo>
                    <a:pt x="322325" y="226510"/>
                  </a:lnTo>
                  <a:lnTo>
                    <a:pt x="324128" y="221527"/>
                  </a:lnTo>
                  <a:lnTo>
                    <a:pt x="325771" y="216490"/>
                  </a:lnTo>
                  <a:lnTo>
                    <a:pt x="327254" y="211402"/>
                  </a:lnTo>
                  <a:lnTo>
                    <a:pt x="328575" y="206271"/>
                  </a:lnTo>
                  <a:lnTo>
                    <a:pt x="329733" y="201100"/>
                  </a:lnTo>
                  <a:lnTo>
                    <a:pt x="330726" y="195895"/>
                  </a:lnTo>
                  <a:lnTo>
                    <a:pt x="331554" y="190661"/>
                  </a:lnTo>
                  <a:lnTo>
                    <a:pt x="332216" y="185403"/>
                  </a:lnTo>
                  <a:lnTo>
                    <a:pt x="332710" y="180127"/>
                  </a:lnTo>
                  <a:lnTo>
                    <a:pt x="333037" y="174838"/>
                  </a:lnTo>
                  <a:lnTo>
                    <a:pt x="333196" y="169542"/>
                  </a:lnTo>
                  <a:lnTo>
                    <a:pt x="333188" y="164243"/>
                  </a:lnTo>
                  <a:lnTo>
                    <a:pt x="333011" y="158947"/>
                  </a:lnTo>
                  <a:lnTo>
                    <a:pt x="332667" y="153659"/>
                  </a:lnTo>
                  <a:lnTo>
                    <a:pt x="332155" y="148385"/>
                  </a:lnTo>
                  <a:lnTo>
                    <a:pt x="331476" y="143129"/>
                  </a:lnTo>
                  <a:lnTo>
                    <a:pt x="330631" y="137898"/>
                  </a:lnTo>
                  <a:lnTo>
                    <a:pt x="329621" y="132696"/>
                  </a:lnTo>
                  <a:lnTo>
                    <a:pt x="328446" y="127529"/>
                  </a:lnTo>
                  <a:lnTo>
                    <a:pt x="327108" y="122402"/>
                  </a:lnTo>
                  <a:lnTo>
                    <a:pt x="325608" y="117320"/>
                  </a:lnTo>
                  <a:lnTo>
                    <a:pt x="323948" y="112287"/>
                  </a:lnTo>
                  <a:lnTo>
                    <a:pt x="322130" y="107310"/>
                  </a:lnTo>
                  <a:lnTo>
                    <a:pt x="320154" y="102393"/>
                  </a:lnTo>
                  <a:lnTo>
                    <a:pt x="318024" y="97541"/>
                  </a:lnTo>
                  <a:lnTo>
                    <a:pt x="315741" y="92760"/>
                  </a:lnTo>
                  <a:lnTo>
                    <a:pt x="313307" y="88052"/>
                  </a:lnTo>
                  <a:lnTo>
                    <a:pt x="310725" y="83425"/>
                  </a:lnTo>
                  <a:lnTo>
                    <a:pt x="307999" y="78881"/>
                  </a:lnTo>
                  <a:lnTo>
                    <a:pt x="305129" y="74426"/>
                  </a:lnTo>
                  <a:lnTo>
                    <a:pt x="302120" y="70065"/>
                  </a:lnTo>
                  <a:lnTo>
                    <a:pt x="298974" y="65801"/>
                  </a:lnTo>
                  <a:lnTo>
                    <a:pt x="295694" y="61639"/>
                  </a:lnTo>
                  <a:lnTo>
                    <a:pt x="292284" y="57582"/>
                  </a:lnTo>
                  <a:lnTo>
                    <a:pt x="288748" y="53636"/>
                  </a:lnTo>
                  <a:lnTo>
                    <a:pt x="285088" y="49804"/>
                  </a:lnTo>
                  <a:lnTo>
                    <a:pt x="281308" y="46090"/>
                  </a:lnTo>
                  <a:lnTo>
                    <a:pt x="277413" y="42498"/>
                  </a:lnTo>
                  <a:lnTo>
                    <a:pt x="273405" y="39031"/>
                  </a:lnTo>
                  <a:lnTo>
                    <a:pt x="269290" y="35692"/>
                  </a:lnTo>
                  <a:lnTo>
                    <a:pt x="265071" y="32486"/>
                  </a:lnTo>
                  <a:lnTo>
                    <a:pt x="260753" y="29415"/>
                  </a:lnTo>
                  <a:lnTo>
                    <a:pt x="256339" y="26483"/>
                  </a:lnTo>
                  <a:lnTo>
                    <a:pt x="251835" y="23692"/>
                  </a:lnTo>
                  <a:lnTo>
                    <a:pt x="247245" y="21045"/>
                  </a:lnTo>
                  <a:lnTo>
                    <a:pt x="242572" y="18544"/>
                  </a:lnTo>
                  <a:lnTo>
                    <a:pt x="237823" y="16194"/>
                  </a:lnTo>
                  <a:lnTo>
                    <a:pt x="233002" y="13995"/>
                  </a:lnTo>
                  <a:lnTo>
                    <a:pt x="228114" y="11949"/>
                  </a:lnTo>
                  <a:lnTo>
                    <a:pt x="223163" y="10060"/>
                  </a:lnTo>
                  <a:lnTo>
                    <a:pt x="218155" y="8329"/>
                  </a:lnTo>
                  <a:lnTo>
                    <a:pt x="213094" y="6757"/>
                  </a:lnTo>
                  <a:lnTo>
                    <a:pt x="207987" y="5346"/>
                  </a:lnTo>
                  <a:lnTo>
                    <a:pt x="202837" y="4098"/>
                  </a:lnTo>
                  <a:lnTo>
                    <a:pt x="197650" y="3014"/>
                  </a:lnTo>
                  <a:lnTo>
                    <a:pt x="192431" y="2095"/>
                  </a:lnTo>
                  <a:lnTo>
                    <a:pt x="187186" y="1342"/>
                  </a:lnTo>
                  <a:lnTo>
                    <a:pt x="181920" y="755"/>
                  </a:lnTo>
                  <a:lnTo>
                    <a:pt x="176637" y="335"/>
                  </a:lnTo>
                  <a:lnTo>
                    <a:pt x="171344" y="83"/>
                  </a:lnTo>
                  <a:lnTo>
                    <a:pt x="166046" y="0"/>
                  </a:lnTo>
                  <a:lnTo>
                    <a:pt x="1660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003" y="5018213"/>
              <a:ext cx="717" cy="167167"/>
            </a:xfrm>
            <a:custGeom>
              <a:avLst/>
              <a:pathLst>
                <a:path w="717" h="167167">
                  <a:moveTo>
                    <a:pt x="717" y="0"/>
                  </a:moveTo>
                  <a:lnTo>
                    <a:pt x="0" y="1"/>
                  </a:lnTo>
                  <a:lnTo>
                    <a:pt x="71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003" y="5018214"/>
              <a:ext cx="717" cy="167165"/>
            </a:xfrm>
            <a:custGeom>
              <a:avLst/>
              <a:pathLst>
                <a:path w="717" h="167165">
                  <a:moveTo>
                    <a:pt x="0" y="0"/>
                  </a:moveTo>
                  <a:lnTo>
                    <a:pt x="717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69" y="5018214"/>
              <a:ext cx="334303" cy="334333"/>
            </a:xfrm>
            <a:custGeom>
              <a:avLst/>
              <a:pathLst>
                <a:path w="334303" h="334333">
                  <a:moveTo>
                    <a:pt x="166434" y="0"/>
                  </a:moveTo>
                  <a:lnTo>
                    <a:pt x="161138" y="106"/>
                  </a:lnTo>
                  <a:lnTo>
                    <a:pt x="155847" y="381"/>
                  </a:lnTo>
                  <a:lnTo>
                    <a:pt x="150569" y="822"/>
                  </a:lnTo>
                  <a:lnTo>
                    <a:pt x="145306" y="1431"/>
                  </a:lnTo>
                  <a:lnTo>
                    <a:pt x="140066" y="2207"/>
                  </a:lnTo>
                  <a:lnTo>
                    <a:pt x="134853" y="3148"/>
                  </a:lnTo>
                  <a:lnTo>
                    <a:pt x="129672" y="4253"/>
                  </a:lnTo>
                  <a:lnTo>
                    <a:pt x="124529" y="5523"/>
                  </a:lnTo>
                  <a:lnTo>
                    <a:pt x="119429" y="6954"/>
                  </a:lnTo>
                  <a:lnTo>
                    <a:pt x="114377" y="8547"/>
                  </a:lnTo>
                  <a:lnTo>
                    <a:pt x="109378" y="10299"/>
                  </a:lnTo>
                  <a:lnTo>
                    <a:pt x="104437" y="12208"/>
                  </a:lnTo>
                  <a:lnTo>
                    <a:pt x="99558" y="14273"/>
                  </a:lnTo>
                  <a:lnTo>
                    <a:pt x="94748" y="16491"/>
                  </a:lnTo>
                  <a:lnTo>
                    <a:pt x="90010" y="18861"/>
                  </a:lnTo>
                  <a:lnTo>
                    <a:pt x="85350" y="21380"/>
                  </a:lnTo>
                  <a:lnTo>
                    <a:pt x="80772" y="24045"/>
                  </a:lnTo>
                  <a:lnTo>
                    <a:pt x="76280" y="26853"/>
                  </a:lnTo>
                  <a:lnTo>
                    <a:pt x="71880" y="29803"/>
                  </a:lnTo>
                  <a:lnTo>
                    <a:pt x="67576" y="32891"/>
                  </a:lnTo>
                  <a:lnTo>
                    <a:pt x="63371" y="36113"/>
                  </a:lnTo>
                  <a:lnTo>
                    <a:pt x="59271" y="39467"/>
                  </a:lnTo>
                  <a:lnTo>
                    <a:pt x="55279" y="42949"/>
                  </a:lnTo>
                  <a:lnTo>
                    <a:pt x="51400" y="46556"/>
                  </a:lnTo>
                  <a:lnTo>
                    <a:pt x="47636" y="50284"/>
                  </a:lnTo>
                  <a:lnTo>
                    <a:pt x="43993" y="54130"/>
                  </a:lnTo>
                  <a:lnTo>
                    <a:pt x="40473" y="58089"/>
                  </a:lnTo>
                  <a:lnTo>
                    <a:pt x="37081" y="62157"/>
                  </a:lnTo>
                  <a:lnTo>
                    <a:pt x="33819" y="66331"/>
                  </a:lnTo>
                  <a:lnTo>
                    <a:pt x="30691" y="70607"/>
                  </a:lnTo>
                  <a:lnTo>
                    <a:pt x="27700" y="74979"/>
                  </a:lnTo>
                  <a:lnTo>
                    <a:pt x="24849" y="79443"/>
                  </a:lnTo>
                  <a:lnTo>
                    <a:pt x="22141" y="83996"/>
                  </a:lnTo>
                  <a:lnTo>
                    <a:pt x="19579" y="88633"/>
                  </a:lnTo>
                  <a:lnTo>
                    <a:pt x="17165" y="93348"/>
                  </a:lnTo>
                  <a:lnTo>
                    <a:pt x="14901" y="98137"/>
                  </a:lnTo>
                  <a:lnTo>
                    <a:pt x="12791" y="102996"/>
                  </a:lnTo>
                  <a:lnTo>
                    <a:pt x="10835" y="107919"/>
                  </a:lnTo>
                  <a:lnTo>
                    <a:pt x="9036" y="112901"/>
                  </a:lnTo>
                  <a:lnTo>
                    <a:pt x="7396" y="117938"/>
                  </a:lnTo>
                  <a:lnTo>
                    <a:pt x="5917" y="123025"/>
                  </a:lnTo>
                  <a:lnTo>
                    <a:pt x="4599" y="128156"/>
                  </a:lnTo>
                  <a:lnTo>
                    <a:pt x="3445" y="133326"/>
                  </a:lnTo>
                  <a:lnTo>
                    <a:pt x="2455" y="138530"/>
                  </a:lnTo>
                  <a:lnTo>
                    <a:pt x="1630" y="143762"/>
                  </a:lnTo>
                  <a:lnTo>
                    <a:pt x="972" y="149019"/>
                  </a:lnTo>
                  <a:lnTo>
                    <a:pt x="480" y="154293"/>
                  </a:lnTo>
                  <a:lnTo>
                    <a:pt x="156" y="159580"/>
                  </a:lnTo>
                  <a:lnTo>
                    <a:pt x="0" y="164875"/>
                  </a:lnTo>
                  <a:lnTo>
                    <a:pt x="11" y="170173"/>
                  </a:lnTo>
                  <a:lnTo>
                    <a:pt x="190" y="175467"/>
                  </a:lnTo>
                  <a:lnTo>
                    <a:pt x="537" y="180753"/>
                  </a:lnTo>
                  <a:lnTo>
                    <a:pt x="1051" y="186025"/>
                  </a:lnTo>
                  <a:lnTo>
                    <a:pt x="1732" y="191279"/>
                  </a:lnTo>
                  <a:lnTo>
                    <a:pt x="2579" y="196508"/>
                  </a:lnTo>
                  <a:lnTo>
                    <a:pt x="3591" y="201707"/>
                  </a:lnTo>
                  <a:lnTo>
                    <a:pt x="4768" y="206872"/>
                  </a:lnTo>
                  <a:lnTo>
                    <a:pt x="6108" y="211997"/>
                  </a:lnTo>
                  <a:lnTo>
                    <a:pt x="7609" y="217078"/>
                  </a:lnTo>
                  <a:lnTo>
                    <a:pt x="9271" y="222108"/>
                  </a:lnTo>
                  <a:lnTo>
                    <a:pt x="11091" y="227082"/>
                  </a:lnTo>
                  <a:lnTo>
                    <a:pt x="13067" y="231997"/>
                  </a:lnTo>
                  <a:lnTo>
                    <a:pt x="15199" y="236846"/>
                  </a:lnTo>
                  <a:lnTo>
                    <a:pt x="17483" y="241626"/>
                  </a:lnTo>
                  <a:lnTo>
                    <a:pt x="19917" y="246331"/>
                  </a:lnTo>
                  <a:lnTo>
                    <a:pt x="22500" y="250956"/>
                  </a:lnTo>
                  <a:lnTo>
                    <a:pt x="25227" y="255497"/>
                  </a:lnTo>
                  <a:lnTo>
                    <a:pt x="28097" y="259950"/>
                  </a:lnTo>
                  <a:lnTo>
                    <a:pt x="31107" y="264309"/>
                  </a:lnTo>
                  <a:lnTo>
                    <a:pt x="34253" y="268571"/>
                  </a:lnTo>
                  <a:lnTo>
                    <a:pt x="37533" y="272731"/>
                  </a:lnTo>
                  <a:lnTo>
                    <a:pt x="40943" y="276785"/>
                  </a:lnTo>
                  <a:lnTo>
                    <a:pt x="44479" y="280728"/>
                  </a:lnTo>
                  <a:lnTo>
                    <a:pt x="48139" y="284558"/>
                  </a:lnTo>
                  <a:lnTo>
                    <a:pt x="51918" y="288270"/>
                  </a:lnTo>
                  <a:lnTo>
                    <a:pt x="55813" y="291860"/>
                  </a:lnTo>
                  <a:lnTo>
                    <a:pt x="59820" y="295326"/>
                  </a:lnTo>
                  <a:lnTo>
                    <a:pt x="63935" y="298662"/>
                  </a:lnTo>
                  <a:lnTo>
                    <a:pt x="68153" y="301866"/>
                  </a:lnTo>
                  <a:lnTo>
                    <a:pt x="72471" y="304935"/>
                  </a:lnTo>
                  <a:lnTo>
                    <a:pt x="76883" y="307866"/>
                  </a:lnTo>
                  <a:lnTo>
                    <a:pt x="81387" y="310656"/>
                  </a:lnTo>
                  <a:lnTo>
                    <a:pt x="85976" y="313301"/>
                  </a:lnTo>
                  <a:lnTo>
                    <a:pt x="90647" y="315800"/>
                  </a:lnTo>
                  <a:lnTo>
                    <a:pt x="95395" y="318149"/>
                  </a:lnTo>
                  <a:lnTo>
                    <a:pt x="100215" y="320347"/>
                  </a:lnTo>
                  <a:lnTo>
                    <a:pt x="105102" y="322391"/>
                  </a:lnTo>
                  <a:lnTo>
                    <a:pt x="110052" y="324279"/>
                  </a:lnTo>
                  <a:lnTo>
                    <a:pt x="115058" y="326009"/>
                  </a:lnTo>
                  <a:lnTo>
                    <a:pt x="120117" y="327580"/>
                  </a:lnTo>
                  <a:lnTo>
                    <a:pt x="125224" y="328989"/>
                  </a:lnTo>
                  <a:lnTo>
                    <a:pt x="130372" y="330237"/>
                  </a:lnTo>
                  <a:lnTo>
                    <a:pt x="135557" y="331320"/>
                  </a:lnTo>
                  <a:lnTo>
                    <a:pt x="140774" y="332239"/>
                  </a:lnTo>
                  <a:lnTo>
                    <a:pt x="146018" y="332992"/>
                  </a:lnTo>
                  <a:lnTo>
                    <a:pt x="151283" y="333578"/>
                  </a:lnTo>
                  <a:lnTo>
                    <a:pt x="156563" y="333997"/>
                  </a:lnTo>
                  <a:lnTo>
                    <a:pt x="161855" y="334249"/>
                  </a:lnTo>
                  <a:lnTo>
                    <a:pt x="167151" y="334333"/>
                  </a:lnTo>
                  <a:lnTo>
                    <a:pt x="172448" y="334249"/>
                  </a:lnTo>
                  <a:lnTo>
                    <a:pt x="177739" y="333997"/>
                  </a:lnTo>
                  <a:lnTo>
                    <a:pt x="183020" y="333578"/>
                  </a:lnTo>
                  <a:lnTo>
                    <a:pt x="188285" y="332992"/>
                  </a:lnTo>
                  <a:lnTo>
                    <a:pt x="193528" y="332239"/>
                  </a:lnTo>
                  <a:lnTo>
                    <a:pt x="198745" y="331320"/>
                  </a:lnTo>
                  <a:lnTo>
                    <a:pt x="203931" y="330237"/>
                  </a:lnTo>
                  <a:lnTo>
                    <a:pt x="209079" y="328989"/>
                  </a:lnTo>
                  <a:lnTo>
                    <a:pt x="214185" y="327580"/>
                  </a:lnTo>
                  <a:lnTo>
                    <a:pt x="219244" y="326009"/>
                  </a:lnTo>
                  <a:lnTo>
                    <a:pt x="224251" y="324279"/>
                  </a:lnTo>
                  <a:lnTo>
                    <a:pt x="229200" y="322391"/>
                  </a:lnTo>
                  <a:lnTo>
                    <a:pt x="234087" y="320347"/>
                  </a:lnTo>
                  <a:lnTo>
                    <a:pt x="238907" y="318149"/>
                  </a:lnTo>
                  <a:lnTo>
                    <a:pt x="243655" y="315800"/>
                  </a:lnTo>
                  <a:lnTo>
                    <a:pt x="248326" y="313301"/>
                  </a:lnTo>
                  <a:lnTo>
                    <a:pt x="252916" y="310656"/>
                  </a:lnTo>
                  <a:lnTo>
                    <a:pt x="257419" y="307866"/>
                  </a:lnTo>
                  <a:lnTo>
                    <a:pt x="261832" y="304935"/>
                  </a:lnTo>
                  <a:lnTo>
                    <a:pt x="266149" y="301866"/>
                  </a:lnTo>
                  <a:lnTo>
                    <a:pt x="270368" y="298662"/>
                  </a:lnTo>
                  <a:lnTo>
                    <a:pt x="274482" y="295326"/>
                  </a:lnTo>
                  <a:lnTo>
                    <a:pt x="278489" y="291860"/>
                  </a:lnTo>
                  <a:lnTo>
                    <a:pt x="282384" y="288270"/>
                  </a:lnTo>
                  <a:lnTo>
                    <a:pt x="286163" y="284558"/>
                  </a:lnTo>
                  <a:lnTo>
                    <a:pt x="289823" y="280728"/>
                  </a:lnTo>
                  <a:lnTo>
                    <a:pt x="293360" y="276785"/>
                  </a:lnTo>
                  <a:lnTo>
                    <a:pt x="296770" y="272731"/>
                  </a:lnTo>
                  <a:lnTo>
                    <a:pt x="300049" y="268571"/>
                  </a:lnTo>
                  <a:lnTo>
                    <a:pt x="303196" y="264309"/>
                  </a:lnTo>
                  <a:lnTo>
                    <a:pt x="306205" y="259950"/>
                  </a:lnTo>
                  <a:lnTo>
                    <a:pt x="309075" y="255497"/>
                  </a:lnTo>
                  <a:lnTo>
                    <a:pt x="311803" y="250956"/>
                  </a:lnTo>
                  <a:lnTo>
                    <a:pt x="314385" y="246331"/>
                  </a:lnTo>
                  <a:lnTo>
                    <a:pt x="316819" y="241626"/>
                  </a:lnTo>
                  <a:lnTo>
                    <a:pt x="319104" y="236846"/>
                  </a:lnTo>
                  <a:lnTo>
                    <a:pt x="321235" y="231997"/>
                  </a:lnTo>
                  <a:lnTo>
                    <a:pt x="323212" y="227082"/>
                  </a:lnTo>
                  <a:lnTo>
                    <a:pt x="325032" y="222108"/>
                  </a:lnTo>
                  <a:lnTo>
                    <a:pt x="326694" y="217078"/>
                  </a:lnTo>
                  <a:lnTo>
                    <a:pt x="328195" y="211997"/>
                  </a:lnTo>
                  <a:lnTo>
                    <a:pt x="329534" y="206872"/>
                  </a:lnTo>
                  <a:lnTo>
                    <a:pt x="330711" y="201707"/>
                  </a:lnTo>
                  <a:lnTo>
                    <a:pt x="331723" y="196508"/>
                  </a:lnTo>
                  <a:lnTo>
                    <a:pt x="332570" y="191279"/>
                  </a:lnTo>
                  <a:lnTo>
                    <a:pt x="333251" y="186025"/>
                  </a:lnTo>
                  <a:lnTo>
                    <a:pt x="333766" y="180753"/>
                  </a:lnTo>
                  <a:lnTo>
                    <a:pt x="334112" y="175467"/>
                  </a:lnTo>
                  <a:lnTo>
                    <a:pt x="334292" y="170173"/>
                  </a:lnTo>
                  <a:lnTo>
                    <a:pt x="334303" y="164875"/>
                  </a:lnTo>
                  <a:lnTo>
                    <a:pt x="334147" y="159580"/>
                  </a:lnTo>
                  <a:lnTo>
                    <a:pt x="333822" y="154293"/>
                  </a:lnTo>
                  <a:lnTo>
                    <a:pt x="333331" y="149019"/>
                  </a:lnTo>
                  <a:lnTo>
                    <a:pt x="332672" y="143762"/>
                  </a:lnTo>
                  <a:lnTo>
                    <a:pt x="331848" y="138530"/>
                  </a:lnTo>
                  <a:lnTo>
                    <a:pt x="330858" y="133326"/>
                  </a:lnTo>
                  <a:lnTo>
                    <a:pt x="329703" y="128156"/>
                  </a:lnTo>
                  <a:lnTo>
                    <a:pt x="328386" y="123025"/>
                  </a:lnTo>
                  <a:lnTo>
                    <a:pt x="326906" y="117938"/>
                  </a:lnTo>
                  <a:lnTo>
                    <a:pt x="325266" y="112901"/>
                  </a:lnTo>
                  <a:lnTo>
                    <a:pt x="323468" y="107919"/>
                  </a:lnTo>
                  <a:lnTo>
                    <a:pt x="321512" y="102996"/>
                  </a:lnTo>
                  <a:lnTo>
                    <a:pt x="319401" y="98137"/>
                  </a:lnTo>
                  <a:lnTo>
                    <a:pt x="317138" y="93348"/>
                  </a:lnTo>
                  <a:lnTo>
                    <a:pt x="314723" y="88633"/>
                  </a:lnTo>
                  <a:lnTo>
                    <a:pt x="312161" y="83996"/>
                  </a:lnTo>
                  <a:lnTo>
                    <a:pt x="309453" y="79443"/>
                  </a:lnTo>
                  <a:lnTo>
                    <a:pt x="306602" y="74979"/>
                  </a:lnTo>
                  <a:lnTo>
                    <a:pt x="303611" y="70607"/>
                  </a:lnTo>
                  <a:lnTo>
                    <a:pt x="300483" y="66331"/>
                  </a:lnTo>
                  <a:lnTo>
                    <a:pt x="297222" y="62157"/>
                  </a:lnTo>
                  <a:lnTo>
                    <a:pt x="293829" y="58089"/>
                  </a:lnTo>
                  <a:lnTo>
                    <a:pt x="290309" y="54130"/>
                  </a:lnTo>
                  <a:lnTo>
                    <a:pt x="286666" y="50284"/>
                  </a:lnTo>
                  <a:lnTo>
                    <a:pt x="282903" y="46556"/>
                  </a:lnTo>
                  <a:lnTo>
                    <a:pt x="279023" y="42949"/>
                  </a:lnTo>
                  <a:lnTo>
                    <a:pt x="275031" y="39467"/>
                  </a:lnTo>
                  <a:lnTo>
                    <a:pt x="270931" y="36113"/>
                  </a:lnTo>
                  <a:lnTo>
                    <a:pt x="266727" y="32891"/>
                  </a:lnTo>
                  <a:lnTo>
                    <a:pt x="262422" y="29803"/>
                  </a:lnTo>
                  <a:lnTo>
                    <a:pt x="258022" y="26853"/>
                  </a:lnTo>
                  <a:lnTo>
                    <a:pt x="253531" y="24045"/>
                  </a:lnTo>
                  <a:lnTo>
                    <a:pt x="248953" y="21380"/>
                  </a:lnTo>
                  <a:lnTo>
                    <a:pt x="244292" y="18861"/>
                  </a:lnTo>
                  <a:lnTo>
                    <a:pt x="239555" y="16491"/>
                  </a:lnTo>
                  <a:lnTo>
                    <a:pt x="234744" y="14273"/>
                  </a:lnTo>
                  <a:lnTo>
                    <a:pt x="229866" y="12208"/>
                  </a:lnTo>
                  <a:lnTo>
                    <a:pt x="224925" y="10299"/>
                  </a:lnTo>
                  <a:lnTo>
                    <a:pt x="219925" y="8547"/>
                  </a:lnTo>
                  <a:lnTo>
                    <a:pt x="214873" y="6954"/>
                  </a:lnTo>
                  <a:lnTo>
                    <a:pt x="209773" y="5523"/>
                  </a:lnTo>
                  <a:lnTo>
                    <a:pt x="204630" y="4253"/>
                  </a:lnTo>
                  <a:lnTo>
                    <a:pt x="199449" y="3148"/>
                  </a:lnTo>
                  <a:lnTo>
                    <a:pt x="194236" y="2207"/>
                  </a:lnTo>
                  <a:lnTo>
                    <a:pt x="188996" y="1431"/>
                  </a:lnTo>
                  <a:lnTo>
                    <a:pt x="183734" y="822"/>
                  </a:lnTo>
                  <a:lnTo>
                    <a:pt x="178455" y="381"/>
                  </a:lnTo>
                  <a:lnTo>
                    <a:pt x="173165" y="106"/>
                  </a:lnTo>
                  <a:lnTo>
                    <a:pt x="167869" y="0"/>
                  </a:lnTo>
                  <a:lnTo>
                    <a:pt x="167151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340" y="5269756"/>
              <a:ext cx="167161" cy="179353"/>
            </a:xfrm>
            <a:custGeom>
              <a:avLst/>
              <a:pathLst>
                <a:path w="167161" h="179353">
                  <a:moveTo>
                    <a:pt x="167161" y="0"/>
                  </a:moveTo>
                  <a:lnTo>
                    <a:pt x="161774" y="86"/>
                  </a:lnTo>
                  <a:lnTo>
                    <a:pt x="156393" y="347"/>
                  </a:lnTo>
                  <a:lnTo>
                    <a:pt x="151022" y="780"/>
                  </a:lnTo>
                  <a:lnTo>
                    <a:pt x="145669" y="1387"/>
                  </a:lnTo>
                  <a:lnTo>
                    <a:pt x="140338" y="2165"/>
                  </a:lnTo>
                  <a:lnTo>
                    <a:pt x="135035" y="3116"/>
                  </a:lnTo>
                  <a:lnTo>
                    <a:pt x="129765" y="4236"/>
                  </a:lnTo>
                  <a:lnTo>
                    <a:pt x="124534" y="5526"/>
                  </a:lnTo>
                  <a:lnTo>
                    <a:pt x="119347" y="6983"/>
                  </a:lnTo>
                  <a:lnTo>
                    <a:pt x="114210" y="8607"/>
                  </a:lnTo>
                  <a:lnTo>
                    <a:pt x="109128" y="10396"/>
                  </a:lnTo>
                  <a:lnTo>
                    <a:pt x="104106" y="12348"/>
                  </a:lnTo>
                  <a:lnTo>
                    <a:pt x="99150" y="14460"/>
                  </a:lnTo>
                  <a:lnTo>
                    <a:pt x="94264" y="16731"/>
                  </a:lnTo>
                  <a:lnTo>
                    <a:pt x="89454" y="19158"/>
                  </a:lnTo>
                  <a:lnTo>
                    <a:pt x="84725" y="21739"/>
                  </a:lnTo>
                  <a:lnTo>
                    <a:pt x="80081" y="24471"/>
                  </a:lnTo>
                  <a:lnTo>
                    <a:pt x="75528" y="27351"/>
                  </a:lnTo>
                  <a:lnTo>
                    <a:pt x="71070" y="30377"/>
                  </a:lnTo>
                  <a:lnTo>
                    <a:pt x="66712" y="33544"/>
                  </a:lnTo>
                  <a:lnTo>
                    <a:pt x="62458" y="36851"/>
                  </a:lnTo>
                  <a:lnTo>
                    <a:pt x="58313" y="40292"/>
                  </a:lnTo>
                  <a:lnTo>
                    <a:pt x="54281" y="43866"/>
                  </a:lnTo>
                  <a:lnTo>
                    <a:pt x="50367" y="47567"/>
                  </a:lnTo>
                  <a:lnTo>
                    <a:pt x="46573" y="51393"/>
                  </a:lnTo>
                  <a:lnTo>
                    <a:pt x="42905" y="55339"/>
                  </a:lnTo>
                  <a:lnTo>
                    <a:pt x="39366" y="59402"/>
                  </a:lnTo>
                  <a:lnTo>
                    <a:pt x="35959" y="63576"/>
                  </a:lnTo>
                  <a:lnTo>
                    <a:pt x="32689" y="67858"/>
                  </a:lnTo>
                  <a:lnTo>
                    <a:pt x="29559" y="72242"/>
                  </a:lnTo>
                  <a:lnTo>
                    <a:pt x="26572" y="76726"/>
                  </a:lnTo>
                  <a:lnTo>
                    <a:pt x="23730" y="81303"/>
                  </a:lnTo>
                  <a:lnTo>
                    <a:pt x="21038" y="85970"/>
                  </a:lnTo>
                  <a:lnTo>
                    <a:pt x="18497" y="90721"/>
                  </a:lnTo>
                  <a:lnTo>
                    <a:pt x="16111" y="95551"/>
                  </a:lnTo>
                  <a:lnTo>
                    <a:pt x="13881" y="100456"/>
                  </a:lnTo>
                  <a:lnTo>
                    <a:pt x="11811" y="105430"/>
                  </a:lnTo>
                  <a:lnTo>
                    <a:pt x="9902" y="110468"/>
                  </a:lnTo>
                  <a:lnTo>
                    <a:pt x="8157" y="115566"/>
                  </a:lnTo>
                  <a:lnTo>
                    <a:pt x="6577" y="120716"/>
                  </a:lnTo>
                  <a:lnTo>
                    <a:pt x="5163" y="125915"/>
                  </a:lnTo>
                  <a:lnTo>
                    <a:pt x="3918" y="131157"/>
                  </a:lnTo>
                  <a:lnTo>
                    <a:pt x="2842" y="136436"/>
                  </a:lnTo>
                  <a:lnTo>
                    <a:pt x="1937" y="141747"/>
                  </a:lnTo>
                  <a:lnTo>
                    <a:pt x="1204" y="147085"/>
                  </a:lnTo>
                  <a:lnTo>
                    <a:pt x="643" y="152443"/>
                  </a:lnTo>
                  <a:lnTo>
                    <a:pt x="255" y="157817"/>
                  </a:lnTo>
                  <a:lnTo>
                    <a:pt x="41" y="163200"/>
                  </a:lnTo>
                  <a:lnTo>
                    <a:pt x="0" y="168588"/>
                  </a:lnTo>
                  <a:lnTo>
                    <a:pt x="132" y="173974"/>
                  </a:lnTo>
                  <a:lnTo>
                    <a:pt x="438" y="179353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778" y="5269756"/>
              <a:ext cx="333874" cy="334333"/>
            </a:xfrm>
            <a:custGeom>
              <a:avLst/>
              <a:pathLst>
                <a:path w="333874" h="334333">
                  <a:moveTo>
                    <a:pt x="0" y="179353"/>
                  </a:moveTo>
                  <a:lnTo>
                    <a:pt x="471" y="184644"/>
                  </a:lnTo>
                  <a:lnTo>
                    <a:pt x="1110" y="189917"/>
                  </a:lnTo>
                  <a:lnTo>
                    <a:pt x="1916" y="195167"/>
                  </a:lnTo>
                  <a:lnTo>
                    <a:pt x="2889" y="200389"/>
                  </a:lnTo>
                  <a:lnTo>
                    <a:pt x="4027" y="205578"/>
                  </a:lnTo>
                  <a:lnTo>
                    <a:pt x="5330" y="210727"/>
                  </a:lnTo>
                  <a:lnTo>
                    <a:pt x="6795" y="215833"/>
                  </a:lnTo>
                  <a:lnTo>
                    <a:pt x="8422" y="220890"/>
                  </a:lnTo>
                  <a:lnTo>
                    <a:pt x="10209" y="225892"/>
                  </a:lnTo>
                  <a:lnTo>
                    <a:pt x="12154" y="230835"/>
                  </a:lnTo>
                  <a:lnTo>
                    <a:pt x="14255" y="235714"/>
                  </a:lnTo>
                  <a:lnTo>
                    <a:pt x="16510" y="240523"/>
                  </a:lnTo>
                  <a:lnTo>
                    <a:pt x="18916" y="245259"/>
                  </a:lnTo>
                  <a:lnTo>
                    <a:pt x="21472" y="249915"/>
                  </a:lnTo>
                  <a:lnTo>
                    <a:pt x="24174" y="254488"/>
                  </a:lnTo>
                  <a:lnTo>
                    <a:pt x="27020" y="258973"/>
                  </a:lnTo>
                  <a:lnTo>
                    <a:pt x="30008" y="263365"/>
                  </a:lnTo>
                  <a:lnTo>
                    <a:pt x="33133" y="267660"/>
                  </a:lnTo>
                  <a:lnTo>
                    <a:pt x="36393" y="271854"/>
                  </a:lnTo>
                  <a:lnTo>
                    <a:pt x="39785" y="275942"/>
                  </a:lnTo>
                  <a:lnTo>
                    <a:pt x="43305" y="279920"/>
                  </a:lnTo>
                  <a:lnTo>
                    <a:pt x="46950" y="283784"/>
                  </a:lnTo>
                  <a:lnTo>
                    <a:pt x="50716" y="287531"/>
                  </a:lnTo>
                  <a:lnTo>
                    <a:pt x="54598" y="291156"/>
                  </a:lnTo>
                  <a:lnTo>
                    <a:pt x="58594" y="294655"/>
                  </a:lnTo>
                  <a:lnTo>
                    <a:pt x="62699" y="298026"/>
                  </a:lnTo>
                  <a:lnTo>
                    <a:pt x="66909" y="301265"/>
                  </a:lnTo>
                  <a:lnTo>
                    <a:pt x="71220" y="304369"/>
                  </a:lnTo>
                  <a:lnTo>
                    <a:pt x="75628" y="307334"/>
                  </a:lnTo>
                  <a:lnTo>
                    <a:pt x="80127" y="310157"/>
                  </a:lnTo>
                  <a:lnTo>
                    <a:pt x="84714" y="312836"/>
                  </a:lnTo>
                  <a:lnTo>
                    <a:pt x="89383" y="315368"/>
                  </a:lnTo>
                  <a:lnTo>
                    <a:pt x="94131" y="317751"/>
                  </a:lnTo>
                  <a:lnTo>
                    <a:pt x="98952" y="319981"/>
                  </a:lnTo>
                  <a:lnTo>
                    <a:pt x="103841" y="322057"/>
                  </a:lnTo>
                  <a:lnTo>
                    <a:pt x="108794" y="323977"/>
                  </a:lnTo>
                  <a:lnTo>
                    <a:pt x="113805" y="325738"/>
                  </a:lnTo>
                  <a:lnTo>
                    <a:pt x="118870" y="327339"/>
                  </a:lnTo>
                  <a:lnTo>
                    <a:pt x="123983" y="328779"/>
                  </a:lnTo>
                  <a:lnTo>
                    <a:pt x="129139" y="330055"/>
                  </a:lnTo>
                  <a:lnTo>
                    <a:pt x="134334" y="331167"/>
                  </a:lnTo>
                  <a:lnTo>
                    <a:pt x="139560" y="332113"/>
                  </a:lnTo>
                  <a:lnTo>
                    <a:pt x="144815" y="332893"/>
                  </a:lnTo>
                  <a:lnTo>
                    <a:pt x="150091" y="333505"/>
                  </a:lnTo>
                  <a:lnTo>
                    <a:pt x="155384" y="333949"/>
                  </a:lnTo>
                  <a:lnTo>
                    <a:pt x="160689" y="334225"/>
                  </a:lnTo>
                  <a:lnTo>
                    <a:pt x="166000" y="334333"/>
                  </a:lnTo>
                  <a:lnTo>
                    <a:pt x="171311" y="334271"/>
                  </a:lnTo>
                  <a:lnTo>
                    <a:pt x="176618" y="334041"/>
                  </a:lnTo>
                  <a:lnTo>
                    <a:pt x="181915" y="333643"/>
                  </a:lnTo>
                  <a:lnTo>
                    <a:pt x="187197" y="333076"/>
                  </a:lnTo>
                  <a:lnTo>
                    <a:pt x="192457" y="332342"/>
                  </a:lnTo>
                  <a:lnTo>
                    <a:pt x="197692" y="331441"/>
                  </a:lnTo>
                  <a:lnTo>
                    <a:pt x="202896" y="330374"/>
                  </a:lnTo>
                  <a:lnTo>
                    <a:pt x="208063" y="329142"/>
                  </a:lnTo>
                  <a:lnTo>
                    <a:pt x="213188" y="327747"/>
                  </a:lnTo>
                  <a:lnTo>
                    <a:pt x="218267" y="326189"/>
                  </a:lnTo>
                  <a:lnTo>
                    <a:pt x="223293" y="324471"/>
                  </a:lnTo>
                  <a:lnTo>
                    <a:pt x="228262" y="322595"/>
                  </a:lnTo>
                  <a:lnTo>
                    <a:pt x="233169" y="320561"/>
                  </a:lnTo>
                  <a:lnTo>
                    <a:pt x="238009" y="318372"/>
                  </a:lnTo>
                  <a:lnTo>
                    <a:pt x="242777" y="316031"/>
                  </a:lnTo>
                  <a:lnTo>
                    <a:pt x="247469" y="313540"/>
                  </a:lnTo>
                  <a:lnTo>
                    <a:pt x="252078" y="310900"/>
                  </a:lnTo>
                  <a:lnTo>
                    <a:pt x="256602" y="308116"/>
                  </a:lnTo>
                  <a:lnTo>
                    <a:pt x="261035" y="305189"/>
                  </a:lnTo>
                  <a:lnTo>
                    <a:pt x="265372" y="302123"/>
                  </a:lnTo>
                  <a:lnTo>
                    <a:pt x="269610" y="298920"/>
                  </a:lnTo>
                  <a:lnTo>
                    <a:pt x="273744" y="295585"/>
                  </a:lnTo>
                  <a:lnTo>
                    <a:pt x="277770" y="292120"/>
                  </a:lnTo>
                  <a:lnTo>
                    <a:pt x="281684" y="288529"/>
                  </a:lnTo>
                  <a:lnTo>
                    <a:pt x="285482" y="284815"/>
                  </a:lnTo>
                  <a:lnTo>
                    <a:pt x="289160" y="280982"/>
                  </a:lnTo>
                  <a:lnTo>
                    <a:pt x="292714" y="277035"/>
                  </a:lnTo>
                  <a:lnTo>
                    <a:pt x="296141" y="272976"/>
                  </a:lnTo>
                  <a:lnTo>
                    <a:pt x="299438" y="268811"/>
                  </a:lnTo>
                  <a:lnTo>
                    <a:pt x="302600" y="264543"/>
                  </a:lnTo>
                  <a:lnTo>
                    <a:pt x="305625" y="260177"/>
                  </a:lnTo>
                  <a:lnTo>
                    <a:pt x="308510" y="255717"/>
                  </a:lnTo>
                  <a:lnTo>
                    <a:pt x="311252" y="251167"/>
                  </a:lnTo>
                  <a:lnTo>
                    <a:pt x="313848" y="246533"/>
                  </a:lnTo>
                  <a:lnTo>
                    <a:pt x="316295" y="241819"/>
                  </a:lnTo>
                  <a:lnTo>
                    <a:pt x="318592" y="237029"/>
                  </a:lnTo>
                  <a:lnTo>
                    <a:pt x="320734" y="232168"/>
                  </a:lnTo>
                  <a:lnTo>
                    <a:pt x="322722" y="227242"/>
                  </a:lnTo>
                  <a:lnTo>
                    <a:pt x="324552" y="222256"/>
                  </a:lnTo>
                  <a:lnTo>
                    <a:pt x="326222" y="217213"/>
                  </a:lnTo>
                  <a:lnTo>
                    <a:pt x="327732" y="212120"/>
                  </a:lnTo>
                  <a:lnTo>
                    <a:pt x="329079" y="206982"/>
                  </a:lnTo>
                  <a:lnTo>
                    <a:pt x="330262" y="201804"/>
                  </a:lnTo>
                  <a:lnTo>
                    <a:pt x="331280" y="196590"/>
                  </a:lnTo>
                  <a:lnTo>
                    <a:pt x="332132" y="191347"/>
                  </a:lnTo>
                  <a:lnTo>
                    <a:pt x="332816" y="186080"/>
                  </a:lnTo>
                  <a:lnTo>
                    <a:pt x="333333" y="180793"/>
                  </a:lnTo>
                  <a:lnTo>
                    <a:pt x="333682" y="175493"/>
                  </a:lnTo>
                  <a:lnTo>
                    <a:pt x="333862" y="170184"/>
                  </a:lnTo>
                  <a:lnTo>
                    <a:pt x="333874" y="164872"/>
                  </a:lnTo>
                  <a:lnTo>
                    <a:pt x="333717" y="159563"/>
                  </a:lnTo>
                  <a:lnTo>
                    <a:pt x="333391" y="154261"/>
                  </a:lnTo>
                  <a:lnTo>
                    <a:pt x="332897" y="148972"/>
                  </a:lnTo>
                  <a:lnTo>
                    <a:pt x="332235" y="143702"/>
                  </a:lnTo>
                  <a:lnTo>
                    <a:pt x="331405" y="138455"/>
                  </a:lnTo>
                  <a:lnTo>
                    <a:pt x="330410" y="133237"/>
                  </a:lnTo>
                  <a:lnTo>
                    <a:pt x="329249" y="128054"/>
                  </a:lnTo>
                  <a:lnTo>
                    <a:pt x="327925" y="122910"/>
                  </a:lnTo>
                  <a:lnTo>
                    <a:pt x="326437" y="117810"/>
                  </a:lnTo>
                  <a:lnTo>
                    <a:pt x="324788" y="112761"/>
                  </a:lnTo>
                  <a:lnTo>
                    <a:pt x="322980" y="107766"/>
                  </a:lnTo>
                  <a:lnTo>
                    <a:pt x="321014" y="102832"/>
                  </a:lnTo>
                  <a:lnTo>
                    <a:pt x="318892" y="97962"/>
                  </a:lnTo>
                  <a:lnTo>
                    <a:pt x="316616" y="93162"/>
                  </a:lnTo>
                  <a:lnTo>
                    <a:pt x="314190" y="88437"/>
                  </a:lnTo>
                  <a:lnTo>
                    <a:pt x="311614" y="83792"/>
                  </a:lnTo>
                  <a:lnTo>
                    <a:pt x="308892" y="79230"/>
                  </a:lnTo>
                  <a:lnTo>
                    <a:pt x="306026" y="74758"/>
                  </a:lnTo>
                  <a:lnTo>
                    <a:pt x="303020" y="70379"/>
                  </a:lnTo>
                  <a:lnTo>
                    <a:pt x="299876" y="66097"/>
                  </a:lnTo>
                  <a:lnTo>
                    <a:pt x="296597" y="61918"/>
                  </a:lnTo>
                  <a:lnTo>
                    <a:pt x="293188" y="57845"/>
                  </a:lnTo>
                  <a:lnTo>
                    <a:pt x="289651" y="53882"/>
                  </a:lnTo>
                  <a:lnTo>
                    <a:pt x="285989" y="50033"/>
                  </a:lnTo>
                  <a:lnTo>
                    <a:pt x="282208" y="46303"/>
                  </a:lnTo>
                  <a:lnTo>
                    <a:pt x="278309" y="42695"/>
                  </a:lnTo>
                  <a:lnTo>
                    <a:pt x="274298" y="39212"/>
                  </a:lnTo>
                  <a:lnTo>
                    <a:pt x="270179" y="35859"/>
                  </a:lnTo>
                  <a:lnTo>
                    <a:pt x="265955" y="32639"/>
                  </a:lnTo>
                  <a:lnTo>
                    <a:pt x="261630" y="29554"/>
                  </a:lnTo>
                  <a:lnTo>
                    <a:pt x="257210" y="26608"/>
                  </a:lnTo>
                  <a:lnTo>
                    <a:pt x="252699" y="23804"/>
                  </a:lnTo>
                  <a:lnTo>
                    <a:pt x="248100" y="21145"/>
                  </a:lnTo>
                  <a:lnTo>
                    <a:pt x="243420" y="18633"/>
                  </a:lnTo>
                  <a:lnTo>
                    <a:pt x="238662" y="16271"/>
                  </a:lnTo>
                  <a:lnTo>
                    <a:pt x="233832" y="14061"/>
                  </a:lnTo>
                  <a:lnTo>
                    <a:pt x="228933" y="12007"/>
                  </a:lnTo>
                  <a:lnTo>
                    <a:pt x="223972" y="10108"/>
                  </a:lnTo>
                  <a:lnTo>
                    <a:pt x="218953" y="8369"/>
                  </a:lnTo>
                  <a:lnTo>
                    <a:pt x="213882" y="6789"/>
                  </a:lnTo>
                  <a:lnTo>
                    <a:pt x="208762" y="5372"/>
                  </a:lnTo>
                  <a:lnTo>
                    <a:pt x="203601" y="4118"/>
                  </a:lnTo>
                  <a:lnTo>
                    <a:pt x="198402" y="3029"/>
                  </a:lnTo>
                  <a:lnTo>
                    <a:pt x="193171" y="2105"/>
                  </a:lnTo>
                  <a:lnTo>
                    <a:pt x="187913" y="1348"/>
                  </a:lnTo>
                  <a:lnTo>
                    <a:pt x="182634" y="759"/>
                  </a:lnTo>
                  <a:lnTo>
                    <a:pt x="177339" y="337"/>
                  </a:lnTo>
                  <a:lnTo>
                    <a:pt x="172033" y="84"/>
                  </a:lnTo>
                  <a:lnTo>
                    <a:pt x="166722" y="0"/>
                  </a:lnTo>
                  <a:lnTo>
                    <a:pt x="16672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49917" y="5399291"/>
              <a:ext cx="36298" cy="167167"/>
            </a:xfrm>
            <a:custGeom>
              <a:avLst/>
              <a:pathLst>
                <a:path w="36298" h="167167">
                  <a:moveTo>
                    <a:pt x="36298" y="0"/>
                  </a:moveTo>
                  <a:lnTo>
                    <a:pt x="28982" y="160"/>
                  </a:lnTo>
                  <a:lnTo>
                    <a:pt x="21681" y="640"/>
                  </a:lnTo>
                  <a:lnTo>
                    <a:pt x="14407" y="1439"/>
                  </a:lnTo>
                  <a:lnTo>
                    <a:pt x="7175" y="2556"/>
                  </a:lnTo>
                  <a:lnTo>
                    <a:pt x="0" y="3988"/>
                  </a:lnTo>
                  <a:lnTo>
                    <a:pt x="3629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49917" y="5403280"/>
              <a:ext cx="36298" cy="163178"/>
            </a:xfrm>
            <a:custGeom>
              <a:avLst/>
              <a:pathLst>
                <a:path w="36298" h="163178">
                  <a:moveTo>
                    <a:pt x="0" y="0"/>
                  </a:moveTo>
                  <a:lnTo>
                    <a:pt x="36298" y="16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49917" y="5403280"/>
              <a:ext cx="36298" cy="163178"/>
            </a:xfrm>
            <a:custGeom>
              <a:avLst/>
              <a:pathLst>
                <a:path w="36298" h="163178">
                  <a:moveTo>
                    <a:pt x="0" y="0"/>
                  </a:moveTo>
                  <a:lnTo>
                    <a:pt x="36298" y="16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49917" y="5403280"/>
              <a:ext cx="36298" cy="163178"/>
            </a:xfrm>
            <a:custGeom>
              <a:avLst/>
              <a:pathLst>
                <a:path w="36298" h="163178">
                  <a:moveTo>
                    <a:pt x="0" y="0"/>
                  </a:moveTo>
                  <a:lnTo>
                    <a:pt x="36298" y="16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49917" y="5403280"/>
              <a:ext cx="36298" cy="163178"/>
            </a:xfrm>
            <a:custGeom>
              <a:avLst/>
              <a:pathLst>
                <a:path w="36298" h="163178">
                  <a:moveTo>
                    <a:pt x="0" y="0"/>
                  </a:moveTo>
                  <a:lnTo>
                    <a:pt x="36298" y="16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49917" y="5403280"/>
              <a:ext cx="36298" cy="163178"/>
            </a:xfrm>
            <a:custGeom>
              <a:avLst/>
              <a:pathLst>
                <a:path w="36298" h="163178">
                  <a:moveTo>
                    <a:pt x="0" y="0"/>
                  </a:moveTo>
                  <a:lnTo>
                    <a:pt x="36298" y="1631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49917" y="5403280"/>
              <a:ext cx="36298" cy="163178"/>
            </a:xfrm>
            <a:custGeom>
              <a:avLst/>
              <a:pathLst>
                <a:path w="36298" h="163178">
                  <a:moveTo>
                    <a:pt x="0" y="0"/>
                  </a:moveTo>
                  <a:lnTo>
                    <a:pt x="36298" y="1631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52" y="5403280"/>
              <a:ext cx="334327" cy="330325"/>
            </a:xfrm>
            <a:custGeom>
              <a:avLst/>
              <a:pathLst>
                <a:path w="334327" h="330325">
                  <a:moveTo>
                    <a:pt x="130865" y="0"/>
                  </a:moveTo>
                  <a:lnTo>
                    <a:pt x="125728" y="1228"/>
                  </a:lnTo>
                  <a:lnTo>
                    <a:pt x="120632" y="2618"/>
                  </a:lnTo>
                  <a:lnTo>
                    <a:pt x="115583" y="4168"/>
                  </a:lnTo>
                  <a:lnTo>
                    <a:pt x="110585" y="5877"/>
                  </a:lnTo>
                  <a:lnTo>
                    <a:pt x="105644" y="7742"/>
                  </a:lnTo>
                  <a:lnTo>
                    <a:pt x="100764" y="9763"/>
                  </a:lnTo>
                  <a:lnTo>
                    <a:pt x="95951" y="11938"/>
                  </a:lnTo>
                  <a:lnTo>
                    <a:pt x="91209" y="14263"/>
                  </a:lnTo>
                  <a:lnTo>
                    <a:pt x="86542" y="16737"/>
                  </a:lnTo>
                  <a:lnTo>
                    <a:pt x="81956" y="19357"/>
                  </a:lnTo>
                  <a:lnTo>
                    <a:pt x="77455" y="22120"/>
                  </a:lnTo>
                  <a:lnTo>
                    <a:pt x="73043" y="25025"/>
                  </a:lnTo>
                  <a:lnTo>
                    <a:pt x="68726" y="28067"/>
                  </a:lnTo>
                  <a:lnTo>
                    <a:pt x="64507" y="31244"/>
                  </a:lnTo>
                  <a:lnTo>
                    <a:pt x="60390" y="34553"/>
                  </a:lnTo>
                  <a:lnTo>
                    <a:pt x="56380" y="37991"/>
                  </a:lnTo>
                  <a:lnTo>
                    <a:pt x="52480" y="41553"/>
                  </a:lnTo>
                  <a:lnTo>
                    <a:pt x="48695" y="45237"/>
                  </a:lnTo>
                  <a:lnTo>
                    <a:pt x="45028" y="49038"/>
                  </a:lnTo>
                  <a:lnTo>
                    <a:pt x="41483" y="52954"/>
                  </a:lnTo>
                  <a:lnTo>
                    <a:pt x="38064" y="56979"/>
                  </a:lnTo>
                  <a:lnTo>
                    <a:pt x="34773" y="61111"/>
                  </a:lnTo>
                  <a:lnTo>
                    <a:pt x="31615" y="65344"/>
                  </a:lnTo>
                  <a:lnTo>
                    <a:pt x="28592" y="69675"/>
                  </a:lnTo>
                  <a:lnTo>
                    <a:pt x="25707" y="74099"/>
                  </a:lnTo>
                  <a:lnTo>
                    <a:pt x="22963" y="78613"/>
                  </a:lnTo>
                  <a:lnTo>
                    <a:pt x="20364" y="83210"/>
                  </a:lnTo>
                  <a:lnTo>
                    <a:pt x="17911" y="87888"/>
                  </a:lnTo>
                  <a:lnTo>
                    <a:pt x="15607" y="92641"/>
                  </a:lnTo>
                  <a:lnTo>
                    <a:pt x="13454" y="97464"/>
                  </a:lnTo>
                  <a:lnTo>
                    <a:pt x="11455" y="102352"/>
                  </a:lnTo>
                  <a:lnTo>
                    <a:pt x="9611" y="107302"/>
                  </a:lnTo>
                  <a:lnTo>
                    <a:pt x="7924" y="112307"/>
                  </a:lnTo>
                  <a:lnTo>
                    <a:pt x="6397" y="117363"/>
                  </a:lnTo>
                  <a:lnTo>
                    <a:pt x="5029" y="122465"/>
                  </a:lnTo>
                  <a:lnTo>
                    <a:pt x="3824" y="127607"/>
                  </a:lnTo>
                  <a:lnTo>
                    <a:pt x="2782" y="132785"/>
                  </a:lnTo>
                  <a:lnTo>
                    <a:pt x="1904" y="137993"/>
                  </a:lnTo>
                  <a:lnTo>
                    <a:pt x="1191" y="143227"/>
                  </a:lnTo>
                  <a:lnTo>
                    <a:pt x="643" y="148480"/>
                  </a:lnTo>
                  <a:lnTo>
                    <a:pt x="262" y="153748"/>
                  </a:lnTo>
                  <a:lnTo>
                    <a:pt x="47" y="159025"/>
                  </a:lnTo>
                  <a:lnTo>
                    <a:pt x="0" y="164307"/>
                  </a:lnTo>
                  <a:lnTo>
                    <a:pt x="119" y="169587"/>
                  </a:lnTo>
                  <a:lnTo>
                    <a:pt x="404" y="174861"/>
                  </a:lnTo>
                  <a:lnTo>
                    <a:pt x="857" y="180124"/>
                  </a:lnTo>
                  <a:lnTo>
                    <a:pt x="1475" y="185369"/>
                  </a:lnTo>
                  <a:lnTo>
                    <a:pt x="2259" y="190592"/>
                  </a:lnTo>
                  <a:lnTo>
                    <a:pt x="3207" y="195788"/>
                  </a:lnTo>
                  <a:lnTo>
                    <a:pt x="4319" y="200952"/>
                  </a:lnTo>
                  <a:lnTo>
                    <a:pt x="5594" y="206077"/>
                  </a:lnTo>
                  <a:lnTo>
                    <a:pt x="7030" y="211160"/>
                  </a:lnTo>
                  <a:lnTo>
                    <a:pt x="8625" y="216195"/>
                  </a:lnTo>
                  <a:lnTo>
                    <a:pt x="10379" y="221177"/>
                  </a:lnTo>
                  <a:lnTo>
                    <a:pt x="12290" y="226101"/>
                  </a:lnTo>
                  <a:lnTo>
                    <a:pt x="14355" y="230963"/>
                  </a:lnTo>
                  <a:lnTo>
                    <a:pt x="16573" y="235756"/>
                  </a:lnTo>
                  <a:lnTo>
                    <a:pt x="18941" y="240477"/>
                  </a:lnTo>
                  <a:lnTo>
                    <a:pt x="21457" y="245121"/>
                  </a:lnTo>
                  <a:lnTo>
                    <a:pt x="24118" y="249683"/>
                  </a:lnTo>
                  <a:lnTo>
                    <a:pt x="26922" y="254159"/>
                  </a:lnTo>
                  <a:lnTo>
                    <a:pt x="29867" y="258544"/>
                  </a:lnTo>
                  <a:lnTo>
                    <a:pt x="32948" y="262834"/>
                  </a:lnTo>
                  <a:lnTo>
                    <a:pt x="36163" y="267025"/>
                  </a:lnTo>
                  <a:lnTo>
                    <a:pt x="39509" y="271111"/>
                  </a:lnTo>
                  <a:lnTo>
                    <a:pt x="42983" y="275090"/>
                  </a:lnTo>
                  <a:lnTo>
                    <a:pt x="46580" y="278957"/>
                  </a:lnTo>
                  <a:lnTo>
                    <a:pt x="50298" y="282709"/>
                  </a:lnTo>
                  <a:lnTo>
                    <a:pt x="54133" y="286341"/>
                  </a:lnTo>
                  <a:lnTo>
                    <a:pt x="58080" y="289851"/>
                  </a:lnTo>
                  <a:lnTo>
                    <a:pt x="62136" y="293233"/>
                  </a:lnTo>
                  <a:lnTo>
                    <a:pt x="66297" y="296486"/>
                  </a:lnTo>
                  <a:lnTo>
                    <a:pt x="70559" y="299606"/>
                  </a:lnTo>
                  <a:lnTo>
                    <a:pt x="74917" y="302590"/>
                  </a:lnTo>
                  <a:lnTo>
                    <a:pt x="79367" y="305435"/>
                  </a:lnTo>
                  <a:lnTo>
                    <a:pt x="83905" y="308137"/>
                  </a:lnTo>
                  <a:lnTo>
                    <a:pt x="88526" y="310695"/>
                  </a:lnTo>
                  <a:lnTo>
                    <a:pt x="93226" y="313106"/>
                  </a:lnTo>
                  <a:lnTo>
                    <a:pt x="97999" y="315367"/>
                  </a:lnTo>
                  <a:lnTo>
                    <a:pt x="102842" y="317476"/>
                  </a:lnTo>
                  <a:lnTo>
                    <a:pt x="107748" y="319431"/>
                  </a:lnTo>
                  <a:lnTo>
                    <a:pt x="112714" y="321230"/>
                  </a:lnTo>
                  <a:lnTo>
                    <a:pt x="117735" y="322871"/>
                  </a:lnTo>
                  <a:lnTo>
                    <a:pt x="122804" y="324353"/>
                  </a:lnTo>
                  <a:lnTo>
                    <a:pt x="127918" y="325674"/>
                  </a:lnTo>
                  <a:lnTo>
                    <a:pt x="133071" y="326833"/>
                  </a:lnTo>
                  <a:lnTo>
                    <a:pt x="138258" y="327828"/>
                  </a:lnTo>
                  <a:lnTo>
                    <a:pt x="143474" y="328659"/>
                  </a:lnTo>
                  <a:lnTo>
                    <a:pt x="148714" y="329325"/>
                  </a:lnTo>
                  <a:lnTo>
                    <a:pt x="153972" y="329825"/>
                  </a:lnTo>
                  <a:lnTo>
                    <a:pt x="159243" y="330158"/>
                  </a:lnTo>
                  <a:lnTo>
                    <a:pt x="164522" y="330325"/>
                  </a:lnTo>
                  <a:lnTo>
                    <a:pt x="169804" y="330325"/>
                  </a:lnTo>
                  <a:lnTo>
                    <a:pt x="175083" y="330158"/>
                  </a:lnTo>
                  <a:lnTo>
                    <a:pt x="180354" y="329825"/>
                  </a:lnTo>
                  <a:lnTo>
                    <a:pt x="185612" y="329325"/>
                  </a:lnTo>
                  <a:lnTo>
                    <a:pt x="190852" y="328659"/>
                  </a:lnTo>
                  <a:lnTo>
                    <a:pt x="196068" y="327828"/>
                  </a:lnTo>
                  <a:lnTo>
                    <a:pt x="201255" y="326833"/>
                  </a:lnTo>
                  <a:lnTo>
                    <a:pt x="206408" y="325674"/>
                  </a:lnTo>
                  <a:lnTo>
                    <a:pt x="211522" y="324353"/>
                  </a:lnTo>
                  <a:lnTo>
                    <a:pt x="216592" y="322871"/>
                  </a:lnTo>
                  <a:lnTo>
                    <a:pt x="221612" y="321230"/>
                  </a:lnTo>
                  <a:lnTo>
                    <a:pt x="226578" y="319431"/>
                  </a:lnTo>
                  <a:lnTo>
                    <a:pt x="231485" y="317476"/>
                  </a:lnTo>
                  <a:lnTo>
                    <a:pt x="236327" y="315367"/>
                  </a:lnTo>
                  <a:lnTo>
                    <a:pt x="241100" y="313106"/>
                  </a:lnTo>
                  <a:lnTo>
                    <a:pt x="245800" y="310695"/>
                  </a:lnTo>
                  <a:lnTo>
                    <a:pt x="250421" y="308137"/>
                  </a:lnTo>
                  <a:lnTo>
                    <a:pt x="254959" y="305435"/>
                  </a:lnTo>
                  <a:lnTo>
                    <a:pt x="259409" y="302590"/>
                  </a:lnTo>
                  <a:lnTo>
                    <a:pt x="263767" y="299606"/>
                  </a:lnTo>
                  <a:lnTo>
                    <a:pt x="268029" y="296486"/>
                  </a:lnTo>
                  <a:lnTo>
                    <a:pt x="272190" y="293233"/>
                  </a:lnTo>
                  <a:lnTo>
                    <a:pt x="276246" y="289851"/>
                  </a:lnTo>
                  <a:lnTo>
                    <a:pt x="280194" y="286341"/>
                  </a:lnTo>
                  <a:lnTo>
                    <a:pt x="284028" y="282709"/>
                  </a:lnTo>
                  <a:lnTo>
                    <a:pt x="287746" y="278957"/>
                  </a:lnTo>
                  <a:lnTo>
                    <a:pt x="291343" y="275090"/>
                  </a:lnTo>
                  <a:lnTo>
                    <a:pt x="294817" y="271111"/>
                  </a:lnTo>
                  <a:lnTo>
                    <a:pt x="298163" y="267025"/>
                  </a:lnTo>
                  <a:lnTo>
                    <a:pt x="301378" y="262834"/>
                  </a:lnTo>
                  <a:lnTo>
                    <a:pt x="304460" y="258544"/>
                  </a:lnTo>
                  <a:lnTo>
                    <a:pt x="307404" y="254159"/>
                  </a:lnTo>
                  <a:lnTo>
                    <a:pt x="310208" y="249683"/>
                  </a:lnTo>
                  <a:lnTo>
                    <a:pt x="312869" y="245121"/>
                  </a:lnTo>
                  <a:lnTo>
                    <a:pt x="315385" y="240477"/>
                  </a:lnTo>
                  <a:lnTo>
                    <a:pt x="317753" y="235756"/>
                  </a:lnTo>
                  <a:lnTo>
                    <a:pt x="319971" y="230963"/>
                  </a:lnTo>
                  <a:lnTo>
                    <a:pt x="322036" y="226101"/>
                  </a:lnTo>
                  <a:lnTo>
                    <a:pt x="323947" y="221177"/>
                  </a:lnTo>
                  <a:lnTo>
                    <a:pt x="325701" y="216195"/>
                  </a:lnTo>
                  <a:lnTo>
                    <a:pt x="327297" y="211160"/>
                  </a:lnTo>
                  <a:lnTo>
                    <a:pt x="328732" y="206077"/>
                  </a:lnTo>
                  <a:lnTo>
                    <a:pt x="330007" y="200952"/>
                  </a:lnTo>
                  <a:lnTo>
                    <a:pt x="331119" y="195788"/>
                  </a:lnTo>
                  <a:lnTo>
                    <a:pt x="332067" y="190592"/>
                  </a:lnTo>
                  <a:lnTo>
                    <a:pt x="332851" y="185369"/>
                  </a:lnTo>
                  <a:lnTo>
                    <a:pt x="333470" y="180124"/>
                  </a:lnTo>
                  <a:lnTo>
                    <a:pt x="333922" y="174861"/>
                  </a:lnTo>
                  <a:lnTo>
                    <a:pt x="334208" y="169587"/>
                  </a:lnTo>
                  <a:lnTo>
                    <a:pt x="334327" y="164307"/>
                  </a:lnTo>
                  <a:lnTo>
                    <a:pt x="334279" y="159025"/>
                  </a:lnTo>
                  <a:lnTo>
                    <a:pt x="334064" y="153748"/>
                  </a:lnTo>
                  <a:lnTo>
                    <a:pt x="333683" y="148480"/>
                  </a:lnTo>
                  <a:lnTo>
                    <a:pt x="333136" y="143227"/>
                  </a:lnTo>
                  <a:lnTo>
                    <a:pt x="332423" y="137993"/>
                  </a:lnTo>
                  <a:lnTo>
                    <a:pt x="331544" y="132785"/>
                  </a:lnTo>
                  <a:lnTo>
                    <a:pt x="330502" y="127607"/>
                  </a:lnTo>
                  <a:lnTo>
                    <a:pt x="329297" y="122465"/>
                  </a:lnTo>
                  <a:lnTo>
                    <a:pt x="327930" y="117363"/>
                  </a:lnTo>
                  <a:lnTo>
                    <a:pt x="326402" y="112307"/>
                  </a:lnTo>
                  <a:lnTo>
                    <a:pt x="324716" y="107302"/>
                  </a:lnTo>
                  <a:lnTo>
                    <a:pt x="322872" y="102352"/>
                  </a:lnTo>
                  <a:lnTo>
                    <a:pt x="320872" y="97464"/>
                  </a:lnTo>
                  <a:lnTo>
                    <a:pt x="318720" y="92641"/>
                  </a:lnTo>
                  <a:lnTo>
                    <a:pt x="316416" y="87888"/>
                  </a:lnTo>
                  <a:lnTo>
                    <a:pt x="313962" y="83210"/>
                  </a:lnTo>
                  <a:lnTo>
                    <a:pt x="311363" y="78613"/>
                  </a:lnTo>
                  <a:lnTo>
                    <a:pt x="308619" y="74099"/>
                  </a:lnTo>
                  <a:lnTo>
                    <a:pt x="305735" y="69675"/>
                  </a:lnTo>
                  <a:lnTo>
                    <a:pt x="302712" y="65344"/>
                  </a:lnTo>
                  <a:lnTo>
                    <a:pt x="299553" y="61111"/>
                  </a:lnTo>
                  <a:lnTo>
                    <a:pt x="296263" y="56979"/>
                  </a:lnTo>
                  <a:lnTo>
                    <a:pt x="292843" y="52954"/>
                  </a:lnTo>
                  <a:lnTo>
                    <a:pt x="289298" y="49038"/>
                  </a:lnTo>
                  <a:lnTo>
                    <a:pt x="285631" y="45237"/>
                  </a:lnTo>
                  <a:lnTo>
                    <a:pt x="281846" y="41553"/>
                  </a:lnTo>
                  <a:lnTo>
                    <a:pt x="277947" y="37991"/>
                  </a:lnTo>
                  <a:lnTo>
                    <a:pt x="273936" y="34553"/>
                  </a:lnTo>
                  <a:lnTo>
                    <a:pt x="269820" y="31244"/>
                  </a:lnTo>
                  <a:lnTo>
                    <a:pt x="265600" y="28067"/>
                  </a:lnTo>
                  <a:lnTo>
                    <a:pt x="261283" y="25025"/>
                  </a:lnTo>
                  <a:lnTo>
                    <a:pt x="256871" y="22120"/>
                  </a:lnTo>
                  <a:lnTo>
                    <a:pt x="252370" y="19357"/>
                  </a:lnTo>
                  <a:lnTo>
                    <a:pt x="247784" y="16737"/>
                  </a:lnTo>
                  <a:lnTo>
                    <a:pt x="243118" y="14263"/>
                  </a:lnTo>
                  <a:lnTo>
                    <a:pt x="238375" y="11938"/>
                  </a:lnTo>
                  <a:lnTo>
                    <a:pt x="233562" y="9763"/>
                  </a:lnTo>
                  <a:lnTo>
                    <a:pt x="228682" y="7742"/>
                  </a:lnTo>
                  <a:lnTo>
                    <a:pt x="223741" y="5877"/>
                  </a:lnTo>
                  <a:lnTo>
                    <a:pt x="218743" y="4168"/>
                  </a:lnTo>
                  <a:lnTo>
                    <a:pt x="213694" y="2618"/>
                  </a:lnTo>
                  <a:lnTo>
                    <a:pt x="208598" y="1228"/>
                  </a:lnTo>
                  <a:lnTo>
                    <a:pt x="203462" y="0"/>
                  </a:lnTo>
                  <a:lnTo>
                    <a:pt x="167163" y="1631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36298" cy="167167"/>
            </a:xfrm>
            <a:custGeom>
              <a:avLst/>
              <a:pathLst>
                <a:path w="36298" h="167167">
                  <a:moveTo>
                    <a:pt x="36298" y="3988"/>
                  </a:moveTo>
                  <a:lnTo>
                    <a:pt x="29122" y="2556"/>
                  </a:lnTo>
                  <a:lnTo>
                    <a:pt x="21890" y="1439"/>
                  </a:lnTo>
                  <a:lnTo>
                    <a:pt x="14617" y="640"/>
                  </a:lnTo>
                  <a:lnTo>
                    <a:pt x="7315" y="16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85" y="5399291"/>
              <a:ext cx="167158" cy="331626"/>
            </a:xfrm>
            <a:custGeom>
              <a:avLst/>
              <a:pathLst>
                <a:path w="167158" h="331626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3" y="762"/>
                  </a:lnTo>
                  <a:lnTo>
                    <a:pt x="145923" y="1354"/>
                  </a:lnTo>
                  <a:lnTo>
                    <a:pt x="140655" y="2114"/>
                  </a:lnTo>
                  <a:lnTo>
                    <a:pt x="135414" y="3041"/>
                  </a:lnTo>
                  <a:lnTo>
                    <a:pt x="130204" y="4135"/>
                  </a:lnTo>
                  <a:lnTo>
                    <a:pt x="125033" y="5394"/>
                  </a:lnTo>
                  <a:lnTo>
                    <a:pt x="119904" y="6817"/>
                  </a:lnTo>
                  <a:lnTo>
                    <a:pt x="114823" y="8403"/>
                  </a:lnTo>
                  <a:lnTo>
                    <a:pt x="109795" y="10150"/>
                  </a:lnTo>
                  <a:lnTo>
                    <a:pt x="104825" y="12056"/>
                  </a:lnTo>
                  <a:lnTo>
                    <a:pt x="99918" y="14119"/>
                  </a:lnTo>
                  <a:lnTo>
                    <a:pt x="95080" y="16337"/>
                  </a:lnTo>
                  <a:lnTo>
                    <a:pt x="90314" y="18708"/>
                  </a:lnTo>
                  <a:lnTo>
                    <a:pt x="85627" y="21230"/>
                  </a:lnTo>
                  <a:lnTo>
                    <a:pt x="81022" y="23900"/>
                  </a:lnTo>
                  <a:lnTo>
                    <a:pt x="76504" y="26714"/>
                  </a:lnTo>
                  <a:lnTo>
                    <a:pt x="72079" y="29672"/>
                  </a:lnTo>
                  <a:lnTo>
                    <a:pt x="67749" y="32769"/>
                  </a:lnTo>
                  <a:lnTo>
                    <a:pt x="63521" y="36002"/>
                  </a:lnTo>
                  <a:lnTo>
                    <a:pt x="59398" y="39367"/>
                  </a:lnTo>
                  <a:lnTo>
                    <a:pt x="55383" y="42863"/>
                  </a:lnTo>
                  <a:lnTo>
                    <a:pt x="51483" y="46485"/>
                  </a:lnTo>
                  <a:lnTo>
                    <a:pt x="47699" y="50229"/>
                  </a:lnTo>
                  <a:lnTo>
                    <a:pt x="44037" y="54091"/>
                  </a:lnTo>
                  <a:lnTo>
                    <a:pt x="40499" y="58068"/>
                  </a:lnTo>
                  <a:lnTo>
                    <a:pt x="37090" y="62156"/>
                  </a:lnTo>
                  <a:lnTo>
                    <a:pt x="33813" y="66350"/>
                  </a:lnTo>
                  <a:lnTo>
                    <a:pt x="30671" y="70646"/>
                  </a:lnTo>
                  <a:lnTo>
                    <a:pt x="27667" y="75041"/>
                  </a:lnTo>
                  <a:lnTo>
                    <a:pt x="24804" y="79528"/>
                  </a:lnTo>
                  <a:lnTo>
                    <a:pt x="22087" y="84105"/>
                  </a:lnTo>
                  <a:lnTo>
                    <a:pt x="19516" y="88766"/>
                  </a:lnTo>
                  <a:lnTo>
                    <a:pt x="17094" y="93506"/>
                  </a:lnTo>
                  <a:lnTo>
                    <a:pt x="14825" y="98321"/>
                  </a:lnTo>
                  <a:lnTo>
                    <a:pt x="12711" y="103205"/>
                  </a:lnTo>
                  <a:lnTo>
                    <a:pt x="10753" y="108155"/>
                  </a:lnTo>
                  <a:lnTo>
                    <a:pt x="8953" y="113164"/>
                  </a:lnTo>
                  <a:lnTo>
                    <a:pt x="7314" y="118228"/>
                  </a:lnTo>
                  <a:lnTo>
                    <a:pt x="5837" y="123342"/>
                  </a:lnTo>
                  <a:lnTo>
                    <a:pt x="4524" y="128500"/>
                  </a:lnTo>
                  <a:lnTo>
                    <a:pt x="3375" y="133698"/>
                  </a:lnTo>
                  <a:lnTo>
                    <a:pt x="2392" y="138929"/>
                  </a:lnTo>
                  <a:lnTo>
                    <a:pt x="1577" y="144189"/>
                  </a:lnTo>
                  <a:lnTo>
                    <a:pt x="929" y="149472"/>
                  </a:lnTo>
                  <a:lnTo>
                    <a:pt x="450" y="154773"/>
                  </a:lnTo>
                  <a:lnTo>
                    <a:pt x="140" y="160087"/>
                  </a:lnTo>
                  <a:lnTo>
                    <a:pt x="0" y="165408"/>
                  </a:lnTo>
                  <a:lnTo>
                    <a:pt x="28" y="170731"/>
                  </a:lnTo>
                  <a:lnTo>
                    <a:pt x="226" y="176050"/>
                  </a:lnTo>
                  <a:lnTo>
                    <a:pt x="594" y="181360"/>
                  </a:lnTo>
                  <a:lnTo>
                    <a:pt x="1130" y="186656"/>
                  </a:lnTo>
                  <a:lnTo>
                    <a:pt x="1835" y="191932"/>
                  </a:lnTo>
                  <a:lnTo>
                    <a:pt x="2707" y="197182"/>
                  </a:lnTo>
                  <a:lnTo>
                    <a:pt x="3746" y="202403"/>
                  </a:lnTo>
                  <a:lnTo>
                    <a:pt x="4951" y="207587"/>
                  </a:lnTo>
                  <a:lnTo>
                    <a:pt x="6320" y="212731"/>
                  </a:lnTo>
                  <a:lnTo>
                    <a:pt x="7852" y="217829"/>
                  </a:lnTo>
                  <a:lnTo>
                    <a:pt x="9546" y="222875"/>
                  </a:lnTo>
                  <a:lnTo>
                    <a:pt x="11399" y="227864"/>
                  </a:lnTo>
                  <a:lnTo>
                    <a:pt x="13410" y="232793"/>
                  </a:lnTo>
                  <a:lnTo>
                    <a:pt x="15578" y="237654"/>
                  </a:lnTo>
                  <a:lnTo>
                    <a:pt x="17899" y="242444"/>
                  </a:lnTo>
                  <a:lnTo>
                    <a:pt x="20371" y="247158"/>
                  </a:lnTo>
                  <a:lnTo>
                    <a:pt x="22992" y="251791"/>
                  </a:lnTo>
                  <a:lnTo>
                    <a:pt x="25759" y="256338"/>
                  </a:lnTo>
                  <a:lnTo>
                    <a:pt x="28670" y="260794"/>
                  </a:lnTo>
                  <a:lnTo>
                    <a:pt x="31721" y="265156"/>
                  </a:lnTo>
                  <a:lnTo>
                    <a:pt x="34909" y="269418"/>
                  </a:lnTo>
                  <a:lnTo>
                    <a:pt x="38231" y="273576"/>
                  </a:lnTo>
                  <a:lnTo>
                    <a:pt x="41685" y="277627"/>
                  </a:lnTo>
                  <a:lnTo>
                    <a:pt x="45265" y="281566"/>
                  </a:lnTo>
                  <a:lnTo>
                    <a:pt x="48969" y="285389"/>
                  </a:lnTo>
                  <a:lnTo>
                    <a:pt x="52793" y="289091"/>
                  </a:lnTo>
                  <a:lnTo>
                    <a:pt x="56732" y="292671"/>
                  </a:lnTo>
                  <a:lnTo>
                    <a:pt x="60784" y="296123"/>
                  </a:lnTo>
                  <a:lnTo>
                    <a:pt x="64943" y="299444"/>
                  </a:lnTo>
                  <a:lnTo>
                    <a:pt x="69206" y="302631"/>
                  </a:lnTo>
                  <a:lnTo>
                    <a:pt x="73569" y="305681"/>
                  </a:lnTo>
                  <a:lnTo>
                    <a:pt x="78026" y="308590"/>
                  </a:lnTo>
                  <a:lnTo>
                    <a:pt x="82574" y="311356"/>
                  </a:lnTo>
                  <a:lnTo>
                    <a:pt x="87207" y="313976"/>
                  </a:lnTo>
                  <a:lnTo>
                    <a:pt x="91922" y="316447"/>
                  </a:lnTo>
                  <a:lnTo>
                    <a:pt x="96712" y="318767"/>
                  </a:lnTo>
                  <a:lnTo>
                    <a:pt x="101575" y="320932"/>
                  </a:lnTo>
                  <a:lnTo>
                    <a:pt x="106503" y="322942"/>
                  </a:lnTo>
                  <a:lnTo>
                    <a:pt x="111494" y="324795"/>
                  </a:lnTo>
                  <a:lnTo>
                    <a:pt x="116540" y="326487"/>
                  </a:lnTo>
                  <a:lnTo>
                    <a:pt x="121638" y="328018"/>
                  </a:lnTo>
                  <a:lnTo>
                    <a:pt x="126782" y="329385"/>
                  </a:lnTo>
                  <a:lnTo>
                    <a:pt x="131967" y="330588"/>
                  </a:lnTo>
                  <a:lnTo>
                    <a:pt x="137188" y="33162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93574" y="5566459"/>
              <a:ext cx="29969" cy="164458"/>
            </a:xfrm>
            <a:custGeom>
              <a:avLst/>
              <a:pathLst>
                <a:path w="29969" h="164458">
                  <a:moveTo>
                    <a:pt x="0" y="164458"/>
                  </a:moveTo>
                  <a:lnTo>
                    <a:pt x="299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93574" y="5566459"/>
              <a:ext cx="29969" cy="164458"/>
            </a:xfrm>
            <a:custGeom>
              <a:avLst/>
              <a:pathLst>
                <a:path w="29969" h="164458">
                  <a:moveTo>
                    <a:pt x="0" y="164458"/>
                  </a:moveTo>
                  <a:lnTo>
                    <a:pt x="299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93574" y="5566459"/>
              <a:ext cx="29969" cy="164458"/>
            </a:xfrm>
            <a:custGeom>
              <a:avLst/>
              <a:pathLst>
                <a:path w="29969" h="164458">
                  <a:moveTo>
                    <a:pt x="0" y="164458"/>
                  </a:moveTo>
                  <a:lnTo>
                    <a:pt x="299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93574" y="5566459"/>
              <a:ext cx="29969" cy="164458"/>
            </a:xfrm>
            <a:custGeom>
              <a:avLst/>
              <a:pathLst>
                <a:path w="29969" h="164458">
                  <a:moveTo>
                    <a:pt x="0" y="164458"/>
                  </a:moveTo>
                  <a:lnTo>
                    <a:pt x="2996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93574" y="5566459"/>
              <a:ext cx="29969" cy="164458"/>
            </a:xfrm>
            <a:custGeom>
              <a:avLst/>
              <a:pathLst>
                <a:path w="29969" h="164458">
                  <a:moveTo>
                    <a:pt x="0" y="164458"/>
                  </a:moveTo>
                  <a:lnTo>
                    <a:pt x="2996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93574" y="5566459"/>
              <a:ext cx="100184" cy="167159"/>
            </a:xfrm>
            <a:custGeom>
              <a:avLst/>
              <a:pathLst>
                <a:path w="100184" h="167159">
                  <a:moveTo>
                    <a:pt x="0" y="164458"/>
                  </a:moveTo>
                  <a:lnTo>
                    <a:pt x="5623" y="165385"/>
                  </a:lnTo>
                  <a:lnTo>
                    <a:pt x="11275" y="166118"/>
                  </a:lnTo>
                  <a:lnTo>
                    <a:pt x="16949" y="166659"/>
                  </a:lnTo>
                  <a:lnTo>
                    <a:pt x="22638" y="167006"/>
                  </a:lnTo>
                  <a:lnTo>
                    <a:pt x="28335" y="167159"/>
                  </a:lnTo>
                  <a:lnTo>
                    <a:pt x="34035" y="167118"/>
                  </a:lnTo>
                  <a:lnTo>
                    <a:pt x="39729" y="166882"/>
                  </a:lnTo>
                  <a:lnTo>
                    <a:pt x="45412" y="166452"/>
                  </a:lnTo>
                  <a:lnTo>
                    <a:pt x="51078" y="165829"/>
                  </a:lnTo>
                  <a:lnTo>
                    <a:pt x="56718" y="165013"/>
                  </a:lnTo>
                  <a:lnTo>
                    <a:pt x="62328" y="164005"/>
                  </a:lnTo>
                  <a:lnTo>
                    <a:pt x="67900" y="162807"/>
                  </a:lnTo>
                  <a:lnTo>
                    <a:pt x="73428" y="161419"/>
                  </a:lnTo>
                  <a:lnTo>
                    <a:pt x="78905" y="159844"/>
                  </a:lnTo>
                  <a:lnTo>
                    <a:pt x="84326" y="158083"/>
                  </a:lnTo>
                  <a:lnTo>
                    <a:pt x="89683" y="156138"/>
                  </a:lnTo>
                  <a:lnTo>
                    <a:pt x="94971" y="154012"/>
                  </a:lnTo>
                  <a:lnTo>
                    <a:pt x="100184" y="151706"/>
                  </a:lnTo>
                  <a:lnTo>
                    <a:pt x="2996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59" cy="318874"/>
            </a:xfrm>
            <a:custGeom>
              <a:avLst/>
              <a:pathLst>
                <a:path w="167159" h="318874">
                  <a:moveTo>
                    <a:pt x="70214" y="318874"/>
                  </a:moveTo>
                  <a:lnTo>
                    <a:pt x="75011" y="316560"/>
                  </a:lnTo>
                  <a:lnTo>
                    <a:pt x="79732" y="314095"/>
                  </a:lnTo>
                  <a:lnTo>
                    <a:pt x="84371" y="311480"/>
                  </a:lnTo>
                  <a:lnTo>
                    <a:pt x="88926" y="308719"/>
                  </a:lnTo>
                  <a:lnTo>
                    <a:pt x="93390" y="305815"/>
                  </a:lnTo>
                  <a:lnTo>
                    <a:pt x="97759" y="302769"/>
                  </a:lnTo>
                  <a:lnTo>
                    <a:pt x="102029" y="299587"/>
                  </a:lnTo>
                  <a:lnTo>
                    <a:pt x="106195" y="296269"/>
                  </a:lnTo>
                  <a:lnTo>
                    <a:pt x="110254" y="292821"/>
                  </a:lnTo>
                  <a:lnTo>
                    <a:pt x="114201" y="289245"/>
                  </a:lnTo>
                  <a:lnTo>
                    <a:pt x="118032" y="285545"/>
                  </a:lnTo>
                  <a:lnTo>
                    <a:pt x="121743" y="281725"/>
                  </a:lnTo>
                  <a:lnTo>
                    <a:pt x="125330" y="277789"/>
                  </a:lnTo>
                  <a:lnTo>
                    <a:pt x="128790" y="273740"/>
                  </a:lnTo>
                  <a:lnTo>
                    <a:pt x="132120" y="269584"/>
                  </a:lnTo>
                  <a:lnTo>
                    <a:pt x="135315" y="265323"/>
                  </a:lnTo>
                  <a:lnTo>
                    <a:pt x="138373" y="260963"/>
                  </a:lnTo>
                  <a:lnTo>
                    <a:pt x="141291" y="256507"/>
                  </a:lnTo>
                  <a:lnTo>
                    <a:pt x="144065" y="251961"/>
                  </a:lnTo>
                  <a:lnTo>
                    <a:pt x="146693" y="247329"/>
                  </a:lnTo>
                  <a:lnTo>
                    <a:pt x="149172" y="242615"/>
                  </a:lnTo>
                  <a:lnTo>
                    <a:pt x="151500" y="237825"/>
                  </a:lnTo>
                  <a:lnTo>
                    <a:pt x="153674" y="232963"/>
                  </a:lnTo>
                  <a:lnTo>
                    <a:pt x="155692" y="228035"/>
                  </a:lnTo>
                  <a:lnTo>
                    <a:pt x="157552" y="223044"/>
                  </a:lnTo>
                  <a:lnTo>
                    <a:pt x="159252" y="217997"/>
                  </a:lnTo>
                  <a:lnTo>
                    <a:pt x="160790" y="212898"/>
                  </a:lnTo>
                  <a:lnTo>
                    <a:pt x="162165" y="207753"/>
                  </a:lnTo>
                  <a:lnTo>
                    <a:pt x="163376" y="202567"/>
                  </a:lnTo>
                  <a:lnTo>
                    <a:pt x="164421" y="197344"/>
                  </a:lnTo>
                  <a:lnTo>
                    <a:pt x="165298" y="192091"/>
                  </a:lnTo>
                  <a:lnTo>
                    <a:pt x="166008" y="186813"/>
                  </a:lnTo>
                  <a:lnTo>
                    <a:pt x="166550" y="181515"/>
                  </a:lnTo>
                  <a:lnTo>
                    <a:pt x="166923" y="176202"/>
                  </a:lnTo>
                  <a:lnTo>
                    <a:pt x="167126" y="170880"/>
                  </a:lnTo>
                  <a:lnTo>
                    <a:pt x="167159" y="165555"/>
                  </a:lnTo>
                  <a:lnTo>
                    <a:pt x="167023" y="160231"/>
                  </a:lnTo>
                  <a:lnTo>
                    <a:pt x="166717" y="154914"/>
                  </a:lnTo>
                  <a:lnTo>
                    <a:pt x="166242" y="149609"/>
                  </a:lnTo>
                  <a:lnTo>
                    <a:pt x="165599" y="144323"/>
                  </a:lnTo>
                  <a:lnTo>
                    <a:pt x="164787" y="139059"/>
                  </a:lnTo>
                  <a:lnTo>
                    <a:pt x="163808" y="133824"/>
                  </a:lnTo>
                  <a:lnTo>
                    <a:pt x="162663" y="128623"/>
                  </a:lnTo>
                  <a:lnTo>
                    <a:pt x="161352" y="123461"/>
                  </a:lnTo>
                  <a:lnTo>
                    <a:pt x="159878" y="118343"/>
                  </a:lnTo>
                  <a:lnTo>
                    <a:pt x="158242" y="113275"/>
                  </a:lnTo>
                  <a:lnTo>
                    <a:pt x="156445" y="108261"/>
                  </a:lnTo>
                  <a:lnTo>
                    <a:pt x="154489" y="103308"/>
                  </a:lnTo>
                  <a:lnTo>
                    <a:pt x="152376" y="98419"/>
                  </a:lnTo>
                  <a:lnTo>
                    <a:pt x="150109" y="93600"/>
                  </a:lnTo>
                  <a:lnTo>
                    <a:pt x="147689" y="88856"/>
                  </a:lnTo>
                  <a:lnTo>
                    <a:pt x="145120" y="84191"/>
                  </a:lnTo>
                  <a:lnTo>
                    <a:pt x="142403" y="79610"/>
                  </a:lnTo>
                  <a:lnTo>
                    <a:pt x="139542" y="75118"/>
                  </a:lnTo>
                  <a:lnTo>
                    <a:pt x="136539" y="70720"/>
                  </a:lnTo>
                  <a:lnTo>
                    <a:pt x="133397" y="66419"/>
                  </a:lnTo>
                  <a:lnTo>
                    <a:pt x="130120" y="62221"/>
                  </a:lnTo>
                  <a:lnTo>
                    <a:pt x="126711" y="58129"/>
                  </a:lnTo>
                  <a:lnTo>
                    <a:pt x="123173" y="54148"/>
                  </a:lnTo>
                  <a:lnTo>
                    <a:pt x="119510" y="50282"/>
                  </a:lnTo>
                  <a:lnTo>
                    <a:pt x="115726" y="46534"/>
                  </a:lnTo>
                  <a:lnTo>
                    <a:pt x="111825" y="42909"/>
                  </a:lnTo>
                  <a:lnTo>
                    <a:pt x="107810" y="39410"/>
                  </a:lnTo>
                  <a:lnTo>
                    <a:pt x="103686" y="36041"/>
                  </a:lnTo>
                  <a:lnTo>
                    <a:pt x="99456" y="32804"/>
                  </a:lnTo>
                  <a:lnTo>
                    <a:pt x="95125" y="29704"/>
                  </a:lnTo>
                  <a:lnTo>
                    <a:pt x="90698" y="26744"/>
                  </a:lnTo>
                  <a:lnTo>
                    <a:pt x="86179" y="23926"/>
                  </a:lnTo>
                  <a:lnTo>
                    <a:pt x="81572" y="21253"/>
                  </a:lnTo>
                  <a:lnTo>
                    <a:pt x="76883" y="18729"/>
                  </a:lnTo>
                  <a:lnTo>
                    <a:pt x="72115" y="16355"/>
                  </a:lnTo>
                  <a:lnTo>
                    <a:pt x="67275" y="14134"/>
                  </a:lnTo>
                  <a:lnTo>
                    <a:pt x="62366" y="12069"/>
                  </a:lnTo>
                  <a:lnTo>
                    <a:pt x="57394" y="10161"/>
                  </a:lnTo>
                  <a:lnTo>
                    <a:pt x="52363" y="8412"/>
                  </a:lnTo>
                  <a:lnTo>
                    <a:pt x="47279" y="6825"/>
                  </a:lnTo>
                  <a:lnTo>
                    <a:pt x="42148" y="5400"/>
                  </a:lnTo>
                  <a:lnTo>
                    <a:pt x="36973" y="4140"/>
                  </a:lnTo>
                  <a:lnTo>
                    <a:pt x="31761" y="3045"/>
                  </a:lnTo>
                  <a:lnTo>
                    <a:pt x="26517" y="2116"/>
                  </a:lnTo>
                  <a:lnTo>
                    <a:pt x="21246" y="1355"/>
                  </a:lnTo>
                  <a:lnTo>
                    <a:pt x="15953" y="763"/>
                  </a:lnTo>
                  <a:lnTo>
                    <a:pt x="10644" y="339"/>
                  </a:lnTo>
                  <a:lnTo>
                    <a:pt x="5325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99775" y="5269756"/>
              <a:ext cx="145483" cy="167167"/>
            </a:xfrm>
            <a:custGeom>
              <a:avLst/>
              <a:pathLst>
                <a:path w="145483" h="167167">
                  <a:moveTo>
                    <a:pt x="145483" y="0"/>
                  </a:moveTo>
                  <a:lnTo>
                    <a:pt x="139968" y="90"/>
                  </a:lnTo>
                  <a:lnTo>
                    <a:pt x="134460" y="363"/>
                  </a:lnTo>
                  <a:lnTo>
                    <a:pt x="128964" y="818"/>
                  </a:lnTo>
                  <a:lnTo>
                    <a:pt x="123485" y="1453"/>
                  </a:lnTo>
                  <a:lnTo>
                    <a:pt x="118031" y="2269"/>
                  </a:lnTo>
                  <a:lnTo>
                    <a:pt x="112606" y="3264"/>
                  </a:lnTo>
                  <a:lnTo>
                    <a:pt x="107217" y="4438"/>
                  </a:lnTo>
                  <a:lnTo>
                    <a:pt x="101870" y="5789"/>
                  </a:lnTo>
                  <a:lnTo>
                    <a:pt x="96571" y="7315"/>
                  </a:lnTo>
                  <a:lnTo>
                    <a:pt x="91324" y="9016"/>
                  </a:lnTo>
                  <a:lnTo>
                    <a:pt x="86137" y="10888"/>
                  </a:lnTo>
                  <a:lnTo>
                    <a:pt x="81014" y="12931"/>
                  </a:lnTo>
                  <a:lnTo>
                    <a:pt x="75961" y="15142"/>
                  </a:lnTo>
                  <a:lnTo>
                    <a:pt x="70984" y="17518"/>
                  </a:lnTo>
                  <a:lnTo>
                    <a:pt x="66088" y="20057"/>
                  </a:lnTo>
                  <a:lnTo>
                    <a:pt x="61279" y="22756"/>
                  </a:lnTo>
                  <a:lnTo>
                    <a:pt x="56561" y="25612"/>
                  </a:lnTo>
                  <a:lnTo>
                    <a:pt x="51940" y="28622"/>
                  </a:lnTo>
                  <a:lnTo>
                    <a:pt x="47420" y="31783"/>
                  </a:lnTo>
                  <a:lnTo>
                    <a:pt x="43008" y="35092"/>
                  </a:lnTo>
                  <a:lnTo>
                    <a:pt x="38707" y="38544"/>
                  </a:lnTo>
                  <a:lnTo>
                    <a:pt x="34522" y="42136"/>
                  </a:lnTo>
                  <a:lnTo>
                    <a:pt x="30458" y="45865"/>
                  </a:lnTo>
                  <a:lnTo>
                    <a:pt x="26519" y="49725"/>
                  </a:lnTo>
                  <a:lnTo>
                    <a:pt x="22710" y="53713"/>
                  </a:lnTo>
                  <a:lnTo>
                    <a:pt x="19034" y="57825"/>
                  </a:lnTo>
                  <a:lnTo>
                    <a:pt x="15496" y="62056"/>
                  </a:lnTo>
                  <a:lnTo>
                    <a:pt x="12099" y="66401"/>
                  </a:lnTo>
                  <a:lnTo>
                    <a:pt x="8848" y="70856"/>
                  </a:lnTo>
                  <a:lnTo>
                    <a:pt x="5745" y="75415"/>
                  </a:lnTo>
                  <a:lnTo>
                    <a:pt x="2795" y="80075"/>
                  </a:lnTo>
                  <a:lnTo>
                    <a:pt x="0" y="84829"/>
                  </a:lnTo>
                  <a:lnTo>
                    <a:pt x="1454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99775" y="5354585"/>
              <a:ext cx="145483" cy="82338"/>
            </a:xfrm>
            <a:custGeom>
              <a:avLst/>
              <a:pathLst>
                <a:path w="145483" h="82338">
                  <a:moveTo>
                    <a:pt x="0" y="0"/>
                  </a:moveTo>
                  <a:lnTo>
                    <a:pt x="145483" y="823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99775" y="5354585"/>
              <a:ext cx="145483" cy="82338"/>
            </a:xfrm>
            <a:custGeom>
              <a:avLst/>
              <a:pathLst>
                <a:path w="145483" h="82338">
                  <a:moveTo>
                    <a:pt x="0" y="0"/>
                  </a:moveTo>
                  <a:lnTo>
                    <a:pt x="145483" y="823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99775" y="5354585"/>
              <a:ext cx="145483" cy="82338"/>
            </a:xfrm>
            <a:custGeom>
              <a:avLst/>
              <a:pathLst>
                <a:path w="145483" h="82338">
                  <a:moveTo>
                    <a:pt x="0" y="0"/>
                  </a:moveTo>
                  <a:lnTo>
                    <a:pt x="145483" y="823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99775" y="5354585"/>
              <a:ext cx="145483" cy="82338"/>
            </a:xfrm>
            <a:custGeom>
              <a:avLst/>
              <a:pathLst>
                <a:path w="145483" h="82338">
                  <a:moveTo>
                    <a:pt x="0" y="0"/>
                  </a:moveTo>
                  <a:lnTo>
                    <a:pt x="145483" y="823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81925" y="5354585"/>
              <a:ext cx="163333" cy="82338"/>
            </a:xfrm>
            <a:custGeom>
              <a:avLst/>
              <a:pathLst>
                <a:path w="163333" h="82338">
                  <a:moveTo>
                    <a:pt x="17849" y="0"/>
                  </a:moveTo>
                  <a:lnTo>
                    <a:pt x="14861" y="5520"/>
                  </a:lnTo>
                  <a:lnTo>
                    <a:pt x="12081" y="11148"/>
                  </a:lnTo>
                  <a:lnTo>
                    <a:pt x="9515" y="16877"/>
                  </a:lnTo>
                  <a:lnTo>
                    <a:pt x="7166" y="22698"/>
                  </a:lnTo>
                  <a:lnTo>
                    <a:pt x="5037" y="28603"/>
                  </a:lnTo>
                  <a:lnTo>
                    <a:pt x="3131" y="34584"/>
                  </a:lnTo>
                  <a:lnTo>
                    <a:pt x="1451" y="40633"/>
                  </a:lnTo>
                  <a:lnTo>
                    <a:pt x="0" y="46740"/>
                  </a:lnTo>
                  <a:lnTo>
                    <a:pt x="163333" y="823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096" y="5269756"/>
              <a:ext cx="334315" cy="334332"/>
            </a:xfrm>
            <a:custGeom>
              <a:avLst/>
              <a:pathLst>
                <a:path w="334315" h="334332">
                  <a:moveTo>
                    <a:pt x="3828" y="131569"/>
                  </a:moveTo>
                  <a:lnTo>
                    <a:pt x="2780" y="136778"/>
                  </a:lnTo>
                  <a:lnTo>
                    <a:pt x="1897" y="142018"/>
                  </a:lnTo>
                  <a:lnTo>
                    <a:pt x="1181" y="147283"/>
                  </a:lnTo>
                  <a:lnTo>
                    <a:pt x="633" y="152568"/>
                  </a:lnTo>
                  <a:lnTo>
                    <a:pt x="253" y="157868"/>
                  </a:lnTo>
                  <a:lnTo>
                    <a:pt x="42" y="163177"/>
                  </a:lnTo>
                  <a:lnTo>
                    <a:pt x="0" y="168491"/>
                  </a:lnTo>
                  <a:lnTo>
                    <a:pt x="126" y="173803"/>
                  </a:lnTo>
                  <a:lnTo>
                    <a:pt x="421" y="179108"/>
                  </a:lnTo>
                  <a:lnTo>
                    <a:pt x="885" y="184401"/>
                  </a:lnTo>
                  <a:lnTo>
                    <a:pt x="1517" y="189677"/>
                  </a:lnTo>
                  <a:lnTo>
                    <a:pt x="2316" y="194930"/>
                  </a:lnTo>
                  <a:lnTo>
                    <a:pt x="3281" y="200155"/>
                  </a:lnTo>
                  <a:lnTo>
                    <a:pt x="4413" y="205347"/>
                  </a:lnTo>
                  <a:lnTo>
                    <a:pt x="5708" y="210500"/>
                  </a:lnTo>
                  <a:lnTo>
                    <a:pt x="7167" y="215609"/>
                  </a:lnTo>
                  <a:lnTo>
                    <a:pt x="8787" y="220670"/>
                  </a:lnTo>
                  <a:lnTo>
                    <a:pt x="10568" y="225676"/>
                  </a:lnTo>
                  <a:lnTo>
                    <a:pt x="12507" y="230623"/>
                  </a:lnTo>
                  <a:lnTo>
                    <a:pt x="14601" y="235507"/>
                  </a:lnTo>
                  <a:lnTo>
                    <a:pt x="16850" y="240321"/>
                  </a:lnTo>
                  <a:lnTo>
                    <a:pt x="19251" y="245061"/>
                  </a:lnTo>
                  <a:lnTo>
                    <a:pt x="21802" y="249722"/>
                  </a:lnTo>
                  <a:lnTo>
                    <a:pt x="24499" y="254300"/>
                  </a:lnTo>
                  <a:lnTo>
                    <a:pt x="27340" y="258790"/>
                  </a:lnTo>
                  <a:lnTo>
                    <a:pt x="30323" y="263188"/>
                  </a:lnTo>
                  <a:lnTo>
                    <a:pt x="33444" y="267488"/>
                  </a:lnTo>
                  <a:lnTo>
                    <a:pt x="36699" y="271688"/>
                  </a:lnTo>
                  <a:lnTo>
                    <a:pt x="40087" y="275781"/>
                  </a:lnTo>
                  <a:lnTo>
                    <a:pt x="43603" y="279765"/>
                  </a:lnTo>
                  <a:lnTo>
                    <a:pt x="47244" y="283635"/>
                  </a:lnTo>
                  <a:lnTo>
                    <a:pt x="51006" y="287387"/>
                  </a:lnTo>
                  <a:lnTo>
                    <a:pt x="54886" y="291018"/>
                  </a:lnTo>
                  <a:lnTo>
                    <a:pt x="58879" y="294524"/>
                  </a:lnTo>
                  <a:lnTo>
                    <a:pt x="62981" y="297901"/>
                  </a:lnTo>
                  <a:lnTo>
                    <a:pt x="67189" y="301146"/>
                  </a:lnTo>
                  <a:lnTo>
                    <a:pt x="71497" y="304255"/>
                  </a:lnTo>
                  <a:lnTo>
                    <a:pt x="75902" y="307227"/>
                  </a:lnTo>
                  <a:lnTo>
                    <a:pt x="80400" y="310056"/>
                  </a:lnTo>
                  <a:lnTo>
                    <a:pt x="84985" y="312741"/>
                  </a:lnTo>
                  <a:lnTo>
                    <a:pt x="89653" y="315280"/>
                  </a:lnTo>
                  <a:lnTo>
                    <a:pt x="94399" y="317668"/>
                  </a:lnTo>
                  <a:lnTo>
                    <a:pt x="99219" y="319905"/>
                  </a:lnTo>
                  <a:lnTo>
                    <a:pt x="104108" y="321987"/>
                  </a:lnTo>
                  <a:lnTo>
                    <a:pt x="109060" y="323912"/>
                  </a:lnTo>
                  <a:lnTo>
                    <a:pt x="114071" y="325680"/>
                  </a:lnTo>
                  <a:lnTo>
                    <a:pt x="119136" y="327287"/>
                  </a:lnTo>
                  <a:lnTo>
                    <a:pt x="124249" y="328733"/>
                  </a:lnTo>
                  <a:lnTo>
                    <a:pt x="129405" y="330015"/>
                  </a:lnTo>
                  <a:lnTo>
                    <a:pt x="134600" y="331132"/>
                  </a:lnTo>
                  <a:lnTo>
                    <a:pt x="139828" y="332084"/>
                  </a:lnTo>
                  <a:lnTo>
                    <a:pt x="145083" y="332870"/>
                  </a:lnTo>
                  <a:lnTo>
                    <a:pt x="150360" y="333488"/>
                  </a:lnTo>
                  <a:lnTo>
                    <a:pt x="155655" y="333938"/>
                  </a:lnTo>
                  <a:lnTo>
                    <a:pt x="160961" y="334219"/>
                  </a:lnTo>
                  <a:lnTo>
                    <a:pt x="166273" y="334332"/>
                  </a:lnTo>
                  <a:lnTo>
                    <a:pt x="171586" y="334276"/>
                  </a:lnTo>
                  <a:lnTo>
                    <a:pt x="176895" y="334051"/>
                  </a:lnTo>
                  <a:lnTo>
                    <a:pt x="182194" y="333657"/>
                  </a:lnTo>
                  <a:lnTo>
                    <a:pt x="187478" y="333095"/>
                  </a:lnTo>
                  <a:lnTo>
                    <a:pt x="192741" y="332366"/>
                  </a:lnTo>
                  <a:lnTo>
                    <a:pt x="197978" y="331469"/>
                  </a:lnTo>
                  <a:lnTo>
                    <a:pt x="203184" y="330407"/>
                  </a:lnTo>
                  <a:lnTo>
                    <a:pt x="208354" y="329180"/>
                  </a:lnTo>
                  <a:lnTo>
                    <a:pt x="213482" y="327789"/>
                  </a:lnTo>
                  <a:lnTo>
                    <a:pt x="218564" y="326235"/>
                  </a:lnTo>
                  <a:lnTo>
                    <a:pt x="223593" y="324521"/>
                  </a:lnTo>
                  <a:lnTo>
                    <a:pt x="228566" y="322648"/>
                  </a:lnTo>
                  <a:lnTo>
                    <a:pt x="233476" y="320618"/>
                  </a:lnTo>
                  <a:lnTo>
                    <a:pt x="238320" y="318433"/>
                  </a:lnTo>
                  <a:lnTo>
                    <a:pt x="243091" y="316095"/>
                  </a:lnTo>
                  <a:lnTo>
                    <a:pt x="247786" y="313607"/>
                  </a:lnTo>
                  <a:lnTo>
                    <a:pt x="252399" y="310971"/>
                  </a:lnTo>
                  <a:lnTo>
                    <a:pt x="256927" y="308189"/>
                  </a:lnTo>
                  <a:lnTo>
                    <a:pt x="261363" y="305265"/>
                  </a:lnTo>
                  <a:lnTo>
                    <a:pt x="265705" y="302201"/>
                  </a:lnTo>
                  <a:lnTo>
                    <a:pt x="269946" y="299001"/>
                  </a:lnTo>
                  <a:lnTo>
                    <a:pt x="274084" y="295668"/>
                  </a:lnTo>
                  <a:lnTo>
                    <a:pt x="278114" y="292205"/>
                  </a:lnTo>
                  <a:lnTo>
                    <a:pt x="282032" y="288615"/>
                  </a:lnTo>
                  <a:lnTo>
                    <a:pt x="285834" y="284903"/>
                  </a:lnTo>
                  <a:lnTo>
                    <a:pt x="289516" y="281072"/>
                  </a:lnTo>
                  <a:lnTo>
                    <a:pt x="293074" y="277126"/>
                  </a:lnTo>
                  <a:lnTo>
                    <a:pt x="296505" y="273069"/>
                  </a:lnTo>
                  <a:lnTo>
                    <a:pt x="299806" y="268904"/>
                  </a:lnTo>
                  <a:lnTo>
                    <a:pt x="302972" y="264637"/>
                  </a:lnTo>
                  <a:lnTo>
                    <a:pt x="306001" y="260272"/>
                  </a:lnTo>
                  <a:lnTo>
                    <a:pt x="308890" y="255812"/>
                  </a:lnTo>
                  <a:lnTo>
                    <a:pt x="311636" y="251263"/>
                  </a:lnTo>
                  <a:lnTo>
                    <a:pt x="314236" y="246629"/>
                  </a:lnTo>
                  <a:lnTo>
                    <a:pt x="316687" y="241915"/>
                  </a:lnTo>
                  <a:lnTo>
                    <a:pt x="318987" y="237125"/>
                  </a:lnTo>
                  <a:lnTo>
                    <a:pt x="321133" y="232264"/>
                  </a:lnTo>
                  <a:lnTo>
                    <a:pt x="323125" y="227338"/>
                  </a:lnTo>
                  <a:lnTo>
                    <a:pt x="324958" y="222351"/>
                  </a:lnTo>
                  <a:lnTo>
                    <a:pt x="326632" y="217308"/>
                  </a:lnTo>
                  <a:lnTo>
                    <a:pt x="328145" y="212214"/>
                  </a:lnTo>
                  <a:lnTo>
                    <a:pt x="329496" y="207075"/>
                  </a:lnTo>
                  <a:lnTo>
                    <a:pt x="330682" y="201896"/>
                  </a:lnTo>
                  <a:lnTo>
                    <a:pt x="331703" y="196681"/>
                  </a:lnTo>
                  <a:lnTo>
                    <a:pt x="332558" y="191437"/>
                  </a:lnTo>
                  <a:lnTo>
                    <a:pt x="333246" y="186168"/>
                  </a:lnTo>
                  <a:lnTo>
                    <a:pt x="333766" y="180880"/>
                  </a:lnTo>
                  <a:lnTo>
                    <a:pt x="334117" y="175578"/>
                  </a:lnTo>
                  <a:lnTo>
                    <a:pt x="334300" y="170268"/>
                  </a:lnTo>
                  <a:lnTo>
                    <a:pt x="334315" y="164954"/>
                  </a:lnTo>
                  <a:lnTo>
                    <a:pt x="334160" y="159643"/>
                  </a:lnTo>
                  <a:lnTo>
                    <a:pt x="333836" y="154340"/>
                  </a:lnTo>
                  <a:lnTo>
                    <a:pt x="333344" y="149049"/>
                  </a:lnTo>
                  <a:lnTo>
                    <a:pt x="332685" y="143776"/>
                  </a:lnTo>
                  <a:lnTo>
                    <a:pt x="331858" y="138528"/>
                  </a:lnTo>
                  <a:lnTo>
                    <a:pt x="330864" y="133308"/>
                  </a:lnTo>
                  <a:lnTo>
                    <a:pt x="329705" y="128122"/>
                  </a:lnTo>
                  <a:lnTo>
                    <a:pt x="328382" y="122976"/>
                  </a:lnTo>
                  <a:lnTo>
                    <a:pt x="326897" y="117875"/>
                  </a:lnTo>
                  <a:lnTo>
                    <a:pt x="325249" y="112823"/>
                  </a:lnTo>
                  <a:lnTo>
                    <a:pt x="323442" y="107826"/>
                  </a:lnTo>
                  <a:lnTo>
                    <a:pt x="321477" y="102889"/>
                  </a:lnTo>
                  <a:lnTo>
                    <a:pt x="319357" y="98017"/>
                  </a:lnTo>
                  <a:lnTo>
                    <a:pt x="317082" y="93215"/>
                  </a:lnTo>
                  <a:lnTo>
                    <a:pt x="314656" y="88488"/>
                  </a:lnTo>
                  <a:lnTo>
                    <a:pt x="312081" y="83840"/>
                  </a:lnTo>
                  <a:lnTo>
                    <a:pt x="309359" y="79276"/>
                  </a:lnTo>
                  <a:lnTo>
                    <a:pt x="306494" y="74801"/>
                  </a:lnTo>
                  <a:lnTo>
                    <a:pt x="303488" y="70420"/>
                  </a:lnTo>
                  <a:lnTo>
                    <a:pt x="300345" y="66136"/>
                  </a:lnTo>
                  <a:lnTo>
                    <a:pt x="297066" y="61954"/>
                  </a:lnTo>
                  <a:lnTo>
                    <a:pt x="293657" y="57879"/>
                  </a:lnTo>
                  <a:lnTo>
                    <a:pt x="290120" y="53914"/>
                  </a:lnTo>
                  <a:lnTo>
                    <a:pt x="286458" y="50063"/>
                  </a:lnTo>
                  <a:lnTo>
                    <a:pt x="282676" y="46331"/>
                  </a:lnTo>
                  <a:lnTo>
                    <a:pt x="278778" y="42721"/>
                  </a:lnTo>
                  <a:lnTo>
                    <a:pt x="274766" y="39236"/>
                  </a:lnTo>
                  <a:lnTo>
                    <a:pt x="270646" y="35881"/>
                  </a:lnTo>
                  <a:lnTo>
                    <a:pt x="266421" y="32658"/>
                  </a:lnTo>
                  <a:lnTo>
                    <a:pt x="262096" y="29572"/>
                  </a:lnTo>
                  <a:lnTo>
                    <a:pt x="257675" y="26624"/>
                  </a:lnTo>
                  <a:lnTo>
                    <a:pt x="253163" y="23818"/>
                  </a:lnTo>
                  <a:lnTo>
                    <a:pt x="248563" y="21158"/>
                  </a:lnTo>
                  <a:lnTo>
                    <a:pt x="243882" y="18644"/>
                  </a:lnTo>
                  <a:lnTo>
                    <a:pt x="239123" y="16281"/>
                  </a:lnTo>
                  <a:lnTo>
                    <a:pt x="234291" y="14070"/>
                  </a:lnTo>
                  <a:lnTo>
                    <a:pt x="229392" y="12014"/>
                  </a:lnTo>
                  <a:lnTo>
                    <a:pt x="224429" y="10115"/>
                  </a:lnTo>
                  <a:lnTo>
                    <a:pt x="219409" y="8374"/>
                  </a:lnTo>
                  <a:lnTo>
                    <a:pt x="214336" y="6794"/>
                  </a:lnTo>
                  <a:lnTo>
                    <a:pt x="209215" y="5375"/>
                  </a:lnTo>
                  <a:lnTo>
                    <a:pt x="204052" y="4121"/>
                  </a:lnTo>
                  <a:lnTo>
                    <a:pt x="198851" y="3031"/>
                  </a:lnTo>
                  <a:lnTo>
                    <a:pt x="193619" y="2106"/>
                  </a:lnTo>
                  <a:lnTo>
                    <a:pt x="188359" y="1349"/>
                  </a:lnTo>
                  <a:lnTo>
                    <a:pt x="183079" y="759"/>
                  </a:lnTo>
                  <a:lnTo>
                    <a:pt x="177782" y="337"/>
                  </a:lnTo>
                  <a:lnTo>
                    <a:pt x="172475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7554" y="5018213"/>
              <a:ext cx="163484" cy="167167"/>
            </a:xfrm>
            <a:custGeom>
              <a:avLst/>
              <a:pathLst>
                <a:path w="163484" h="167167">
                  <a:moveTo>
                    <a:pt x="163484" y="0"/>
                  </a:moveTo>
                  <a:lnTo>
                    <a:pt x="158070" y="87"/>
                  </a:lnTo>
                  <a:lnTo>
                    <a:pt x="152662" y="350"/>
                  </a:lnTo>
                  <a:lnTo>
                    <a:pt x="147265" y="788"/>
                  </a:lnTo>
                  <a:lnTo>
                    <a:pt x="141884" y="1401"/>
                  </a:lnTo>
                  <a:lnTo>
                    <a:pt x="136527" y="2187"/>
                  </a:lnTo>
                  <a:lnTo>
                    <a:pt x="131198" y="3147"/>
                  </a:lnTo>
                  <a:lnTo>
                    <a:pt x="125903" y="4279"/>
                  </a:lnTo>
                  <a:lnTo>
                    <a:pt x="120647" y="5581"/>
                  </a:lnTo>
                  <a:lnTo>
                    <a:pt x="115436" y="7053"/>
                  </a:lnTo>
                  <a:lnTo>
                    <a:pt x="110276" y="8693"/>
                  </a:lnTo>
                  <a:lnTo>
                    <a:pt x="105171" y="10500"/>
                  </a:lnTo>
                  <a:lnTo>
                    <a:pt x="100128" y="12471"/>
                  </a:lnTo>
                  <a:lnTo>
                    <a:pt x="95151" y="14604"/>
                  </a:lnTo>
                  <a:lnTo>
                    <a:pt x="90246" y="16897"/>
                  </a:lnTo>
                  <a:lnTo>
                    <a:pt x="85417" y="19348"/>
                  </a:lnTo>
                  <a:lnTo>
                    <a:pt x="80671" y="21954"/>
                  </a:lnTo>
                  <a:lnTo>
                    <a:pt x="76011" y="24712"/>
                  </a:lnTo>
                  <a:lnTo>
                    <a:pt x="71443" y="27620"/>
                  </a:lnTo>
                  <a:lnTo>
                    <a:pt x="66972" y="30674"/>
                  </a:lnTo>
                  <a:lnTo>
                    <a:pt x="62602" y="33871"/>
                  </a:lnTo>
                  <a:lnTo>
                    <a:pt x="58338" y="37208"/>
                  </a:lnTo>
                  <a:lnTo>
                    <a:pt x="54184" y="40682"/>
                  </a:lnTo>
                  <a:lnTo>
                    <a:pt x="50145" y="44288"/>
                  </a:lnTo>
                  <a:lnTo>
                    <a:pt x="46225" y="48023"/>
                  </a:lnTo>
                  <a:lnTo>
                    <a:pt x="42427" y="51884"/>
                  </a:lnTo>
                  <a:lnTo>
                    <a:pt x="38757" y="55865"/>
                  </a:lnTo>
                  <a:lnTo>
                    <a:pt x="35218" y="59963"/>
                  </a:lnTo>
                  <a:lnTo>
                    <a:pt x="31813" y="64173"/>
                  </a:lnTo>
                  <a:lnTo>
                    <a:pt x="28547" y="68491"/>
                  </a:lnTo>
                  <a:lnTo>
                    <a:pt x="25422" y="72914"/>
                  </a:lnTo>
                  <a:lnTo>
                    <a:pt x="22441" y="77434"/>
                  </a:lnTo>
                  <a:lnTo>
                    <a:pt x="19609" y="82049"/>
                  </a:lnTo>
                  <a:lnTo>
                    <a:pt x="16928" y="86754"/>
                  </a:lnTo>
                  <a:lnTo>
                    <a:pt x="14401" y="91543"/>
                  </a:lnTo>
                  <a:lnTo>
                    <a:pt x="12029" y="96411"/>
                  </a:lnTo>
                  <a:lnTo>
                    <a:pt x="9817" y="101353"/>
                  </a:lnTo>
                  <a:lnTo>
                    <a:pt x="7766" y="106364"/>
                  </a:lnTo>
                  <a:lnTo>
                    <a:pt x="5879" y="111439"/>
                  </a:lnTo>
                  <a:lnTo>
                    <a:pt x="4157" y="116573"/>
                  </a:lnTo>
                  <a:lnTo>
                    <a:pt x="2602" y="121760"/>
                  </a:lnTo>
                  <a:lnTo>
                    <a:pt x="1215" y="126994"/>
                  </a:lnTo>
                  <a:lnTo>
                    <a:pt x="0" y="132271"/>
                  </a:lnTo>
                  <a:lnTo>
                    <a:pt x="16348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7554" y="5150484"/>
              <a:ext cx="163484" cy="34896"/>
            </a:xfrm>
            <a:custGeom>
              <a:avLst/>
              <a:pathLst>
                <a:path w="163484" h="34896">
                  <a:moveTo>
                    <a:pt x="0" y="0"/>
                  </a:moveTo>
                  <a:lnTo>
                    <a:pt x="163484" y="34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7554" y="5150484"/>
              <a:ext cx="163484" cy="34896"/>
            </a:xfrm>
            <a:custGeom>
              <a:avLst/>
              <a:pathLst>
                <a:path w="163484" h="34896">
                  <a:moveTo>
                    <a:pt x="0" y="0"/>
                  </a:moveTo>
                  <a:lnTo>
                    <a:pt x="163484" y="348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7554" y="5150484"/>
              <a:ext cx="163484" cy="34896"/>
            </a:xfrm>
            <a:custGeom>
              <a:avLst/>
              <a:pathLst>
                <a:path w="163484" h="34896">
                  <a:moveTo>
                    <a:pt x="0" y="0"/>
                  </a:moveTo>
                  <a:lnTo>
                    <a:pt x="163484" y="348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3881" y="5150484"/>
              <a:ext cx="167157" cy="46366"/>
            </a:xfrm>
            <a:custGeom>
              <a:avLst/>
              <a:pathLst>
                <a:path w="167157" h="46366">
                  <a:moveTo>
                    <a:pt x="3672" y="0"/>
                  </a:moveTo>
                  <a:lnTo>
                    <a:pt x="2412" y="6541"/>
                  </a:lnTo>
                  <a:lnTo>
                    <a:pt x="1413" y="13127"/>
                  </a:lnTo>
                  <a:lnTo>
                    <a:pt x="677" y="19748"/>
                  </a:lnTo>
                  <a:lnTo>
                    <a:pt x="206" y="26393"/>
                  </a:lnTo>
                  <a:lnTo>
                    <a:pt x="0" y="33051"/>
                  </a:lnTo>
                  <a:lnTo>
                    <a:pt x="59" y="39712"/>
                  </a:lnTo>
                  <a:lnTo>
                    <a:pt x="383" y="46366"/>
                  </a:lnTo>
                  <a:lnTo>
                    <a:pt x="167157" y="348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4265" y="5018213"/>
              <a:ext cx="333928" cy="334330"/>
            </a:xfrm>
            <a:custGeom>
              <a:avLst/>
              <a:pathLst>
                <a:path w="333928" h="334330">
                  <a:moveTo>
                    <a:pt x="0" y="178637"/>
                  </a:moveTo>
                  <a:lnTo>
                    <a:pt x="449" y="183935"/>
                  </a:lnTo>
                  <a:lnTo>
                    <a:pt x="1066" y="189216"/>
                  </a:lnTo>
                  <a:lnTo>
                    <a:pt x="1851" y="194474"/>
                  </a:lnTo>
                  <a:lnTo>
                    <a:pt x="2803" y="199705"/>
                  </a:lnTo>
                  <a:lnTo>
                    <a:pt x="3920" y="204903"/>
                  </a:lnTo>
                  <a:lnTo>
                    <a:pt x="5203" y="210063"/>
                  </a:lnTo>
                  <a:lnTo>
                    <a:pt x="6649" y="215179"/>
                  </a:lnTo>
                  <a:lnTo>
                    <a:pt x="8257" y="220247"/>
                  </a:lnTo>
                  <a:lnTo>
                    <a:pt x="10025" y="225261"/>
                  </a:lnTo>
                  <a:lnTo>
                    <a:pt x="11951" y="230216"/>
                  </a:lnTo>
                  <a:lnTo>
                    <a:pt x="14035" y="235108"/>
                  </a:lnTo>
                  <a:lnTo>
                    <a:pt x="16273" y="239931"/>
                  </a:lnTo>
                  <a:lnTo>
                    <a:pt x="18663" y="244680"/>
                  </a:lnTo>
                  <a:lnTo>
                    <a:pt x="21203" y="249351"/>
                  </a:lnTo>
                  <a:lnTo>
                    <a:pt x="23890" y="253939"/>
                  </a:lnTo>
                  <a:lnTo>
                    <a:pt x="26721" y="258439"/>
                  </a:lnTo>
                  <a:lnTo>
                    <a:pt x="29695" y="262846"/>
                  </a:lnTo>
                  <a:lnTo>
                    <a:pt x="32807" y="267157"/>
                  </a:lnTo>
                  <a:lnTo>
                    <a:pt x="36054" y="271367"/>
                  </a:lnTo>
                  <a:lnTo>
                    <a:pt x="39434" y="275471"/>
                  </a:lnTo>
                  <a:lnTo>
                    <a:pt x="42943" y="279466"/>
                  </a:lnTo>
                  <a:lnTo>
                    <a:pt x="46576" y="283347"/>
                  </a:lnTo>
                  <a:lnTo>
                    <a:pt x="50332" y="287110"/>
                  </a:lnTo>
                  <a:lnTo>
                    <a:pt x="54205" y="290753"/>
                  </a:lnTo>
                  <a:lnTo>
                    <a:pt x="58192" y="294270"/>
                  </a:lnTo>
                  <a:lnTo>
                    <a:pt x="62289" y="297659"/>
                  </a:lnTo>
                  <a:lnTo>
                    <a:pt x="66492" y="300915"/>
                  </a:lnTo>
                  <a:lnTo>
                    <a:pt x="70796" y="304037"/>
                  </a:lnTo>
                  <a:lnTo>
                    <a:pt x="75197" y="307020"/>
                  </a:lnTo>
                  <a:lnTo>
                    <a:pt x="79691" y="309861"/>
                  </a:lnTo>
                  <a:lnTo>
                    <a:pt x="84273" y="312558"/>
                  </a:lnTo>
                  <a:lnTo>
                    <a:pt x="88938" y="315108"/>
                  </a:lnTo>
                  <a:lnTo>
                    <a:pt x="93682" y="317509"/>
                  </a:lnTo>
                  <a:lnTo>
                    <a:pt x="98500" y="319757"/>
                  </a:lnTo>
                  <a:lnTo>
                    <a:pt x="103387" y="321851"/>
                  </a:lnTo>
                  <a:lnTo>
                    <a:pt x="108338" y="323788"/>
                  </a:lnTo>
                  <a:lnTo>
                    <a:pt x="113348" y="325568"/>
                  </a:lnTo>
                  <a:lnTo>
                    <a:pt x="118413" y="327186"/>
                  </a:lnTo>
                  <a:lnTo>
                    <a:pt x="123526" y="328643"/>
                  </a:lnTo>
                  <a:lnTo>
                    <a:pt x="128683" y="329937"/>
                  </a:lnTo>
                  <a:lnTo>
                    <a:pt x="133878" y="331066"/>
                  </a:lnTo>
                  <a:lnTo>
                    <a:pt x="139107" y="332029"/>
                  </a:lnTo>
                  <a:lnTo>
                    <a:pt x="144364" y="332826"/>
                  </a:lnTo>
                  <a:lnTo>
                    <a:pt x="149643" y="333454"/>
                  </a:lnTo>
                  <a:lnTo>
                    <a:pt x="154940" y="333915"/>
                  </a:lnTo>
                  <a:lnTo>
                    <a:pt x="160249" y="334207"/>
                  </a:lnTo>
                  <a:lnTo>
                    <a:pt x="165564" y="334330"/>
                  </a:lnTo>
                  <a:lnTo>
                    <a:pt x="170881" y="334284"/>
                  </a:lnTo>
                  <a:lnTo>
                    <a:pt x="176193" y="334069"/>
                  </a:lnTo>
                  <a:lnTo>
                    <a:pt x="181496" y="333685"/>
                  </a:lnTo>
                  <a:lnTo>
                    <a:pt x="186784" y="333132"/>
                  </a:lnTo>
                  <a:lnTo>
                    <a:pt x="192052" y="332412"/>
                  </a:lnTo>
                  <a:lnTo>
                    <a:pt x="197294" y="331525"/>
                  </a:lnTo>
                  <a:lnTo>
                    <a:pt x="202505" y="330471"/>
                  </a:lnTo>
                  <a:lnTo>
                    <a:pt x="207680" y="329252"/>
                  </a:lnTo>
                  <a:lnTo>
                    <a:pt x="212814" y="327869"/>
                  </a:lnTo>
                  <a:lnTo>
                    <a:pt x="217901" y="326324"/>
                  </a:lnTo>
                  <a:lnTo>
                    <a:pt x="222937" y="324617"/>
                  </a:lnTo>
                  <a:lnTo>
                    <a:pt x="227915" y="322752"/>
                  </a:lnTo>
                  <a:lnTo>
                    <a:pt x="232832" y="320728"/>
                  </a:lnTo>
                  <a:lnTo>
                    <a:pt x="237682" y="318550"/>
                  </a:lnTo>
                  <a:lnTo>
                    <a:pt x="242460" y="316218"/>
                  </a:lnTo>
                  <a:lnTo>
                    <a:pt x="247162" y="313736"/>
                  </a:lnTo>
                  <a:lnTo>
                    <a:pt x="251782" y="311106"/>
                  </a:lnTo>
                  <a:lnTo>
                    <a:pt x="256317" y="308329"/>
                  </a:lnTo>
                  <a:lnTo>
                    <a:pt x="260761" y="305410"/>
                  </a:lnTo>
                  <a:lnTo>
                    <a:pt x="265109" y="302352"/>
                  </a:lnTo>
                  <a:lnTo>
                    <a:pt x="269359" y="299156"/>
                  </a:lnTo>
                  <a:lnTo>
                    <a:pt x="273504" y="295827"/>
                  </a:lnTo>
                  <a:lnTo>
                    <a:pt x="277542" y="292368"/>
                  </a:lnTo>
                  <a:lnTo>
                    <a:pt x="281467" y="288782"/>
                  </a:lnTo>
                  <a:lnTo>
                    <a:pt x="285277" y="285073"/>
                  </a:lnTo>
                  <a:lnTo>
                    <a:pt x="288966" y="281245"/>
                  </a:lnTo>
                  <a:lnTo>
                    <a:pt x="292532" y="277301"/>
                  </a:lnTo>
                  <a:lnTo>
                    <a:pt x="295971" y="273246"/>
                  </a:lnTo>
                  <a:lnTo>
                    <a:pt x="299279" y="269084"/>
                  </a:lnTo>
                  <a:lnTo>
                    <a:pt x="302453" y="264819"/>
                  </a:lnTo>
                  <a:lnTo>
                    <a:pt x="305490" y="260454"/>
                  </a:lnTo>
                  <a:lnTo>
                    <a:pt x="308386" y="255996"/>
                  </a:lnTo>
                  <a:lnTo>
                    <a:pt x="311140" y="251448"/>
                  </a:lnTo>
                  <a:lnTo>
                    <a:pt x="313747" y="246814"/>
                  </a:lnTo>
                  <a:lnTo>
                    <a:pt x="316205" y="242100"/>
                  </a:lnTo>
                  <a:lnTo>
                    <a:pt x="318513" y="237310"/>
                  </a:lnTo>
                  <a:lnTo>
                    <a:pt x="320667" y="232449"/>
                  </a:lnTo>
                  <a:lnTo>
                    <a:pt x="322665" y="227522"/>
                  </a:lnTo>
                  <a:lnTo>
                    <a:pt x="324505" y="222534"/>
                  </a:lnTo>
                  <a:lnTo>
                    <a:pt x="326186" y="217490"/>
                  </a:lnTo>
                  <a:lnTo>
                    <a:pt x="327706" y="212395"/>
                  </a:lnTo>
                  <a:lnTo>
                    <a:pt x="329063" y="207254"/>
                  </a:lnTo>
                  <a:lnTo>
                    <a:pt x="330255" y="202073"/>
                  </a:lnTo>
                  <a:lnTo>
                    <a:pt x="331283" y="196856"/>
                  </a:lnTo>
                  <a:lnTo>
                    <a:pt x="332144" y="191610"/>
                  </a:lnTo>
                  <a:lnTo>
                    <a:pt x="332837" y="186339"/>
                  </a:lnTo>
                  <a:lnTo>
                    <a:pt x="333363" y="181048"/>
                  </a:lnTo>
                  <a:lnTo>
                    <a:pt x="333720" y="175743"/>
                  </a:lnTo>
                  <a:lnTo>
                    <a:pt x="333909" y="170430"/>
                  </a:lnTo>
                  <a:lnTo>
                    <a:pt x="333928" y="165113"/>
                  </a:lnTo>
                  <a:lnTo>
                    <a:pt x="333778" y="159798"/>
                  </a:lnTo>
                  <a:lnTo>
                    <a:pt x="333459" y="154491"/>
                  </a:lnTo>
                  <a:lnTo>
                    <a:pt x="332972" y="149197"/>
                  </a:lnTo>
                  <a:lnTo>
                    <a:pt x="332316" y="143921"/>
                  </a:lnTo>
                  <a:lnTo>
                    <a:pt x="331493" y="138668"/>
                  </a:lnTo>
                  <a:lnTo>
                    <a:pt x="330504" y="133444"/>
                  </a:lnTo>
                  <a:lnTo>
                    <a:pt x="329348" y="128254"/>
                  </a:lnTo>
                  <a:lnTo>
                    <a:pt x="328029" y="123104"/>
                  </a:lnTo>
                  <a:lnTo>
                    <a:pt x="326546" y="117998"/>
                  </a:lnTo>
                  <a:lnTo>
                    <a:pt x="324901" y="112942"/>
                  </a:lnTo>
                  <a:lnTo>
                    <a:pt x="323097" y="107941"/>
                  </a:lnTo>
                  <a:lnTo>
                    <a:pt x="321135" y="103000"/>
                  </a:lnTo>
                  <a:lnTo>
                    <a:pt x="319016" y="98123"/>
                  </a:lnTo>
                  <a:lnTo>
                    <a:pt x="316743" y="93317"/>
                  </a:lnTo>
                  <a:lnTo>
                    <a:pt x="314319" y="88585"/>
                  </a:lnTo>
                  <a:lnTo>
                    <a:pt x="311745" y="83932"/>
                  </a:lnTo>
                  <a:lnTo>
                    <a:pt x="309025" y="79364"/>
                  </a:lnTo>
                  <a:lnTo>
                    <a:pt x="306161" y="74885"/>
                  </a:lnTo>
                  <a:lnTo>
                    <a:pt x="303156" y="70499"/>
                  </a:lnTo>
                  <a:lnTo>
                    <a:pt x="300013" y="66211"/>
                  </a:lnTo>
                  <a:lnTo>
                    <a:pt x="296735" y="62025"/>
                  </a:lnTo>
                  <a:lnTo>
                    <a:pt x="293325" y="57945"/>
                  </a:lnTo>
                  <a:lnTo>
                    <a:pt x="289788" y="53976"/>
                  </a:lnTo>
                  <a:lnTo>
                    <a:pt x="286126" y="50121"/>
                  </a:lnTo>
                  <a:lnTo>
                    <a:pt x="282344" y="46385"/>
                  </a:lnTo>
                  <a:lnTo>
                    <a:pt x="278444" y="42770"/>
                  </a:lnTo>
                  <a:lnTo>
                    <a:pt x="274432" y="39282"/>
                  </a:lnTo>
                  <a:lnTo>
                    <a:pt x="270310" y="35923"/>
                  </a:lnTo>
                  <a:lnTo>
                    <a:pt x="266084" y="32697"/>
                  </a:lnTo>
                  <a:lnTo>
                    <a:pt x="261758" y="29607"/>
                  </a:lnTo>
                  <a:lnTo>
                    <a:pt x="257335" y="26656"/>
                  </a:lnTo>
                  <a:lnTo>
                    <a:pt x="252821" y="23847"/>
                  </a:lnTo>
                  <a:lnTo>
                    <a:pt x="248220" y="21183"/>
                  </a:lnTo>
                  <a:lnTo>
                    <a:pt x="243536" y="18667"/>
                  </a:lnTo>
                  <a:lnTo>
                    <a:pt x="238775" y="16301"/>
                  </a:lnTo>
                  <a:lnTo>
                    <a:pt x="233941" y="14087"/>
                  </a:lnTo>
                  <a:lnTo>
                    <a:pt x="229039" y="12029"/>
                  </a:lnTo>
                  <a:lnTo>
                    <a:pt x="224074" y="10127"/>
                  </a:lnTo>
                  <a:lnTo>
                    <a:pt x="219051" y="8384"/>
                  </a:lnTo>
                  <a:lnTo>
                    <a:pt x="213975" y="6802"/>
                  </a:lnTo>
                  <a:lnTo>
                    <a:pt x="208851" y="5382"/>
                  </a:lnTo>
                  <a:lnTo>
                    <a:pt x="203685" y="4126"/>
                  </a:lnTo>
                  <a:lnTo>
                    <a:pt x="198482" y="3034"/>
                  </a:lnTo>
                  <a:lnTo>
                    <a:pt x="193246" y="2109"/>
                  </a:lnTo>
                  <a:lnTo>
                    <a:pt x="187984" y="1351"/>
                  </a:lnTo>
                  <a:lnTo>
                    <a:pt x="182700" y="760"/>
                  </a:lnTo>
                  <a:lnTo>
                    <a:pt x="177400" y="338"/>
                  </a:lnTo>
                  <a:lnTo>
                    <a:pt x="172089" y="84"/>
                  </a:lnTo>
                  <a:lnTo>
                    <a:pt x="166773" y="0"/>
                  </a:lnTo>
                  <a:lnTo>
                    <a:pt x="16677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76" y="4659281"/>
              <a:ext cx="332222" cy="334324"/>
            </a:xfrm>
            <a:custGeom>
              <a:avLst/>
              <a:pathLst>
                <a:path w="332222" h="334324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3" y="762"/>
                  </a:lnTo>
                  <a:lnTo>
                    <a:pt x="145923" y="1354"/>
                  </a:lnTo>
                  <a:lnTo>
                    <a:pt x="140654" y="2114"/>
                  </a:lnTo>
                  <a:lnTo>
                    <a:pt x="135413" y="3041"/>
                  </a:lnTo>
                  <a:lnTo>
                    <a:pt x="130203" y="4135"/>
                  </a:lnTo>
                  <a:lnTo>
                    <a:pt x="125032" y="5394"/>
                  </a:lnTo>
                  <a:lnTo>
                    <a:pt x="119902" y="6818"/>
                  </a:lnTo>
                  <a:lnTo>
                    <a:pt x="114821" y="8403"/>
                  </a:lnTo>
                  <a:lnTo>
                    <a:pt x="109793" y="10150"/>
                  </a:lnTo>
                  <a:lnTo>
                    <a:pt x="104823" y="12056"/>
                  </a:lnTo>
                  <a:lnTo>
                    <a:pt x="99916" y="14119"/>
                  </a:lnTo>
                  <a:lnTo>
                    <a:pt x="95078" y="16338"/>
                  </a:lnTo>
                  <a:lnTo>
                    <a:pt x="90312" y="18709"/>
                  </a:lnTo>
                  <a:lnTo>
                    <a:pt x="85624" y="21231"/>
                  </a:lnTo>
                  <a:lnTo>
                    <a:pt x="81019" y="23901"/>
                  </a:lnTo>
                  <a:lnTo>
                    <a:pt x="76502" y="26716"/>
                  </a:lnTo>
                  <a:lnTo>
                    <a:pt x="72076" y="29674"/>
                  </a:lnTo>
                  <a:lnTo>
                    <a:pt x="67747" y="32770"/>
                  </a:lnTo>
                  <a:lnTo>
                    <a:pt x="63518" y="36004"/>
                  </a:lnTo>
                  <a:lnTo>
                    <a:pt x="59395" y="39370"/>
                  </a:lnTo>
                  <a:lnTo>
                    <a:pt x="55381" y="42866"/>
                  </a:lnTo>
                  <a:lnTo>
                    <a:pt x="51480" y="46487"/>
                  </a:lnTo>
                  <a:lnTo>
                    <a:pt x="47696" y="50231"/>
                  </a:lnTo>
                  <a:lnTo>
                    <a:pt x="44034" y="54094"/>
                  </a:lnTo>
                  <a:lnTo>
                    <a:pt x="40496" y="58071"/>
                  </a:lnTo>
                  <a:lnTo>
                    <a:pt x="37087" y="62159"/>
                  </a:lnTo>
                  <a:lnTo>
                    <a:pt x="33810" y="66354"/>
                  </a:lnTo>
                  <a:lnTo>
                    <a:pt x="30668" y="70650"/>
                  </a:lnTo>
                  <a:lnTo>
                    <a:pt x="27664" y="75045"/>
                  </a:lnTo>
                  <a:lnTo>
                    <a:pt x="24802" y="79533"/>
                  </a:lnTo>
                  <a:lnTo>
                    <a:pt x="22084" y="84110"/>
                  </a:lnTo>
                  <a:lnTo>
                    <a:pt x="19513" y="88770"/>
                  </a:lnTo>
                  <a:lnTo>
                    <a:pt x="17092" y="93511"/>
                  </a:lnTo>
                  <a:lnTo>
                    <a:pt x="14823" y="98326"/>
                  </a:lnTo>
                  <a:lnTo>
                    <a:pt x="12708" y="103211"/>
                  </a:lnTo>
                  <a:lnTo>
                    <a:pt x="10751" y="108161"/>
                  </a:lnTo>
                  <a:lnTo>
                    <a:pt x="8951" y="113170"/>
                  </a:lnTo>
                  <a:lnTo>
                    <a:pt x="7312" y="118235"/>
                  </a:lnTo>
                  <a:lnTo>
                    <a:pt x="5835" y="123349"/>
                  </a:lnTo>
                  <a:lnTo>
                    <a:pt x="4522" y="128507"/>
                  </a:lnTo>
                  <a:lnTo>
                    <a:pt x="3374" y="133705"/>
                  </a:lnTo>
                  <a:lnTo>
                    <a:pt x="2391" y="138936"/>
                  </a:lnTo>
                  <a:lnTo>
                    <a:pt x="1576" y="144196"/>
                  </a:lnTo>
                  <a:lnTo>
                    <a:pt x="929" y="149480"/>
                  </a:lnTo>
                  <a:lnTo>
                    <a:pt x="450" y="154781"/>
                  </a:lnTo>
                  <a:lnTo>
                    <a:pt x="140" y="160095"/>
                  </a:lnTo>
                  <a:lnTo>
                    <a:pt x="0" y="165416"/>
                  </a:lnTo>
                  <a:lnTo>
                    <a:pt x="28" y="170739"/>
                  </a:lnTo>
                  <a:lnTo>
                    <a:pt x="227" y="176058"/>
                  </a:lnTo>
                  <a:lnTo>
                    <a:pt x="595" y="181368"/>
                  </a:lnTo>
                  <a:lnTo>
                    <a:pt x="1131" y="186664"/>
                  </a:lnTo>
                  <a:lnTo>
                    <a:pt x="1836" y="191940"/>
                  </a:lnTo>
                  <a:lnTo>
                    <a:pt x="2709" y="197191"/>
                  </a:lnTo>
                  <a:lnTo>
                    <a:pt x="3748" y="202412"/>
                  </a:lnTo>
                  <a:lnTo>
                    <a:pt x="4953" y="207596"/>
                  </a:lnTo>
                  <a:lnTo>
                    <a:pt x="6322" y="212740"/>
                  </a:lnTo>
                  <a:lnTo>
                    <a:pt x="7855" y="217838"/>
                  </a:lnTo>
                  <a:lnTo>
                    <a:pt x="9549" y="222884"/>
                  </a:lnTo>
                  <a:lnTo>
                    <a:pt x="11403" y="227874"/>
                  </a:lnTo>
                  <a:lnTo>
                    <a:pt x="13414" y="232802"/>
                  </a:lnTo>
                  <a:lnTo>
                    <a:pt x="15582" y="237663"/>
                  </a:lnTo>
                  <a:lnTo>
                    <a:pt x="17903" y="242453"/>
                  </a:lnTo>
                  <a:lnTo>
                    <a:pt x="20376" y="247167"/>
                  </a:lnTo>
                  <a:lnTo>
                    <a:pt x="22997" y="251800"/>
                  </a:lnTo>
                  <a:lnTo>
                    <a:pt x="25765" y="256347"/>
                  </a:lnTo>
                  <a:lnTo>
                    <a:pt x="28676" y="260803"/>
                  </a:lnTo>
                  <a:lnTo>
                    <a:pt x="31727" y="265165"/>
                  </a:lnTo>
                  <a:lnTo>
                    <a:pt x="34916" y="269427"/>
                  </a:lnTo>
                  <a:lnTo>
                    <a:pt x="38239" y="273585"/>
                  </a:lnTo>
                  <a:lnTo>
                    <a:pt x="41692" y="277636"/>
                  </a:lnTo>
                  <a:lnTo>
                    <a:pt x="45273" y="281574"/>
                  </a:lnTo>
                  <a:lnTo>
                    <a:pt x="48977" y="285397"/>
                  </a:lnTo>
                  <a:lnTo>
                    <a:pt x="52801" y="289100"/>
                  </a:lnTo>
                  <a:lnTo>
                    <a:pt x="56742" y="292679"/>
                  </a:lnTo>
                  <a:lnTo>
                    <a:pt x="60794" y="296131"/>
                  </a:lnTo>
                  <a:lnTo>
                    <a:pt x="64953" y="299452"/>
                  </a:lnTo>
                  <a:lnTo>
                    <a:pt x="69217" y="302638"/>
                  </a:lnTo>
                  <a:lnTo>
                    <a:pt x="73580" y="305688"/>
                  </a:lnTo>
                  <a:lnTo>
                    <a:pt x="78037" y="308597"/>
                  </a:lnTo>
                  <a:lnTo>
                    <a:pt x="82585" y="311363"/>
                  </a:lnTo>
                  <a:lnTo>
                    <a:pt x="87219" y="313982"/>
                  </a:lnTo>
                  <a:lnTo>
                    <a:pt x="91934" y="316453"/>
                  </a:lnTo>
                  <a:lnTo>
                    <a:pt x="96725" y="318772"/>
                  </a:lnTo>
                  <a:lnTo>
                    <a:pt x="101588" y="320938"/>
                  </a:lnTo>
                  <a:lnTo>
                    <a:pt x="106517" y="322948"/>
                  </a:lnTo>
                  <a:lnTo>
                    <a:pt x="111507" y="324799"/>
                  </a:lnTo>
                  <a:lnTo>
                    <a:pt x="116554" y="326491"/>
                  </a:lnTo>
                  <a:lnTo>
                    <a:pt x="121652" y="328022"/>
                  </a:lnTo>
                  <a:lnTo>
                    <a:pt x="126796" y="329389"/>
                  </a:lnTo>
                  <a:lnTo>
                    <a:pt x="131982" y="330592"/>
                  </a:lnTo>
                  <a:lnTo>
                    <a:pt x="137203" y="331629"/>
                  </a:lnTo>
                  <a:lnTo>
                    <a:pt x="142454" y="332499"/>
                  </a:lnTo>
                  <a:lnTo>
                    <a:pt x="147730" y="333202"/>
                  </a:lnTo>
                  <a:lnTo>
                    <a:pt x="153026" y="333736"/>
                  </a:lnTo>
                  <a:lnTo>
                    <a:pt x="158337" y="334101"/>
                  </a:lnTo>
                  <a:lnTo>
                    <a:pt x="163656" y="334298"/>
                  </a:lnTo>
                  <a:lnTo>
                    <a:pt x="168979" y="334324"/>
                  </a:lnTo>
                  <a:lnTo>
                    <a:pt x="174300" y="334182"/>
                  </a:lnTo>
                  <a:lnTo>
                    <a:pt x="179614" y="333870"/>
                  </a:lnTo>
                  <a:lnTo>
                    <a:pt x="184915" y="333389"/>
                  </a:lnTo>
                  <a:lnTo>
                    <a:pt x="190198" y="332739"/>
                  </a:lnTo>
                  <a:lnTo>
                    <a:pt x="195458" y="331921"/>
                  </a:lnTo>
                  <a:lnTo>
                    <a:pt x="200689" y="330937"/>
                  </a:lnTo>
                  <a:lnTo>
                    <a:pt x="205886" y="329786"/>
                  </a:lnTo>
                  <a:lnTo>
                    <a:pt x="211044" y="328471"/>
                  </a:lnTo>
                  <a:lnTo>
                    <a:pt x="216157" y="326992"/>
                  </a:lnTo>
                  <a:lnTo>
                    <a:pt x="221221" y="325351"/>
                  </a:lnTo>
                  <a:lnTo>
                    <a:pt x="226230" y="323549"/>
                  </a:lnTo>
                  <a:lnTo>
                    <a:pt x="231179" y="321589"/>
                  </a:lnTo>
                  <a:lnTo>
                    <a:pt x="236063" y="319473"/>
                  </a:lnTo>
                  <a:lnTo>
                    <a:pt x="240877" y="317202"/>
                  </a:lnTo>
                  <a:lnTo>
                    <a:pt x="245616" y="314779"/>
                  </a:lnTo>
                  <a:lnTo>
                    <a:pt x="250276" y="312206"/>
                  </a:lnTo>
                  <a:lnTo>
                    <a:pt x="254852" y="309486"/>
                  </a:lnTo>
                  <a:lnTo>
                    <a:pt x="259338" y="306622"/>
                  </a:lnTo>
                  <a:lnTo>
                    <a:pt x="263732" y="303616"/>
                  </a:lnTo>
                  <a:lnTo>
                    <a:pt x="268027" y="300472"/>
                  </a:lnTo>
                  <a:lnTo>
                    <a:pt x="272220" y="297193"/>
                  </a:lnTo>
                  <a:lnTo>
                    <a:pt x="276307" y="293783"/>
                  </a:lnTo>
                  <a:lnTo>
                    <a:pt x="280282" y="290243"/>
                  </a:lnTo>
                  <a:lnTo>
                    <a:pt x="284144" y="286579"/>
                  </a:lnTo>
                  <a:lnTo>
                    <a:pt x="287886" y="282794"/>
                  </a:lnTo>
                  <a:lnTo>
                    <a:pt x="291506" y="278892"/>
                  </a:lnTo>
                  <a:lnTo>
                    <a:pt x="295000" y="274876"/>
                  </a:lnTo>
                  <a:lnTo>
                    <a:pt x="298365" y="270751"/>
                  </a:lnTo>
                  <a:lnTo>
                    <a:pt x="301596" y="266521"/>
                  </a:lnTo>
                  <a:lnTo>
                    <a:pt x="304691" y="262191"/>
                  </a:lnTo>
                  <a:lnTo>
                    <a:pt x="307647" y="257764"/>
                  </a:lnTo>
                  <a:lnTo>
                    <a:pt x="310460" y="253245"/>
                  </a:lnTo>
                  <a:lnTo>
                    <a:pt x="313128" y="248639"/>
                  </a:lnTo>
                  <a:lnTo>
                    <a:pt x="315648" y="243950"/>
                  </a:lnTo>
                  <a:lnTo>
                    <a:pt x="318017" y="239184"/>
                  </a:lnTo>
                  <a:lnTo>
                    <a:pt x="320233" y="234344"/>
                  </a:lnTo>
                  <a:lnTo>
                    <a:pt x="322295" y="229437"/>
                  </a:lnTo>
                  <a:lnTo>
                    <a:pt x="324199" y="224466"/>
                  </a:lnTo>
                  <a:lnTo>
                    <a:pt x="325943" y="219437"/>
                  </a:lnTo>
                  <a:lnTo>
                    <a:pt x="327527" y="214355"/>
                  </a:lnTo>
                  <a:lnTo>
                    <a:pt x="328948" y="209225"/>
                  </a:lnTo>
                  <a:lnTo>
                    <a:pt x="330205" y="204053"/>
                  </a:lnTo>
                  <a:lnTo>
                    <a:pt x="331297" y="198843"/>
                  </a:lnTo>
                  <a:lnTo>
                    <a:pt x="332222" y="193601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826449"/>
              <a:ext cx="165064" cy="26434"/>
            </a:xfrm>
            <a:custGeom>
              <a:avLst/>
              <a:pathLst>
                <a:path w="165064" h="26434">
                  <a:moveTo>
                    <a:pt x="165064" y="264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165064" cy="26434"/>
            </a:xfrm>
            <a:custGeom>
              <a:avLst/>
              <a:pathLst>
                <a:path w="165064" h="26434">
                  <a:moveTo>
                    <a:pt x="165064" y="264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749790"/>
              <a:ext cx="167161" cy="103092"/>
            </a:xfrm>
            <a:custGeom>
              <a:avLst/>
              <a:pathLst>
                <a:path w="167161" h="103092">
                  <a:moveTo>
                    <a:pt x="165064" y="103092"/>
                  </a:moveTo>
                  <a:lnTo>
                    <a:pt x="165855" y="97560"/>
                  </a:lnTo>
                  <a:lnTo>
                    <a:pt x="166461" y="92005"/>
                  </a:lnTo>
                  <a:lnTo>
                    <a:pt x="166881" y="86432"/>
                  </a:lnTo>
                  <a:lnTo>
                    <a:pt x="167114" y="80849"/>
                  </a:lnTo>
                  <a:lnTo>
                    <a:pt x="167161" y="75261"/>
                  </a:lnTo>
                  <a:lnTo>
                    <a:pt x="167021" y="69674"/>
                  </a:lnTo>
                  <a:lnTo>
                    <a:pt x="166694" y="64096"/>
                  </a:lnTo>
                  <a:lnTo>
                    <a:pt x="166181" y="58531"/>
                  </a:lnTo>
                  <a:lnTo>
                    <a:pt x="165482" y="52987"/>
                  </a:lnTo>
                  <a:lnTo>
                    <a:pt x="164599" y="47469"/>
                  </a:lnTo>
                  <a:lnTo>
                    <a:pt x="163531" y="41983"/>
                  </a:lnTo>
                  <a:lnTo>
                    <a:pt x="162281" y="36537"/>
                  </a:lnTo>
                  <a:lnTo>
                    <a:pt x="160849" y="31135"/>
                  </a:lnTo>
                  <a:lnTo>
                    <a:pt x="159238" y="25784"/>
                  </a:lnTo>
                  <a:lnTo>
                    <a:pt x="157448" y="20490"/>
                  </a:lnTo>
                  <a:lnTo>
                    <a:pt x="155483" y="15259"/>
                  </a:lnTo>
                  <a:lnTo>
                    <a:pt x="153344" y="10096"/>
                  </a:lnTo>
                  <a:lnTo>
                    <a:pt x="151033" y="5008"/>
                  </a:lnTo>
                  <a:lnTo>
                    <a:pt x="148554" y="0"/>
                  </a:lnTo>
                  <a:lnTo>
                    <a:pt x="0" y="766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48554" cy="167167"/>
            </a:xfrm>
            <a:custGeom>
              <a:avLst/>
              <a:pathLst>
                <a:path w="148554" h="167167">
                  <a:moveTo>
                    <a:pt x="148554" y="90508"/>
                  </a:moveTo>
                  <a:lnTo>
                    <a:pt x="145930" y="85625"/>
                  </a:lnTo>
                  <a:lnTo>
                    <a:pt x="143146" y="80831"/>
                  </a:lnTo>
                  <a:lnTo>
                    <a:pt x="140205" y="76132"/>
                  </a:lnTo>
                  <a:lnTo>
                    <a:pt x="137109" y="71533"/>
                  </a:lnTo>
                  <a:lnTo>
                    <a:pt x="133863" y="67039"/>
                  </a:lnTo>
                  <a:lnTo>
                    <a:pt x="130469" y="62656"/>
                  </a:lnTo>
                  <a:lnTo>
                    <a:pt x="126932" y="58387"/>
                  </a:lnTo>
                  <a:lnTo>
                    <a:pt x="123256" y="54238"/>
                  </a:lnTo>
                  <a:lnTo>
                    <a:pt x="119443" y="50213"/>
                  </a:lnTo>
                  <a:lnTo>
                    <a:pt x="115500" y="46317"/>
                  </a:lnTo>
                  <a:lnTo>
                    <a:pt x="111429" y="42554"/>
                  </a:lnTo>
                  <a:lnTo>
                    <a:pt x="107236" y="38928"/>
                  </a:lnTo>
                  <a:lnTo>
                    <a:pt x="102925" y="35443"/>
                  </a:lnTo>
                  <a:lnTo>
                    <a:pt x="98501" y="32102"/>
                  </a:lnTo>
                  <a:lnTo>
                    <a:pt x="93968" y="28910"/>
                  </a:lnTo>
                  <a:lnTo>
                    <a:pt x="89332" y="25871"/>
                  </a:lnTo>
                  <a:lnTo>
                    <a:pt x="84598" y="22986"/>
                  </a:lnTo>
                  <a:lnTo>
                    <a:pt x="79771" y="20260"/>
                  </a:lnTo>
                  <a:lnTo>
                    <a:pt x="74856" y="17696"/>
                  </a:lnTo>
                  <a:lnTo>
                    <a:pt x="69858" y="15296"/>
                  </a:lnTo>
                  <a:lnTo>
                    <a:pt x="64784" y="13063"/>
                  </a:lnTo>
                  <a:lnTo>
                    <a:pt x="59639" y="11000"/>
                  </a:lnTo>
                  <a:lnTo>
                    <a:pt x="54428" y="9108"/>
                  </a:lnTo>
                  <a:lnTo>
                    <a:pt x="49157" y="7391"/>
                  </a:lnTo>
                  <a:lnTo>
                    <a:pt x="43832" y="5849"/>
                  </a:lnTo>
                  <a:lnTo>
                    <a:pt x="38459" y="4484"/>
                  </a:lnTo>
                  <a:lnTo>
                    <a:pt x="33044" y="3298"/>
                  </a:lnTo>
                  <a:lnTo>
                    <a:pt x="27592" y="2292"/>
                  </a:lnTo>
                  <a:lnTo>
                    <a:pt x="22110" y="1468"/>
                  </a:lnTo>
                  <a:lnTo>
                    <a:pt x="16604" y="826"/>
                  </a:lnTo>
                  <a:lnTo>
                    <a:pt x="11079" y="367"/>
                  </a:lnTo>
                  <a:lnTo>
                    <a:pt x="5542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25" y="4213821"/>
              <a:ext cx="319153" cy="334334"/>
            </a:xfrm>
            <a:custGeom>
              <a:avLst/>
              <a:pathLst>
                <a:path w="319153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9" y="2099"/>
                  </a:lnTo>
                  <a:lnTo>
                    <a:pt x="135516" y="3019"/>
                  </a:lnTo>
                  <a:lnTo>
                    <a:pt x="130325" y="4105"/>
                  </a:lnTo>
                  <a:lnTo>
                    <a:pt x="125170" y="5355"/>
                  </a:lnTo>
                  <a:lnTo>
                    <a:pt x="120058" y="6769"/>
                  </a:lnTo>
                  <a:lnTo>
                    <a:pt x="114994" y="8343"/>
                  </a:lnTo>
                  <a:lnTo>
                    <a:pt x="109982" y="10077"/>
                  </a:lnTo>
                  <a:lnTo>
                    <a:pt x="105028" y="11970"/>
                  </a:lnTo>
                  <a:lnTo>
                    <a:pt x="100136" y="14018"/>
                  </a:lnTo>
                  <a:lnTo>
                    <a:pt x="95311" y="16221"/>
                  </a:lnTo>
                  <a:lnTo>
                    <a:pt x="90559" y="18576"/>
                  </a:lnTo>
                  <a:lnTo>
                    <a:pt x="85884" y="21080"/>
                  </a:lnTo>
                  <a:lnTo>
                    <a:pt x="81291" y="23732"/>
                  </a:lnTo>
                  <a:lnTo>
                    <a:pt x="76784" y="26527"/>
                  </a:lnTo>
                  <a:lnTo>
                    <a:pt x="72368" y="29465"/>
                  </a:lnTo>
                  <a:lnTo>
                    <a:pt x="68047" y="32541"/>
                  </a:lnTo>
                  <a:lnTo>
                    <a:pt x="63827" y="35752"/>
                  </a:lnTo>
                  <a:lnTo>
                    <a:pt x="59710" y="39096"/>
                  </a:lnTo>
                  <a:lnTo>
                    <a:pt x="55701" y="42568"/>
                  </a:lnTo>
                  <a:lnTo>
                    <a:pt x="51805" y="46166"/>
                  </a:lnTo>
                  <a:lnTo>
                    <a:pt x="48024" y="49886"/>
                  </a:lnTo>
                  <a:lnTo>
                    <a:pt x="44364" y="53724"/>
                  </a:lnTo>
                  <a:lnTo>
                    <a:pt x="40827" y="57676"/>
                  </a:lnTo>
                  <a:lnTo>
                    <a:pt x="37417" y="61738"/>
                  </a:lnTo>
                  <a:lnTo>
                    <a:pt x="34138" y="65906"/>
                  </a:lnTo>
                  <a:lnTo>
                    <a:pt x="30993" y="70177"/>
                  </a:lnTo>
                  <a:lnTo>
                    <a:pt x="27985" y="74545"/>
                  </a:lnTo>
                  <a:lnTo>
                    <a:pt x="25117" y="79006"/>
                  </a:lnTo>
                  <a:lnTo>
                    <a:pt x="22391" y="83556"/>
                  </a:lnTo>
                  <a:lnTo>
                    <a:pt x="19812" y="88190"/>
                  </a:lnTo>
                  <a:lnTo>
                    <a:pt x="17381" y="92903"/>
                  </a:lnTo>
                  <a:lnTo>
                    <a:pt x="15100" y="97691"/>
                  </a:lnTo>
                  <a:lnTo>
                    <a:pt x="12973" y="102550"/>
                  </a:lnTo>
                  <a:lnTo>
                    <a:pt x="11001" y="107473"/>
                  </a:lnTo>
                  <a:lnTo>
                    <a:pt x="9186" y="112456"/>
                  </a:lnTo>
                  <a:lnTo>
                    <a:pt x="7530" y="117495"/>
                  </a:lnTo>
                  <a:lnTo>
                    <a:pt x="6034" y="122583"/>
                  </a:lnTo>
                  <a:lnTo>
                    <a:pt x="4701" y="127716"/>
                  </a:lnTo>
                  <a:lnTo>
                    <a:pt x="3531" y="132889"/>
                  </a:lnTo>
                  <a:lnTo>
                    <a:pt x="2526" y="138097"/>
                  </a:lnTo>
                  <a:lnTo>
                    <a:pt x="1687" y="143333"/>
                  </a:lnTo>
                  <a:lnTo>
                    <a:pt x="1014" y="148594"/>
                  </a:lnTo>
                  <a:lnTo>
                    <a:pt x="509" y="153874"/>
                  </a:lnTo>
                  <a:lnTo>
                    <a:pt x="171" y="159166"/>
                  </a:lnTo>
                  <a:lnTo>
                    <a:pt x="1" y="164467"/>
                  </a:lnTo>
                  <a:lnTo>
                    <a:pt x="0" y="169771"/>
                  </a:lnTo>
                  <a:lnTo>
                    <a:pt x="166" y="175072"/>
                  </a:lnTo>
                  <a:lnTo>
                    <a:pt x="501" y="180365"/>
                  </a:lnTo>
                  <a:lnTo>
                    <a:pt x="1004" y="185645"/>
                  </a:lnTo>
                  <a:lnTo>
                    <a:pt x="1673" y="190906"/>
                  </a:lnTo>
                  <a:lnTo>
                    <a:pt x="2510" y="196143"/>
                  </a:lnTo>
                  <a:lnTo>
                    <a:pt x="3512" y="201351"/>
                  </a:lnTo>
                  <a:lnTo>
                    <a:pt x="4678" y="206525"/>
                  </a:lnTo>
                  <a:lnTo>
                    <a:pt x="6009" y="211659"/>
                  </a:lnTo>
                  <a:lnTo>
                    <a:pt x="7501" y="216748"/>
                  </a:lnTo>
                  <a:lnTo>
                    <a:pt x="9154" y="221787"/>
                  </a:lnTo>
                  <a:lnTo>
                    <a:pt x="10967" y="226772"/>
                  </a:lnTo>
                  <a:lnTo>
                    <a:pt x="12936" y="231696"/>
                  </a:lnTo>
                  <a:lnTo>
                    <a:pt x="15061" y="236555"/>
                  </a:lnTo>
                  <a:lnTo>
                    <a:pt x="17338" y="241345"/>
                  </a:lnTo>
                  <a:lnTo>
                    <a:pt x="19767" y="246060"/>
                  </a:lnTo>
                  <a:lnTo>
                    <a:pt x="22344" y="250695"/>
                  </a:lnTo>
                  <a:lnTo>
                    <a:pt x="25066" y="255247"/>
                  </a:lnTo>
                  <a:lnTo>
                    <a:pt x="27932" y="259710"/>
                  </a:lnTo>
                  <a:lnTo>
                    <a:pt x="30937" y="264079"/>
                  </a:lnTo>
                  <a:lnTo>
                    <a:pt x="34080" y="268351"/>
                  </a:lnTo>
                  <a:lnTo>
                    <a:pt x="37357" y="272522"/>
                  </a:lnTo>
                  <a:lnTo>
                    <a:pt x="40764" y="276586"/>
                  </a:lnTo>
                  <a:lnTo>
                    <a:pt x="44299" y="280540"/>
                  </a:lnTo>
                  <a:lnTo>
                    <a:pt x="47957" y="284380"/>
                  </a:lnTo>
                  <a:lnTo>
                    <a:pt x="51735" y="288102"/>
                  </a:lnTo>
                  <a:lnTo>
                    <a:pt x="55630" y="291702"/>
                  </a:lnTo>
                  <a:lnTo>
                    <a:pt x="59637" y="295177"/>
                  </a:lnTo>
                  <a:lnTo>
                    <a:pt x="63751" y="298523"/>
                  </a:lnTo>
                  <a:lnTo>
                    <a:pt x="67970" y="301737"/>
                  </a:lnTo>
                  <a:lnTo>
                    <a:pt x="72289" y="304815"/>
                  </a:lnTo>
                  <a:lnTo>
                    <a:pt x="76703" y="307755"/>
                  </a:lnTo>
                  <a:lnTo>
                    <a:pt x="81209" y="310553"/>
                  </a:lnTo>
                  <a:lnTo>
                    <a:pt x="85800" y="313207"/>
                  </a:lnTo>
                  <a:lnTo>
                    <a:pt x="90474" y="315714"/>
                  </a:lnTo>
                  <a:lnTo>
                    <a:pt x="95225" y="318072"/>
                  </a:lnTo>
                  <a:lnTo>
                    <a:pt x="100048" y="320277"/>
                  </a:lnTo>
                  <a:lnTo>
                    <a:pt x="104939" y="322329"/>
                  </a:lnTo>
                  <a:lnTo>
                    <a:pt x="109892" y="324224"/>
                  </a:lnTo>
                  <a:lnTo>
                    <a:pt x="114903" y="325961"/>
                  </a:lnTo>
                  <a:lnTo>
                    <a:pt x="119967" y="327538"/>
                  </a:lnTo>
                  <a:lnTo>
                    <a:pt x="125078" y="328954"/>
                  </a:lnTo>
                  <a:lnTo>
                    <a:pt x="130231" y="330207"/>
                  </a:lnTo>
                  <a:lnTo>
                    <a:pt x="135422" y="331296"/>
                  </a:lnTo>
                  <a:lnTo>
                    <a:pt x="140644" y="332220"/>
                  </a:lnTo>
                  <a:lnTo>
                    <a:pt x="145893" y="332978"/>
                  </a:lnTo>
                  <a:lnTo>
                    <a:pt x="151164" y="333569"/>
                  </a:lnTo>
                  <a:lnTo>
                    <a:pt x="156451" y="333992"/>
                  </a:lnTo>
                  <a:lnTo>
                    <a:pt x="161748" y="334247"/>
                  </a:lnTo>
                  <a:lnTo>
                    <a:pt x="167051" y="334334"/>
                  </a:lnTo>
                  <a:lnTo>
                    <a:pt x="172354" y="334253"/>
                  </a:lnTo>
                  <a:lnTo>
                    <a:pt x="177652" y="334004"/>
                  </a:lnTo>
                  <a:lnTo>
                    <a:pt x="182939" y="333587"/>
                  </a:lnTo>
                  <a:lnTo>
                    <a:pt x="188210" y="333002"/>
                  </a:lnTo>
                  <a:lnTo>
                    <a:pt x="193460" y="332250"/>
                  </a:lnTo>
                  <a:lnTo>
                    <a:pt x="198684" y="331333"/>
                  </a:lnTo>
                  <a:lnTo>
                    <a:pt x="203875" y="330250"/>
                  </a:lnTo>
                  <a:lnTo>
                    <a:pt x="209030" y="329002"/>
                  </a:lnTo>
                  <a:lnTo>
                    <a:pt x="214143" y="327592"/>
                  </a:lnTo>
                  <a:lnTo>
                    <a:pt x="219208" y="326021"/>
                  </a:lnTo>
                  <a:lnTo>
                    <a:pt x="224221" y="324289"/>
                  </a:lnTo>
                  <a:lnTo>
                    <a:pt x="229177" y="322400"/>
                  </a:lnTo>
                  <a:lnTo>
                    <a:pt x="234070" y="320354"/>
                  </a:lnTo>
                  <a:lnTo>
                    <a:pt x="238896" y="318154"/>
                  </a:lnTo>
                  <a:lnTo>
                    <a:pt x="243649" y="315802"/>
                  </a:lnTo>
                  <a:lnTo>
                    <a:pt x="248326" y="313300"/>
                  </a:lnTo>
                  <a:lnTo>
                    <a:pt x="252921" y="310651"/>
                  </a:lnTo>
                  <a:lnTo>
                    <a:pt x="257429" y="307858"/>
                  </a:lnTo>
                  <a:lnTo>
                    <a:pt x="261847" y="304923"/>
                  </a:lnTo>
                  <a:lnTo>
                    <a:pt x="266169" y="301850"/>
                  </a:lnTo>
                  <a:lnTo>
                    <a:pt x="270392" y="298641"/>
                  </a:lnTo>
                  <a:lnTo>
                    <a:pt x="274510" y="295300"/>
                  </a:lnTo>
                  <a:lnTo>
                    <a:pt x="278521" y="291829"/>
                  </a:lnTo>
                  <a:lnTo>
                    <a:pt x="282419" y="288234"/>
                  </a:lnTo>
                  <a:lnTo>
                    <a:pt x="286202" y="284516"/>
                  </a:lnTo>
                  <a:lnTo>
                    <a:pt x="289864" y="280680"/>
                  </a:lnTo>
                  <a:lnTo>
                    <a:pt x="293404" y="276730"/>
                  </a:lnTo>
                  <a:lnTo>
                    <a:pt x="296816" y="272670"/>
                  </a:lnTo>
                  <a:lnTo>
                    <a:pt x="300097" y="268504"/>
                  </a:lnTo>
                  <a:lnTo>
                    <a:pt x="303245" y="264235"/>
                  </a:lnTo>
                  <a:lnTo>
                    <a:pt x="306256" y="259869"/>
                  </a:lnTo>
                  <a:lnTo>
                    <a:pt x="309126" y="255409"/>
                  </a:lnTo>
                  <a:lnTo>
                    <a:pt x="311854" y="250861"/>
                  </a:lnTo>
                  <a:lnTo>
                    <a:pt x="314436" y="246229"/>
                  </a:lnTo>
                  <a:lnTo>
                    <a:pt x="316870" y="241516"/>
                  </a:lnTo>
                  <a:lnTo>
                    <a:pt x="319153" y="23672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152006" cy="69562"/>
            </a:xfrm>
            <a:custGeom>
              <a:avLst/>
              <a:pathLst>
                <a:path w="152006" h="69562">
                  <a:moveTo>
                    <a:pt x="152006" y="695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53138"/>
              <a:ext cx="167161" cy="97412"/>
            </a:xfrm>
            <a:custGeom>
              <a:avLst/>
              <a:pathLst>
                <a:path w="167161" h="97412">
                  <a:moveTo>
                    <a:pt x="152006" y="97412"/>
                  </a:moveTo>
                  <a:lnTo>
                    <a:pt x="154353" y="92036"/>
                  </a:lnTo>
                  <a:lnTo>
                    <a:pt x="156510" y="86581"/>
                  </a:lnTo>
                  <a:lnTo>
                    <a:pt x="158474" y="81054"/>
                  </a:lnTo>
                  <a:lnTo>
                    <a:pt x="160243" y="75461"/>
                  </a:lnTo>
                  <a:lnTo>
                    <a:pt x="161815" y="69810"/>
                  </a:lnTo>
                  <a:lnTo>
                    <a:pt x="163188" y="64107"/>
                  </a:lnTo>
                  <a:lnTo>
                    <a:pt x="164359" y="58359"/>
                  </a:lnTo>
                  <a:lnTo>
                    <a:pt x="165328" y="52574"/>
                  </a:lnTo>
                  <a:lnTo>
                    <a:pt x="166094" y="46758"/>
                  </a:lnTo>
                  <a:lnTo>
                    <a:pt x="166655" y="40919"/>
                  </a:lnTo>
                  <a:lnTo>
                    <a:pt x="167011" y="35064"/>
                  </a:lnTo>
                  <a:lnTo>
                    <a:pt x="167161" y="29200"/>
                  </a:lnTo>
                  <a:lnTo>
                    <a:pt x="167106" y="23334"/>
                  </a:lnTo>
                  <a:lnTo>
                    <a:pt x="166845" y="17474"/>
                  </a:lnTo>
                  <a:lnTo>
                    <a:pt x="166378" y="11627"/>
                  </a:lnTo>
                  <a:lnTo>
                    <a:pt x="165706" y="5800"/>
                  </a:lnTo>
                  <a:lnTo>
                    <a:pt x="164831" y="0"/>
                  </a:lnTo>
                  <a:lnTo>
                    <a:pt x="0" y="278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4831" cy="167167"/>
            </a:xfrm>
            <a:custGeom>
              <a:avLst/>
              <a:pathLst>
                <a:path w="164831" h="167167">
                  <a:moveTo>
                    <a:pt x="164831" y="139317"/>
                  </a:moveTo>
                  <a:lnTo>
                    <a:pt x="163834" y="133953"/>
                  </a:lnTo>
                  <a:lnTo>
                    <a:pt x="162663" y="128624"/>
                  </a:lnTo>
                  <a:lnTo>
                    <a:pt x="161319" y="123337"/>
                  </a:lnTo>
                  <a:lnTo>
                    <a:pt x="159803" y="118096"/>
                  </a:lnTo>
                  <a:lnTo>
                    <a:pt x="158116" y="112908"/>
                  </a:lnTo>
                  <a:lnTo>
                    <a:pt x="156261" y="107777"/>
                  </a:lnTo>
                  <a:lnTo>
                    <a:pt x="154240" y="102709"/>
                  </a:lnTo>
                  <a:lnTo>
                    <a:pt x="152055" y="97711"/>
                  </a:lnTo>
                  <a:lnTo>
                    <a:pt x="149707" y="92786"/>
                  </a:lnTo>
                  <a:lnTo>
                    <a:pt x="147200" y="87940"/>
                  </a:lnTo>
                  <a:lnTo>
                    <a:pt x="144537" y="83179"/>
                  </a:lnTo>
                  <a:lnTo>
                    <a:pt x="141719" y="78507"/>
                  </a:lnTo>
                  <a:lnTo>
                    <a:pt x="138750" y="73930"/>
                  </a:lnTo>
                  <a:lnTo>
                    <a:pt x="135634" y="69452"/>
                  </a:lnTo>
                  <a:lnTo>
                    <a:pt x="132373" y="65078"/>
                  </a:lnTo>
                  <a:lnTo>
                    <a:pt x="128971" y="60813"/>
                  </a:lnTo>
                  <a:lnTo>
                    <a:pt x="125432" y="56661"/>
                  </a:lnTo>
                  <a:lnTo>
                    <a:pt x="121759" y="52626"/>
                  </a:lnTo>
                  <a:lnTo>
                    <a:pt x="117957" y="48714"/>
                  </a:lnTo>
                  <a:lnTo>
                    <a:pt x="114029" y="44928"/>
                  </a:lnTo>
                  <a:lnTo>
                    <a:pt x="109979" y="41272"/>
                  </a:lnTo>
                  <a:lnTo>
                    <a:pt x="105812" y="37750"/>
                  </a:lnTo>
                  <a:lnTo>
                    <a:pt x="101533" y="34367"/>
                  </a:lnTo>
                  <a:lnTo>
                    <a:pt x="97145" y="31124"/>
                  </a:lnTo>
                  <a:lnTo>
                    <a:pt x="92654" y="28026"/>
                  </a:lnTo>
                  <a:lnTo>
                    <a:pt x="88064" y="25077"/>
                  </a:lnTo>
                  <a:lnTo>
                    <a:pt x="83381" y="22279"/>
                  </a:lnTo>
                  <a:lnTo>
                    <a:pt x="78608" y="19635"/>
                  </a:lnTo>
                  <a:lnTo>
                    <a:pt x="73752" y="17149"/>
                  </a:lnTo>
                  <a:lnTo>
                    <a:pt x="68818" y="14822"/>
                  </a:lnTo>
                  <a:lnTo>
                    <a:pt x="63810" y="12657"/>
                  </a:lnTo>
                  <a:lnTo>
                    <a:pt x="58734" y="10657"/>
                  </a:lnTo>
                  <a:lnTo>
                    <a:pt x="53595" y="8824"/>
                  </a:lnTo>
                  <a:lnTo>
                    <a:pt x="48400" y="7160"/>
                  </a:lnTo>
                  <a:lnTo>
                    <a:pt x="43153" y="5665"/>
                  </a:lnTo>
                  <a:lnTo>
                    <a:pt x="37860" y="4343"/>
                  </a:lnTo>
                  <a:lnTo>
                    <a:pt x="32526" y="3195"/>
                  </a:lnTo>
                  <a:lnTo>
                    <a:pt x="27158" y="2220"/>
                  </a:lnTo>
                  <a:lnTo>
                    <a:pt x="21761" y="1422"/>
                  </a:lnTo>
                  <a:lnTo>
                    <a:pt x="16341" y="800"/>
                  </a:lnTo>
                  <a:lnTo>
                    <a:pt x="10904" y="356"/>
                  </a:lnTo>
                  <a:lnTo>
                    <a:pt x="545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45" y="3707720"/>
              <a:ext cx="202763" cy="334327"/>
            </a:xfrm>
            <a:custGeom>
              <a:avLst/>
              <a:pathLst>
                <a:path w="202763" h="334327">
                  <a:moveTo>
                    <a:pt x="167165" y="0"/>
                  </a:moveTo>
                  <a:lnTo>
                    <a:pt x="161823" y="85"/>
                  </a:lnTo>
                  <a:lnTo>
                    <a:pt x="156486" y="341"/>
                  </a:lnTo>
                  <a:lnTo>
                    <a:pt x="151160" y="767"/>
                  </a:lnTo>
                  <a:lnTo>
                    <a:pt x="145850" y="1364"/>
                  </a:lnTo>
                  <a:lnTo>
                    <a:pt x="140562" y="2130"/>
                  </a:lnTo>
                  <a:lnTo>
                    <a:pt x="135302" y="3064"/>
                  </a:lnTo>
                  <a:lnTo>
                    <a:pt x="130074" y="4166"/>
                  </a:lnTo>
                  <a:lnTo>
                    <a:pt x="124883" y="5435"/>
                  </a:lnTo>
                  <a:lnTo>
                    <a:pt x="119736" y="6869"/>
                  </a:lnTo>
                  <a:lnTo>
                    <a:pt x="114638" y="8467"/>
                  </a:lnTo>
                  <a:lnTo>
                    <a:pt x="109593" y="10226"/>
                  </a:lnTo>
                  <a:lnTo>
                    <a:pt x="104607" y="12146"/>
                  </a:lnTo>
                  <a:lnTo>
                    <a:pt x="99684" y="14225"/>
                  </a:lnTo>
                  <a:lnTo>
                    <a:pt x="94831" y="16460"/>
                  </a:lnTo>
                  <a:lnTo>
                    <a:pt x="90052" y="18848"/>
                  </a:lnTo>
                  <a:lnTo>
                    <a:pt x="85351" y="21388"/>
                  </a:lnTo>
                  <a:lnTo>
                    <a:pt x="80734" y="24077"/>
                  </a:lnTo>
                  <a:lnTo>
                    <a:pt x="76205" y="26913"/>
                  </a:lnTo>
                  <a:lnTo>
                    <a:pt x="71769" y="29891"/>
                  </a:lnTo>
                  <a:lnTo>
                    <a:pt x="67431" y="33010"/>
                  </a:lnTo>
                  <a:lnTo>
                    <a:pt x="63195" y="36266"/>
                  </a:lnTo>
                  <a:lnTo>
                    <a:pt x="59064" y="39656"/>
                  </a:lnTo>
                  <a:lnTo>
                    <a:pt x="55045" y="43175"/>
                  </a:lnTo>
                  <a:lnTo>
                    <a:pt x="51139" y="46822"/>
                  </a:lnTo>
                  <a:lnTo>
                    <a:pt x="47353" y="50591"/>
                  </a:lnTo>
                  <a:lnTo>
                    <a:pt x="43688" y="54480"/>
                  </a:lnTo>
                  <a:lnTo>
                    <a:pt x="40150" y="58484"/>
                  </a:lnTo>
                  <a:lnTo>
                    <a:pt x="36742" y="62598"/>
                  </a:lnTo>
                  <a:lnTo>
                    <a:pt x="33466" y="66820"/>
                  </a:lnTo>
                  <a:lnTo>
                    <a:pt x="30328" y="71144"/>
                  </a:lnTo>
                  <a:lnTo>
                    <a:pt x="27329" y="75566"/>
                  </a:lnTo>
                  <a:lnTo>
                    <a:pt x="24473" y="80082"/>
                  </a:lnTo>
                  <a:lnTo>
                    <a:pt x="21763" y="84686"/>
                  </a:lnTo>
                  <a:lnTo>
                    <a:pt x="19201" y="89375"/>
                  </a:lnTo>
                  <a:lnTo>
                    <a:pt x="16791" y="94144"/>
                  </a:lnTo>
                  <a:lnTo>
                    <a:pt x="14534" y="98987"/>
                  </a:lnTo>
                  <a:lnTo>
                    <a:pt x="12433" y="103899"/>
                  </a:lnTo>
                  <a:lnTo>
                    <a:pt x="10490" y="108877"/>
                  </a:lnTo>
                  <a:lnTo>
                    <a:pt x="8707" y="113913"/>
                  </a:lnTo>
                  <a:lnTo>
                    <a:pt x="7086" y="119005"/>
                  </a:lnTo>
                  <a:lnTo>
                    <a:pt x="5629" y="124145"/>
                  </a:lnTo>
                  <a:lnTo>
                    <a:pt x="4336" y="129329"/>
                  </a:lnTo>
                  <a:lnTo>
                    <a:pt x="3210" y="134553"/>
                  </a:lnTo>
                  <a:lnTo>
                    <a:pt x="2252" y="139809"/>
                  </a:lnTo>
                  <a:lnTo>
                    <a:pt x="1462" y="145093"/>
                  </a:lnTo>
                  <a:lnTo>
                    <a:pt x="841" y="150400"/>
                  </a:lnTo>
                  <a:lnTo>
                    <a:pt x="390" y="155724"/>
                  </a:lnTo>
                  <a:lnTo>
                    <a:pt x="109" y="161060"/>
                  </a:lnTo>
                  <a:lnTo>
                    <a:pt x="0" y="166402"/>
                  </a:lnTo>
                  <a:lnTo>
                    <a:pt x="60" y="171744"/>
                  </a:lnTo>
                  <a:lnTo>
                    <a:pt x="292" y="177082"/>
                  </a:lnTo>
                  <a:lnTo>
                    <a:pt x="694" y="182410"/>
                  </a:lnTo>
                  <a:lnTo>
                    <a:pt x="1266" y="187723"/>
                  </a:lnTo>
                  <a:lnTo>
                    <a:pt x="2008" y="193014"/>
                  </a:lnTo>
                  <a:lnTo>
                    <a:pt x="2918" y="198279"/>
                  </a:lnTo>
                  <a:lnTo>
                    <a:pt x="3997" y="203512"/>
                  </a:lnTo>
                  <a:lnTo>
                    <a:pt x="5241" y="208708"/>
                  </a:lnTo>
                  <a:lnTo>
                    <a:pt x="6652" y="213862"/>
                  </a:lnTo>
                  <a:lnTo>
                    <a:pt x="8226" y="218967"/>
                  </a:lnTo>
                  <a:lnTo>
                    <a:pt x="9963" y="224020"/>
                  </a:lnTo>
                  <a:lnTo>
                    <a:pt x="11860" y="229015"/>
                  </a:lnTo>
                  <a:lnTo>
                    <a:pt x="13916" y="233947"/>
                  </a:lnTo>
                  <a:lnTo>
                    <a:pt x="16128" y="238810"/>
                  </a:lnTo>
                  <a:lnTo>
                    <a:pt x="18495" y="243601"/>
                  </a:lnTo>
                  <a:lnTo>
                    <a:pt x="21014" y="248313"/>
                  </a:lnTo>
                  <a:lnTo>
                    <a:pt x="23682" y="252942"/>
                  </a:lnTo>
                  <a:lnTo>
                    <a:pt x="26496" y="257484"/>
                  </a:lnTo>
                  <a:lnTo>
                    <a:pt x="29454" y="261933"/>
                  </a:lnTo>
                  <a:lnTo>
                    <a:pt x="32553" y="266286"/>
                  </a:lnTo>
                  <a:lnTo>
                    <a:pt x="35790" y="270537"/>
                  </a:lnTo>
                  <a:lnTo>
                    <a:pt x="39160" y="274683"/>
                  </a:lnTo>
                  <a:lnTo>
                    <a:pt x="42662" y="278719"/>
                  </a:lnTo>
                  <a:lnTo>
                    <a:pt x="46290" y="282641"/>
                  </a:lnTo>
                  <a:lnTo>
                    <a:pt x="50042" y="286445"/>
                  </a:lnTo>
                  <a:lnTo>
                    <a:pt x="53914" y="290127"/>
                  </a:lnTo>
                  <a:lnTo>
                    <a:pt x="57901" y="293683"/>
                  </a:lnTo>
                  <a:lnTo>
                    <a:pt x="62000" y="297111"/>
                  </a:lnTo>
                  <a:lnTo>
                    <a:pt x="66207" y="300405"/>
                  </a:lnTo>
                  <a:lnTo>
                    <a:pt x="70517" y="303563"/>
                  </a:lnTo>
                  <a:lnTo>
                    <a:pt x="74925" y="306582"/>
                  </a:lnTo>
                  <a:lnTo>
                    <a:pt x="79428" y="309459"/>
                  </a:lnTo>
                  <a:lnTo>
                    <a:pt x="84020" y="312190"/>
                  </a:lnTo>
                  <a:lnTo>
                    <a:pt x="88697" y="314773"/>
                  </a:lnTo>
                  <a:lnTo>
                    <a:pt x="93454" y="317206"/>
                  </a:lnTo>
                  <a:lnTo>
                    <a:pt x="98287" y="319485"/>
                  </a:lnTo>
                  <a:lnTo>
                    <a:pt x="103190" y="321608"/>
                  </a:lnTo>
                  <a:lnTo>
                    <a:pt x="108158" y="323574"/>
                  </a:lnTo>
                  <a:lnTo>
                    <a:pt x="113187" y="325380"/>
                  </a:lnTo>
                  <a:lnTo>
                    <a:pt x="118271" y="327024"/>
                  </a:lnTo>
                  <a:lnTo>
                    <a:pt x="123404" y="328505"/>
                  </a:lnTo>
                  <a:lnTo>
                    <a:pt x="128583" y="329821"/>
                  </a:lnTo>
                  <a:lnTo>
                    <a:pt x="133801" y="330971"/>
                  </a:lnTo>
                  <a:lnTo>
                    <a:pt x="139052" y="331954"/>
                  </a:lnTo>
                  <a:lnTo>
                    <a:pt x="144333" y="332768"/>
                  </a:lnTo>
                  <a:lnTo>
                    <a:pt x="149637" y="333413"/>
                  </a:lnTo>
                  <a:lnTo>
                    <a:pt x="154959" y="333888"/>
                  </a:lnTo>
                  <a:lnTo>
                    <a:pt x="160293" y="334193"/>
                  </a:lnTo>
                  <a:lnTo>
                    <a:pt x="165635" y="334327"/>
                  </a:lnTo>
                  <a:lnTo>
                    <a:pt x="170978" y="334291"/>
                  </a:lnTo>
                  <a:lnTo>
                    <a:pt x="176317" y="334084"/>
                  </a:lnTo>
                  <a:lnTo>
                    <a:pt x="181646" y="333706"/>
                  </a:lnTo>
                  <a:lnTo>
                    <a:pt x="186961" y="333158"/>
                  </a:lnTo>
                  <a:lnTo>
                    <a:pt x="192256" y="332441"/>
                  </a:lnTo>
                  <a:lnTo>
                    <a:pt x="197525" y="331554"/>
                  </a:lnTo>
                  <a:lnTo>
                    <a:pt x="202763" y="33050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8165"/>
              <a:ext cx="167160" cy="330055"/>
            </a:xfrm>
            <a:custGeom>
              <a:avLst/>
              <a:pathLst>
                <a:path w="167160" h="330055">
                  <a:moveTo>
                    <a:pt x="35597" y="330055"/>
                  </a:moveTo>
                  <a:lnTo>
                    <a:pt x="40816" y="328830"/>
                  </a:lnTo>
                  <a:lnTo>
                    <a:pt x="45992" y="327438"/>
                  </a:lnTo>
                  <a:lnTo>
                    <a:pt x="51122" y="325881"/>
                  </a:lnTo>
                  <a:lnTo>
                    <a:pt x="56198" y="324160"/>
                  </a:lnTo>
                  <a:lnTo>
                    <a:pt x="61217" y="322277"/>
                  </a:lnTo>
                  <a:lnTo>
                    <a:pt x="66173" y="320234"/>
                  </a:lnTo>
                  <a:lnTo>
                    <a:pt x="71061" y="318034"/>
                  </a:lnTo>
                  <a:lnTo>
                    <a:pt x="75876" y="315678"/>
                  </a:lnTo>
                  <a:lnTo>
                    <a:pt x="80613" y="313168"/>
                  </a:lnTo>
                  <a:lnTo>
                    <a:pt x="85267" y="310508"/>
                  </a:lnTo>
                  <a:lnTo>
                    <a:pt x="89833" y="307700"/>
                  </a:lnTo>
                  <a:lnTo>
                    <a:pt x="94307" y="304748"/>
                  </a:lnTo>
                  <a:lnTo>
                    <a:pt x="98684" y="301653"/>
                  </a:lnTo>
                  <a:lnTo>
                    <a:pt x="102960" y="298420"/>
                  </a:lnTo>
                  <a:lnTo>
                    <a:pt x="107129" y="295051"/>
                  </a:lnTo>
                  <a:lnTo>
                    <a:pt x="111189" y="291550"/>
                  </a:lnTo>
                  <a:lnTo>
                    <a:pt x="115134" y="287921"/>
                  </a:lnTo>
                  <a:lnTo>
                    <a:pt x="118960" y="284167"/>
                  </a:lnTo>
                  <a:lnTo>
                    <a:pt x="122665" y="280292"/>
                  </a:lnTo>
                  <a:lnTo>
                    <a:pt x="126243" y="276301"/>
                  </a:lnTo>
                  <a:lnTo>
                    <a:pt x="129692" y="272197"/>
                  </a:lnTo>
                  <a:lnTo>
                    <a:pt x="133007" y="267985"/>
                  </a:lnTo>
                  <a:lnTo>
                    <a:pt x="136185" y="263668"/>
                  </a:lnTo>
                  <a:lnTo>
                    <a:pt x="139223" y="259252"/>
                  </a:lnTo>
                  <a:lnTo>
                    <a:pt x="142118" y="254740"/>
                  </a:lnTo>
                  <a:lnTo>
                    <a:pt x="144867" y="250138"/>
                  </a:lnTo>
                  <a:lnTo>
                    <a:pt x="147467" y="245451"/>
                  </a:lnTo>
                  <a:lnTo>
                    <a:pt x="149916" y="240682"/>
                  </a:lnTo>
                  <a:lnTo>
                    <a:pt x="152210" y="235837"/>
                  </a:lnTo>
                  <a:lnTo>
                    <a:pt x="154348" y="230921"/>
                  </a:lnTo>
                  <a:lnTo>
                    <a:pt x="156327" y="225940"/>
                  </a:lnTo>
                  <a:lnTo>
                    <a:pt x="158145" y="220897"/>
                  </a:lnTo>
                  <a:lnTo>
                    <a:pt x="159801" y="215799"/>
                  </a:lnTo>
                  <a:lnTo>
                    <a:pt x="161292" y="210650"/>
                  </a:lnTo>
                  <a:lnTo>
                    <a:pt x="162618" y="205456"/>
                  </a:lnTo>
                  <a:lnTo>
                    <a:pt x="163776" y="200222"/>
                  </a:lnTo>
                  <a:lnTo>
                    <a:pt x="164766" y="194954"/>
                  </a:lnTo>
                  <a:lnTo>
                    <a:pt x="165586" y="189656"/>
                  </a:lnTo>
                  <a:lnTo>
                    <a:pt x="166236" y="184335"/>
                  </a:lnTo>
                  <a:lnTo>
                    <a:pt x="166716" y="178996"/>
                  </a:lnTo>
                  <a:lnTo>
                    <a:pt x="167024" y="173645"/>
                  </a:lnTo>
                  <a:lnTo>
                    <a:pt x="167160" y="168286"/>
                  </a:lnTo>
                  <a:lnTo>
                    <a:pt x="167124" y="162926"/>
                  </a:lnTo>
                  <a:lnTo>
                    <a:pt x="166916" y="157569"/>
                  </a:lnTo>
                  <a:lnTo>
                    <a:pt x="166537" y="152222"/>
                  </a:lnTo>
                  <a:lnTo>
                    <a:pt x="165986" y="146890"/>
                  </a:lnTo>
                  <a:lnTo>
                    <a:pt x="165265" y="141578"/>
                  </a:lnTo>
                  <a:lnTo>
                    <a:pt x="164374" y="136292"/>
                  </a:lnTo>
                  <a:lnTo>
                    <a:pt x="163314" y="131038"/>
                  </a:lnTo>
                  <a:lnTo>
                    <a:pt x="162086" y="125820"/>
                  </a:lnTo>
                  <a:lnTo>
                    <a:pt x="160691" y="120644"/>
                  </a:lnTo>
                  <a:lnTo>
                    <a:pt x="159131" y="115516"/>
                  </a:lnTo>
                  <a:lnTo>
                    <a:pt x="157407" y="110440"/>
                  </a:lnTo>
                  <a:lnTo>
                    <a:pt x="155522" y="105422"/>
                  </a:lnTo>
                  <a:lnTo>
                    <a:pt x="153477" y="100467"/>
                  </a:lnTo>
                  <a:lnTo>
                    <a:pt x="151273" y="95580"/>
                  </a:lnTo>
                  <a:lnTo>
                    <a:pt x="148915" y="90767"/>
                  </a:lnTo>
                  <a:lnTo>
                    <a:pt x="146403" y="86031"/>
                  </a:lnTo>
                  <a:lnTo>
                    <a:pt x="143740" y="81378"/>
                  </a:lnTo>
                  <a:lnTo>
                    <a:pt x="140930" y="76814"/>
                  </a:lnTo>
                  <a:lnTo>
                    <a:pt x="137975" y="72341"/>
                  </a:lnTo>
                  <a:lnTo>
                    <a:pt x="134878" y="67966"/>
                  </a:lnTo>
                  <a:lnTo>
                    <a:pt x="131642" y="63692"/>
                  </a:lnTo>
                  <a:lnTo>
                    <a:pt x="128271" y="59525"/>
                  </a:lnTo>
                  <a:lnTo>
                    <a:pt x="124768" y="55467"/>
                  </a:lnTo>
                  <a:lnTo>
                    <a:pt x="121137" y="51524"/>
                  </a:lnTo>
                  <a:lnTo>
                    <a:pt x="117381" y="47699"/>
                  </a:lnTo>
                  <a:lnTo>
                    <a:pt x="113505" y="43997"/>
                  </a:lnTo>
                  <a:lnTo>
                    <a:pt x="109511" y="40421"/>
                  </a:lnTo>
                  <a:lnTo>
                    <a:pt x="105405" y="36974"/>
                  </a:lnTo>
                  <a:lnTo>
                    <a:pt x="101191" y="33661"/>
                  </a:lnTo>
                  <a:lnTo>
                    <a:pt x="96873" y="30485"/>
                  </a:lnTo>
                  <a:lnTo>
                    <a:pt x="92455" y="27449"/>
                  </a:lnTo>
                  <a:lnTo>
                    <a:pt x="87942" y="24557"/>
                  </a:lnTo>
                  <a:lnTo>
                    <a:pt x="83339" y="21810"/>
                  </a:lnTo>
                  <a:lnTo>
                    <a:pt x="78650" y="19213"/>
                  </a:lnTo>
                  <a:lnTo>
                    <a:pt x="73880" y="16767"/>
                  </a:lnTo>
                  <a:lnTo>
                    <a:pt x="69034" y="14475"/>
                  </a:lnTo>
                  <a:lnTo>
                    <a:pt x="64117" y="12340"/>
                  </a:lnTo>
                  <a:lnTo>
                    <a:pt x="59134" y="10363"/>
                  </a:lnTo>
                  <a:lnTo>
                    <a:pt x="54090" y="8548"/>
                  </a:lnTo>
                  <a:lnTo>
                    <a:pt x="48991" y="6895"/>
                  </a:lnTo>
                  <a:lnTo>
                    <a:pt x="43842" y="5406"/>
                  </a:lnTo>
                  <a:lnTo>
                    <a:pt x="38647" y="4084"/>
                  </a:lnTo>
                  <a:lnTo>
                    <a:pt x="33412" y="2928"/>
                  </a:lnTo>
                  <a:lnTo>
                    <a:pt x="28144" y="1941"/>
                  </a:lnTo>
                  <a:lnTo>
                    <a:pt x="22846" y="1123"/>
                  </a:lnTo>
                  <a:lnTo>
                    <a:pt x="17525" y="476"/>
                  </a:lnTo>
                  <a:lnTo>
                    <a:pt x="12185" y="0"/>
                  </a:lnTo>
                  <a:lnTo>
                    <a:pt x="0" y="166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12185" cy="167167"/>
            </a:xfrm>
            <a:custGeom>
              <a:avLst/>
              <a:pathLst>
                <a:path w="12185" h="167167">
                  <a:moveTo>
                    <a:pt x="12185" y="44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2025-06-05T17:28:08Z</dcterms:modified>
  <cp:category/>
</cp:coreProperties>
</file>