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74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58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86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36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36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1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18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8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98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5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91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5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61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44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90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51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2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59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22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86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5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18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9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97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86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34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50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48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48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96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24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74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58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46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40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86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36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174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58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85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98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74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58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51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22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59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22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74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58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8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9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30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4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86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36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44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36629" y="3170392"/>
              <a:ext cx="47149" cy="167167"/>
            </a:xfrm>
            <a:custGeom>
              <a:avLst/>
              <a:pathLst>
                <a:path w="47149" h="167167">
                  <a:moveTo>
                    <a:pt x="47149" y="0"/>
                  </a:moveTo>
                  <a:lnTo>
                    <a:pt x="41176" y="106"/>
                  </a:lnTo>
                  <a:lnTo>
                    <a:pt x="35210" y="426"/>
                  </a:lnTo>
                  <a:lnTo>
                    <a:pt x="29259" y="960"/>
                  </a:lnTo>
                  <a:lnTo>
                    <a:pt x="23331" y="1705"/>
                  </a:lnTo>
                  <a:lnTo>
                    <a:pt x="17434" y="2662"/>
                  </a:lnTo>
                  <a:lnTo>
                    <a:pt x="11575" y="3829"/>
                  </a:lnTo>
                  <a:lnTo>
                    <a:pt x="5761" y="5204"/>
                  </a:lnTo>
                  <a:lnTo>
                    <a:pt x="0" y="6787"/>
                  </a:lnTo>
                  <a:lnTo>
                    <a:pt x="471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816630" y="3171846"/>
              <a:ext cx="334303" cy="332880"/>
            </a:xfrm>
            <a:custGeom>
              <a:avLst/>
              <a:pathLst>
                <a:path w="334303" h="332880">
                  <a:moveTo>
                    <a:pt x="119998" y="5333"/>
                  </a:moveTo>
                  <a:lnTo>
                    <a:pt x="114938" y="6908"/>
                  </a:lnTo>
                  <a:lnTo>
                    <a:pt x="109930" y="8643"/>
                  </a:lnTo>
                  <a:lnTo>
                    <a:pt x="104980" y="10536"/>
                  </a:lnTo>
                  <a:lnTo>
                    <a:pt x="100092" y="12584"/>
                  </a:lnTo>
                  <a:lnTo>
                    <a:pt x="95272" y="14787"/>
                  </a:lnTo>
                  <a:lnTo>
                    <a:pt x="90524" y="17141"/>
                  </a:lnTo>
                  <a:lnTo>
                    <a:pt x="85853" y="19645"/>
                  </a:lnTo>
                  <a:lnTo>
                    <a:pt x="81263" y="22295"/>
                  </a:lnTo>
                  <a:lnTo>
                    <a:pt x="76760" y="25090"/>
                  </a:lnTo>
                  <a:lnTo>
                    <a:pt x="72348" y="28026"/>
                  </a:lnTo>
                  <a:lnTo>
                    <a:pt x="68031" y="31100"/>
                  </a:lnTo>
                  <a:lnTo>
                    <a:pt x="63814" y="34309"/>
                  </a:lnTo>
                  <a:lnTo>
                    <a:pt x="59701" y="37651"/>
                  </a:lnTo>
                  <a:lnTo>
                    <a:pt x="55695" y="41121"/>
                  </a:lnTo>
                  <a:lnTo>
                    <a:pt x="51802" y="44717"/>
                  </a:lnTo>
                  <a:lnTo>
                    <a:pt x="48024" y="48434"/>
                  </a:lnTo>
                  <a:lnTo>
                    <a:pt x="44366" y="52269"/>
                  </a:lnTo>
                  <a:lnTo>
                    <a:pt x="40832" y="56218"/>
                  </a:lnTo>
                  <a:lnTo>
                    <a:pt x="37425" y="60277"/>
                  </a:lnTo>
                  <a:lnTo>
                    <a:pt x="34148" y="64442"/>
                  </a:lnTo>
                  <a:lnTo>
                    <a:pt x="31004" y="68709"/>
                  </a:lnTo>
                  <a:lnTo>
                    <a:pt x="27998" y="73073"/>
                  </a:lnTo>
                  <a:lnTo>
                    <a:pt x="25131" y="77531"/>
                  </a:lnTo>
                  <a:lnTo>
                    <a:pt x="22407" y="82077"/>
                  </a:lnTo>
                  <a:lnTo>
                    <a:pt x="19829" y="86707"/>
                  </a:lnTo>
                  <a:lnTo>
                    <a:pt x="17398" y="91417"/>
                  </a:lnTo>
                  <a:lnTo>
                    <a:pt x="15119" y="96201"/>
                  </a:lnTo>
                  <a:lnTo>
                    <a:pt x="12991" y="101055"/>
                  </a:lnTo>
                  <a:lnTo>
                    <a:pt x="11019" y="105974"/>
                  </a:lnTo>
                  <a:lnTo>
                    <a:pt x="9204" y="110953"/>
                  </a:lnTo>
                  <a:lnTo>
                    <a:pt x="7548" y="115988"/>
                  </a:lnTo>
                  <a:lnTo>
                    <a:pt x="6052" y="121072"/>
                  </a:lnTo>
                  <a:lnTo>
                    <a:pt x="4718" y="126201"/>
                  </a:lnTo>
                  <a:lnTo>
                    <a:pt x="3547" y="131369"/>
                  </a:lnTo>
                  <a:lnTo>
                    <a:pt x="2540" y="136573"/>
                  </a:lnTo>
                  <a:lnTo>
                    <a:pt x="1699" y="141805"/>
                  </a:lnTo>
                  <a:lnTo>
                    <a:pt x="1024" y="147062"/>
                  </a:lnTo>
                  <a:lnTo>
                    <a:pt x="517" y="152337"/>
                  </a:lnTo>
                  <a:lnTo>
                    <a:pt x="176" y="157626"/>
                  </a:lnTo>
                  <a:lnTo>
                    <a:pt x="4" y="162923"/>
                  </a:lnTo>
                  <a:lnTo>
                    <a:pt x="0" y="168222"/>
                  </a:lnTo>
                  <a:lnTo>
                    <a:pt x="163" y="173520"/>
                  </a:lnTo>
                  <a:lnTo>
                    <a:pt x="494" y="178809"/>
                  </a:lnTo>
                  <a:lnTo>
                    <a:pt x="993" y="184085"/>
                  </a:lnTo>
                  <a:lnTo>
                    <a:pt x="1659" y="189343"/>
                  </a:lnTo>
                  <a:lnTo>
                    <a:pt x="2491" y="194577"/>
                  </a:lnTo>
                  <a:lnTo>
                    <a:pt x="3489" y="199782"/>
                  </a:lnTo>
                  <a:lnTo>
                    <a:pt x="4651" y="204952"/>
                  </a:lnTo>
                  <a:lnTo>
                    <a:pt x="5977" y="210084"/>
                  </a:lnTo>
                  <a:lnTo>
                    <a:pt x="7464" y="215170"/>
                  </a:lnTo>
                  <a:lnTo>
                    <a:pt x="9112" y="220207"/>
                  </a:lnTo>
                  <a:lnTo>
                    <a:pt x="10919" y="225189"/>
                  </a:lnTo>
                  <a:lnTo>
                    <a:pt x="12883" y="230112"/>
                  </a:lnTo>
                  <a:lnTo>
                    <a:pt x="15002" y="234970"/>
                  </a:lnTo>
                  <a:lnTo>
                    <a:pt x="17273" y="239758"/>
                  </a:lnTo>
                  <a:lnTo>
                    <a:pt x="19696" y="244471"/>
                  </a:lnTo>
                  <a:lnTo>
                    <a:pt x="22267" y="249106"/>
                  </a:lnTo>
                  <a:lnTo>
                    <a:pt x="24983" y="253656"/>
                  </a:lnTo>
                  <a:lnTo>
                    <a:pt x="27842" y="258119"/>
                  </a:lnTo>
                  <a:lnTo>
                    <a:pt x="30841" y="262488"/>
                  </a:lnTo>
                  <a:lnTo>
                    <a:pt x="33977" y="266760"/>
                  </a:lnTo>
                  <a:lnTo>
                    <a:pt x="37247" y="270931"/>
                  </a:lnTo>
                  <a:lnTo>
                    <a:pt x="40648" y="274996"/>
                  </a:lnTo>
                  <a:lnTo>
                    <a:pt x="44176" y="278951"/>
                  </a:lnTo>
                  <a:lnTo>
                    <a:pt x="47827" y="282792"/>
                  </a:lnTo>
                  <a:lnTo>
                    <a:pt x="51598" y="286515"/>
                  </a:lnTo>
                  <a:lnTo>
                    <a:pt x="55485" y="290118"/>
                  </a:lnTo>
                  <a:lnTo>
                    <a:pt x="59485" y="293595"/>
                  </a:lnTo>
                  <a:lnTo>
                    <a:pt x="63593" y="296943"/>
                  </a:lnTo>
                  <a:lnTo>
                    <a:pt x="67805" y="300160"/>
                  </a:lnTo>
                  <a:lnTo>
                    <a:pt x="72116" y="303241"/>
                  </a:lnTo>
                  <a:lnTo>
                    <a:pt x="76524" y="306185"/>
                  </a:lnTo>
                  <a:lnTo>
                    <a:pt x="81022" y="308987"/>
                  </a:lnTo>
                  <a:lnTo>
                    <a:pt x="85607" y="311645"/>
                  </a:lnTo>
                  <a:lnTo>
                    <a:pt x="90274" y="314156"/>
                  </a:lnTo>
                  <a:lnTo>
                    <a:pt x="95018" y="316519"/>
                  </a:lnTo>
                  <a:lnTo>
                    <a:pt x="99835" y="318729"/>
                  </a:lnTo>
                  <a:lnTo>
                    <a:pt x="104719" y="320786"/>
                  </a:lnTo>
                  <a:lnTo>
                    <a:pt x="109666" y="322687"/>
                  </a:lnTo>
                  <a:lnTo>
                    <a:pt x="114671" y="324430"/>
                  </a:lnTo>
                  <a:lnTo>
                    <a:pt x="119728" y="326014"/>
                  </a:lnTo>
                  <a:lnTo>
                    <a:pt x="124833" y="327437"/>
                  </a:lnTo>
                  <a:lnTo>
                    <a:pt x="129981" y="328697"/>
                  </a:lnTo>
                  <a:lnTo>
                    <a:pt x="135166" y="329793"/>
                  </a:lnTo>
                  <a:lnTo>
                    <a:pt x="140383" y="330724"/>
                  </a:lnTo>
                  <a:lnTo>
                    <a:pt x="145627" y="331490"/>
                  </a:lnTo>
                  <a:lnTo>
                    <a:pt x="150893" y="332089"/>
                  </a:lnTo>
                  <a:lnTo>
                    <a:pt x="156175" y="332520"/>
                  </a:lnTo>
                  <a:lnTo>
                    <a:pt x="161468" y="332784"/>
                  </a:lnTo>
                  <a:lnTo>
                    <a:pt x="166767" y="332880"/>
                  </a:lnTo>
                  <a:lnTo>
                    <a:pt x="172066" y="332808"/>
                  </a:lnTo>
                  <a:lnTo>
                    <a:pt x="177361" y="332569"/>
                  </a:lnTo>
                  <a:lnTo>
                    <a:pt x="182645" y="332161"/>
                  </a:lnTo>
                  <a:lnTo>
                    <a:pt x="187913" y="331586"/>
                  </a:lnTo>
                  <a:lnTo>
                    <a:pt x="193161" y="330845"/>
                  </a:lnTo>
                  <a:lnTo>
                    <a:pt x="198382" y="329937"/>
                  </a:lnTo>
                  <a:lnTo>
                    <a:pt x="203572" y="328864"/>
                  </a:lnTo>
                  <a:lnTo>
                    <a:pt x="208725" y="327628"/>
                  </a:lnTo>
                  <a:lnTo>
                    <a:pt x="213837" y="326228"/>
                  </a:lnTo>
                  <a:lnTo>
                    <a:pt x="218902" y="324668"/>
                  </a:lnTo>
                  <a:lnTo>
                    <a:pt x="223914" y="322947"/>
                  </a:lnTo>
                  <a:lnTo>
                    <a:pt x="228870" y="321069"/>
                  </a:lnTo>
                  <a:lnTo>
                    <a:pt x="233764" y="319034"/>
                  </a:lnTo>
                  <a:lnTo>
                    <a:pt x="238590" y="316846"/>
                  </a:lnTo>
                  <a:lnTo>
                    <a:pt x="243345" y="314505"/>
                  </a:lnTo>
                  <a:lnTo>
                    <a:pt x="248023" y="312015"/>
                  </a:lnTo>
                  <a:lnTo>
                    <a:pt x="252620" y="309378"/>
                  </a:lnTo>
                  <a:lnTo>
                    <a:pt x="257131" y="306596"/>
                  </a:lnTo>
                  <a:lnTo>
                    <a:pt x="261552" y="303673"/>
                  </a:lnTo>
                  <a:lnTo>
                    <a:pt x="265878" y="300611"/>
                  </a:lnTo>
                  <a:lnTo>
                    <a:pt x="270104" y="297414"/>
                  </a:lnTo>
                  <a:lnTo>
                    <a:pt x="274227" y="294084"/>
                  </a:lnTo>
                  <a:lnTo>
                    <a:pt x="278243" y="290625"/>
                  </a:lnTo>
                  <a:lnTo>
                    <a:pt x="282146" y="287041"/>
                  </a:lnTo>
                  <a:lnTo>
                    <a:pt x="285935" y="283335"/>
                  </a:lnTo>
                  <a:lnTo>
                    <a:pt x="289603" y="279510"/>
                  </a:lnTo>
                  <a:lnTo>
                    <a:pt x="293149" y="275571"/>
                  </a:lnTo>
                  <a:lnTo>
                    <a:pt x="296568" y="271522"/>
                  </a:lnTo>
                  <a:lnTo>
                    <a:pt x="299857" y="267366"/>
                  </a:lnTo>
                  <a:lnTo>
                    <a:pt x="303013" y="263108"/>
                  </a:lnTo>
                  <a:lnTo>
                    <a:pt x="306032" y="258753"/>
                  </a:lnTo>
                  <a:lnTo>
                    <a:pt x="308911" y="254303"/>
                  </a:lnTo>
                  <a:lnTo>
                    <a:pt x="311648" y="249765"/>
                  </a:lnTo>
                  <a:lnTo>
                    <a:pt x="314240" y="245142"/>
                  </a:lnTo>
                  <a:lnTo>
                    <a:pt x="316684" y="240440"/>
                  </a:lnTo>
                  <a:lnTo>
                    <a:pt x="318977" y="235662"/>
                  </a:lnTo>
                  <a:lnTo>
                    <a:pt x="321118" y="230814"/>
                  </a:lnTo>
                  <a:lnTo>
                    <a:pt x="323105" y="225901"/>
                  </a:lnTo>
                  <a:lnTo>
                    <a:pt x="324934" y="220927"/>
                  </a:lnTo>
                  <a:lnTo>
                    <a:pt x="326605" y="215898"/>
                  </a:lnTo>
                  <a:lnTo>
                    <a:pt x="328116" y="210818"/>
                  </a:lnTo>
                  <a:lnTo>
                    <a:pt x="329465" y="205693"/>
                  </a:lnTo>
                  <a:lnTo>
                    <a:pt x="330650" y="200527"/>
                  </a:lnTo>
                  <a:lnTo>
                    <a:pt x="331672" y="195327"/>
                  </a:lnTo>
                  <a:lnTo>
                    <a:pt x="332528" y="190097"/>
                  </a:lnTo>
                  <a:lnTo>
                    <a:pt x="333218" y="184842"/>
                  </a:lnTo>
                  <a:lnTo>
                    <a:pt x="333740" y="179568"/>
                  </a:lnTo>
                  <a:lnTo>
                    <a:pt x="334096" y="174281"/>
                  </a:lnTo>
                  <a:lnTo>
                    <a:pt x="334284" y="168984"/>
                  </a:lnTo>
                  <a:lnTo>
                    <a:pt x="334303" y="163685"/>
                  </a:lnTo>
                  <a:lnTo>
                    <a:pt x="334155" y="158387"/>
                  </a:lnTo>
                  <a:lnTo>
                    <a:pt x="333839" y="153097"/>
                  </a:lnTo>
                  <a:lnTo>
                    <a:pt x="333355" y="147819"/>
                  </a:lnTo>
                  <a:lnTo>
                    <a:pt x="332704" y="142560"/>
                  </a:lnTo>
                  <a:lnTo>
                    <a:pt x="331887" y="137323"/>
                  </a:lnTo>
                  <a:lnTo>
                    <a:pt x="330904" y="132115"/>
                  </a:lnTo>
                  <a:lnTo>
                    <a:pt x="329757" y="126941"/>
                  </a:lnTo>
                  <a:lnTo>
                    <a:pt x="328446" y="121806"/>
                  </a:lnTo>
                  <a:lnTo>
                    <a:pt x="326974" y="116715"/>
                  </a:lnTo>
                  <a:lnTo>
                    <a:pt x="325340" y="111674"/>
                  </a:lnTo>
                  <a:lnTo>
                    <a:pt x="323548" y="106686"/>
                  </a:lnTo>
                  <a:lnTo>
                    <a:pt x="321598" y="101758"/>
                  </a:lnTo>
                  <a:lnTo>
                    <a:pt x="319493" y="96895"/>
                  </a:lnTo>
                  <a:lnTo>
                    <a:pt x="317235" y="92100"/>
                  </a:lnTo>
                  <a:lnTo>
                    <a:pt x="314826" y="87379"/>
                  </a:lnTo>
                  <a:lnTo>
                    <a:pt x="312269" y="82738"/>
                  </a:lnTo>
                  <a:lnTo>
                    <a:pt x="309565" y="78179"/>
                  </a:lnTo>
                  <a:lnTo>
                    <a:pt x="306719" y="73709"/>
                  </a:lnTo>
                  <a:lnTo>
                    <a:pt x="303733" y="69331"/>
                  </a:lnTo>
                  <a:lnTo>
                    <a:pt x="300609" y="65049"/>
                  </a:lnTo>
                  <a:lnTo>
                    <a:pt x="297351" y="60870"/>
                  </a:lnTo>
                  <a:lnTo>
                    <a:pt x="293962" y="56795"/>
                  </a:lnTo>
                  <a:lnTo>
                    <a:pt x="290446" y="52830"/>
                  </a:lnTo>
                  <a:lnTo>
                    <a:pt x="286805" y="48978"/>
                  </a:lnTo>
                  <a:lnTo>
                    <a:pt x="283045" y="45244"/>
                  </a:lnTo>
                  <a:lnTo>
                    <a:pt x="279168" y="41631"/>
                  </a:lnTo>
                  <a:lnTo>
                    <a:pt x="275178" y="38142"/>
                  </a:lnTo>
                  <a:lnTo>
                    <a:pt x="271080" y="34782"/>
                  </a:lnTo>
                  <a:lnTo>
                    <a:pt x="266877" y="31553"/>
                  </a:lnTo>
                  <a:lnTo>
                    <a:pt x="262575" y="28459"/>
                  </a:lnTo>
                  <a:lnTo>
                    <a:pt x="258176" y="25503"/>
                  </a:lnTo>
                  <a:lnTo>
                    <a:pt x="253685" y="22688"/>
                  </a:lnTo>
                  <a:lnTo>
                    <a:pt x="249108" y="20017"/>
                  </a:lnTo>
                  <a:lnTo>
                    <a:pt x="244449" y="17492"/>
                  </a:lnTo>
                  <a:lnTo>
                    <a:pt x="239711" y="15116"/>
                  </a:lnTo>
                  <a:lnTo>
                    <a:pt x="234901" y="12892"/>
                  </a:lnTo>
                  <a:lnTo>
                    <a:pt x="230023" y="10821"/>
                  </a:lnTo>
                  <a:lnTo>
                    <a:pt x="225081" y="8906"/>
                  </a:lnTo>
                  <a:lnTo>
                    <a:pt x="220081" y="7148"/>
                  </a:lnTo>
                  <a:lnTo>
                    <a:pt x="215029" y="5550"/>
                  </a:lnTo>
                  <a:lnTo>
                    <a:pt x="209927" y="4112"/>
                  </a:lnTo>
                  <a:lnTo>
                    <a:pt x="204783" y="2838"/>
                  </a:lnTo>
                  <a:lnTo>
                    <a:pt x="199601" y="1726"/>
                  </a:lnTo>
                  <a:lnTo>
                    <a:pt x="194387" y="780"/>
                  </a:lnTo>
                  <a:lnTo>
                    <a:pt x="189145" y="0"/>
                  </a:lnTo>
                  <a:lnTo>
                    <a:pt x="167148" y="165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83779" y="3170392"/>
              <a:ext cx="21996" cy="167167"/>
            </a:xfrm>
            <a:custGeom>
              <a:avLst/>
              <a:pathLst>
                <a:path w="21996" h="167167">
                  <a:moveTo>
                    <a:pt x="21996" y="1453"/>
                  </a:moveTo>
                  <a:lnTo>
                    <a:pt x="14688" y="646"/>
                  </a:lnTo>
                  <a:lnTo>
                    <a:pt x="7351" y="16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1844" y="2633064"/>
              <a:ext cx="167167" cy="219872"/>
            </a:xfrm>
            <a:custGeom>
              <a:avLst/>
              <a:pathLst>
                <a:path w="167167" h="219872">
                  <a:moveTo>
                    <a:pt x="167167" y="0"/>
                  </a:moveTo>
                  <a:lnTo>
                    <a:pt x="161808" y="85"/>
                  </a:lnTo>
                  <a:lnTo>
                    <a:pt x="156455" y="343"/>
                  </a:lnTo>
                  <a:lnTo>
                    <a:pt x="151113" y="772"/>
                  </a:lnTo>
                  <a:lnTo>
                    <a:pt x="145788" y="1372"/>
                  </a:lnTo>
                  <a:lnTo>
                    <a:pt x="140484" y="2143"/>
                  </a:lnTo>
                  <a:lnTo>
                    <a:pt x="135208" y="3083"/>
                  </a:lnTo>
                  <a:lnTo>
                    <a:pt x="129965" y="4192"/>
                  </a:lnTo>
                  <a:lnTo>
                    <a:pt x="124760" y="5468"/>
                  </a:lnTo>
                  <a:lnTo>
                    <a:pt x="119599" y="6910"/>
                  </a:lnTo>
                  <a:lnTo>
                    <a:pt x="114486" y="8517"/>
                  </a:lnTo>
                  <a:lnTo>
                    <a:pt x="109428" y="10288"/>
                  </a:lnTo>
                  <a:lnTo>
                    <a:pt x="104429" y="12219"/>
                  </a:lnTo>
                  <a:lnTo>
                    <a:pt x="99494" y="14310"/>
                  </a:lnTo>
                  <a:lnTo>
                    <a:pt x="94629" y="16558"/>
                  </a:lnTo>
                  <a:lnTo>
                    <a:pt x="89839" y="18960"/>
                  </a:lnTo>
                  <a:lnTo>
                    <a:pt x="85128" y="21515"/>
                  </a:lnTo>
                  <a:lnTo>
                    <a:pt x="80501" y="24220"/>
                  </a:lnTo>
                  <a:lnTo>
                    <a:pt x="75963" y="27071"/>
                  </a:lnTo>
                  <a:lnTo>
                    <a:pt x="71519" y="30067"/>
                  </a:lnTo>
                  <a:lnTo>
                    <a:pt x="67174" y="33203"/>
                  </a:lnTo>
                  <a:lnTo>
                    <a:pt x="62931" y="36477"/>
                  </a:lnTo>
                  <a:lnTo>
                    <a:pt x="58795" y="39886"/>
                  </a:lnTo>
                  <a:lnTo>
                    <a:pt x="54771" y="43425"/>
                  </a:lnTo>
                  <a:lnTo>
                    <a:pt x="50862" y="47091"/>
                  </a:lnTo>
                  <a:lnTo>
                    <a:pt x="47073" y="50881"/>
                  </a:lnTo>
                  <a:lnTo>
                    <a:pt x="43407" y="54790"/>
                  </a:lnTo>
                  <a:lnTo>
                    <a:pt x="39869" y="58815"/>
                  </a:lnTo>
                  <a:lnTo>
                    <a:pt x="36461" y="62951"/>
                  </a:lnTo>
                  <a:lnTo>
                    <a:pt x="33187" y="67195"/>
                  </a:lnTo>
                  <a:lnTo>
                    <a:pt x="30052" y="71541"/>
                  </a:lnTo>
                  <a:lnTo>
                    <a:pt x="27057" y="75985"/>
                  </a:lnTo>
                  <a:lnTo>
                    <a:pt x="24206" y="80523"/>
                  </a:lnTo>
                  <a:lnTo>
                    <a:pt x="21502" y="85150"/>
                  </a:lnTo>
                  <a:lnTo>
                    <a:pt x="18948" y="89862"/>
                  </a:lnTo>
                  <a:lnTo>
                    <a:pt x="16546" y="94652"/>
                  </a:lnTo>
                  <a:lnTo>
                    <a:pt x="14299" y="99518"/>
                  </a:lnTo>
                  <a:lnTo>
                    <a:pt x="12209" y="104453"/>
                  </a:lnTo>
                  <a:lnTo>
                    <a:pt x="10279" y="109452"/>
                  </a:lnTo>
                  <a:lnTo>
                    <a:pt x="8509" y="114511"/>
                  </a:lnTo>
                  <a:lnTo>
                    <a:pt x="6903" y="119624"/>
                  </a:lnTo>
                  <a:lnTo>
                    <a:pt x="5461" y="124785"/>
                  </a:lnTo>
                  <a:lnTo>
                    <a:pt x="4186" y="129990"/>
                  </a:lnTo>
                  <a:lnTo>
                    <a:pt x="3078" y="135234"/>
                  </a:lnTo>
                  <a:lnTo>
                    <a:pt x="2139" y="140510"/>
                  </a:lnTo>
                  <a:lnTo>
                    <a:pt x="1369" y="145814"/>
                  </a:lnTo>
                  <a:lnTo>
                    <a:pt x="770" y="151139"/>
                  </a:lnTo>
                  <a:lnTo>
                    <a:pt x="341" y="156481"/>
                  </a:lnTo>
                  <a:lnTo>
                    <a:pt x="85" y="161834"/>
                  </a:lnTo>
                  <a:lnTo>
                    <a:pt x="0" y="167193"/>
                  </a:lnTo>
                  <a:lnTo>
                    <a:pt x="86" y="172551"/>
                  </a:lnTo>
                  <a:lnTo>
                    <a:pt x="345" y="177904"/>
                  </a:lnTo>
                  <a:lnTo>
                    <a:pt x="775" y="183246"/>
                  </a:lnTo>
                  <a:lnTo>
                    <a:pt x="1376" y="188572"/>
                  </a:lnTo>
                  <a:lnTo>
                    <a:pt x="2147" y="193875"/>
                  </a:lnTo>
                  <a:lnTo>
                    <a:pt x="3088" y="199151"/>
                  </a:lnTo>
                  <a:lnTo>
                    <a:pt x="4197" y="204394"/>
                  </a:lnTo>
                  <a:lnTo>
                    <a:pt x="5474" y="209599"/>
                  </a:lnTo>
                  <a:lnTo>
                    <a:pt x="6918" y="214760"/>
                  </a:lnTo>
                  <a:lnTo>
                    <a:pt x="8526" y="21987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60370" y="2647951"/>
              <a:ext cx="325807" cy="319434"/>
            </a:xfrm>
            <a:custGeom>
              <a:avLst/>
              <a:pathLst>
                <a:path w="325807" h="319434">
                  <a:moveTo>
                    <a:pt x="0" y="204985"/>
                  </a:moveTo>
                  <a:lnTo>
                    <a:pt x="1751" y="209991"/>
                  </a:lnTo>
                  <a:lnTo>
                    <a:pt x="3661" y="214940"/>
                  </a:lnTo>
                  <a:lnTo>
                    <a:pt x="5727" y="219825"/>
                  </a:lnTo>
                  <a:lnTo>
                    <a:pt x="7947" y="224642"/>
                  </a:lnTo>
                  <a:lnTo>
                    <a:pt x="10319" y="229387"/>
                  </a:lnTo>
                  <a:lnTo>
                    <a:pt x="12840" y="234054"/>
                  </a:lnTo>
                  <a:lnTo>
                    <a:pt x="15508" y="238638"/>
                  </a:lnTo>
                  <a:lnTo>
                    <a:pt x="18320" y="243136"/>
                  </a:lnTo>
                  <a:lnTo>
                    <a:pt x="21273" y="247542"/>
                  </a:lnTo>
                  <a:lnTo>
                    <a:pt x="24364" y="251852"/>
                  </a:lnTo>
                  <a:lnTo>
                    <a:pt x="27591" y="256062"/>
                  </a:lnTo>
                  <a:lnTo>
                    <a:pt x="30949" y="260167"/>
                  </a:lnTo>
                  <a:lnTo>
                    <a:pt x="34436" y="264164"/>
                  </a:lnTo>
                  <a:lnTo>
                    <a:pt x="38049" y="268048"/>
                  </a:lnTo>
                  <a:lnTo>
                    <a:pt x="41782" y="271816"/>
                  </a:lnTo>
                  <a:lnTo>
                    <a:pt x="45633" y="275463"/>
                  </a:lnTo>
                  <a:lnTo>
                    <a:pt x="49598" y="278987"/>
                  </a:lnTo>
                  <a:lnTo>
                    <a:pt x="53673" y="282382"/>
                  </a:lnTo>
                  <a:lnTo>
                    <a:pt x="57854" y="285647"/>
                  </a:lnTo>
                  <a:lnTo>
                    <a:pt x="62136" y="288777"/>
                  </a:lnTo>
                  <a:lnTo>
                    <a:pt x="66515" y="291770"/>
                  </a:lnTo>
                  <a:lnTo>
                    <a:pt x="70986" y="294623"/>
                  </a:lnTo>
                  <a:lnTo>
                    <a:pt x="75547" y="297332"/>
                  </a:lnTo>
                  <a:lnTo>
                    <a:pt x="80190" y="299895"/>
                  </a:lnTo>
                  <a:lnTo>
                    <a:pt x="84913" y="302310"/>
                  </a:lnTo>
                  <a:lnTo>
                    <a:pt x="89710" y="304574"/>
                  </a:lnTo>
                  <a:lnTo>
                    <a:pt x="94576" y="306684"/>
                  </a:lnTo>
                  <a:lnTo>
                    <a:pt x="99507" y="308639"/>
                  </a:lnTo>
                  <a:lnTo>
                    <a:pt x="104498" y="310436"/>
                  </a:lnTo>
                  <a:lnTo>
                    <a:pt x="109543" y="312074"/>
                  </a:lnTo>
                  <a:lnTo>
                    <a:pt x="114637" y="313551"/>
                  </a:lnTo>
                  <a:lnTo>
                    <a:pt x="119776" y="314866"/>
                  </a:lnTo>
                  <a:lnTo>
                    <a:pt x="124953" y="316017"/>
                  </a:lnTo>
                  <a:lnTo>
                    <a:pt x="130165" y="317004"/>
                  </a:lnTo>
                  <a:lnTo>
                    <a:pt x="135405" y="317824"/>
                  </a:lnTo>
                  <a:lnTo>
                    <a:pt x="140669" y="318478"/>
                  </a:lnTo>
                  <a:lnTo>
                    <a:pt x="145951" y="318965"/>
                  </a:lnTo>
                  <a:lnTo>
                    <a:pt x="151246" y="319283"/>
                  </a:lnTo>
                  <a:lnTo>
                    <a:pt x="156548" y="319434"/>
                  </a:lnTo>
                  <a:lnTo>
                    <a:pt x="161852" y="319416"/>
                  </a:lnTo>
                  <a:lnTo>
                    <a:pt x="167153" y="319230"/>
                  </a:lnTo>
                  <a:lnTo>
                    <a:pt x="172445" y="318876"/>
                  </a:lnTo>
                  <a:lnTo>
                    <a:pt x="177724" y="318354"/>
                  </a:lnTo>
                  <a:lnTo>
                    <a:pt x="182983" y="317665"/>
                  </a:lnTo>
                  <a:lnTo>
                    <a:pt x="188218" y="316810"/>
                  </a:lnTo>
                  <a:lnTo>
                    <a:pt x="193423" y="315788"/>
                  </a:lnTo>
                  <a:lnTo>
                    <a:pt x="198592" y="314603"/>
                  </a:lnTo>
                  <a:lnTo>
                    <a:pt x="203722" y="313253"/>
                  </a:lnTo>
                  <a:lnTo>
                    <a:pt x="208807" y="311742"/>
                  </a:lnTo>
                  <a:lnTo>
                    <a:pt x="213840" y="310070"/>
                  </a:lnTo>
                  <a:lnTo>
                    <a:pt x="218819" y="308240"/>
                  </a:lnTo>
                  <a:lnTo>
                    <a:pt x="223736" y="306252"/>
                  </a:lnTo>
                  <a:lnTo>
                    <a:pt x="228588" y="304109"/>
                  </a:lnTo>
                  <a:lnTo>
                    <a:pt x="233370" y="301814"/>
                  </a:lnTo>
                  <a:lnTo>
                    <a:pt x="238077" y="299368"/>
                  </a:lnTo>
                  <a:lnTo>
                    <a:pt x="242703" y="296773"/>
                  </a:lnTo>
                  <a:lnTo>
                    <a:pt x="247245" y="294034"/>
                  </a:lnTo>
                  <a:lnTo>
                    <a:pt x="251698" y="291151"/>
                  </a:lnTo>
                  <a:lnTo>
                    <a:pt x="256057" y="288129"/>
                  </a:lnTo>
                  <a:lnTo>
                    <a:pt x="260318" y="284970"/>
                  </a:lnTo>
                  <a:lnTo>
                    <a:pt x="264476" y="281677"/>
                  </a:lnTo>
                  <a:lnTo>
                    <a:pt x="268528" y="278255"/>
                  </a:lnTo>
                  <a:lnTo>
                    <a:pt x="272469" y="274705"/>
                  </a:lnTo>
                  <a:lnTo>
                    <a:pt x="276296" y="271032"/>
                  </a:lnTo>
                  <a:lnTo>
                    <a:pt x="280005" y="267239"/>
                  </a:lnTo>
                  <a:lnTo>
                    <a:pt x="283591" y="263331"/>
                  </a:lnTo>
                  <a:lnTo>
                    <a:pt x="287051" y="259311"/>
                  </a:lnTo>
                  <a:lnTo>
                    <a:pt x="290382" y="255183"/>
                  </a:lnTo>
                  <a:lnTo>
                    <a:pt x="293580" y="250952"/>
                  </a:lnTo>
                  <a:lnTo>
                    <a:pt x="296643" y="246621"/>
                  </a:lnTo>
                  <a:lnTo>
                    <a:pt x="299567" y="242196"/>
                  </a:lnTo>
                  <a:lnTo>
                    <a:pt x="302348" y="237679"/>
                  </a:lnTo>
                  <a:lnTo>
                    <a:pt x="304985" y="233077"/>
                  </a:lnTo>
                  <a:lnTo>
                    <a:pt x="307475" y="228393"/>
                  </a:lnTo>
                  <a:lnTo>
                    <a:pt x="309815" y="223633"/>
                  </a:lnTo>
                  <a:lnTo>
                    <a:pt x="312003" y="218801"/>
                  </a:lnTo>
                  <a:lnTo>
                    <a:pt x="314036" y="213902"/>
                  </a:lnTo>
                  <a:lnTo>
                    <a:pt x="315913" y="208941"/>
                  </a:lnTo>
                  <a:lnTo>
                    <a:pt x="317631" y="203923"/>
                  </a:lnTo>
                  <a:lnTo>
                    <a:pt x="319189" y="198853"/>
                  </a:lnTo>
                  <a:lnTo>
                    <a:pt x="320586" y="193736"/>
                  </a:lnTo>
                  <a:lnTo>
                    <a:pt x="321820" y="188577"/>
                  </a:lnTo>
                  <a:lnTo>
                    <a:pt x="322889" y="183382"/>
                  </a:lnTo>
                  <a:lnTo>
                    <a:pt x="323793" y="178155"/>
                  </a:lnTo>
                  <a:lnTo>
                    <a:pt x="324531" y="172903"/>
                  </a:lnTo>
                  <a:lnTo>
                    <a:pt x="325102" y="167629"/>
                  </a:lnTo>
                  <a:lnTo>
                    <a:pt x="325505" y="162340"/>
                  </a:lnTo>
                  <a:lnTo>
                    <a:pt x="325740" y="157042"/>
                  </a:lnTo>
                  <a:lnTo>
                    <a:pt x="325807" y="151738"/>
                  </a:lnTo>
                  <a:lnTo>
                    <a:pt x="325706" y="146434"/>
                  </a:lnTo>
                  <a:lnTo>
                    <a:pt x="325437" y="141137"/>
                  </a:lnTo>
                  <a:lnTo>
                    <a:pt x="324999" y="135851"/>
                  </a:lnTo>
                  <a:lnTo>
                    <a:pt x="324394" y="130581"/>
                  </a:lnTo>
                  <a:lnTo>
                    <a:pt x="323622" y="125334"/>
                  </a:lnTo>
                  <a:lnTo>
                    <a:pt x="322684" y="120113"/>
                  </a:lnTo>
                  <a:lnTo>
                    <a:pt x="321581" y="114925"/>
                  </a:lnTo>
                  <a:lnTo>
                    <a:pt x="320314" y="109774"/>
                  </a:lnTo>
                  <a:lnTo>
                    <a:pt x="318884" y="104666"/>
                  </a:lnTo>
                  <a:lnTo>
                    <a:pt x="317293" y="99607"/>
                  </a:lnTo>
                  <a:lnTo>
                    <a:pt x="315542" y="94600"/>
                  </a:lnTo>
                  <a:lnTo>
                    <a:pt x="313633" y="89651"/>
                  </a:lnTo>
                  <a:lnTo>
                    <a:pt x="311568" y="84765"/>
                  </a:lnTo>
                  <a:lnTo>
                    <a:pt x="309349" y="79947"/>
                  </a:lnTo>
                  <a:lnTo>
                    <a:pt x="306979" y="75202"/>
                  </a:lnTo>
                  <a:lnTo>
                    <a:pt x="304459" y="70535"/>
                  </a:lnTo>
                  <a:lnTo>
                    <a:pt x="301792" y="65950"/>
                  </a:lnTo>
                  <a:lnTo>
                    <a:pt x="298981" y="61452"/>
                  </a:lnTo>
                  <a:lnTo>
                    <a:pt x="296029" y="57045"/>
                  </a:lnTo>
                  <a:lnTo>
                    <a:pt x="292938" y="52734"/>
                  </a:lnTo>
                  <a:lnTo>
                    <a:pt x="289712" y="48524"/>
                  </a:lnTo>
                  <a:lnTo>
                    <a:pt x="286355" y="44418"/>
                  </a:lnTo>
                  <a:lnTo>
                    <a:pt x="282868" y="40420"/>
                  </a:lnTo>
                  <a:lnTo>
                    <a:pt x="279257" y="36535"/>
                  </a:lnTo>
                  <a:lnTo>
                    <a:pt x="275524" y="32767"/>
                  </a:lnTo>
                  <a:lnTo>
                    <a:pt x="271674" y="29119"/>
                  </a:lnTo>
                  <a:lnTo>
                    <a:pt x="267709" y="25595"/>
                  </a:lnTo>
                  <a:lnTo>
                    <a:pt x="263635" y="22198"/>
                  </a:lnTo>
                  <a:lnTo>
                    <a:pt x="259455" y="18933"/>
                  </a:lnTo>
                  <a:lnTo>
                    <a:pt x="255174" y="15801"/>
                  </a:lnTo>
                  <a:lnTo>
                    <a:pt x="250796" y="12807"/>
                  </a:lnTo>
                  <a:lnTo>
                    <a:pt x="246324" y="9954"/>
                  </a:lnTo>
                  <a:lnTo>
                    <a:pt x="241765" y="7244"/>
                  </a:lnTo>
                  <a:lnTo>
                    <a:pt x="237122" y="4680"/>
                  </a:lnTo>
                  <a:lnTo>
                    <a:pt x="232399" y="2264"/>
                  </a:lnTo>
                  <a:lnTo>
                    <a:pt x="227603" y="0"/>
                  </a:lnTo>
                  <a:lnTo>
                    <a:pt x="158641" y="152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919011" y="2633064"/>
              <a:ext cx="68962" cy="167167"/>
            </a:xfrm>
            <a:custGeom>
              <a:avLst/>
              <a:pathLst>
                <a:path w="68962" h="167167">
                  <a:moveTo>
                    <a:pt x="68962" y="14887"/>
                  </a:moveTo>
                  <a:lnTo>
                    <a:pt x="63523" y="12539"/>
                  </a:lnTo>
                  <a:lnTo>
                    <a:pt x="58005" y="10386"/>
                  </a:lnTo>
                  <a:lnTo>
                    <a:pt x="52414" y="8429"/>
                  </a:lnTo>
                  <a:lnTo>
                    <a:pt x="46757" y="6672"/>
                  </a:lnTo>
                  <a:lnTo>
                    <a:pt x="41042" y="5116"/>
                  </a:lnTo>
                  <a:lnTo>
                    <a:pt x="35275" y="3764"/>
                  </a:lnTo>
                  <a:lnTo>
                    <a:pt x="29464" y="2617"/>
                  </a:lnTo>
                  <a:lnTo>
                    <a:pt x="23615" y="1676"/>
                  </a:lnTo>
                  <a:lnTo>
                    <a:pt x="17737" y="943"/>
                  </a:lnTo>
                  <a:lnTo>
                    <a:pt x="11837" y="419"/>
                  </a:lnTo>
                  <a:lnTo>
                    <a:pt x="592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68555" y="2126963"/>
              <a:ext cx="59916" cy="167167"/>
            </a:xfrm>
            <a:custGeom>
              <a:avLst/>
              <a:pathLst>
                <a:path w="59916" h="167167">
                  <a:moveTo>
                    <a:pt x="59916" y="0"/>
                  </a:moveTo>
                  <a:lnTo>
                    <a:pt x="53790" y="112"/>
                  </a:lnTo>
                  <a:lnTo>
                    <a:pt x="47671" y="449"/>
                  </a:lnTo>
                  <a:lnTo>
                    <a:pt x="41569" y="1009"/>
                  </a:lnTo>
                  <a:lnTo>
                    <a:pt x="35492" y="1793"/>
                  </a:lnTo>
                  <a:lnTo>
                    <a:pt x="29448" y="2800"/>
                  </a:lnTo>
                  <a:lnTo>
                    <a:pt x="23444" y="4027"/>
                  </a:lnTo>
                  <a:lnTo>
                    <a:pt x="17490" y="5473"/>
                  </a:lnTo>
                  <a:lnTo>
                    <a:pt x="11592" y="7137"/>
                  </a:lnTo>
                  <a:lnTo>
                    <a:pt x="5759" y="9015"/>
                  </a:lnTo>
                  <a:lnTo>
                    <a:pt x="0" y="11106"/>
                  </a:lnTo>
                  <a:lnTo>
                    <a:pt x="5991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68555" y="2138070"/>
              <a:ext cx="59916" cy="156060"/>
            </a:xfrm>
            <a:custGeom>
              <a:avLst/>
              <a:pathLst>
                <a:path w="59916" h="156060">
                  <a:moveTo>
                    <a:pt x="0" y="0"/>
                  </a:moveTo>
                  <a:lnTo>
                    <a:pt x="59916" y="1560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561305" y="2138070"/>
              <a:ext cx="242211" cy="323217"/>
            </a:xfrm>
            <a:custGeom>
              <a:avLst/>
              <a:pathLst>
                <a:path w="242211" h="323217">
                  <a:moveTo>
                    <a:pt x="107249" y="0"/>
                  </a:moveTo>
                  <a:lnTo>
                    <a:pt x="102322" y="1982"/>
                  </a:lnTo>
                  <a:lnTo>
                    <a:pt x="97461" y="4119"/>
                  </a:lnTo>
                  <a:lnTo>
                    <a:pt x="92669" y="6410"/>
                  </a:lnTo>
                  <a:lnTo>
                    <a:pt x="87953" y="8852"/>
                  </a:lnTo>
                  <a:lnTo>
                    <a:pt x="83317" y="11442"/>
                  </a:lnTo>
                  <a:lnTo>
                    <a:pt x="78766" y="14179"/>
                  </a:lnTo>
                  <a:lnTo>
                    <a:pt x="74304" y="17058"/>
                  </a:lnTo>
                  <a:lnTo>
                    <a:pt x="69935" y="20078"/>
                  </a:lnTo>
                  <a:lnTo>
                    <a:pt x="65665" y="23235"/>
                  </a:lnTo>
                  <a:lnTo>
                    <a:pt x="61497" y="26527"/>
                  </a:lnTo>
                  <a:lnTo>
                    <a:pt x="57435" y="29949"/>
                  </a:lnTo>
                  <a:lnTo>
                    <a:pt x="53485" y="33498"/>
                  </a:lnTo>
                  <a:lnTo>
                    <a:pt x="49649" y="37171"/>
                  </a:lnTo>
                  <a:lnTo>
                    <a:pt x="45932" y="40964"/>
                  </a:lnTo>
                  <a:lnTo>
                    <a:pt x="42337" y="44873"/>
                  </a:lnTo>
                  <a:lnTo>
                    <a:pt x="38868" y="48894"/>
                  </a:lnTo>
                  <a:lnTo>
                    <a:pt x="35529" y="53024"/>
                  </a:lnTo>
                  <a:lnTo>
                    <a:pt x="32322" y="57257"/>
                  </a:lnTo>
                  <a:lnTo>
                    <a:pt x="29252" y="61590"/>
                  </a:lnTo>
                  <a:lnTo>
                    <a:pt x="26321" y="66019"/>
                  </a:lnTo>
                  <a:lnTo>
                    <a:pt x="23531" y="70538"/>
                  </a:lnTo>
                  <a:lnTo>
                    <a:pt x="20887" y="75144"/>
                  </a:lnTo>
                  <a:lnTo>
                    <a:pt x="18391" y="79831"/>
                  </a:lnTo>
                  <a:lnTo>
                    <a:pt x="16044" y="84595"/>
                  </a:lnTo>
                  <a:lnTo>
                    <a:pt x="13851" y="89432"/>
                  </a:lnTo>
                  <a:lnTo>
                    <a:pt x="11812" y="94336"/>
                  </a:lnTo>
                  <a:lnTo>
                    <a:pt x="9929" y="99302"/>
                  </a:lnTo>
                  <a:lnTo>
                    <a:pt x="8206" y="104325"/>
                  </a:lnTo>
                  <a:lnTo>
                    <a:pt x="6643" y="109400"/>
                  </a:lnTo>
                  <a:lnTo>
                    <a:pt x="5241" y="114523"/>
                  </a:lnTo>
                  <a:lnTo>
                    <a:pt x="4004" y="119687"/>
                  </a:lnTo>
                  <a:lnTo>
                    <a:pt x="2931" y="124889"/>
                  </a:lnTo>
                  <a:lnTo>
                    <a:pt x="2023" y="130121"/>
                  </a:lnTo>
                  <a:lnTo>
                    <a:pt x="1283" y="135380"/>
                  </a:lnTo>
                  <a:lnTo>
                    <a:pt x="710" y="140660"/>
                  </a:lnTo>
                  <a:lnTo>
                    <a:pt x="304" y="145955"/>
                  </a:lnTo>
                  <a:lnTo>
                    <a:pt x="68" y="151260"/>
                  </a:lnTo>
                  <a:lnTo>
                    <a:pt x="0" y="156571"/>
                  </a:lnTo>
                  <a:lnTo>
                    <a:pt x="100" y="161881"/>
                  </a:lnTo>
                  <a:lnTo>
                    <a:pt x="369" y="167184"/>
                  </a:lnTo>
                  <a:lnTo>
                    <a:pt x="807" y="172477"/>
                  </a:lnTo>
                  <a:lnTo>
                    <a:pt x="1412" y="177753"/>
                  </a:lnTo>
                  <a:lnTo>
                    <a:pt x="2185" y="183007"/>
                  </a:lnTo>
                  <a:lnTo>
                    <a:pt x="3124" y="188234"/>
                  </a:lnTo>
                  <a:lnTo>
                    <a:pt x="4229" y="193429"/>
                  </a:lnTo>
                  <a:lnTo>
                    <a:pt x="5498" y="198586"/>
                  </a:lnTo>
                  <a:lnTo>
                    <a:pt x="6931" y="203700"/>
                  </a:lnTo>
                  <a:lnTo>
                    <a:pt x="8525" y="208766"/>
                  </a:lnTo>
                  <a:lnTo>
                    <a:pt x="10279" y="213778"/>
                  </a:lnTo>
                  <a:lnTo>
                    <a:pt x="12192" y="218733"/>
                  </a:lnTo>
                  <a:lnTo>
                    <a:pt x="14261" y="223624"/>
                  </a:lnTo>
                  <a:lnTo>
                    <a:pt x="16484" y="228447"/>
                  </a:lnTo>
                  <a:lnTo>
                    <a:pt x="18859" y="233197"/>
                  </a:lnTo>
                  <a:lnTo>
                    <a:pt x="21384" y="237869"/>
                  </a:lnTo>
                  <a:lnTo>
                    <a:pt x="24057" y="242458"/>
                  </a:lnTo>
                  <a:lnTo>
                    <a:pt x="26873" y="246960"/>
                  </a:lnTo>
                  <a:lnTo>
                    <a:pt x="29831" y="251371"/>
                  </a:lnTo>
                  <a:lnTo>
                    <a:pt x="32928" y="255685"/>
                  </a:lnTo>
                  <a:lnTo>
                    <a:pt x="36161" y="259899"/>
                  </a:lnTo>
                  <a:lnTo>
                    <a:pt x="39525" y="264008"/>
                  </a:lnTo>
                  <a:lnTo>
                    <a:pt x="43019" y="268008"/>
                  </a:lnTo>
                  <a:lnTo>
                    <a:pt x="46637" y="271895"/>
                  </a:lnTo>
                  <a:lnTo>
                    <a:pt x="50378" y="275665"/>
                  </a:lnTo>
                  <a:lnTo>
                    <a:pt x="54236" y="279315"/>
                  </a:lnTo>
                  <a:lnTo>
                    <a:pt x="58208" y="282840"/>
                  </a:lnTo>
                  <a:lnTo>
                    <a:pt x="62290" y="286237"/>
                  </a:lnTo>
                  <a:lnTo>
                    <a:pt x="66478" y="289502"/>
                  </a:lnTo>
                  <a:lnTo>
                    <a:pt x="70768" y="292633"/>
                  </a:lnTo>
                  <a:lnTo>
                    <a:pt x="75155" y="295627"/>
                  </a:lnTo>
                  <a:lnTo>
                    <a:pt x="79634" y="298479"/>
                  </a:lnTo>
                  <a:lnTo>
                    <a:pt x="84202" y="301187"/>
                  </a:lnTo>
                  <a:lnTo>
                    <a:pt x="88854" y="303750"/>
                  </a:lnTo>
                  <a:lnTo>
                    <a:pt x="93585" y="306163"/>
                  </a:lnTo>
                  <a:lnTo>
                    <a:pt x="98390" y="308424"/>
                  </a:lnTo>
                  <a:lnTo>
                    <a:pt x="103265" y="310532"/>
                  </a:lnTo>
                  <a:lnTo>
                    <a:pt x="108204" y="312484"/>
                  </a:lnTo>
                  <a:lnTo>
                    <a:pt x="113202" y="314278"/>
                  </a:lnTo>
                  <a:lnTo>
                    <a:pt x="118255" y="315912"/>
                  </a:lnTo>
                  <a:lnTo>
                    <a:pt x="123358" y="317385"/>
                  </a:lnTo>
                  <a:lnTo>
                    <a:pt x="128504" y="318695"/>
                  </a:lnTo>
                  <a:lnTo>
                    <a:pt x="133690" y="319841"/>
                  </a:lnTo>
                  <a:lnTo>
                    <a:pt x="138909" y="320822"/>
                  </a:lnTo>
                  <a:lnTo>
                    <a:pt x="144157" y="321636"/>
                  </a:lnTo>
                  <a:lnTo>
                    <a:pt x="149428" y="322284"/>
                  </a:lnTo>
                  <a:lnTo>
                    <a:pt x="154717" y="322763"/>
                  </a:lnTo>
                  <a:lnTo>
                    <a:pt x="160019" y="323075"/>
                  </a:lnTo>
                  <a:lnTo>
                    <a:pt x="165328" y="323217"/>
                  </a:lnTo>
                  <a:lnTo>
                    <a:pt x="170638" y="323191"/>
                  </a:lnTo>
                  <a:lnTo>
                    <a:pt x="175946" y="322997"/>
                  </a:lnTo>
                  <a:lnTo>
                    <a:pt x="181244" y="322634"/>
                  </a:lnTo>
                  <a:lnTo>
                    <a:pt x="186528" y="322102"/>
                  </a:lnTo>
                  <a:lnTo>
                    <a:pt x="191793" y="321404"/>
                  </a:lnTo>
                  <a:lnTo>
                    <a:pt x="197032" y="320538"/>
                  </a:lnTo>
                  <a:lnTo>
                    <a:pt x="202242" y="319506"/>
                  </a:lnTo>
                  <a:lnTo>
                    <a:pt x="207416" y="318310"/>
                  </a:lnTo>
                  <a:lnTo>
                    <a:pt x="212550" y="316949"/>
                  </a:lnTo>
                  <a:lnTo>
                    <a:pt x="217637" y="315426"/>
                  </a:lnTo>
                  <a:lnTo>
                    <a:pt x="222674" y="313743"/>
                  </a:lnTo>
                  <a:lnTo>
                    <a:pt x="227655" y="311900"/>
                  </a:lnTo>
                  <a:lnTo>
                    <a:pt x="232575" y="309900"/>
                  </a:lnTo>
                  <a:lnTo>
                    <a:pt x="237428" y="307745"/>
                  </a:lnTo>
                  <a:lnTo>
                    <a:pt x="242211" y="305436"/>
                  </a:lnTo>
                  <a:lnTo>
                    <a:pt x="167166" y="1560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728472" y="2126963"/>
              <a:ext cx="167159" cy="316543"/>
            </a:xfrm>
            <a:custGeom>
              <a:avLst/>
              <a:pathLst>
                <a:path w="167159" h="316543">
                  <a:moveTo>
                    <a:pt x="75044" y="316543"/>
                  </a:moveTo>
                  <a:lnTo>
                    <a:pt x="79764" y="314077"/>
                  </a:lnTo>
                  <a:lnTo>
                    <a:pt x="84403" y="311462"/>
                  </a:lnTo>
                  <a:lnTo>
                    <a:pt x="88956" y="308700"/>
                  </a:lnTo>
                  <a:lnTo>
                    <a:pt x="93419" y="305795"/>
                  </a:lnTo>
                  <a:lnTo>
                    <a:pt x="97788" y="302749"/>
                  </a:lnTo>
                  <a:lnTo>
                    <a:pt x="102057" y="299565"/>
                  </a:lnTo>
                  <a:lnTo>
                    <a:pt x="106222" y="296247"/>
                  </a:lnTo>
                  <a:lnTo>
                    <a:pt x="110280" y="292798"/>
                  </a:lnTo>
                  <a:lnTo>
                    <a:pt x="114225" y="289222"/>
                  </a:lnTo>
                  <a:lnTo>
                    <a:pt x="118055" y="285522"/>
                  </a:lnTo>
                  <a:lnTo>
                    <a:pt x="121765" y="281701"/>
                  </a:lnTo>
                  <a:lnTo>
                    <a:pt x="125351" y="277765"/>
                  </a:lnTo>
                  <a:lnTo>
                    <a:pt x="128811" y="273716"/>
                  </a:lnTo>
                  <a:lnTo>
                    <a:pt x="132139" y="269559"/>
                  </a:lnTo>
                  <a:lnTo>
                    <a:pt x="135333" y="265298"/>
                  </a:lnTo>
                  <a:lnTo>
                    <a:pt x="138390" y="260938"/>
                  </a:lnTo>
                  <a:lnTo>
                    <a:pt x="141307" y="256482"/>
                  </a:lnTo>
                  <a:lnTo>
                    <a:pt x="144080" y="251936"/>
                  </a:lnTo>
                  <a:lnTo>
                    <a:pt x="146707" y="247303"/>
                  </a:lnTo>
                  <a:lnTo>
                    <a:pt x="149185" y="242590"/>
                  </a:lnTo>
                  <a:lnTo>
                    <a:pt x="151512" y="237800"/>
                  </a:lnTo>
                  <a:lnTo>
                    <a:pt x="153685" y="232938"/>
                  </a:lnTo>
                  <a:lnTo>
                    <a:pt x="155702" y="228009"/>
                  </a:lnTo>
                  <a:lnTo>
                    <a:pt x="157561" y="223019"/>
                  </a:lnTo>
                  <a:lnTo>
                    <a:pt x="159260" y="217972"/>
                  </a:lnTo>
                  <a:lnTo>
                    <a:pt x="160797" y="212873"/>
                  </a:lnTo>
                  <a:lnTo>
                    <a:pt x="162171" y="207728"/>
                  </a:lnTo>
                  <a:lnTo>
                    <a:pt x="163381" y="202542"/>
                  </a:lnTo>
                  <a:lnTo>
                    <a:pt x="164425" y="197320"/>
                  </a:lnTo>
                  <a:lnTo>
                    <a:pt x="165302" y="192068"/>
                  </a:lnTo>
                  <a:lnTo>
                    <a:pt x="166011" y="186790"/>
                  </a:lnTo>
                  <a:lnTo>
                    <a:pt x="166552" y="181492"/>
                  </a:lnTo>
                  <a:lnTo>
                    <a:pt x="166924" y="176180"/>
                  </a:lnTo>
                  <a:lnTo>
                    <a:pt x="167126" y="170858"/>
                  </a:lnTo>
                  <a:lnTo>
                    <a:pt x="167159" y="165533"/>
                  </a:lnTo>
                  <a:lnTo>
                    <a:pt x="167022" y="160209"/>
                  </a:lnTo>
                  <a:lnTo>
                    <a:pt x="166716" y="154893"/>
                  </a:lnTo>
                  <a:lnTo>
                    <a:pt x="166240" y="149589"/>
                  </a:lnTo>
                  <a:lnTo>
                    <a:pt x="165596" y="144303"/>
                  </a:lnTo>
                  <a:lnTo>
                    <a:pt x="164784" y="139039"/>
                  </a:lnTo>
                  <a:lnTo>
                    <a:pt x="163804" y="133805"/>
                  </a:lnTo>
                  <a:lnTo>
                    <a:pt x="162658" y="128604"/>
                  </a:lnTo>
                  <a:lnTo>
                    <a:pt x="161347" y="123443"/>
                  </a:lnTo>
                  <a:lnTo>
                    <a:pt x="159873" y="118326"/>
                  </a:lnTo>
                  <a:lnTo>
                    <a:pt x="158236" y="113258"/>
                  </a:lnTo>
                  <a:lnTo>
                    <a:pt x="156439" y="108246"/>
                  </a:lnTo>
                  <a:lnTo>
                    <a:pt x="154483" y="103292"/>
                  </a:lnTo>
                  <a:lnTo>
                    <a:pt x="152370" y="98404"/>
                  </a:lnTo>
                  <a:lnTo>
                    <a:pt x="150102" y="93586"/>
                  </a:lnTo>
                  <a:lnTo>
                    <a:pt x="147682" y="88842"/>
                  </a:lnTo>
                  <a:lnTo>
                    <a:pt x="145112" y="84178"/>
                  </a:lnTo>
                  <a:lnTo>
                    <a:pt x="142395" y="79598"/>
                  </a:lnTo>
                  <a:lnTo>
                    <a:pt x="139534" y="75107"/>
                  </a:lnTo>
                  <a:lnTo>
                    <a:pt x="136531" y="70709"/>
                  </a:lnTo>
                  <a:lnTo>
                    <a:pt x="133389" y="66409"/>
                  </a:lnTo>
                  <a:lnTo>
                    <a:pt x="130112" y="62211"/>
                  </a:lnTo>
                  <a:lnTo>
                    <a:pt x="126703" y="58120"/>
                  </a:lnTo>
                  <a:lnTo>
                    <a:pt x="123165" y="54140"/>
                  </a:lnTo>
                  <a:lnTo>
                    <a:pt x="119503" y="50274"/>
                  </a:lnTo>
                  <a:lnTo>
                    <a:pt x="115719" y="46527"/>
                  </a:lnTo>
                  <a:lnTo>
                    <a:pt x="111817" y="42902"/>
                  </a:lnTo>
                  <a:lnTo>
                    <a:pt x="107802" y="39404"/>
                  </a:lnTo>
                  <a:lnTo>
                    <a:pt x="103678" y="36035"/>
                  </a:lnTo>
                  <a:lnTo>
                    <a:pt x="99449" y="32799"/>
                  </a:lnTo>
                  <a:lnTo>
                    <a:pt x="95118" y="29699"/>
                  </a:lnTo>
                  <a:lnTo>
                    <a:pt x="90691" y="26739"/>
                  </a:lnTo>
                  <a:lnTo>
                    <a:pt x="86173" y="23922"/>
                  </a:lnTo>
                  <a:lnTo>
                    <a:pt x="81566" y="21250"/>
                  </a:lnTo>
                  <a:lnTo>
                    <a:pt x="76877" y="18726"/>
                  </a:lnTo>
                  <a:lnTo>
                    <a:pt x="72110" y="16352"/>
                  </a:lnTo>
                  <a:lnTo>
                    <a:pt x="67269" y="14132"/>
                  </a:lnTo>
                  <a:lnTo>
                    <a:pt x="62361" y="12067"/>
                  </a:lnTo>
                  <a:lnTo>
                    <a:pt x="57389" y="10159"/>
                  </a:lnTo>
                  <a:lnTo>
                    <a:pt x="52359" y="8411"/>
                  </a:lnTo>
                  <a:lnTo>
                    <a:pt x="47275" y="6824"/>
                  </a:lnTo>
                  <a:lnTo>
                    <a:pt x="42144" y="5399"/>
                  </a:lnTo>
                  <a:lnTo>
                    <a:pt x="36970" y="4139"/>
                  </a:lnTo>
                  <a:lnTo>
                    <a:pt x="31759" y="3044"/>
                  </a:lnTo>
                  <a:lnTo>
                    <a:pt x="26515" y="2116"/>
                  </a:lnTo>
                  <a:lnTo>
                    <a:pt x="21244" y="1355"/>
                  </a:lnTo>
                  <a:lnTo>
                    <a:pt x="15952" y="762"/>
                  </a:lnTo>
                  <a:lnTo>
                    <a:pt x="10643" y="339"/>
                  </a:lnTo>
                  <a:lnTo>
                    <a:pt x="532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96388" y="1681503"/>
              <a:ext cx="26846" cy="167167"/>
            </a:xfrm>
            <a:custGeom>
              <a:avLst/>
              <a:pathLst>
                <a:path w="26846" h="167167">
                  <a:moveTo>
                    <a:pt x="26846" y="0"/>
                  </a:moveTo>
                  <a:lnTo>
                    <a:pt x="20107" y="135"/>
                  </a:lnTo>
                  <a:lnTo>
                    <a:pt x="13379" y="543"/>
                  </a:lnTo>
                  <a:lnTo>
                    <a:pt x="6673" y="1221"/>
                  </a:lnTo>
                  <a:lnTo>
                    <a:pt x="0" y="2169"/>
                  </a:lnTo>
                  <a:lnTo>
                    <a:pt x="2684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6388" y="168367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256086" y="1683673"/>
              <a:ext cx="334303" cy="332164"/>
            </a:xfrm>
            <a:custGeom>
              <a:avLst/>
              <a:pathLst>
                <a:path w="334303" h="332164">
                  <a:moveTo>
                    <a:pt x="140301" y="0"/>
                  </a:moveTo>
                  <a:lnTo>
                    <a:pt x="135087" y="933"/>
                  </a:lnTo>
                  <a:lnTo>
                    <a:pt x="129905" y="2031"/>
                  </a:lnTo>
                  <a:lnTo>
                    <a:pt x="124760" y="3293"/>
                  </a:lnTo>
                  <a:lnTo>
                    <a:pt x="119658" y="4717"/>
                  </a:lnTo>
                  <a:lnTo>
                    <a:pt x="114604" y="6302"/>
                  </a:lnTo>
                  <a:lnTo>
                    <a:pt x="109602" y="8047"/>
                  </a:lnTo>
                  <a:lnTo>
                    <a:pt x="104658" y="9949"/>
                  </a:lnTo>
                  <a:lnTo>
                    <a:pt x="99777" y="12006"/>
                  </a:lnTo>
                  <a:lnTo>
                    <a:pt x="94964" y="14218"/>
                  </a:lnTo>
                  <a:lnTo>
                    <a:pt x="90223" y="16580"/>
                  </a:lnTo>
                  <a:lnTo>
                    <a:pt x="85559" y="19092"/>
                  </a:lnTo>
                  <a:lnTo>
                    <a:pt x="80977" y="21751"/>
                  </a:lnTo>
                  <a:lnTo>
                    <a:pt x="76482" y="24553"/>
                  </a:lnTo>
                  <a:lnTo>
                    <a:pt x="72078" y="27496"/>
                  </a:lnTo>
                  <a:lnTo>
                    <a:pt x="67769" y="30577"/>
                  </a:lnTo>
                  <a:lnTo>
                    <a:pt x="63560" y="33793"/>
                  </a:lnTo>
                  <a:lnTo>
                    <a:pt x="59455" y="37141"/>
                  </a:lnTo>
                  <a:lnTo>
                    <a:pt x="55458" y="40617"/>
                  </a:lnTo>
                  <a:lnTo>
                    <a:pt x="51573" y="44218"/>
                  </a:lnTo>
                  <a:lnTo>
                    <a:pt x="47804" y="47941"/>
                  </a:lnTo>
                  <a:lnTo>
                    <a:pt x="44156" y="51781"/>
                  </a:lnTo>
                  <a:lnTo>
                    <a:pt x="40630" y="55735"/>
                  </a:lnTo>
                  <a:lnTo>
                    <a:pt x="37232" y="59798"/>
                  </a:lnTo>
                  <a:lnTo>
                    <a:pt x="33964" y="63967"/>
                  </a:lnTo>
                  <a:lnTo>
                    <a:pt x="30830" y="68237"/>
                  </a:lnTo>
                  <a:lnTo>
                    <a:pt x="27833" y="72605"/>
                  </a:lnTo>
                  <a:lnTo>
                    <a:pt x="24975" y="77065"/>
                  </a:lnTo>
                  <a:lnTo>
                    <a:pt x="22261" y="81614"/>
                  </a:lnTo>
                  <a:lnTo>
                    <a:pt x="19692" y="86246"/>
                  </a:lnTo>
                  <a:lnTo>
                    <a:pt x="17271" y="90958"/>
                  </a:lnTo>
                  <a:lnTo>
                    <a:pt x="15000" y="95744"/>
                  </a:lnTo>
                  <a:lnTo>
                    <a:pt x="12882" y="100599"/>
                  </a:lnTo>
                  <a:lnTo>
                    <a:pt x="10919" y="105519"/>
                  </a:lnTo>
                  <a:lnTo>
                    <a:pt x="9113" y="110499"/>
                  </a:lnTo>
                  <a:lnTo>
                    <a:pt x="7466" y="115533"/>
                  </a:lnTo>
                  <a:lnTo>
                    <a:pt x="5979" y="120617"/>
                  </a:lnTo>
                  <a:lnTo>
                    <a:pt x="4654" y="125746"/>
                  </a:lnTo>
                  <a:lnTo>
                    <a:pt x="3492" y="130914"/>
                  </a:lnTo>
                  <a:lnTo>
                    <a:pt x="2494" y="136116"/>
                  </a:lnTo>
                  <a:lnTo>
                    <a:pt x="1662" y="141348"/>
                  </a:lnTo>
                  <a:lnTo>
                    <a:pt x="995" y="146603"/>
                  </a:lnTo>
                  <a:lnTo>
                    <a:pt x="496" y="151876"/>
                  </a:lnTo>
                  <a:lnTo>
                    <a:pt x="164" y="157163"/>
                  </a:lnTo>
                  <a:lnTo>
                    <a:pt x="0" y="162457"/>
                  </a:lnTo>
                  <a:lnTo>
                    <a:pt x="3" y="167755"/>
                  </a:lnTo>
                  <a:lnTo>
                    <a:pt x="174" y="173049"/>
                  </a:lnTo>
                  <a:lnTo>
                    <a:pt x="513" y="178335"/>
                  </a:lnTo>
                  <a:lnTo>
                    <a:pt x="1019" y="183608"/>
                  </a:lnTo>
                  <a:lnTo>
                    <a:pt x="1692" y="188862"/>
                  </a:lnTo>
                  <a:lnTo>
                    <a:pt x="2532" y="194092"/>
                  </a:lnTo>
                  <a:lnTo>
                    <a:pt x="3536" y="199294"/>
                  </a:lnTo>
                  <a:lnTo>
                    <a:pt x="4705" y="204460"/>
                  </a:lnTo>
                  <a:lnTo>
                    <a:pt x="6037" y="209587"/>
                  </a:lnTo>
                  <a:lnTo>
                    <a:pt x="7530" y="214669"/>
                  </a:lnTo>
                  <a:lnTo>
                    <a:pt x="9184" y="219701"/>
                  </a:lnTo>
                  <a:lnTo>
                    <a:pt x="10997" y="224679"/>
                  </a:lnTo>
                  <a:lnTo>
                    <a:pt x="12966" y="229596"/>
                  </a:lnTo>
                  <a:lnTo>
                    <a:pt x="15090" y="234449"/>
                  </a:lnTo>
                  <a:lnTo>
                    <a:pt x="17367" y="239232"/>
                  </a:lnTo>
                  <a:lnTo>
                    <a:pt x="19794" y="243940"/>
                  </a:lnTo>
                  <a:lnTo>
                    <a:pt x="22370" y="248569"/>
                  </a:lnTo>
                  <a:lnTo>
                    <a:pt x="25090" y="253114"/>
                  </a:lnTo>
                  <a:lnTo>
                    <a:pt x="27953" y="257571"/>
                  </a:lnTo>
                  <a:lnTo>
                    <a:pt x="30956" y="261935"/>
                  </a:lnTo>
                  <a:lnTo>
                    <a:pt x="34096" y="266201"/>
                  </a:lnTo>
                  <a:lnTo>
                    <a:pt x="37369" y="270366"/>
                  </a:lnTo>
                  <a:lnTo>
                    <a:pt x="40773" y="274425"/>
                  </a:lnTo>
                  <a:lnTo>
                    <a:pt x="44303" y="278374"/>
                  </a:lnTo>
                  <a:lnTo>
                    <a:pt x="47957" y="282209"/>
                  </a:lnTo>
                  <a:lnTo>
                    <a:pt x="51731" y="285926"/>
                  </a:lnTo>
                  <a:lnTo>
                    <a:pt x="55620" y="289522"/>
                  </a:lnTo>
                  <a:lnTo>
                    <a:pt x="59621" y="292994"/>
                  </a:lnTo>
                  <a:lnTo>
                    <a:pt x="63731" y="296336"/>
                  </a:lnTo>
                  <a:lnTo>
                    <a:pt x="67944" y="299547"/>
                  </a:lnTo>
                  <a:lnTo>
                    <a:pt x="72257" y="302622"/>
                  </a:lnTo>
                  <a:lnTo>
                    <a:pt x="76665" y="305560"/>
                  </a:lnTo>
                  <a:lnTo>
                    <a:pt x="81164" y="308356"/>
                  </a:lnTo>
                  <a:lnTo>
                    <a:pt x="85749" y="311008"/>
                  </a:lnTo>
                  <a:lnTo>
                    <a:pt x="90416" y="313514"/>
                  </a:lnTo>
                  <a:lnTo>
                    <a:pt x="95160" y="315870"/>
                  </a:lnTo>
                  <a:lnTo>
                    <a:pt x="99977" y="318076"/>
                  </a:lnTo>
                  <a:lnTo>
                    <a:pt x="104860" y="320127"/>
                  </a:lnTo>
                  <a:lnTo>
                    <a:pt x="109807" y="322022"/>
                  </a:lnTo>
                  <a:lnTo>
                    <a:pt x="114811" y="323760"/>
                  </a:lnTo>
                  <a:lnTo>
                    <a:pt x="119867" y="325339"/>
                  </a:lnTo>
                  <a:lnTo>
                    <a:pt x="124971" y="326756"/>
                  </a:lnTo>
                  <a:lnTo>
                    <a:pt x="130117" y="328012"/>
                  </a:lnTo>
                  <a:lnTo>
                    <a:pt x="135301" y="329103"/>
                  </a:lnTo>
                  <a:lnTo>
                    <a:pt x="140516" y="330030"/>
                  </a:lnTo>
                  <a:lnTo>
                    <a:pt x="145758" y="330791"/>
                  </a:lnTo>
                  <a:lnTo>
                    <a:pt x="151022" y="331385"/>
                  </a:lnTo>
                  <a:lnTo>
                    <a:pt x="156302" y="331812"/>
                  </a:lnTo>
                  <a:lnTo>
                    <a:pt x="161593" y="332072"/>
                  </a:lnTo>
                  <a:lnTo>
                    <a:pt x="166889" y="332164"/>
                  </a:lnTo>
                  <a:lnTo>
                    <a:pt x="172185" y="332089"/>
                  </a:lnTo>
                  <a:lnTo>
                    <a:pt x="177477" y="331845"/>
                  </a:lnTo>
                  <a:lnTo>
                    <a:pt x="182758" y="331434"/>
                  </a:lnTo>
                  <a:lnTo>
                    <a:pt x="188024" y="330856"/>
                  </a:lnTo>
                  <a:lnTo>
                    <a:pt x="193268" y="330111"/>
                  </a:lnTo>
                  <a:lnTo>
                    <a:pt x="198486" y="329201"/>
                  </a:lnTo>
                  <a:lnTo>
                    <a:pt x="203673" y="328125"/>
                  </a:lnTo>
                  <a:lnTo>
                    <a:pt x="208823" y="326886"/>
                  </a:lnTo>
                  <a:lnTo>
                    <a:pt x="213932" y="325485"/>
                  </a:lnTo>
                  <a:lnTo>
                    <a:pt x="218993" y="323922"/>
                  </a:lnTo>
                  <a:lnTo>
                    <a:pt x="224002" y="322199"/>
                  </a:lnTo>
                  <a:lnTo>
                    <a:pt x="228954" y="320319"/>
                  </a:lnTo>
                  <a:lnTo>
                    <a:pt x="233845" y="318283"/>
                  </a:lnTo>
                  <a:lnTo>
                    <a:pt x="238668" y="316093"/>
                  </a:lnTo>
                  <a:lnTo>
                    <a:pt x="243419" y="313751"/>
                  </a:lnTo>
                  <a:lnTo>
                    <a:pt x="248094" y="311259"/>
                  </a:lnTo>
                  <a:lnTo>
                    <a:pt x="252687" y="308621"/>
                  </a:lnTo>
                  <a:lnTo>
                    <a:pt x="257195" y="305839"/>
                  </a:lnTo>
                  <a:lnTo>
                    <a:pt x="261612" y="302915"/>
                  </a:lnTo>
                  <a:lnTo>
                    <a:pt x="265934" y="299853"/>
                  </a:lnTo>
                  <a:lnTo>
                    <a:pt x="270157" y="296656"/>
                  </a:lnTo>
                  <a:lnTo>
                    <a:pt x="274277" y="293326"/>
                  </a:lnTo>
                  <a:lnTo>
                    <a:pt x="278289" y="289867"/>
                  </a:lnTo>
                  <a:lnTo>
                    <a:pt x="282190" y="286283"/>
                  </a:lnTo>
                  <a:lnTo>
                    <a:pt x="285975" y="282577"/>
                  </a:lnTo>
                  <a:lnTo>
                    <a:pt x="289640" y="278753"/>
                  </a:lnTo>
                  <a:lnTo>
                    <a:pt x="293183" y="274815"/>
                  </a:lnTo>
                  <a:lnTo>
                    <a:pt x="296599" y="270767"/>
                  </a:lnTo>
                  <a:lnTo>
                    <a:pt x="299885" y="266612"/>
                  </a:lnTo>
                  <a:lnTo>
                    <a:pt x="303038" y="262356"/>
                  </a:lnTo>
                  <a:lnTo>
                    <a:pt x="306055" y="258001"/>
                  </a:lnTo>
                  <a:lnTo>
                    <a:pt x="308932" y="253553"/>
                  </a:lnTo>
                  <a:lnTo>
                    <a:pt x="311666" y="249017"/>
                  </a:lnTo>
                  <a:lnTo>
                    <a:pt x="314256" y="244396"/>
                  </a:lnTo>
                  <a:lnTo>
                    <a:pt x="316698" y="239695"/>
                  </a:lnTo>
                  <a:lnTo>
                    <a:pt x="318989" y="234919"/>
                  </a:lnTo>
                  <a:lnTo>
                    <a:pt x="321128" y="230073"/>
                  </a:lnTo>
                  <a:lnTo>
                    <a:pt x="323113" y="225162"/>
                  </a:lnTo>
                  <a:lnTo>
                    <a:pt x="324941" y="220190"/>
                  </a:lnTo>
                  <a:lnTo>
                    <a:pt x="326610" y="215163"/>
                  </a:lnTo>
                  <a:lnTo>
                    <a:pt x="328120" y="210086"/>
                  </a:lnTo>
                  <a:lnTo>
                    <a:pt x="329467" y="204963"/>
                  </a:lnTo>
                  <a:lnTo>
                    <a:pt x="330652" y="199800"/>
                  </a:lnTo>
                  <a:lnTo>
                    <a:pt x="331673" y="194602"/>
                  </a:lnTo>
                  <a:lnTo>
                    <a:pt x="332528" y="189374"/>
                  </a:lnTo>
                  <a:lnTo>
                    <a:pt x="333217" y="184122"/>
                  </a:lnTo>
                  <a:lnTo>
                    <a:pt x="333740" y="178851"/>
                  </a:lnTo>
                  <a:lnTo>
                    <a:pt x="334095" y="173566"/>
                  </a:lnTo>
                  <a:lnTo>
                    <a:pt x="334283" y="168272"/>
                  </a:lnTo>
                  <a:lnTo>
                    <a:pt x="334303" y="162975"/>
                  </a:lnTo>
                  <a:lnTo>
                    <a:pt x="334155" y="157680"/>
                  </a:lnTo>
                  <a:lnTo>
                    <a:pt x="333839" y="152392"/>
                  </a:lnTo>
                  <a:lnTo>
                    <a:pt x="333356" y="147117"/>
                  </a:lnTo>
                  <a:lnTo>
                    <a:pt x="332706" y="141860"/>
                  </a:lnTo>
                  <a:lnTo>
                    <a:pt x="331890" y="136626"/>
                  </a:lnTo>
                  <a:lnTo>
                    <a:pt x="330908" y="131421"/>
                  </a:lnTo>
                  <a:lnTo>
                    <a:pt x="329762" y="126249"/>
                  </a:lnTo>
                  <a:lnTo>
                    <a:pt x="328453" y="121116"/>
                  </a:lnTo>
                  <a:lnTo>
                    <a:pt x="326982" y="116028"/>
                  </a:lnTo>
                  <a:lnTo>
                    <a:pt x="325350" y="110988"/>
                  </a:lnTo>
                  <a:lnTo>
                    <a:pt x="323559" y="106003"/>
                  </a:lnTo>
                  <a:lnTo>
                    <a:pt x="321612" y="101077"/>
                  </a:lnTo>
                  <a:lnTo>
                    <a:pt x="319509" y="96215"/>
                  </a:lnTo>
                  <a:lnTo>
                    <a:pt x="317253" y="91422"/>
                  </a:lnTo>
                  <a:lnTo>
                    <a:pt x="314847" y="86703"/>
                  </a:lnTo>
                  <a:lnTo>
                    <a:pt x="312292" y="82063"/>
                  </a:lnTo>
                  <a:lnTo>
                    <a:pt x="309591" y="77506"/>
                  </a:lnTo>
                  <a:lnTo>
                    <a:pt x="306748" y="73037"/>
                  </a:lnTo>
                  <a:lnTo>
                    <a:pt x="303764" y="68660"/>
                  </a:lnTo>
                  <a:lnTo>
                    <a:pt x="300643" y="64380"/>
                  </a:lnTo>
                  <a:lnTo>
                    <a:pt x="297388" y="60201"/>
                  </a:lnTo>
                  <a:lnTo>
                    <a:pt x="294003" y="56127"/>
                  </a:lnTo>
                  <a:lnTo>
                    <a:pt x="290490" y="52162"/>
                  </a:lnTo>
                  <a:lnTo>
                    <a:pt x="286853" y="48311"/>
                  </a:lnTo>
                  <a:lnTo>
                    <a:pt x="283095" y="44577"/>
                  </a:lnTo>
                  <a:lnTo>
                    <a:pt x="279222" y="40964"/>
                  </a:lnTo>
                  <a:lnTo>
                    <a:pt x="275236" y="37475"/>
                  </a:lnTo>
                  <a:lnTo>
                    <a:pt x="271141" y="34114"/>
                  </a:lnTo>
                  <a:lnTo>
                    <a:pt x="266942" y="30885"/>
                  </a:lnTo>
                  <a:lnTo>
                    <a:pt x="262643" y="27791"/>
                  </a:lnTo>
                  <a:lnTo>
                    <a:pt x="258248" y="24834"/>
                  </a:lnTo>
                  <a:lnTo>
                    <a:pt x="253761" y="22018"/>
                  </a:lnTo>
                  <a:lnTo>
                    <a:pt x="249188" y="19346"/>
                  </a:lnTo>
                  <a:lnTo>
                    <a:pt x="244532" y="16819"/>
                  </a:lnTo>
                  <a:lnTo>
                    <a:pt x="239798" y="14442"/>
                  </a:lnTo>
                  <a:lnTo>
                    <a:pt x="234991" y="12216"/>
                  </a:lnTo>
                  <a:lnTo>
                    <a:pt x="167148" y="1649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423235" y="1681503"/>
              <a:ext cx="67843" cy="167167"/>
            </a:xfrm>
            <a:custGeom>
              <a:avLst/>
              <a:pathLst>
                <a:path w="67843" h="167167">
                  <a:moveTo>
                    <a:pt x="67843" y="14385"/>
                  </a:moveTo>
                  <a:lnTo>
                    <a:pt x="62483" y="12116"/>
                  </a:lnTo>
                  <a:lnTo>
                    <a:pt x="57046" y="10034"/>
                  </a:lnTo>
                  <a:lnTo>
                    <a:pt x="51541" y="8143"/>
                  </a:lnTo>
                  <a:lnTo>
                    <a:pt x="45972" y="6445"/>
                  </a:lnTo>
                  <a:lnTo>
                    <a:pt x="40348" y="4942"/>
                  </a:lnTo>
                  <a:lnTo>
                    <a:pt x="34676" y="3636"/>
                  </a:lnTo>
                  <a:lnTo>
                    <a:pt x="28961" y="2527"/>
                  </a:lnTo>
                  <a:lnTo>
                    <a:pt x="23211" y="1619"/>
                  </a:lnTo>
                  <a:lnTo>
                    <a:pt x="17433" y="911"/>
                  </a:lnTo>
                  <a:lnTo>
                    <a:pt x="11633" y="405"/>
                  </a:lnTo>
                  <a:lnTo>
                    <a:pt x="582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249048" y="312899"/>
                  </a:lnTo>
                  <a:lnTo>
                    <a:pt x="253636" y="310224"/>
                  </a:lnTo>
                  <a:lnTo>
                    <a:pt x="258136" y="307404"/>
                  </a:lnTo>
                  <a:lnTo>
                    <a:pt x="262545" y="304443"/>
                  </a:lnTo>
                  <a:lnTo>
                    <a:pt x="266858" y="301344"/>
                  </a:lnTo>
                  <a:lnTo>
                    <a:pt x="271069" y="298109"/>
                  </a:lnTo>
                  <a:lnTo>
                    <a:pt x="275176" y="294742"/>
                  </a:lnTo>
                  <a:lnTo>
                    <a:pt x="279174" y="291246"/>
                  </a:lnTo>
                  <a:lnTo>
                    <a:pt x="283059" y="287625"/>
                  </a:lnTo>
                  <a:lnTo>
                    <a:pt x="286827" y="283882"/>
                  </a:lnTo>
                  <a:lnTo>
                    <a:pt x="290474" y="280022"/>
                  </a:lnTo>
                  <a:lnTo>
                    <a:pt x="293997" y="276048"/>
                  </a:lnTo>
                  <a:lnTo>
                    <a:pt x="297391" y="271964"/>
                  </a:lnTo>
                  <a:lnTo>
                    <a:pt x="300654" y="267774"/>
                  </a:lnTo>
                  <a:lnTo>
                    <a:pt x="303783" y="263482"/>
                  </a:lnTo>
                  <a:lnTo>
                    <a:pt x="306773" y="259093"/>
                  </a:lnTo>
                  <a:lnTo>
                    <a:pt x="309623" y="254612"/>
                  </a:lnTo>
                  <a:lnTo>
                    <a:pt x="312328" y="250042"/>
                  </a:lnTo>
                  <a:lnTo>
                    <a:pt x="314888" y="245389"/>
                  </a:lnTo>
                  <a:lnTo>
                    <a:pt x="317298" y="240656"/>
                  </a:lnTo>
                  <a:lnTo>
                    <a:pt x="319557" y="235850"/>
                  </a:lnTo>
                  <a:lnTo>
                    <a:pt x="321661" y="230974"/>
                  </a:lnTo>
                  <a:lnTo>
                    <a:pt x="323610" y="226034"/>
                  </a:lnTo>
                  <a:lnTo>
                    <a:pt x="325401" y="221034"/>
                  </a:lnTo>
                  <a:lnTo>
                    <a:pt x="327032" y="215980"/>
                  </a:lnTo>
                  <a:lnTo>
                    <a:pt x="328502" y="210877"/>
                  </a:lnTo>
                  <a:lnTo>
                    <a:pt x="329809" y="205729"/>
                  </a:lnTo>
                  <a:lnTo>
                    <a:pt x="330952" y="200543"/>
                  </a:lnTo>
                  <a:lnTo>
                    <a:pt x="331930" y="195323"/>
                  </a:lnTo>
                  <a:lnTo>
                    <a:pt x="332741" y="190075"/>
                  </a:lnTo>
                  <a:lnTo>
                    <a:pt x="333385" y="184803"/>
                  </a:lnTo>
                  <a:lnTo>
                    <a:pt x="333861" y="179514"/>
                  </a:lnTo>
                  <a:lnTo>
                    <a:pt x="334169" y="174212"/>
                  </a:lnTo>
                  <a:lnTo>
                    <a:pt x="334309" y="168903"/>
                  </a:lnTo>
                  <a:lnTo>
                    <a:pt x="334280" y="163593"/>
                  </a:lnTo>
                  <a:lnTo>
                    <a:pt x="334082" y="158285"/>
                  </a:lnTo>
                  <a:lnTo>
                    <a:pt x="333715" y="152987"/>
                  </a:lnTo>
                  <a:lnTo>
                    <a:pt x="333181" y="147704"/>
                  </a:lnTo>
                  <a:lnTo>
                    <a:pt x="332479" y="142440"/>
                  </a:lnTo>
                  <a:lnTo>
                    <a:pt x="331610" y="137200"/>
                  </a:lnTo>
                  <a:lnTo>
                    <a:pt x="330575" y="131991"/>
                  </a:lnTo>
                  <a:lnTo>
                    <a:pt x="329375" y="126818"/>
                  </a:lnTo>
                  <a:lnTo>
                    <a:pt x="328012" y="121685"/>
                  </a:lnTo>
                  <a:lnTo>
                    <a:pt x="326486" y="116598"/>
                  </a:lnTo>
                  <a:lnTo>
                    <a:pt x="324799" y="111563"/>
                  </a:lnTo>
                  <a:lnTo>
                    <a:pt x="322953" y="106583"/>
                  </a:lnTo>
                  <a:lnTo>
                    <a:pt x="320950" y="101665"/>
                  </a:lnTo>
                  <a:lnTo>
                    <a:pt x="318792" y="9681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67841"/>
              <a:ext cx="151641" cy="70354"/>
            </a:xfrm>
            <a:custGeom>
              <a:avLst/>
              <a:pathLst>
                <a:path w="151641" h="70354">
                  <a:moveTo>
                    <a:pt x="151641" y="0"/>
                  </a:moveTo>
                  <a:lnTo>
                    <a:pt x="0" y="703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071028"/>
              <a:ext cx="151641" cy="167167"/>
            </a:xfrm>
            <a:custGeom>
              <a:avLst/>
              <a:pathLst>
                <a:path w="151641" h="167167">
                  <a:moveTo>
                    <a:pt x="151641" y="96812"/>
                  </a:moveTo>
                  <a:lnTo>
                    <a:pt x="149277" y="91927"/>
                  </a:lnTo>
                  <a:lnTo>
                    <a:pt x="146756" y="87120"/>
                  </a:lnTo>
                  <a:lnTo>
                    <a:pt x="144080" y="82398"/>
                  </a:lnTo>
                  <a:lnTo>
                    <a:pt x="141252" y="77766"/>
                  </a:lnTo>
                  <a:lnTo>
                    <a:pt x="138276" y="73227"/>
                  </a:lnTo>
                  <a:lnTo>
                    <a:pt x="135153" y="68788"/>
                  </a:lnTo>
                  <a:lnTo>
                    <a:pt x="131888" y="64452"/>
                  </a:lnTo>
                  <a:lnTo>
                    <a:pt x="128484" y="60225"/>
                  </a:lnTo>
                  <a:lnTo>
                    <a:pt x="124945" y="56110"/>
                  </a:lnTo>
                  <a:lnTo>
                    <a:pt x="121274" y="52113"/>
                  </a:lnTo>
                  <a:lnTo>
                    <a:pt x="117475" y="48237"/>
                  </a:lnTo>
                  <a:lnTo>
                    <a:pt x="113552" y="44486"/>
                  </a:lnTo>
                  <a:lnTo>
                    <a:pt x="109510" y="40864"/>
                  </a:lnTo>
                  <a:lnTo>
                    <a:pt x="105352" y="37376"/>
                  </a:lnTo>
                  <a:lnTo>
                    <a:pt x="101083" y="34024"/>
                  </a:lnTo>
                  <a:lnTo>
                    <a:pt x="96708" y="30813"/>
                  </a:lnTo>
                  <a:lnTo>
                    <a:pt x="92230" y="27745"/>
                  </a:lnTo>
                  <a:lnTo>
                    <a:pt x="87656" y="24825"/>
                  </a:lnTo>
                  <a:lnTo>
                    <a:pt x="82989" y="22054"/>
                  </a:lnTo>
                  <a:lnTo>
                    <a:pt x="78234" y="19436"/>
                  </a:lnTo>
                  <a:lnTo>
                    <a:pt x="73397" y="16975"/>
                  </a:lnTo>
                  <a:lnTo>
                    <a:pt x="68483" y="14671"/>
                  </a:lnTo>
                  <a:lnTo>
                    <a:pt x="63496" y="12528"/>
                  </a:lnTo>
                  <a:lnTo>
                    <a:pt x="58443" y="10548"/>
                  </a:lnTo>
                  <a:lnTo>
                    <a:pt x="53328" y="8734"/>
                  </a:lnTo>
                  <a:lnTo>
                    <a:pt x="48156" y="7086"/>
                  </a:lnTo>
                  <a:lnTo>
                    <a:pt x="42934" y="5607"/>
                  </a:lnTo>
                  <a:lnTo>
                    <a:pt x="37667" y="4299"/>
                  </a:lnTo>
                  <a:lnTo>
                    <a:pt x="32360" y="3162"/>
                  </a:lnTo>
                  <a:lnTo>
                    <a:pt x="27019" y="2198"/>
                  </a:lnTo>
                  <a:lnTo>
                    <a:pt x="21649" y="1407"/>
                  </a:lnTo>
                  <a:lnTo>
                    <a:pt x="16257" y="792"/>
                  </a:lnTo>
                  <a:lnTo>
                    <a:pt x="10847" y="352"/>
                  </a:lnTo>
                  <a:lnTo>
                    <a:pt x="542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02028" y="941493"/>
              <a:ext cx="121515" cy="167167"/>
            </a:xfrm>
            <a:custGeom>
              <a:avLst/>
              <a:pathLst>
                <a:path w="121515" h="167167">
                  <a:moveTo>
                    <a:pt x="121515" y="0"/>
                  </a:moveTo>
                  <a:lnTo>
                    <a:pt x="115847" y="96"/>
                  </a:lnTo>
                  <a:lnTo>
                    <a:pt x="110187" y="384"/>
                  </a:lnTo>
                  <a:lnTo>
                    <a:pt x="104539" y="864"/>
                  </a:lnTo>
                  <a:lnTo>
                    <a:pt x="98911" y="1535"/>
                  </a:lnTo>
                  <a:lnTo>
                    <a:pt x="93308" y="2396"/>
                  </a:lnTo>
                  <a:lnTo>
                    <a:pt x="87738" y="3447"/>
                  </a:lnTo>
                  <a:lnTo>
                    <a:pt x="82207" y="4687"/>
                  </a:lnTo>
                  <a:lnTo>
                    <a:pt x="76722" y="6113"/>
                  </a:lnTo>
                  <a:lnTo>
                    <a:pt x="71287" y="7724"/>
                  </a:lnTo>
                  <a:lnTo>
                    <a:pt x="65911" y="9518"/>
                  </a:lnTo>
                  <a:lnTo>
                    <a:pt x="60598" y="11494"/>
                  </a:lnTo>
                  <a:lnTo>
                    <a:pt x="55355" y="13649"/>
                  </a:lnTo>
                  <a:lnTo>
                    <a:pt x="50189" y="15980"/>
                  </a:lnTo>
                  <a:lnTo>
                    <a:pt x="45104" y="18485"/>
                  </a:lnTo>
                  <a:lnTo>
                    <a:pt x="40107" y="21161"/>
                  </a:lnTo>
                  <a:lnTo>
                    <a:pt x="35204" y="24005"/>
                  </a:lnTo>
                  <a:lnTo>
                    <a:pt x="30400" y="27013"/>
                  </a:lnTo>
                  <a:lnTo>
                    <a:pt x="25701" y="30183"/>
                  </a:lnTo>
                  <a:lnTo>
                    <a:pt x="21112" y="33510"/>
                  </a:lnTo>
                  <a:lnTo>
                    <a:pt x="16639" y="36990"/>
                  </a:lnTo>
                  <a:lnTo>
                    <a:pt x="12286" y="40621"/>
                  </a:lnTo>
                  <a:lnTo>
                    <a:pt x="8058" y="44397"/>
                  </a:lnTo>
                  <a:lnTo>
                    <a:pt x="3961" y="48314"/>
                  </a:lnTo>
                  <a:lnTo>
                    <a:pt x="0" y="52367"/>
                  </a:lnTo>
                  <a:lnTo>
                    <a:pt x="1215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2028" y="993860"/>
              <a:ext cx="121515" cy="114799"/>
            </a:xfrm>
            <a:custGeom>
              <a:avLst/>
              <a:pathLst>
                <a:path w="121515" h="114799">
                  <a:moveTo>
                    <a:pt x="0" y="0"/>
                  </a:moveTo>
                  <a:lnTo>
                    <a:pt x="121515" y="1147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56378" y="952165"/>
              <a:ext cx="334330" cy="323653"/>
            </a:xfrm>
            <a:custGeom>
              <a:avLst/>
              <a:pathLst>
                <a:path w="334330" h="323653">
                  <a:moveTo>
                    <a:pt x="45650" y="41695"/>
                  </a:moveTo>
                  <a:lnTo>
                    <a:pt x="42068" y="45609"/>
                  </a:lnTo>
                  <a:lnTo>
                    <a:pt x="38612" y="49635"/>
                  </a:lnTo>
                  <a:lnTo>
                    <a:pt x="35286" y="53769"/>
                  </a:lnTo>
                  <a:lnTo>
                    <a:pt x="32092" y="58006"/>
                  </a:lnTo>
                  <a:lnTo>
                    <a:pt x="29034" y="62342"/>
                  </a:lnTo>
                  <a:lnTo>
                    <a:pt x="26116" y="66773"/>
                  </a:lnTo>
                  <a:lnTo>
                    <a:pt x="23340" y="71294"/>
                  </a:lnTo>
                  <a:lnTo>
                    <a:pt x="20708" y="75901"/>
                  </a:lnTo>
                  <a:lnTo>
                    <a:pt x="18225" y="80589"/>
                  </a:lnTo>
                  <a:lnTo>
                    <a:pt x="15891" y="85354"/>
                  </a:lnTo>
                  <a:lnTo>
                    <a:pt x="13709" y="90191"/>
                  </a:lnTo>
                  <a:lnTo>
                    <a:pt x="11682" y="95094"/>
                  </a:lnTo>
                  <a:lnTo>
                    <a:pt x="9812" y="100059"/>
                  </a:lnTo>
                  <a:lnTo>
                    <a:pt x="8101" y="105081"/>
                  </a:lnTo>
                  <a:lnTo>
                    <a:pt x="6549" y="110155"/>
                  </a:lnTo>
                  <a:lnTo>
                    <a:pt x="5159" y="115275"/>
                  </a:lnTo>
                  <a:lnTo>
                    <a:pt x="3933" y="120437"/>
                  </a:lnTo>
                  <a:lnTo>
                    <a:pt x="2871" y="125635"/>
                  </a:lnTo>
                  <a:lnTo>
                    <a:pt x="1974" y="130865"/>
                  </a:lnTo>
                  <a:lnTo>
                    <a:pt x="1244" y="136120"/>
                  </a:lnTo>
                  <a:lnTo>
                    <a:pt x="681" y="141396"/>
                  </a:lnTo>
                  <a:lnTo>
                    <a:pt x="286" y="146686"/>
                  </a:lnTo>
                  <a:lnTo>
                    <a:pt x="58" y="151987"/>
                  </a:lnTo>
                  <a:lnTo>
                    <a:pt x="0" y="157293"/>
                  </a:lnTo>
                  <a:lnTo>
                    <a:pt x="109" y="162597"/>
                  </a:lnTo>
                  <a:lnTo>
                    <a:pt x="387" y="167895"/>
                  </a:lnTo>
                  <a:lnTo>
                    <a:pt x="833" y="173182"/>
                  </a:lnTo>
                  <a:lnTo>
                    <a:pt x="1446" y="178452"/>
                  </a:lnTo>
                  <a:lnTo>
                    <a:pt x="2226" y="183700"/>
                  </a:lnTo>
                  <a:lnTo>
                    <a:pt x="3173" y="188921"/>
                  </a:lnTo>
                  <a:lnTo>
                    <a:pt x="4284" y="194109"/>
                  </a:lnTo>
                  <a:lnTo>
                    <a:pt x="5560" y="199259"/>
                  </a:lnTo>
                  <a:lnTo>
                    <a:pt x="6998" y="204366"/>
                  </a:lnTo>
                  <a:lnTo>
                    <a:pt x="8598" y="209425"/>
                  </a:lnTo>
                  <a:lnTo>
                    <a:pt x="10358" y="214430"/>
                  </a:lnTo>
                  <a:lnTo>
                    <a:pt x="12275" y="219377"/>
                  </a:lnTo>
                  <a:lnTo>
                    <a:pt x="14349" y="224261"/>
                  </a:lnTo>
                  <a:lnTo>
                    <a:pt x="16576" y="229076"/>
                  </a:lnTo>
                  <a:lnTo>
                    <a:pt x="18956" y="233818"/>
                  </a:lnTo>
                  <a:lnTo>
                    <a:pt x="21484" y="238483"/>
                  </a:lnTo>
                  <a:lnTo>
                    <a:pt x="24159" y="243065"/>
                  </a:lnTo>
                  <a:lnTo>
                    <a:pt x="26978" y="247559"/>
                  </a:lnTo>
                  <a:lnTo>
                    <a:pt x="29939" y="251962"/>
                  </a:lnTo>
                  <a:lnTo>
                    <a:pt x="33038" y="256269"/>
                  </a:lnTo>
                  <a:lnTo>
                    <a:pt x="36272" y="260475"/>
                  </a:lnTo>
                  <a:lnTo>
                    <a:pt x="39637" y="264577"/>
                  </a:lnTo>
                  <a:lnTo>
                    <a:pt x="43131" y="268569"/>
                  </a:lnTo>
                  <a:lnTo>
                    <a:pt x="46750" y="272449"/>
                  </a:lnTo>
                  <a:lnTo>
                    <a:pt x="50491" y="276212"/>
                  </a:lnTo>
                  <a:lnTo>
                    <a:pt x="54349" y="279854"/>
                  </a:lnTo>
                  <a:lnTo>
                    <a:pt x="58320" y="283372"/>
                  </a:lnTo>
                  <a:lnTo>
                    <a:pt x="62402" y="286762"/>
                  </a:lnTo>
                  <a:lnTo>
                    <a:pt x="66588" y="290022"/>
                  </a:lnTo>
                  <a:lnTo>
                    <a:pt x="70876" y="293146"/>
                  </a:lnTo>
                  <a:lnTo>
                    <a:pt x="75261" y="296133"/>
                  </a:lnTo>
                  <a:lnTo>
                    <a:pt x="79739" y="298979"/>
                  </a:lnTo>
                  <a:lnTo>
                    <a:pt x="84305" y="301682"/>
                  </a:lnTo>
                  <a:lnTo>
                    <a:pt x="88954" y="304238"/>
                  </a:lnTo>
                  <a:lnTo>
                    <a:pt x="93682" y="306646"/>
                  </a:lnTo>
                  <a:lnTo>
                    <a:pt x="98484" y="308902"/>
                  </a:lnTo>
                  <a:lnTo>
                    <a:pt x="103355" y="311005"/>
                  </a:lnTo>
                  <a:lnTo>
                    <a:pt x="108291" y="312952"/>
                  </a:lnTo>
                  <a:lnTo>
                    <a:pt x="113285" y="314742"/>
                  </a:lnTo>
                  <a:lnTo>
                    <a:pt x="118334" y="316372"/>
                  </a:lnTo>
                  <a:lnTo>
                    <a:pt x="123432" y="317841"/>
                  </a:lnTo>
                  <a:lnTo>
                    <a:pt x="128575" y="319147"/>
                  </a:lnTo>
                  <a:lnTo>
                    <a:pt x="133756" y="320290"/>
                  </a:lnTo>
                  <a:lnTo>
                    <a:pt x="138971" y="321268"/>
                  </a:lnTo>
                  <a:lnTo>
                    <a:pt x="144214" y="322080"/>
                  </a:lnTo>
                  <a:lnTo>
                    <a:pt x="149480" y="322725"/>
                  </a:lnTo>
                  <a:lnTo>
                    <a:pt x="154764" y="323202"/>
                  </a:lnTo>
                  <a:lnTo>
                    <a:pt x="160061" y="323512"/>
                  </a:lnTo>
                  <a:lnTo>
                    <a:pt x="165365" y="323653"/>
                  </a:lnTo>
                  <a:lnTo>
                    <a:pt x="170670" y="323626"/>
                  </a:lnTo>
                  <a:lnTo>
                    <a:pt x="175972" y="323430"/>
                  </a:lnTo>
                  <a:lnTo>
                    <a:pt x="181266" y="323067"/>
                  </a:lnTo>
                  <a:lnTo>
                    <a:pt x="186545" y="322536"/>
                  </a:lnTo>
                  <a:lnTo>
                    <a:pt x="191804" y="321837"/>
                  </a:lnTo>
                  <a:lnTo>
                    <a:pt x="197039" y="320972"/>
                  </a:lnTo>
                  <a:lnTo>
                    <a:pt x="202243" y="319941"/>
                  </a:lnTo>
                  <a:lnTo>
                    <a:pt x="207412" y="318745"/>
                  </a:lnTo>
                  <a:lnTo>
                    <a:pt x="212541" y="317386"/>
                  </a:lnTo>
                  <a:lnTo>
                    <a:pt x="217624" y="315865"/>
                  </a:lnTo>
                  <a:lnTo>
                    <a:pt x="222656" y="314184"/>
                  </a:lnTo>
                  <a:lnTo>
                    <a:pt x="227632" y="312343"/>
                  </a:lnTo>
                  <a:lnTo>
                    <a:pt x="232548" y="310346"/>
                  </a:lnTo>
                  <a:lnTo>
                    <a:pt x="237397" y="308194"/>
                  </a:lnTo>
                  <a:lnTo>
                    <a:pt x="242176" y="305888"/>
                  </a:lnTo>
                  <a:lnTo>
                    <a:pt x="246879" y="303433"/>
                  </a:lnTo>
                  <a:lnTo>
                    <a:pt x="251502" y="300829"/>
                  </a:lnTo>
                  <a:lnTo>
                    <a:pt x="256040" y="298080"/>
                  </a:lnTo>
                  <a:lnTo>
                    <a:pt x="260488" y="295188"/>
                  </a:lnTo>
                  <a:lnTo>
                    <a:pt x="264843" y="292157"/>
                  </a:lnTo>
                  <a:lnTo>
                    <a:pt x="269099" y="288989"/>
                  </a:lnTo>
                  <a:lnTo>
                    <a:pt x="273252" y="285687"/>
                  </a:lnTo>
                  <a:lnTo>
                    <a:pt x="277298" y="282255"/>
                  </a:lnTo>
                  <a:lnTo>
                    <a:pt x="281234" y="278697"/>
                  </a:lnTo>
                  <a:lnTo>
                    <a:pt x="285054" y="275016"/>
                  </a:lnTo>
                  <a:lnTo>
                    <a:pt x="288756" y="271215"/>
                  </a:lnTo>
                  <a:lnTo>
                    <a:pt x="292335" y="267298"/>
                  </a:lnTo>
                  <a:lnTo>
                    <a:pt x="295789" y="263270"/>
                  </a:lnTo>
                  <a:lnTo>
                    <a:pt x="299112" y="259135"/>
                  </a:lnTo>
                  <a:lnTo>
                    <a:pt x="302303" y="254896"/>
                  </a:lnTo>
                  <a:lnTo>
                    <a:pt x="305358" y="250558"/>
                  </a:lnTo>
                  <a:lnTo>
                    <a:pt x="308273" y="246125"/>
                  </a:lnTo>
                  <a:lnTo>
                    <a:pt x="311046" y="241602"/>
                  </a:lnTo>
                  <a:lnTo>
                    <a:pt x="313675" y="236993"/>
                  </a:lnTo>
                  <a:lnTo>
                    <a:pt x="316156" y="232303"/>
                  </a:lnTo>
                  <a:lnTo>
                    <a:pt x="318486" y="227536"/>
                  </a:lnTo>
                  <a:lnTo>
                    <a:pt x="320665" y="222698"/>
                  </a:lnTo>
                  <a:lnTo>
                    <a:pt x="322688" y="217794"/>
                  </a:lnTo>
                  <a:lnTo>
                    <a:pt x="324555" y="212827"/>
                  </a:lnTo>
                  <a:lnTo>
                    <a:pt x="326263" y="207804"/>
                  </a:lnTo>
                  <a:lnTo>
                    <a:pt x="327812" y="202730"/>
                  </a:lnTo>
                  <a:lnTo>
                    <a:pt x="329198" y="197608"/>
                  </a:lnTo>
                  <a:lnTo>
                    <a:pt x="330421" y="192446"/>
                  </a:lnTo>
                  <a:lnTo>
                    <a:pt x="331480" y="187247"/>
                  </a:lnTo>
                  <a:lnTo>
                    <a:pt x="332373" y="182017"/>
                  </a:lnTo>
                  <a:lnTo>
                    <a:pt x="333100" y="176761"/>
                  </a:lnTo>
                  <a:lnTo>
                    <a:pt x="333659" y="171485"/>
                  </a:lnTo>
                  <a:lnTo>
                    <a:pt x="334051" y="166194"/>
                  </a:lnTo>
                  <a:lnTo>
                    <a:pt x="334275" y="160893"/>
                  </a:lnTo>
                  <a:lnTo>
                    <a:pt x="334330" y="155587"/>
                  </a:lnTo>
                  <a:lnTo>
                    <a:pt x="334217" y="150283"/>
                  </a:lnTo>
                  <a:lnTo>
                    <a:pt x="333936" y="144985"/>
                  </a:lnTo>
                  <a:lnTo>
                    <a:pt x="333486" y="139698"/>
                  </a:lnTo>
                  <a:lnTo>
                    <a:pt x="332870" y="134428"/>
                  </a:lnTo>
                  <a:lnTo>
                    <a:pt x="332086" y="129181"/>
                  </a:lnTo>
                  <a:lnTo>
                    <a:pt x="331136" y="123961"/>
                  </a:lnTo>
                  <a:lnTo>
                    <a:pt x="330021" y="118774"/>
                  </a:lnTo>
                  <a:lnTo>
                    <a:pt x="328742" y="113625"/>
                  </a:lnTo>
                  <a:lnTo>
                    <a:pt x="327300" y="108519"/>
                  </a:lnTo>
                  <a:lnTo>
                    <a:pt x="325697" y="103461"/>
                  </a:lnTo>
                  <a:lnTo>
                    <a:pt x="323934" y="98457"/>
                  </a:lnTo>
                  <a:lnTo>
                    <a:pt x="322013" y="93511"/>
                  </a:lnTo>
                  <a:lnTo>
                    <a:pt x="319936" y="88629"/>
                  </a:lnTo>
                  <a:lnTo>
                    <a:pt x="317706" y="83815"/>
                  </a:lnTo>
                  <a:lnTo>
                    <a:pt x="315323" y="79074"/>
                  </a:lnTo>
                  <a:lnTo>
                    <a:pt x="312792" y="74411"/>
                  </a:lnTo>
                  <a:lnTo>
                    <a:pt x="310114" y="69831"/>
                  </a:lnTo>
                  <a:lnTo>
                    <a:pt x="307291" y="65338"/>
                  </a:lnTo>
                  <a:lnTo>
                    <a:pt x="304328" y="60938"/>
                  </a:lnTo>
                  <a:lnTo>
                    <a:pt x="301226" y="56633"/>
                  </a:lnTo>
                  <a:lnTo>
                    <a:pt x="297990" y="52429"/>
                  </a:lnTo>
                  <a:lnTo>
                    <a:pt x="294621" y="48330"/>
                  </a:lnTo>
                  <a:lnTo>
                    <a:pt x="291125" y="44339"/>
                  </a:lnTo>
                  <a:lnTo>
                    <a:pt x="287503" y="40462"/>
                  </a:lnTo>
                  <a:lnTo>
                    <a:pt x="283760" y="36701"/>
                  </a:lnTo>
                  <a:lnTo>
                    <a:pt x="279900" y="33062"/>
                  </a:lnTo>
                  <a:lnTo>
                    <a:pt x="275926" y="29546"/>
                  </a:lnTo>
                  <a:lnTo>
                    <a:pt x="271842" y="26159"/>
                  </a:lnTo>
                  <a:lnTo>
                    <a:pt x="267654" y="22902"/>
                  </a:lnTo>
                  <a:lnTo>
                    <a:pt x="263363" y="19781"/>
                  </a:lnTo>
                  <a:lnTo>
                    <a:pt x="258976" y="16797"/>
                  </a:lnTo>
                  <a:lnTo>
                    <a:pt x="254497" y="13954"/>
                  </a:lnTo>
                  <a:lnTo>
                    <a:pt x="249929" y="11254"/>
                  </a:lnTo>
                  <a:lnTo>
                    <a:pt x="245279" y="8701"/>
                  </a:lnTo>
                  <a:lnTo>
                    <a:pt x="240549" y="6296"/>
                  </a:lnTo>
                  <a:lnTo>
                    <a:pt x="235746" y="4043"/>
                  </a:lnTo>
                  <a:lnTo>
                    <a:pt x="230873" y="1943"/>
                  </a:lnTo>
                  <a:lnTo>
                    <a:pt x="225936" y="0"/>
                  </a:lnTo>
                  <a:lnTo>
                    <a:pt x="167165" y="1564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5023544" y="941493"/>
              <a:ext cx="58771" cy="167167"/>
            </a:xfrm>
            <a:custGeom>
              <a:avLst/>
              <a:pathLst>
                <a:path w="58771" h="167167">
                  <a:moveTo>
                    <a:pt x="58771" y="10671"/>
                  </a:moveTo>
                  <a:lnTo>
                    <a:pt x="53112" y="8661"/>
                  </a:lnTo>
                  <a:lnTo>
                    <a:pt x="47385" y="6856"/>
                  </a:lnTo>
                  <a:lnTo>
                    <a:pt x="41596" y="5257"/>
                  </a:lnTo>
                  <a:lnTo>
                    <a:pt x="35754" y="3868"/>
                  </a:lnTo>
                  <a:lnTo>
                    <a:pt x="29866" y="2689"/>
                  </a:lnTo>
                  <a:lnTo>
                    <a:pt x="23939" y="1722"/>
                  </a:lnTo>
                  <a:lnTo>
                    <a:pt x="17981" y="969"/>
                  </a:lnTo>
                  <a:lnTo>
                    <a:pt x="12000" y="431"/>
                  </a:lnTo>
                  <a:lnTo>
                    <a:pt x="6004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95744" y="941493"/>
              <a:ext cx="90471" cy="167167"/>
            </a:xfrm>
            <a:custGeom>
              <a:avLst/>
              <a:pathLst>
                <a:path w="90471" h="167167">
                  <a:moveTo>
                    <a:pt x="90471" y="0"/>
                  </a:moveTo>
                  <a:lnTo>
                    <a:pt x="84848" y="94"/>
                  </a:lnTo>
                  <a:lnTo>
                    <a:pt x="79233" y="378"/>
                  </a:lnTo>
                  <a:lnTo>
                    <a:pt x="73629" y="850"/>
                  </a:lnTo>
                  <a:lnTo>
                    <a:pt x="68045" y="1511"/>
                  </a:lnTo>
                  <a:lnTo>
                    <a:pt x="62486" y="2358"/>
                  </a:lnTo>
                  <a:lnTo>
                    <a:pt x="56959" y="3393"/>
                  </a:lnTo>
                  <a:lnTo>
                    <a:pt x="51470" y="4613"/>
                  </a:lnTo>
                  <a:lnTo>
                    <a:pt x="46025" y="6016"/>
                  </a:lnTo>
                  <a:lnTo>
                    <a:pt x="40630" y="7602"/>
                  </a:lnTo>
                  <a:lnTo>
                    <a:pt x="35292" y="9369"/>
                  </a:lnTo>
                  <a:lnTo>
                    <a:pt x="30016" y="11314"/>
                  </a:lnTo>
                  <a:lnTo>
                    <a:pt x="24808" y="13435"/>
                  </a:lnTo>
                  <a:lnTo>
                    <a:pt x="19675" y="15731"/>
                  </a:lnTo>
                  <a:lnTo>
                    <a:pt x="14622" y="18198"/>
                  </a:lnTo>
                  <a:lnTo>
                    <a:pt x="9654" y="20833"/>
                  </a:lnTo>
                  <a:lnTo>
                    <a:pt x="4778" y="23634"/>
                  </a:lnTo>
                  <a:lnTo>
                    <a:pt x="0" y="26597"/>
                  </a:lnTo>
                  <a:lnTo>
                    <a:pt x="9047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048" y="968090"/>
              <a:ext cx="167167" cy="305664"/>
            </a:xfrm>
            <a:custGeom>
              <a:avLst/>
              <a:pathLst>
                <a:path w="167167" h="305664">
                  <a:moveTo>
                    <a:pt x="76695" y="0"/>
                  </a:moveTo>
                  <a:lnTo>
                    <a:pt x="72222" y="2981"/>
                  </a:lnTo>
                  <a:lnTo>
                    <a:pt x="67847" y="6106"/>
                  </a:lnTo>
                  <a:lnTo>
                    <a:pt x="63574" y="9369"/>
                  </a:lnTo>
                  <a:lnTo>
                    <a:pt x="59409" y="12768"/>
                  </a:lnTo>
                  <a:lnTo>
                    <a:pt x="55355" y="16299"/>
                  </a:lnTo>
                  <a:lnTo>
                    <a:pt x="51417" y="19958"/>
                  </a:lnTo>
                  <a:lnTo>
                    <a:pt x="47599" y="23743"/>
                  </a:lnTo>
                  <a:lnTo>
                    <a:pt x="43904" y="27648"/>
                  </a:lnTo>
                  <a:lnTo>
                    <a:pt x="40337" y="31670"/>
                  </a:lnTo>
                  <a:lnTo>
                    <a:pt x="36900" y="35805"/>
                  </a:lnTo>
                  <a:lnTo>
                    <a:pt x="33599" y="40048"/>
                  </a:lnTo>
                  <a:lnTo>
                    <a:pt x="30436" y="44395"/>
                  </a:lnTo>
                  <a:lnTo>
                    <a:pt x="27414" y="48841"/>
                  </a:lnTo>
                  <a:lnTo>
                    <a:pt x="24536" y="53382"/>
                  </a:lnTo>
                  <a:lnTo>
                    <a:pt x="21807" y="58014"/>
                  </a:lnTo>
                  <a:lnTo>
                    <a:pt x="19227" y="62731"/>
                  </a:lnTo>
                  <a:lnTo>
                    <a:pt x="16801" y="67528"/>
                  </a:lnTo>
                  <a:lnTo>
                    <a:pt x="14530" y="72401"/>
                  </a:lnTo>
                  <a:lnTo>
                    <a:pt x="12417" y="77344"/>
                  </a:lnTo>
                  <a:lnTo>
                    <a:pt x="10464" y="82353"/>
                  </a:lnTo>
                  <a:lnTo>
                    <a:pt x="8673" y="87422"/>
                  </a:lnTo>
                  <a:lnTo>
                    <a:pt x="7046" y="92546"/>
                  </a:lnTo>
                  <a:lnTo>
                    <a:pt x="5584" y="97720"/>
                  </a:lnTo>
                  <a:lnTo>
                    <a:pt x="4290" y="102938"/>
                  </a:lnTo>
                  <a:lnTo>
                    <a:pt x="3164" y="108195"/>
                  </a:lnTo>
                  <a:lnTo>
                    <a:pt x="2208" y="113485"/>
                  </a:lnTo>
                  <a:lnTo>
                    <a:pt x="1422" y="118803"/>
                  </a:lnTo>
                  <a:lnTo>
                    <a:pt x="808" y="124144"/>
                  </a:lnTo>
                  <a:lnTo>
                    <a:pt x="366" y="129502"/>
                  </a:lnTo>
                  <a:lnTo>
                    <a:pt x="96" y="134871"/>
                  </a:lnTo>
                  <a:lnTo>
                    <a:pt x="0" y="140247"/>
                  </a:lnTo>
                  <a:lnTo>
                    <a:pt x="76" y="145622"/>
                  </a:lnTo>
                  <a:lnTo>
                    <a:pt x="324" y="150993"/>
                  </a:lnTo>
                  <a:lnTo>
                    <a:pt x="746" y="156352"/>
                  </a:lnTo>
                  <a:lnTo>
                    <a:pt x="1339" y="161695"/>
                  </a:lnTo>
                  <a:lnTo>
                    <a:pt x="2105" y="167017"/>
                  </a:lnTo>
                  <a:lnTo>
                    <a:pt x="3040" y="172311"/>
                  </a:lnTo>
                  <a:lnTo>
                    <a:pt x="4146" y="177572"/>
                  </a:lnTo>
                  <a:lnTo>
                    <a:pt x="5420" y="182795"/>
                  </a:lnTo>
                  <a:lnTo>
                    <a:pt x="6861" y="187974"/>
                  </a:lnTo>
                  <a:lnTo>
                    <a:pt x="8469" y="193104"/>
                  </a:lnTo>
                  <a:lnTo>
                    <a:pt x="10240" y="198180"/>
                  </a:lnTo>
                  <a:lnTo>
                    <a:pt x="12174" y="203197"/>
                  </a:lnTo>
                  <a:lnTo>
                    <a:pt x="14268" y="208148"/>
                  </a:lnTo>
                  <a:lnTo>
                    <a:pt x="16520" y="213030"/>
                  </a:lnTo>
                  <a:lnTo>
                    <a:pt x="18928" y="217836"/>
                  </a:lnTo>
                  <a:lnTo>
                    <a:pt x="21489" y="222563"/>
                  </a:lnTo>
                  <a:lnTo>
                    <a:pt x="24201" y="227205"/>
                  </a:lnTo>
                  <a:lnTo>
                    <a:pt x="27061" y="231757"/>
                  </a:lnTo>
                  <a:lnTo>
                    <a:pt x="30065" y="236216"/>
                  </a:lnTo>
                  <a:lnTo>
                    <a:pt x="33212" y="240575"/>
                  </a:lnTo>
                  <a:lnTo>
                    <a:pt x="36497" y="244830"/>
                  </a:lnTo>
                  <a:lnTo>
                    <a:pt x="39917" y="248978"/>
                  </a:lnTo>
                  <a:lnTo>
                    <a:pt x="43469" y="253014"/>
                  </a:lnTo>
                  <a:lnTo>
                    <a:pt x="47148" y="256933"/>
                  </a:lnTo>
                  <a:lnTo>
                    <a:pt x="50952" y="260733"/>
                  </a:lnTo>
                  <a:lnTo>
                    <a:pt x="54876" y="264407"/>
                  </a:lnTo>
                  <a:lnTo>
                    <a:pt x="58916" y="267954"/>
                  </a:lnTo>
                  <a:lnTo>
                    <a:pt x="63069" y="271369"/>
                  </a:lnTo>
                  <a:lnTo>
                    <a:pt x="67328" y="274649"/>
                  </a:lnTo>
                  <a:lnTo>
                    <a:pt x="71691" y="277790"/>
                  </a:lnTo>
                  <a:lnTo>
                    <a:pt x="76153" y="280789"/>
                  </a:lnTo>
                  <a:lnTo>
                    <a:pt x="80709" y="283643"/>
                  </a:lnTo>
                  <a:lnTo>
                    <a:pt x="85355" y="286349"/>
                  </a:lnTo>
                  <a:lnTo>
                    <a:pt x="90085" y="288905"/>
                  </a:lnTo>
                  <a:lnTo>
                    <a:pt x="94894" y="291306"/>
                  </a:lnTo>
                  <a:lnTo>
                    <a:pt x="99779" y="293552"/>
                  </a:lnTo>
                  <a:lnTo>
                    <a:pt x="104733" y="295640"/>
                  </a:lnTo>
                  <a:lnTo>
                    <a:pt x="109751" y="297568"/>
                  </a:lnTo>
                  <a:lnTo>
                    <a:pt x="114830" y="299333"/>
                  </a:lnTo>
                  <a:lnTo>
                    <a:pt x="119962" y="300934"/>
                  </a:lnTo>
                  <a:lnTo>
                    <a:pt x="125143" y="302369"/>
                  </a:lnTo>
                  <a:lnTo>
                    <a:pt x="130367" y="303636"/>
                  </a:lnTo>
                  <a:lnTo>
                    <a:pt x="135630" y="304735"/>
                  </a:lnTo>
                  <a:lnTo>
                    <a:pt x="140925" y="305664"/>
                  </a:lnTo>
                  <a:lnTo>
                    <a:pt x="167167" y="140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59974" y="941493"/>
              <a:ext cx="193389" cy="334334"/>
            </a:xfrm>
            <a:custGeom>
              <a:avLst/>
              <a:pathLst>
                <a:path w="193389" h="334334">
                  <a:moveTo>
                    <a:pt x="0" y="332262"/>
                  </a:moveTo>
                  <a:lnTo>
                    <a:pt x="5249" y="333011"/>
                  </a:lnTo>
                  <a:lnTo>
                    <a:pt x="10520" y="333594"/>
                  </a:lnTo>
                  <a:lnTo>
                    <a:pt x="15807" y="334008"/>
                  </a:lnTo>
                  <a:lnTo>
                    <a:pt x="21104" y="334255"/>
                  </a:lnTo>
                  <a:lnTo>
                    <a:pt x="26406" y="334334"/>
                  </a:lnTo>
                  <a:lnTo>
                    <a:pt x="31708" y="334245"/>
                  </a:lnTo>
                  <a:lnTo>
                    <a:pt x="37005" y="333987"/>
                  </a:lnTo>
                  <a:lnTo>
                    <a:pt x="42291" y="333562"/>
                  </a:lnTo>
                  <a:lnTo>
                    <a:pt x="47560" y="332969"/>
                  </a:lnTo>
                  <a:lnTo>
                    <a:pt x="52808" y="332210"/>
                  </a:lnTo>
                  <a:lnTo>
                    <a:pt x="58030" y="331284"/>
                  </a:lnTo>
                  <a:lnTo>
                    <a:pt x="63219" y="330193"/>
                  </a:lnTo>
                  <a:lnTo>
                    <a:pt x="68372" y="328938"/>
                  </a:lnTo>
                  <a:lnTo>
                    <a:pt x="73481" y="327521"/>
                  </a:lnTo>
                  <a:lnTo>
                    <a:pt x="78544" y="325942"/>
                  </a:lnTo>
                  <a:lnTo>
                    <a:pt x="83553" y="324203"/>
                  </a:lnTo>
                  <a:lnTo>
                    <a:pt x="88505" y="322306"/>
                  </a:lnTo>
                  <a:lnTo>
                    <a:pt x="93395" y="320253"/>
                  </a:lnTo>
                  <a:lnTo>
                    <a:pt x="98217" y="318046"/>
                  </a:lnTo>
                  <a:lnTo>
                    <a:pt x="102966" y="315687"/>
                  </a:lnTo>
                  <a:lnTo>
                    <a:pt x="107638" y="313179"/>
                  </a:lnTo>
                  <a:lnTo>
                    <a:pt x="112228" y="310524"/>
                  </a:lnTo>
                  <a:lnTo>
                    <a:pt x="116732" y="307724"/>
                  </a:lnTo>
                  <a:lnTo>
                    <a:pt x="121145" y="304783"/>
                  </a:lnTo>
                  <a:lnTo>
                    <a:pt x="125462" y="301704"/>
                  </a:lnTo>
                  <a:lnTo>
                    <a:pt x="129679" y="298489"/>
                  </a:lnTo>
                  <a:lnTo>
                    <a:pt x="133792" y="295142"/>
                  </a:lnTo>
                  <a:lnTo>
                    <a:pt x="137797" y="291666"/>
                  </a:lnTo>
                  <a:lnTo>
                    <a:pt x="141690" y="288065"/>
                  </a:lnTo>
                  <a:lnTo>
                    <a:pt x="145467" y="284343"/>
                  </a:lnTo>
                  <a:lnTo>
                    <a:pt x="149123" y="280502"/>
                  </a:lnTo>
                  <a:lnTo>
                    <a:pt x="152656" y="276548"/>
                  </a:lnTo>
                  <a:lnTo>
                    <a:pt x="156062" y="272483"/>
                  </a:lnTo>
                  <a:lnTo>
                    <a:pt x="159337" y="268312"/>
                  </a:lnTo>
                  <a:lnTo>
                    <a:pt x="162478" y="264040"/>
                  </a:lnTo>
                  <a:lnTo>
                    <a:pt x="165482" y="259670"/>
                  </a:lnTo>
                  <a:lnTo>
                    <a:pt x="168346" y="255207"/>
                  </a:lnTo>
                  <a:lnTo>
                    <a:pt x="171067" y="250655"/>
                  </a:lnTo>
                  <a:lnTo>
                    <a:pt x="173642" y="246020"/>
                  </a:lnTo>
                  <a:lnTo>
                    <a:pt x="176069" y="241305"/>
                  </a:lnTo>
                  <a:lnTo>
                    <a:pt x="178345" y="236515"/>
                  </a:lnTo>
                  <a:lnTo>
                    <a:pt x="180469" y="231656"/>
                  </a:lnTo>
                  <a:lnTo>
                    <a:pt x="182436" y="226732"/>
                  </a:lnTo>
                  <a:lnTo>
                    <a:pt x="184247" y="221748"/>
                  </a:lnTo>
                  <a:lnTo>
                    <a:pt x="185899" y="216708"/>
                  </a:lnTo>
                  <a:lnTo>
                    <a:pt x="187390" y="211620"/>
                  </a:lnTo>
                  <a:lnTo>
                    <a:pt x="188719" y="206486"/>
                  </a:lnTo>
                  <a:lnTo>
                    <a:pt x="189884" y="201313"/>
                  </a:lnTo>
                  <a:lnTo>
                    <a:pt x="190885" y="196105"/>
                  </a:lnTo>
                  <a:lnTo>
                    <a:pt x="191720" y="190868"/>
                  </a:lnTo>
                  <a:lnTo>
                    <a:pt x="192388" y="185608"/>
                  </a:lnTo>
                  <a:lnTo>
                    <a:pt x="192890" y="180329"/>
                  </a:lnTo>
                  <a:lnTo>
                    <a:pt x="193223" y="175036"/>
                  </a:lnTo>
                  <a:lnTo>
                    <a:pt x="193389" y="169736"/>
                  </a:lnTo>
                  <a:lnTo>
                    <a:pt x="193386" y="164433"/>
                  </a:lnTo>
                  <a:lnTo>
                    <a:pt x="193215" y="159133"/>
                  </a:lnTo>
                  <a:lnTo>
                    <a:pt x="192876" y="153841"/>
                  </a:lnTo>
                  <a:lnTo>
                    <a:pt x="192370" y="148562"/>
                  </a:lnTo>
                  <a:lnTo>
                    <a:pt x="191696" y="143302"/>
                  </a:lnTo>
                  <a:lnTo>
                    <a:pt x="190856" y="138066"/>
                  </a:lnTo>
                  <a:lnTo>
                    <a:pt x="189850" y="132860"/>
                  </a:lnTo>
                  <a:lnTo>
                    <a:pt x="188680" y="127688"/>
                  </a:lnTo>
                  <a:lnTo>
                    <a:pt x="187346" y="122555"/>
                  </a:lnTo>
                  <a:lnTo>
                    <a:pt x="185850" y="117468"/>
                  </a:lnTo>
                  <a:lnTo>
                    <a:pt x="184193" y="112430"/>
                  </a:lnTo>
                  <a:lnTo>
                    <a:pt x="182378" y="107448"/>
                  </a:lnTo>
                  <a:lnTo>
                    <a:pt x="180405" y="102526"/>
                  </a:lnTo>
                  <a:lnTo>
                    <a:pt x="178277" y="97669"/>
                  </a:lnTo>
                  <a:lnTo>
                    <a:pt x="175996" y="92881"/>
                  </a:lnTo>
                  <a:lnTo>
                    <a:pt x="173565" y="88169"/>
                  </a:lnTo>
                  <a:lnTo>
                    <a:pt x="170985" y="83536"/>
                  </a:lnTo>
                  <a:lnTo>
                    <a:pt x="168259" y="78987"/>
                  </a:lnTo>
                  <a:lnTo>
                    <a:pt x="165391" y="74527"/>
                  </a:lnTo>
                  <a:lnTo>
                    <a:pt x="162383" y="70160"/>
                  </a:lnTo>
                  <a:lnTo>
                    <a:pt x="159237" y="65890"/>
                  </a:lnTo>
                  <a:lnTo>
                    <a:pt x="155958" y="61723"/>
                  </a:lnTo>
                  <a:lnTo>
                    <a:pt x="152548" y="57662"/>
                  </a:lnTo>
                  <a:lnTo>
                    <a:pt x="149011" y="53710"/>
                  </a:lnTo>
                  <a:lnTo>
                    <a:pt x="145351" y="49873"/>
                  </a:lnTo>
                  <a:lnTo>
                    <a:pt x="141571" y="46155"/>
                  </a:lnTo>
                  <a:lnTo>
                    <a:pt x="137675" y="42557"/>
                  </a:lnTo>
                  <a:lnTo>
                    <a:pt x="133666" y="39086"/>
                  </a:lnTo>
                  <a:lnTo>
                    <a:pt x="129550" y="35743"/>
                  </a:lnTo>
                  <a:lnTo>
                    <a:pt x="125329" y="32532"/>
                  </a:lnTo>
                  <a:lnTo>
                    <a:pt x="121009" y="29457"/>
                  </a:lnTo>
                  <a:lnTo>
                    <a:pt x="116593" y="26521"/>
                  </a:lnTo>
                  <a:lnTo>
                    <a:pt x="112087" y="23725"/>
                  </a:lnTo>
                  <a:lnTo>
                    <a:pt x="107494" y="21075"/>
                  </a:lnTo>
                  <a:lnTo>
                    <a:pt x="102819" y="18571"/>
                  </a:lnTo>
                  <a:lnTo>
                    <a:pt x="98068" y="16217"/>
                  </a:lnTo>
                  <a:lnTo>
                    <a:pt x="93244" y="14015"/>
                  </a:lnTo>
                  <a:lnTo>
                    <a:pt x="88352" y="11967"/>
                  </a:lnTo>
                  <a:lnTo>
                    <a:pt x="83398" y="10075"/>
                  </a:lnTo>
                  <a:lnTo>
                    <a:pt x="78387" y="8341"/>
                  </a:lnTo>
                  <a:lnTo>
                    <a:pt x="73323" y="6767"/>
                  </a:lnTo>
                  <a:lnTo>
                    <a:pt x="68212" y="5354"/>
                  </a:lnTo>
                  <a:lnTo>
                    <a:pt x="63058" y="4104"/>
                  </a:lnTo>
                  <a:lnTo>
                    <a:pt x="57868" y="3019"/>
                  </a:lnTo>
                  <a:lnTo>
                    <a:pt x="52645" y="2098"/>
                  </a:lnTo>
                  <a:lnTo>
                    <a:pt x="47397" y="1344"/>
                  </a:lnTo>
                  <a:lnTo>
                    <a:pt x="42126" y="756"/>
                  </a:lnTo>
                  <a:lnTo>
                    <a:pt x="36840" y="336"/>
                  </a:lnTo>
                  <a:lnTo>
                    <a:pt x="31543" y="84"/>
                  </a:lnTo>
                  <a:lnTo>
                    <a:pt x="26241" y="0"/>
                  </a:lnTo>
                  <a:lnTo>
                    <a:pt x="262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797352" y="1071028"/>
              <a:ext cx="311715" cy="334334"/>
            </a:xfrm>
            <a:custGeom>
              <a:avLst/>
              <a:pathLst>
                <a:path w="311715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8" y="1343"/>
                  </a:lnTo>
                  <a:lnTo>
                    <a:pt x="140751" y="2097"/>
                  </a:lnTo>
                  <a:lnTo>
                    <a:pt x="135530" y="3017"/>
                  </a:lnTo>
                  <a:lnTo>
                    <a:pt x="130341" y="4102"/>
                  </a:lnTo>
                  <a:lnTo>
                    <a:pt x="125188" y="5351"/>
                  </a:lnTo>
                  <a:lnTo>
                    <a:pt x="120078" y="6763"/>
                  </a:lnTo>
                  <a:lnTo>
                    <a:pt x="115016" y="8336"/>
                  </a:lnTo>
                  <a:lnTo>
                    <a:pt x="110006" y="10069"/>
                  </a:lnTo>
                  <a:lnTo>
                    <a:pt x="105053" y="11960"/>
                  </a:lnTo>
                  <a:lnTo>
                    <a:pt x="100163" y="14007"/>
                  </a:lnTo>
                  <a:lnTo>
                    <a:pt x="95340" y="16208"/>
                  </a:lnTo>
                  <a:lnTo>
                    <a:pt x="90589" y="18561"/>
                  </a:lnTo>
                  <a:lnTo>
                    <a:pt x="85915" y="21064"/>
                  </a:lnTo>
                  <a:lnTo>
                    <a:pt x="81323" y="23713"/>
                  </a:lnTo>
                  <a:lnTo>
                    <a:pt x="76818" y="26507"/>
                  </a:lnTo>
                  <a:lnTo>
                    <a:pt x="72403" y="29442"/>
                  </a:lnTo>
                  <a:lnTo>
                    <a:pt x="68083" y="32515"/>
                  </a:lnTo>
                  <a:lnTo>
                    <a:pt x="63863" y="35724"/>
                  </a:lnTo>
                  <a:lnTo>
                    <a:pt x="59747" y="39065"/>
                  </a:lnTo>
                  <a:lnTo>
                    <a:pt x="55739" y="42536"/>
                  </a:lnTo>
                  <a:lnTo>
                    <a:pt x="51843" y="46131"/>
                  </a:lnTo>
                  <a:lnTo>
                    <a:pt x="48063" y="49848"/>
                  </a:lnTo>
                  <a:lnTo>
                    <a:pt x="44403" y="53683"/>
                  </a:lnTo>
                  <a:lnTo>
                    <a:pt x="40866" y="57632"/>
                  </a:lnTo>
                  <a:lnTo>
                    <a:pt x="37457" y="61692"/>
                  </a:lnTo>
                  <a:lnTo>
                    <a:pt x="34177" y="65857"/>
                  </a:lnTo>
                  <a:lnTo>
                    <a:pt x="31032" y="70125"/>
                  </a:lnTo>
                  <a:lnTo>
                    <a:pt x="28023" y="74490"/>
                  </a:lnTo>
                  <a:lnTo>
                    <a:pt x="25154" y="78948"/>
                  </a:lnTo>
                  <a:lnTo>
                    <a:pt x="22428" y="83495"/>
                  </a:lnTo>
                  <a:lnTo>
                    <a:pt x="19848" y="88126"/>
                  </a:lnTo>
                  <a:lnTo>
                    <a:pt x="17415" y="92836"/>
                  </a:lnTo>
                  <a:lnTo>
                    <a:pt x="15134" y="97622"/>
                  </a:lnTo>
                  <a:lnTo>
                    <a:pt x="13005" y="102477"/>
                  </a:lnTo>
                  <a:lnTo>
                    <a:pt x="11031" y="107397"/>
                  </a:lnTo>
                  <a:lnTo>
                    <a:pt x="9214" y="112378"/>
                  </a:lnTo>
                  <a:lnTo>
                    <a:pt x="7557" y="117413"/>
                  </a:lnTo>
                  <a:lnTo>
                    <a:pt x="6059" y="122499"/>
                  </a:lnTo>
                  <a:lnTo>
                    <a:pt x="4724" y="127629"/>
                  </a:lnTo>
                  <a:lnTo>
                    <a:pt x="3552" y="132800"/>
                  </a:lnTo>
                  <a:lnTo>
                    <a:pt x="2544" y="138005"/>
                  </a:lnTo>
                  <a:lnTo>
                    <a:pt x="1702" y="143239"/>
                  </a:lnTo>
                  <a:lnTo>
                    <a:pt x="1027" y="148497"/>
                  </a:lnTo>
                  <a:lnTo>
                    <a:pt x="518" y="153774"/>
                  </a:lnTo>
                  <a:lnTo>
                    <a:pt x="177" y="159064"/>
                  </a:lnTo>
                  <a:lnTo>
                    <a:pt x="4" y="164363"/>
                  </a:lnTo>
                  <a:lnTo>
                    <a:pt x="0" y="169664"/>
                  </a:lnTo>
                  <a:lnTo>
                    <a:pt x="163" y="174963"/>
                  </a:lnTo>
                  <a:lnTo>
                    <a:pt x="494" y="180255"/>
                  </a:lnTo>
                  <a:lnTo>
                    <a:pt x="993" y="185532"/>
                  </a:lnTo>
                  <a:lnTo>
                    <a:pt x="1659" y="190792"/>
                  </a:lnTo>
                  <a:lnTo>
                    <a:pt x="2491" y="196028"/>
                  </a:lnTo>
                  <a:lnTo>
                    <a:pt x="3489" y="201234"/>
                  </a:lnTo>
                  <a:lnTo>
                    <a:pt x="4652" y="206407"/>
                  </a:lnTo>
                  <a:lnTo>
                    <a:pt x="5978" y="211540"/>
                  </a:lnTo>
                  <a:lnTo>
                    <a:pt x="7466" y="216628"/>
                  </a:lnTo>
                  <a:lnTo>
                    <a:pt x="9114" y="221667"/>
                  </a:lnTo>
                  <a:lnTo>
                    <a:pt x="10922" y="226650"/>
                  </a:lnTo>
                  <a:lnTo>
                    <a:pt x="12887" y="231574"/>
                  </a:lnTo>
                  <a:lnTo>
                    <a:pt x="15007" y="236433"/>
                  </a:lnTo>
                  <a:lnTo>
                    <a:pt x="17279" y="241223"/>
                  </a:lnTo>
                  <a:lnTo>
                    <a:pt x="19703" y="245938"/>
                  </a:lnTo>
                  <a:lnTo>
                    <a:pt x="22275" y="250574"/>
                  </a:lnTo>
                  <a:lnTo>
                    <a:pt x="24993" y="255126"/>
                  </a:lnTo>
                  <a:lnTo>
                    <a:pt x="27853" y="259589"/>
                  </a:lnTo>
                  <a:lnTo>
                    <a:pt x="30854" y="263960"/>
                  </a:lnTo>
                  <a:lnTo>
                    <a:pt x="33992" y="268233"/>
                  </a:lnTo>
                  <a:lnTo>
                    <a:pt x="37263" y="272404"/>
                  </a:lnTo>
                  <a:lnTo>
                    <a:pt x="40666" y="276470"/>
                  </a:lnTo>
                  <a:lnTo>
                    <a:pt x="44195" y="280426"/>
                  </a:lnTo>
                  <a:lnTo>
                    <a:pt x="47848" y="284267"/>
                  </a:lnTo>
                  <a:lnTo>
                    <a:pt x="51622" y="287991"/>
                  </a:lnTo>
                  <a:lnTo>
                    <a:pt x="55511" y="291594"/>
                  </a:lnTo>
                  <a:lnTo>
                    <a:pt x="59513" y="295071"/>
                  </a:lnTo>
                  <a:lnTo>
                    <a:pt x="63623" y="298420"/>
                  </a:lnTo>
                  <a:lnTo>
                    <a:pt x="67837" y="301637"/>
                  </a:lnTo>
                  <a:lnTo>
                    <a:pt x="72151" y="304718"/>
                  </a:lnTo>
                  <a:lnTo>
                    <a:pt x="76560" y="307661"/>
                  </a:lnTo>
                  <a:lnTo>
                    <a:pt x="81061" y="310463"/>
                  </a:lnTo>
                  <a:lnTo>
                    <a:pt x="85648" y="313121"/>
                  </a:lnTo>
                  <a:lnTo>
                    <a:pt x="90317" y="315632"/>
                  </a:lnTo>
                  <a:lnTo>
                    <a:pt x="95063" y="317994"/>
                  </a:lnTo>
                  <a:lnTo>
                    <a:pt x="99882" y="320204"/>
                  </a:lnTo>
                  <a:lnTo>
                    <a:pt x="104769" y="322260"/>
                  </a:lnTo>
                  <a:lnTo>
                    <a:pt x="109718" y="324160"/>
                  </a:lnTo>
                  <a:lnTo>
                    <a:pt x="114725" y="325902"/>
                  </a:lnTo>
                  <a:lnTo>
                    <a:pt x="119785" y="327484"/>
                  </a:lnTo>
                  <a:lnTo>
                    <a:pt x="124892" y="328905"/>
                  </a:lnTo>
                  <a:lnTo>
                    <a:pt x="130042" y="330164"/>
                  </a:lnTo>
                  <a:lnTo>
                    <a:pt x="135229" y="331259"/>
                  </a:lnTo>
                  <a:lnTo>
                    <a:pt x="140448" y="332188"/>
                  </a:lnTo>
                  <a:lnTo>
                    <a:pt x="145695" y="332952"/>
                  </a:lnTo>
                  <a:lnTo>
                    <a:pt x="150962" y="333549"/>
                  </a:lnTo>
                  <a:lnTo>
                    <a:pt x="156246" y="333979"/>
                  </a:lnTo>
                  <a:lnTo>
                    <a:pt x="161541" y="334240"/>
                  </a:lnTo>
                  <a:lnTo>
                    <a:pt x="166842" y="334334"/>
                  </a:lnTo>
                  <a:lnTo>
                    <a:pt x="172143" y="334260"/>
                  </a:lnTo>
                  <a:lnTo>
                    <a:pt x="177439" y="334017"/>
                  </a:lnTo>
                  <a:lnTo>
                    <a:pt x="182724" y="333607"/>
                  </a:lnTo>
                  <a:lnTo>
                    <a:pt x="187994" y="333030"/>
                  </a:lnTo>
                  <a:lnTo>
                    <a:pt x="193243" y="332285"/>
                  </a:lnTo>
                  <a:lnTo>
                    <a:pt x="198466" y="331375"/>
                  </a:lnTo>
                  <a:lnTo>
                    <a:pt x="203657" y="330299"/>
                  </a:lnTo>
                  <a:lnTo>
                    <a:pt x="208811" y="329059"/>
                  </a:lnTo>
                  <a:lnTo>
                    <a:pt x="213924" y="327657"/>
                  </a:lnTo>
                  <a:lnTo>
                    <a:pt x="218990" y="326093"/>
                  </a:lnTo>
                  <a:lnTo>
                    <a:pt x="224003" y="324369"/>
                  </a:lnTo>
                  <a:lnTo>
                    <a:pt x="228959" y="322487"/>
                  </a:lnTo>
                  <a:lnTo>
                    <a:pt x="233853" y="320449"/>
                  </a:lnTo>
                  <a:lnTo>
                    <a:pt x="238680" y="318257"/>
                  </a:lnTo>
                  <a:lnTo>
                    <a:pt x="243435" y="315913"/>
                  </a:lnTo>
                  <a:lnTo>
                    <a:pt x="248113" y="313419"/>
                  </a:lnTo>
                  <a:lnTo>
                    <a:pt x="252710" y="310778"/>
                  </a:lnTo>
                  <a:lnTo>
                    <a:pt x="257221" y="307993"/>
                  </a:lnTo>
                  <a:lnTo>
                    <a:pt x="261641" y="305066"/>
                  </a:lnTo>
                  <a:lnTo>
                    <a:pt x="265966" y="302000"/>
                  </a:lnTo>
                  <a:lnTo>
                    <a:pt x="270192" y="298799"/>
                  </a:lnTo>
                  <a:lnTo>
                    <a:pt x="274314" y="295465"/>
                  </a:lnTo>
                  <a:lnTo>
                    <a:pt x="278329" y="292002"/>
                  </a:lnTo>
                  <a:lnTo>
                    <a:pt x="282231" y="288414"/>
                  </a:lnTo>
                  <a:lnTo>
                    <a:pt x="286018" y="284704"/>
                  </a:lnTo>
                  <a:lnTo>
                    <a:pt x="289685" y="280876"/>
                  </a:lnTo>
                  <a:lnTo>
                    <a:pt x="293229" y="276933"/>
                  </a:lnTo>
                  <a:lnTo>
                    <a:pt x="296646" y="272880"/>
                  </a:lnTo>
                  <a:lnTo>
                    <a:pt x="299933" y="268720"/>
                  </a:lnTo>
                  <a:lnTo>
                    <a:pt x="303087" y="264459"/>
                  </a:lnTo>
                  <a:lnTo>
                    <a:pt x="306104" y="260099"/>
                  </a:lnTo>
                  <a:lnTo>
                    <a:pt x="308981" y="255646"/>
                  </a:lnTo>
                  <a:lnTo>
                    <a:pt x="311715" y="25110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44566" cy="83937"/>
            </a:xfrm>
            <a:custGeom>
              <a:avLst/>
              <a:pathLst>
                <a:path w="144566" h="83937">
                  <a:moveTo>
                    <a:pt x="144566" y="839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8891"/>
              <a:ext cx="167164" cy="243241"/>
            </a:xfrm>
            <a:custGeom>
              <a:avLst/>
              <a:pathLst>
                <a:path w="167164" h="243241">
                  <a:moveTo>
                    <a:pt x="144566" y="243241"/>
                  </a:moveTo>
                  <a:lnTo>
                    <a:pt x="147219" y="238496"/>
                  </a:lnTo>
                  <a:lnTo>
                    <a:pt x="149717" y="233666"/>
                  </a:lnTo>
                  <a:lnTo>
                    <a:pt x="152056" y="228758"/>
                  </a:lnTo>
                  <a:lnTo>
                    <a:pt x="154234" y="223776"/>
                  </a:lnTo>
                  <a:lnTo>
                    <a:pt x="156249" y="218727"/>
                  </a:lnTo>
                  <a:lnTo>
                    <a:pt x="158099" y="213614"/>
                  </a:lnTo>
                  <a:lnTo>
                    <a:pt x="159781" y="208444"/>
                  </a:lnTo>
                  <a:lnTo>
                    <a:pt x="161295" y="203222"/>
                  </a:lnTo>
                  <a:lnTo>
                    <a:pt x="162638" y="197953"/>
                  </a:lnTo>
                  <a:lnTo>
                    <a:pt x="163809" y="192644"/>
                  </a:lnTo>
                  <a:lnTo>
                    <a:pt x="164806" y="187299"/>
                  </a:lnTo>
                  <a:lnTo>
                    <a:pt x="165629" y="181925"/>
                  </a:lnTo>
                  <a:lnTo>
                    <a:pt x="166277" y="176527"/>
                  </a:lnTo>
                  <a:lnTo>
                    <a:pt x="166750" y="171110"/>
                  </a:lnTo>
                  <a:lnTo>
                    <a:pt x="167045" y="165681"/>
                  </a:lnTo>
                  <a:lnTo>
                    <a:pt x="167164" y="160246"/>
                  </a:lnTo>
                  <a:lnTo>
                    <a:pt x="167106" y="154809"/>
                  </a:lnTo>
                  <a:lnTo>
                    <a:pt x="166872" y="149377"/>
                  </a:lnTo>
                  <a:lnTo>
                    <a:pt x="166461" y="143955"/>
                  </a:lnTo>
                  <a:lnTo>
                    <a:pt x="165874" y="138550"/>
                  </a:lnTo>
                  <a:lnTo>
                    <a:pt x="165111" y="133167"/>
                  </a:lnTo>
                  <a:lnTo>
                    <a:pt x="164174" y="127811"/>
                  </a:lnTo>
                  <a:lnTo>
                    <a:pt x="163063" y="122489"/>
                  </a:lnTo>
                  <a:lnTo>
                    <a:pt x="161779" y="117206"/>
                  </a:lnTo>
                  <a:lnTo>
                    <a:pt x="160325" y="111967"/>
                  </a:lnTo>
                  <a:lnTo>
                    <a:pt x="158700" y="106778"/>
                  </a:lnTo>
                  <a:lnTo>
                    <a:pt x="156908" y="101645"/>
                  </a:lnTo>
                  <a:lnTo>
                    <a:pt x="154950" y="96573"/>
                  </a:lnTo>
                  <a:lnTo>
                    <a:pt x="152828" y="91567"/>
                  </a:lnTo>
                  <a:lnTo>
                    <a:pt x="150545" y="86633"/>
                  </a:lnTo>
                  <a:lnTo>
                    <a:pt x="148102" y="81776"/>
                  </a:lnTo>
                  <a:lnTo>
                    <a:pt x="145502" y="77000"/>
                  </a:lnTo>
                  <a:lnTo>
                    <a:pt x="142749" y="72312"/>
                  </a:lnTo>
                  <a:lnTo>
                    <a:pt x="139844" y="67716"/>
                  </a:lnTo>
                  <a:lnTo>
                    <a:pt x="136792" y="63217"/>
                  </a:lnTo>
                  <a:lnTo>
                    <a:pt x="133595" y="58819"/>
                  </a:lnTo>
                  <a:lnTo>
                    <a:pt x="130256" y="54528"/>
                  </a:lnTo>
                  <a:lnTo>
                    <a:pt x="126780" y="50347"/>
                  </a:lnTo>
                  <a:lnTo>
                    <a:pt x="123170" y="46282"/>
                  </a:lnTo>
                  <a:lnTo>
                    <a:pt x="119429" y="42336"/>
                  </a:lnTo>
                  <a:lnTo>
                    <a:pt x="115562" y="38514"/>
                  </a:lnTo>
                  <a:lnTo>
                    <a:pt x="111573" y="34820"/>
                  </a:lnTo>
                  <a:lnTo>
                    <a:pt x="107466" y="31257"/>
                  </a:lnTo>
                  <a:lnTo>
                    <a:pt x="103245" y="27830"/>
                  </a:lnTo>
                  <a:lnTo>
                    <a:pt x="98915" y="24542"/>
                  </a:lnTo>
                  <a:lnTo>
                    <a:pt x="94480" y="21397"/>
                  </a:lnTo>
                  <a:lnTo>
                    <a:pt x="89945" y="18397"/>
                  </a:lnTo>
                  <a:lnTo>
                    <a:pt x="85316" y="15547"/>
                  </a:lnTo>
                  <a:lnTo>
                    <a:pt x="80596" y="12848"/>
                  </a:lnTo>
                  <a:lnTo>
                    <a:pt x="75790" y="10305"/>
                  </a:lnTo>
                  <a:lnTo>
                    <a:pt x="70905" y="7919"/>
                  </a:lnTo>
                  <a:lnTo>
                    <a:pt x="65944" y="5693"/>
                  </a:lnTo>
                  <a:lnTo>
                    <a:pt x="60914" y="3630"/>
                  </a:lnTo>
                  <a:lnTo>
                    <a:pt x="55819" y="1731"/>
                  </a:lnTo>
                  <a:lnTo>
                    <a:pt x="50665" y="0"/>
                  </a:lnTo>
                  <a:lnTo>
                    <a:pt x="0" y="159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1028"/>
              <a:ext cx="50665" cy="167167"/>
            </a:xfrm>
            <a:custGeom>
              <a:avLst/>
              <a:pathLst>
                <a:path w="50665" h="167167">
                  <a:moveTo>
                    <a:pt x="50665" y="7862"/>
                  </a:moveTo>
                  <a:lnTo>
                    <a:pt x="44498" y="6031"/>
                  </a:lnTo>
                  <a:lnTo>
                    <a:pt x="38264" y="4438"/>
                  </a:lnTo>
                  <a:lnTo>
                    <a:pt x="31973" y="3086"/>
                  </a:lnTo>
                  <a:lnTo>
                    <a:pt x="25636" y="1977"/>
                  </a:lnTo>
                  <a:lnTo>
                    <a:pt x="19260" y="1113"/>
                  </a:lnTo>
                  <a:lnTo>
                    <a:pt x="12856" y="495"/>
                  </a:lnTo>
                  <a:lnTo>
                    <a:pt x="643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05579" y="1322571"/>
              <a:ext cx="83141" cy="167167"/>
            </a:xfrm>
            <a:custGeom>
              <a:avLst/>
              <a:pathLst>
                <a:path w="83141" h="167167">
                  <a:moveTo>
                    <a:pt x="83141" y="0"/>
                  </a:moveTo>
                  <a:lnTo>
                    <a:pt x="77341" y="100"/>
                  </a:lnTo>
                  <a:lnTo>
                    <a:pt x="71547" y="402"/>
                  </a:lnTo>
                  <a:lnTo>
                    <a:pt x="65768" y="905"/>
                  </a:lnTo>
                  <a:lnTo>
                    <a:pt x="60010" y="1607"/>
                  </a:lnTo>
                  <a:lnTo>
                    <a:pt x="54280" y="2510"/>
                  </a:lnTo>
                  <a:lnTo>
                    <a:pt x="48584" y="3610"/>
                  </a:lnTo>
                  <a:lnTo>
                    <a:pt x="42930" y="4908"/>
                  </a:lnTo>
                  <a:lnTo>
                    <a:pt x="37325" y="6400"/>
                  </a:lnTo>
                  <a:lnTo>
                    <a:pt x="31774" y="8087"/>
                  </a:lnTo>
                  <a:lnTo>
                    <a:pt x="26286" y="9965"/>
                  </a:lnTo>
                  <a:lnTo>
                    <a:pt x="20866" y="12032"/>
                  </a:lnTo>
                  <a:lnTo>
                    <a:pt x="15521" y="14286"/>
                  </a:lnTo>
                  <a:lnTo>
                    <a:pt x="10257" y="16724"/>
                  </a:lnTo>
                  <a:lnTo>
                    <a:pt x="5081" y="19344"/>
                  </a:lnTo>
                  <a:lnTo>
                    <a:pt x="0" y="22141"/>
                  </a:lnTo>
                  <a:lnTo>
                    <a:pt x="8314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05579" y="1344713"/>
              <a:ext cx="83141" cy="145025"/>
            </a:xfrm>
            <a:custGeom>
              <a:avLst/>
              <a:pathLst>
                <a:path w="83141" h="145025">
                  <a:moveTo>
                    <a:pt x="0" y="0"/>
                  </a:moveTo>
                  <a:lnTo>
                    <a:pt x="83141" y="1450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21553" y="1344713"/>
              <a:ext cx="334331" cy="312178"/>
            </a:xfrm>
            <a:custGeom>
              <a:avLst/>
              <a:pathLst>
                <a:path w="334331" h="312178">
                  <a:moveTo>
                    <a:pt x="84026" y="0"/>
                  </a:moveTo>
                  <a:lnTo>
                    <a:pt x="79456" y="2716"/>
                  </a:lnTo>
                  <a:lnTo>
                    <a:pt x="74976" y="5577"/>
                  </a:lnTo>
                  <a:lnTo>
                    <a:pt x="70588" y="8579"/>
                  </a:lnTo>
                  <a:lnTo>
                    <a:pt x="66299" y="11719"/>
                  </a:lnTo>
                  <a:lnTo>
                    <a:pt x="62111" y="14994"/>
                  </a:lnTo>
                  <a:lnTo>
                    <a:pt x="58029" y="18400"/>
                  </a:lnTo>
                  <a:lnTo>
                    <a:pt x="54058" y="21935"/>
                  </a:lnTo>
                  <a:lnTo>
                    <a:pt x="50201" y="25593"/>
                  </a:lnTo>
                  <a:lnTo>
                    <a:pt x="46463" y="29373"/>
                  </a:lnTo>
                  <a:lnTo>
                    <a:pt x="42846" y="33270"/>
                  </a:lnTo>
                  <a:lnTo>
                    <a:pt x="39356" y="37279"/>
                  </a:lnTo>
                  <a:lnTo>
                    <a:pt x="35994" y="41398"/>
                  </a:lnTo>
                  <a:lnTo>
                    <a:pt x="32766" y="45621"/>
                  </a:lnTo>
                  <a:lnTo>
                    <a:pt x="29673" y="49945"/>
                  </a:lnTo>
                  <a:lnTo>
                    <a:pt x="26719" y="54365"/>
                  </a:lnTo>
                  <a:lnTo>
                    <a:pt x="23907" y="58877"/>
                  </a:lnTo>
                  <a:lnTo>
                    <a:pt x="21240" y="63475"/>
                  </a:lnTo>
                  <a:lnTo>
                    <a:pt x="18721" y="68157"/>
                  </a:lnTo>
                  <a:lnTo>
                    <a:pt x="16352" y="72916"/>
                  </a:lnTo>
                  <a:lnTo>
                    <a:pt x="14135" y="77748"/>
                  </a:lnTo>
                  <a:lnTo>
                    <a:pt x="12073" y="82648"/>
                  </a:lnTo>
                  <a:lnTo>
                    <a:pt x="10168" y="87611"/>
                  </a:lnTo>
                  <a:lnTo>
                    <a:pt x="8422" y="92632"/>
                  </a:lnTo>
                  <a:lnTo>
                    <a:pt x="6836" y="97706"/>
                  </a:lnTo>
                  <a:lnTo>
                    <a:pt x="5413" y="102828"/>
                  </a:lnTo>
                  <a:lnTo>
                    <a:pt x="4153" y="107993"/>
                  </a:lnTo>
                  <a:lnTo>
                    <a:pt x="3058" y="113195"/>
                  </a:lnTo>
                  <a:lnTo>
                    <a:pt x="2129" y="118429"/>
                  </a:lnTo>
                  <a:lnTo>
                    <a:pt x="1366" y="123690"/>
                  </a:lnTo>
                  <a:lnTo>
                    <a:pt x="772" y="128973"/>
                  </a:lnTo>
                  <a:lnTo>
                    <a:pt x="346" y="134272"/>
                  </a:lnTo>
                  <a:lnTo>
                    <a:pt x="88" y="139582"/>
                  </a:lnTo>
                  <a:lnTo>
                    <a:pt x="0" y="144898"/>
                  </a:lnTo>
                  <a:lnTo>
                    <a:pt x="80" y="150213"/>
                  </a:lnTo>
                  <a:lnTo>
                    <a:pt x="329" y="155523"/>
                  </a:lnTo>
                  <a:lnTo>
                    <a:pt x="748" y="160823"/>
                  </a:lnTo>
                  <a:lnTo>
                    <a:pt x="1334" y="166107"/>
                  </a:lnTo>
                  <a:lnTo>
                    <a:pt x="2088" y="171369"/>
                  </a:lnTo>
                  <a:lnTo>
                    <a:pt x="3009" y="176605"/>
                  </a:lnTo>
                  <a:lnTo>
                    <a:pt x="4097" y="181809"/>
                  </a:lnTo>
                  <a:lnTo>
                    <a:pt x="5349" y="186975"/>
                  </a:lnTo>
                  <a:lnTo>
                    <a:pt x="6764" y="192099"/>
                  </a:lnTo>
                  <a:lnTo>
                    <a:pt x="8342" y="197176"/>
                  </a:lnTo>
                  <a:lnTo>
                    <a:pt x="10081" y="202200"/>
                  </a:lnTo>
                  <a:lnTo>
                    <a:pt x="11978" y="207166"/>
                  </a:lnTo>
                  <a:lnTo>
                    <a:pt x="14033" y="212069"/>
                  </a:lnTo>
                  <a:lnTo>
                    <a:pt x="16242" y="216904"/>
                  </a:lnTo>
                  <a:lnTo>
                    <a:pt x="18604" y="221667"/>
                  </a:lnTo>
                  <a:lnTo>
                    <a:pt x="21116" y="226352"/>
                  </a:lnTo>
                  <a:lnTo>
                    <a:pt x="23776" y="230955"/>
                  </a:lnTo>
                  <a:lnTo>
                    <a:pt x="26580" y="235471"/>
                  </a:lnTo>
                  <a:lnTo>
                    <a:pt x="29528" y="239896"/>
                  </a:lnTo>
                  <a:lnTo>
                    <a:pt x="32614" y="244224"/>
                  </a:lnTo>
                  <a:lnTo>
                    <a:pt x="35836" y="248452"/>
                  </a:lnTo>
                  <a:lnTo>
                    <a:pt x="39191" y="252576"/>
                  </a:lnTo>
                  <a:lnTo>
                    <a:pt x="42676" y="256591"/>
                  </a:lnTo>
                  <a:lnTo>
                    <a:pt x="46286" y="260493"/>
                  </a:lnTo>
                  <a:lnTo>
                    <a:pt x="50019" y="264278"/>
                  </a:lnTo>
                  <a:lnTo>
                    <a:pt x="53870" y="267943"/>
                  </a:lnTo>
                  <a:lnTo>
                    <a:pt x="57836" y="271483"/>
                  </a:lnTo>
                  <a:lnTo>
                    <a:pt x="61912" y="274896"/>
                  </a:lnTo>
                  <a:lnTo>
                    <a:pt x="66095" y="278177"/>
                  </a:lnTo>
                  <a:lnTo>
                    <a:pt x="70380" y="281324"/>
                  </a:lnTo>
                  <a:lnTo>
                    <a:pt x="74763" y="284332"/>
                  </a:lnTo>
                  <a:lnTo>
                    <a:pt x="79239" y="287200"/>
                  </a:lnTo>
                  <a:lnTo>
                    <a:pt x="83804" y="289924"/>
                  </a:lnTo>
                  <a:lnTo>
                    <a:pt x="88454" y="292501"/>
                  </a:lnTo>
                  <a:lnTo>
                    <a:pt x="93183" y="294930"/>
                  </a:lnTo>
                  <a:lnTo>
                    <a:pt x="97987" y="297206"/>
                  </a:lnTo>
                  <a:lnTo>
                    <a:pt x="102861" y="299329"/>
                  </a:lnTo>
                  <a:lnTo>
                    <a:pt x="107800" y="301296"/>
                  </a:lnTo>
                  <a:lnTo>
                    <a:pt x="112799" y="303105"/>
                  </a:lnTo>
                  <a:lnTo>
                    <a:pt x="117853" y="304753"/>
                  </a:lnTo>
                  <a:lnTo>
                    <a:pt x="122956" y="306241"/>
                  </a:lnTo>
                  <a:lnTo>
                    <a:pt x="128105" y="307565"/>
                  </a:lnTo>
                  <a:lnTo>
                    <a:pt x="133293" y="308725"/>
                  </a:lnTo>
                  <a:lnTo>
                    <a:pt x="138515" y="309719"/>
                  </a:lnTo>
                  <a:lnTo>
                    <a:pt x="143767" y="310547"/>
                  </a:lnTo>
                  <a:lnTo>
                    <a:pt x="149042" y="311207"/>
                  </a:lnTo>
                  <a:lnTo>
                    <a:pt x="154335" y="311700"/>
                  </a:lnTo>
                  <a:lnTo>
                    <a:pt x="159641" y="312023"/>
                  </a:lnTo>
                  <a:lnTo>
                    <a:pt x="164955" y="312178"/>
                  </a:lnTo>
                  <a:lnTo>
                    <a:pt x="170271" y="312164"/>
                  </a:lnTo>
                  <a:lnTo>
                    <a:pt x="175584" y="311981"/>
                  </a:lnTo>
                  <a:lnTo>
                    <a:pt x="180889" y="311629"/>
                  </a:lnTo>
                  <a:lnTo>
                    <a:pt x="186179" y="311108"/>
                  </a:lnTo>
                  <a:lnTo>
                    <a:pt x="191451" y="310420"/>
                  </a:lnTo>
                  <a:lnTo>
                    <a:pt x="196698" y="309564"/>
                  </a:lnTo>
                  <a:lnTo>
                    <a:pt x="201914" y="308542"/>
                  </a:lnTo>
                  <a:lnTo>
                    <a:pt x="207096" y="307354"/>
                  </a:lnTo>
                  <a:lnTo>
                    <a:pt x="212238" y="306002"/>
                  </a:lnTo>
                  <a:lnTo>
                    <a:pt x="217334" y="304488"/>
                  </a:lnTo>
                  <a:lnTo>
                    <a:pt x="222379" y="302812"/>
                  </a:lnTo>
                  <a:lnTo>
                    <a:pt x="227368" y="300977"/>
                  </a:lnTo>
                  <a:lnTo>
                    <a:pt x="232296" y="298984"/>
                  </a:lnTo>
                  <a:lnTo>
                    <a:pt x="237159" y="296835"/>
                  </a:lnTo>
                  <a:lnTo>
                    <a:pt x="241951" y="294532"/>
                  </a:lnTo>
                  <a:lnTo>
                    <a:pt x="246667" y="292079"/>
                  </a:lnTo>
                  <a:lnTo>
                    <a:pt x="251302" y="289477"/>
                  </a:lnTo>
                  <a:lnTo>
                    <a:pt x="255853" y="286728"/>
                  </a:lnTo>
                  <a:lnTo>
                    <a:pt x="260314" y="283837"/>
                  </a:lnTo>
                  <a:lnTo>
                    <a:pt x="264681" y="280805"/>
                  </a:lnTo>
                  <a:lnTo>
                    <a:pt x="268949" y="277635"/>
                  </a:lnTo>
                  <a:lnTo>
                    <a:pt x="273114" y="274332"/>
                  </a:lnTo>
                  <a:lnTo>
                    <a:pt x="277172" y="270898"/>
                  </a:lnTo>
                  <a:lnTo>
                    <a:pt x="281119" y="267336"/>
                  </a:lnTo>
                  <a:lnTo>
                    <a:pt x="284950" y="263651"/>
                  </a:lnTo>
                  <a:lnTo>
                    <a:pt x="288663" y="259846"/>
                  </a:lnTo>
                  <a:lnTo>
                    <a:pt x="292252" y="255925"/>
                  </a:lnTo>
                  <a:lnTo>
                    <a:pt x="295715" y="251891"/>
                  </a:lnTo>
                  <a:lnTo>
                    <a:pt x="299048" y="247750"/>
                  </a:lnTo>
                  <a:lnTo>
                    <a:pt x="302248" y="243504"/>
                  </a:lnTo>
                  <a:lnTo>
                    <a:pt x="305311" y="239159"/>
                  </a:lnTo>
                  <a:lnTo>
                    <a:pt x="308234" y="234719"/>
                  </a:lnTo>
                  <a:lnTo>
                    <a:pt x="311015" y="230188"/>
                  </a:lnTo>
                  <a:lnTo>
                    <a:pt x="313650" y="225571"/>
                  </a:lnTo>
                  <a:lnTo>
                    <a:pt x="316137" y="220872"/>
                  </a:lnTo>
                  <a:lnTo>
                    <a:pt x="318474" y="216097"/>
                  </a:lnTo>
                  <a:lnTo>
                    <a:pt x="320657" y="211250"/>
                  </a:lnTo>
                  <a:lnTo>
                    <a:pt x="322685" y="206336"/>
                  </a:lnTo>
                  <a:lnTo>
                    <a:pt x="324556" y="201360"/>
                  </a:lnTo>
                  <a:lnTo>
                    <a:pt x="326268" y="196327"/>
                  </a:lnTo>
                  <a:lnTo>
                    <a:pt x="327819" y="191242"/>
                  </a:lnTo>
                  <a:lnTo>
                    <a:pt x="329207" y="186110"/>
                  </a:lnTo>
                  <a:lnTo>
                    <a:pt x="330431" y="180937"/>
                  </a:lnTo>
                  <a:lnTo>
                    <a:pt x="331491" y="175728"/>
                  </a:lnTo>
                  <a:lnTo>
                    <a:pt x="332384" y="170487"/>
                  </a:lnTo>
                  <a:lnTo>
                    <a:pt x="333110" y="165221"/>
                  </a:lnTo>
                  <a:lnTo>
                    <a:pt x="333668" y="159934"/>
                  </a:lnTo>
                  <a:lnTo>
                    <a:pt x="334058" y="154632"/>
                  </a:lnTo>
                  <a:lnTo>
                    <a:pt x="334279" y="149321"/>
                  </a:lnTo>
                  <a:lnTo>
                    <a:pt x="334331" y="144005"/>
                  </a:lnTo>
                  <a:lnTo>
                    <a:pt x="334214" y="138690"/>
                  </a:lnTo>
                  <a:lnTo>
                    <a:pt x="333928" y="133381"/>
                  </a:lnTo>
                  <a:lnTo>
                    <a:pt x="333474" y="128085"/>
                  </a:lnTo>
                  <a:lnTo>
                    <a:pt x="332851" y="122805"/>
                  </a:lnTo>
                  <a:lnTo>
                    <a:pt x="332061" y="117548"/>
                  </a:lnTo>
                  <a:lnTo>
                    <a:pt x="331104" y="112319"/>
                  </a:lnTo>
                  <a:lnTo>
                    <a:pt x="329981" y="107123"/>
                  </a:lnTo>
                  <a:lnTo>
                    <a:pt x="328693" y="101965"/>
                  </a:lnTo>
                  <a:lnTo>
                    <a:pt x="327242" y="96850"/>
                  </a:lnTo>
                  <a:lnTo>
                    <a:pt x="325630" y="91785"/>
                  </a:lnTo>
                  <a:lnTo>
                    <a:pt x="323856" y="86773"/>
                  </a:lnTo>
                  <a:lnTo>
                    <a:pt x="321925" y="81820"/>
                  </a:lnTo>
                  <a:lnTo>
                    <a:pt x="319837" y="76931"/>
                  </a:lnTo>
                  <a:lnTo>
                    <a:pt x="317595" y="72111"/>
                  </a:lnTo>
                  <a:lnTo>
                    <a:pt x="315200" y="67365"/>
                  </a:lnTo>
                  <a:lnTo>
                    <a:pt x="312656" y="62697"/>
                  </a:lnTo>
                  <a:lnTo>
                    <a:pt x="309964" y="58113"/>
                  </a:lnTo>
                  <a:lnTo>
                    <a:pt x="307129" y="53616"/>
                  </a:lnTo>
                  <a:lnTo>
                    <a:pt x="304151" y="49212"/>
                  </a:lnTo>
                  <a:lnTo>
                    <a:pt x="167167" y="145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136984" cy="167167"/>
            </a:xfrm>
            <a:custGeom>
              <a:avLst/>
              <a:pathLst>
                <a:path w="136984" h="167167">
                  <a:moveTo>
                    <a:pt x="136984" y="71353"/>
                  </a:moveTo>
                  <a:lnTo>
                    <a:pt x="133736" y="66870"/>
                  </a:lnTo>
                  <a:lnTo>
                    <a:pt x="130342" y="62497"/>
                  </a:lnTo>
                  <a:lnTo>
                    <a:pt x="126804" y="58238"/>
                  </a:lnTo>
                  <a:lnTo>
                    <a:pt x="123128" y="54099"/>
                  </a:lnTo>
                  <a:lnTo>
                    <a:pt x="119316" y="50084"/>
                  </a:lnTo>
                  <a:lnTo>
                    <a:pt x="115374" y="46197"/>
                  </a:lnTo>
                  <a:lnTo>
                    <a:pt x="111305" y="42443"/>
                  </a:lnTo>
                  <a:lnTo>
                    <a:pt x="107114" y="38826"/>
                  </a:lnTo>
                  <a:lnTo>
                    <a:pt x="102806" y="35350"/>
                  </a:lnTo>
                  <a:lnTo>
                    <a:pt x="98385" y="32018"/>
                  </a:lnTo>
                  <a:lnTo>
                    <a:pt x="93855" y="28834"/>
                  </a:lnTo>
                  <a:lnTo>
                    <a:pt x="89223" y="25802"/>
                  </a:lnTo>
                  <a:lnTo>
                    <a:pt x="84494" y="22925"/>
                  </a:lnTo>
                  <a:lnTo>
                    <a:pt x="79671" y="20206"/>
                  </a:lnTo>
                  <a:lnTo>
                    <a:pt x="74761" y="17649"/>
                  </a:lnTo>
                  <a:lnTo>
                    <a:pt x="69769" y="15255"/>
                  </a:lnTo>
                  <a:lnTo>
                    <a:pt x="64701" y="13028"/>
                  </a:lnTo>
                  <a:lnTo>
                    <a:pt x="59561" y="10970"/>
                  </a:lnTo>
                  <a:lnTo>
                    <a:pt x="54357" y="9084"/>
                  </a:lnTo>
                  <a:lnTo>
                    <a:pt x="49092" y="7371"/>
                  </a:lnTo>
                  <a:lnTo>
                    <a:pt x="43774" y="5833"/>
                  </a:lnTo>
                  <a:lnTo>
                    <a:pt x="38408" y="4472"/>
                  </a:lnTo>
                  <a:lnTo>
                    <a:pt x="32999" y="3289"/>
                  </a:lnTo>
                  <a:lnTo>
                    <a:pt x="27555" y="2286"/>
                  </a:lnTo>
                  <a:lnTo>
                    <a:pt x="22080" y="1464"/>
                  </a:lnTo>
                  <a:lnTo>
                    <a:pt x="16581" y="824"/>
                  </a:lnTo>
                  <a:lnTo>
                    <a:pt x="11064" y="366"/>
                  </a:lnTo>
                  <a:lnTo>
                    <a:pt x="553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81172" y="1681503"/>
              <a:ext cx="105352" cy="167167"/>
            </a:xfrm>
            <a:custGeom>
              <a:avLst/>
              <a:pathLst>
                <a:path w="105352" h="167167">
                  <a:moveTo>
                    <a:pt x="105352" y="0"/>
                  </a:moveTo>
                  <a:lnTo>
                    <a:pt x="99654" y="97"/>
                  </a:lnTo>
                  <a:lnTo>
                    <a:pt x="93963" y="388"/>
                  </a:lnTo>
                  <a:lnTo>
                    <a:pt x="88285" y="873"/>
                  </a:lnTo>
                  <a:lnTo>
                    <a:pt x="82626" y="1551"/>
                  </a:lnTo>
                  <a:lnTo>
                    <a:pt x="76995" y="2422"/>
                  </a:lnTo>
                  <a:lnTo>
                    <a:pt x="71396" y="3485"/>
                  </a:lnTo>
                  <a:lnTo>
                    <a:pt x="65836" y="4737"/>
                  </a:lnTo>
                  <a:lnTo>
                    <a:pt x="60323" y="6178"/>
                  </a:lnTo>
                  <a:lnTo>
                    <a:pt x="54862" y="7807"/>
                  </a:lnTo>
                  <a:lnTo>
                    <a:pt x="49459" y="9620"/>
                  </a:lnTo>
                  <a:lnTo>
                    <a:pt x="44121" y="11617"/>
                  </a:lnTo>
                  <a:lnTo>
                    <a:pt x="38855" y="13795"/>
                  </a:lnTo>
                  <a:lnTo>
                    <a:pt x="33666" y="16150"/>
                  </a:lnTo>
                  <a:lnTo>
                    <a:pt x="28560" y="18681"/>
                  </a:lnTo>
                  <a:lnTo>
                    <a:pt x="23544" y="21385"/>
                  </a:lnTo>
                  <a:lnTo>
                    <a:pt x="18622" y="24258"/>
                  </a:lnTo>
                  <a:lnTo>
                    <a:pt x="13801" y="27298"/>
                  </a:lnTo>
                  <a:lnTo>
                    <a:pt x="9087" y="30499"/>
                  </a:lnTo>
                  <a:lnTo>
                    <a:pt x="4485" y="33860"/>
                  </a:lnTo>
                  <a:lnTo>
                    <a:pt x="0" y="37376"/>
                  </a:lnTo>
                  <a:lnTo>
                    <a:pt x="10535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1172" y="171887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19358" y="1681503"/>
              <a:ext cx="334323" cy="334328"/>
            </a:xfrm>
            <a:custGeom>
              <a:avLst/>
              <a:pathLst>
                <a:path w="334323" h="334328">
                  <a:moveTo>
                    <a:pt x="61814" y="37376"/>
                  </a:moveTo>
                  <a:lnTo>
                    <a:pt x="57760" y="40774"/>
                  </a:lnTo>
                  <a:lnTo>
                    <a:pt x="53815" y="44299"/>
                  </a:lnTo>
                  <a:lnTo>
                    <a:pt x="49984" y="47947"/>
                  </a:lnTo>
                  <a:lnTo>
                    <a:pt x="46271" y="51714"/>
                  </a:lnTo>
                  <a:lnTo>
                    <a:pt x="42678" y="55598"/>
                  </a:lnTo>
                  <a:lnTo>
                    <a:pt x="39211" y="59592"/>
                  </a:lnTo>
                  <a:lnTo>
                    <a:pt x="35871" y="63695"/>
                  </a:lnTo>
                  <a:lnTo>
                    <a:pt x="32663" y="67901"/>
                  </a:lnTo>
                  <a:lnTo>
                    <a:pt x="29589" y="72206"/>
                  </a:lnTo>
                  <a:lnTo>
                    <a:pt x="26653" y="76607"/>
                  </a:lnTo>
                  <a:lnTo>
                    <a:pt x="23858" y="81098"/>
                  </a:lnTo>
                  <a:lnTo>
                    <a:pt x="21207" y="85676"/>
                  </a:lnTo>
                  <a:lnTo>
                    <a:pt x="18702" y="90335"/>
                  </a:lnTo>
                  <a:lnTo>
                    <a:pt x="16345" y="95071"/>
                  </a:lnTo>
                  <a:lnTo>
                    <a:pt x="14139" y="99879"/>
                  </a:lnTo>
                  <a:lnTo>
                    <a:pt x="12087" y="104754"/>
                  </a:lnTo>
                  <a:lnTo>
                    <a:pt x="10190" y="109693"/>
                  </a:lnTo>
                  <a:lnTo>
                    <a:pt x="8450" y="114688"/>
                  </a:lnTo>
                  <a:lnTo>
                    <a:pt x="6869" y="119736"/>
                  </a:lnTo>
                  <a:lnTo>
                    <a:pt x="5448" y="124832"/>
                  </a:lnTo>
                  <a:lnTo>
                    <a:pt x="4190" y="129970"/>
                  </a:lnTo>
                  <a:lnTo>
                    <a:pt x="3094" y="135145"/>
                  </a:lnTo>
                  <a:lnTo>
                    <a:pt x="2163" y="140353"/>
                  </a:lnTo>
                  <a:lnTo>
                    <a:pt x="1398" y="145587"/>
                  </a:lnTo>
                  <a:lnTo>
                    <a:pt x="798" y="150843"/>
                  </a:lnTo>
                  <a:lnTo>
                    <a:pt x="365" y="156115"/>
                  </a:lnTo>
                  <a:lnTo>
                    <a:pt x="98" y="161398"/>
                  </a:lnTo>
                  <a:lnTo>
                    <a:pt x="0" y="166687"/>
                  </a:lnTo>
                  <a:lnTo>
                    <a:pt x="68" y="171977"/>
                  </a:lnTo>
                  <a:lnTo>
                    <a:pt x="304" y="177262"/>
                  </a:lnTo>
                  <a:lnTo>
                    <a:pt x="707" y="182536"/>
                  </a:lnTo>
                  <a:lnTo>
                    <a:pt x="1276" y="187795"/>
                  </a:lnTo>
                  <a:lnTo>
                    <a:pt x="2012" y="193034"/>
                  </a:lnTo>
                  <a:lnTo>
                    <a:pt x="2913" y="198247"/>
                  </a:lnTo>
                  <a:lnTo>
                    <a:pt x="3979" y="203428"/>
                  </a:lnTo>
                  <a:lnTo>
                    <a:pt x="5208" y="208573"/>
                  </a:lnTo>
                  <a:lnTo>
                    <a:pt x="6599" y="213677"/>
                  </a:lnTo>
                  <a:lnTo>
                    <a:pt x="8151" y="218734"/>
                  </a:lnTo>
                  <a:lnTo>
                    <a:pt x="9863" y="223740"/>
                  </a:lnTo>
                  <a:lnTo>
                    <a:pt x="11731" y="228689"/>
                  </a:lnTo>
                  <a:lnTo>
                    <a:pt x="13756" y="233576"/>
                  </a:lnTo>
                  <a:lnTo>
                    <a:pt x="15934" y="238397"/>
                  </a:lnTo>
                  <a:lnTo>
                    <a:pt x="18263" y="243146"/>
                  </a:lnTo>
                  <a:lnTo>
                    <a:pt x="20742" y="247820"/>
                  </a:lnTo>
                  <a:lnTo>
                    <a:pt x="23367" y="252412"/>
                  </a:lnTo>
                  <a:lnTo>
                    <a:pt x="26136" y="256919"/>
                  </a:lnTo>
                  <a:lnTo>
                    <a:pt x="29047" y="261337"/>
                  </a:lnTo>
                  <a:lnTo>
                    <a:pt x="32095" y="265660"/>
                  </a:lnTo>
                  <a:lnTo>
                    <a:pt x="35280" y="269884"/>
                  </a:lnTo>
                  <a:lnTo>
                    <a:pt x="38596" y="274006"/>
                  </a:lnTo>
                  <a:lnTo>
                    <a:pt x="42040" y="278020"/>
                  </a:lnTo>
                  <a:lnTo>
                    <a:pt x="45611" y="281924"/>
                  </a:lnTo>
                  <a:lnTo>
                    <a:pt x="49302" y="285713"/>
                  </a:lnTo>
                  <a:lnTo>
                    <a:pt x="53112" y="289383"/>
                  </a:lnTo>
                  <a:lnTo>
                    <a:pt x="57036" y="292930"/>
                  </a:lnTo>
                  <a:lnTo>
                    <a:pt x="61071" y="296352"/>
                  </a:lnTo>
                  <a:lnTo>
                    <a:pt x="65211" y="299644"/>
                  </a:lnTo>
                  <a:lnTo>
                    <a:pt x="69454" y="302804"/>
                  </a:lnTo>
                  <a:lnTo>
                    <a:pt x="73795" y="305827"/>
                  </a:lnTo>
                  <a:lnTo>
                    <a:pt x="78229" y="308712"/>
                  </a:lnTo>
                  <a:lnTo>
                    <a:pt x="82752" y="311455"/>
                  </a:lnTo>
                  <a:lnTo>
                    <a:pt x="87360" y="314054"/>
                  </a:lnTo>
                  <a:lnTo>
                    <a:pt x="92047" y="316506"/>
                  </a:lnTo>
                  <a:lnTo>
                    <a:pt x="96810" y="318808"/>
                  </a:lnTo>
                  <a:lnTo>
                    <a:pt x="101643" y="320958"/>
                  </a:lnTo>
                  <a:lnTo>
                    <a:pt x="106542" y="322954"/>
                  </a:lnTo>
                  <a:lnTo>
                    <a:pt x="111502" y="324794"/>
                  </a:lnTo>
                  <a:lnTo>
                    <a:pt x="116517" y="326477"/>
                  </a:lnTo>
                  <a:lnTo>
                    <a:pt x="121583" y="328000"/>
                  </a:lnTo>
                  <a:lnTo>
                    <a:pt x="126695" y="329361"/>
                  </a:lnTo>
                  <a:lnTo>
                    <a:pt x="131847" y="330561"/>
                  </a:lnTo>
                  <a:lnTo>
                    <a:pt x="137034" y="331596"/>
                  </a:lnTo>
                  <a:lnTo>
                    <a:pt x="142252" y="332467"/>
                  </a:lnTo>
                  <a:lnTo>
                    <a:pt x="147495" y="333173"/>
                  </a:lnTo>
                  <a:lnTo>
                    <a:pt x="152757" y="333712"/>
                  </a:lnTo>
                  <a:lnTo>
                    <a:pt x="158034" y="334085"/>
                  </a:lnTo>
                  <a:lnTo>
                    <a:pt x="163320" y="334290"/>
                  </a:lnTo>
                  <a:lnTo>
                    <a:pt x="168610" y="334328"/>
                  </a:lnTo>
                  <a:lnTo>
                    <a:pt x="173898" y="334199"/>
                  </a:lnTo>
                  <a:lnTo>
                    <a:pt x="179180" y="333902"/>
                  </a:lnTo>
                  <a:lnTo>
                    <a:pt x="184450" y="333439"/>
                  </a:lnTo>
                  <a:lnTo>
                    <a:pt x="189702" y="332808"/>
                  </a:lnTo>
                  <a:lnTo>
                    <a:pt x="194932" y="332012"/>
                  </a:lnTo>
                  <a:lnTo>
                    <a:pt x="200134" y="331051"/>
                  </a:lnTo>
                  <a:lnTo>
                    <a:pt x="205302" y="329926"/>
                  </a:lnTo>
                  <a:lnTo>
                    <a:pt x="210433" y="328638"/>
                  </a:lnTo>
                  <a:lnTo>
                    <a:pt x="215521" y="327188"/>
                  </a:lnTo>
                  <a:lnTo>
                    <a:pt x="220560" y="325578"/>
                  </a:lnTo>
                  <a:lnTo>
                    <a:pt x="225545" y="323809"/>
                  </a:lnTo>
                  <a:lnTo>
                    <a:pt x="230472" y="321884"/>
                  </a:lnTo>
                  <a:lnTo>
                    <a:pt x="235336" y="319803"/>
                  </a:lnTo>
                  <a:lnTo>
                    <a:pt x="240131" y="317570"/>
                  </a:lnTo>
                  <a:lnTo>
                    <a:pt x="244854" y="315186"/>
                  </a:lnTo>
                  <a:lnTo>
                    <a:pt x="249498" y="312654"/>
                  </a:lnTo>
                  <a:lnTo>
                    <a:pt x="254060" y="309976"/>
                  </a:lnTo>
                  <a:lnTo>
                    <a:pt x="258535" y="307155"/>
                  </a:lnTo>
                  <a:lnTo>
                    <a:pt x="262919" y="304194"/>
                  </a:lnTo>
                  <a:lnTo>
                    <a:pt x="267207" y="301096"/>
                  </a:lnTo>
                  <a:lnTo>
                    <a:pt x="271394" y="297863"/>
                  </a:lnTo>
                  <a:lnTo>
                    <a:pt x="275477" y="294500"/>
                  </a:lnTo>
                  <a:lnTo>
                    <a:pt x="279452" y="291009"/>
                  </a:lnTo>
                  <a:lnTo>
                    <a:pt x="283314" y="287394"/>
                  </a:lnTo>
                  <a:lnTo>
                    <a:pt x="287060" y="283659"/>
                  </a:lnTo>
                  <a:lnTo>
                    <a:pt x="290686" y="279807"/>
                  </a:lnTo>
                  <a:lnTo>
                    <a:pt x="294188" y="275843"/>
                  </a:lnTo>
                  <a:lnTo>
                    <a:pt x="297563" y="271769"/>
                  </a:lnTo>
                  <a:lnTo>
                    <a:pt x="300807" y="267591"/>
                  </a:lnTo>
                  <a:lnTo>
                    <a:pt x="303918" y="263312"/>
                  </a:lnTo>
                  <a:lnTo>
                    <a:pt x="306892" y="258937"/>
                  </a:lnTo>
                  <a:lnTo>
                    <a:pt x="309725" y="254470"/>
                  </a:lnTo>
                  <a:lnTo>
                    <a:pt x="312416" y="249916"/>
                  </a:lnTo>
                  <a:lnTo>
                    <a:pt x="314962" y="245278"/>
                  </a:lnTo>
                  <a:lnTo>
                    <a:pt x="317359" y="240563"/>
                  </a:lnTo>
                  <a:lnTo>
                    <a:pt x="319606" y="235774"/>
                  </a:lnTo>
                  <a:lnTo>
                    <a:pt x="321701" y="230916"/>
                  </a:lnTo>
                  <a:lnTo>
                    <a:pt x="323641" y="225995"/>
                  </a:lnTo>
                  <a:lnTo>
                    <a:pt x="325424" y="221014"/>
                  </a:lnTo>
                  <a:lnTo>
                    <a:pt x="327048" y="215980"/>
                  </a:lnTo>
                  <a:lnTo>
                    <a:pt x="328513" y="210897"/>
                  </a:lnTo>
                  <a:lnTo>
                    <a:pt x="329815" y="205770"/>
                  </a:lnTo>
                  <a:lnTo>
                    <a:pt x="330955" y="200604"/>
                  </a:lnTo>
                  <a:lnTo>
                    <a:pt x="331931" y="195405"/>
                  </a:lnTo>
                  <a:lnTo>
                    <a:pt x="332742" y="190178"/>
                  </a:lnTo>
                  <a:lnTo>
                    <a:pt x="333388" y="184927"/>
                  </a:lnTo>
                  <a:lnTo>
                    <a:pt x="333866" y="179659"/>
                  </a:lnTo>
                  <a:lnTo>
                    <a:pt x="334178" y="174378"/>
                  </a:lnTo>
                  <a:lnTo>
                    <a:pt x="334323" y="169090"/>
                  </a:lnTo>
                  <a:lnTo>
                    <a:pt x="334300" y="163800"/>
                  </a:lnTo>
                  <a:lnTo>
                    <a:pt x="334110" y="158514"/>
                  </a:lnTo>
                  <a:lnTo>
                    <a:pt x="333752" y="153236"/>
                  </a:lnTo>
                  <a:lnTo>
                    <a:pt x="333228" y="147972"/>
                  </a:lnTo>
                  <a:lnTo>
                    <a:pt x="332538" y="142727"/>
                  </a:lnTo>
                  <a:lnTo>
                    <a:pt x="331681" y="137507"/>
                  </a:lnTo>
                  <a:lnTo>
                    <a:pt x="330661" y="132316"/>
                  </a:lnTo>
                  <a:lnTo>
                    <a:pt x="329476" y="127161"/>
                  </a:lnTo>
                  <a:lnTo>
                    <a:pt x="328129" y="122045"/>
                  </a:lnTo>
                  <a:lnTo>
                    <a:pt x="326621" y="116975"/>
                  </a:lnTo>
                  <a:lnTo>
                    <a:pt x="324953" y="111955"/>
                  </a:lnTo>
                  <a:lnTo>
                    <a:pt x="323127" y="106990"/>
                  </a:lnTo>
                  <a:lnTo>
                    <a:pt x="321145" y="102085"/>
                  </a:lnTo>
                  <a:lnTo>
                    <a:pt x="319008" y="97246"/>
                  </a:lnTo>
                  <a:lnTo>
                    <a:pt x="316720" y="92476"/>
                  </a:lnTo>
                  <a:lnTo>
                    <a:pt x="314282" y="87782"/>
                  </a:lnTo>
                  <a:lnTo>
                    <a:pt x="311696" y="83167"/>
                  </a:lnTo>
                  <a:lnTo>
                    <a:pt x="308966" y="78636"/>
                  </a:lnTo>
                  <a:lnTo>
                    <a:pt x="306094" y="74193"/>
                  </a:lnTo>
                  <a:lnTo>
                    <a:pt x="303083" y="69844"/>
                  </a:lnTo>
                  <a:lnTo>
                    <a:pt x="299935" y="65593"/>
                  </a:lnTo>
                  <a:lnTo>
                    <a:pt x="296655" y="61442"/>
                  </a:lnTo>
                  <a:lnTo>
                    <a:pt x="293245" y="57398"/>
                  </a:lnTo>
                  <a:lnTo>
                    <a:pt x="289708" y="53464"/>
                  </a:lnTo>
                  <a:lnTo>
                    <a:pt x="286049" y="49644"/>
                  </a:lnTo>
                  <a:lnTo>
                    <a:pt x="282271" y="45941"/>
                  </a:lnTo>
                  <a:lnTo>
                    <a:pt x="278378" y="42360"/>
                  </a:lnTo>
                  <a:lnTo>
                    <a:pt x="274373" y="38903"/>
                  </a:lnTo>
                  <a:lnTo>
                    <a:pt x="270261" y="35575"/>
                  </a:lnTo>
                  <a:lnTo>
                    <a:pt x="266046" y="32379"/>
                  </a:lnTo>
                  <a:lnTo>
                    <a:pt x="261732" y="29318"/>
                  </a:lnTo>
                  <a:lnTo>
                    <a:pt x="257323" y="26395"/>
                  </a:lnTo>
                  <a:lnTo>
                    <a:pt x="252824" y="23613"/>
                  </a:lnTo>
                  <a:lnTo>
                    <a:pt x="248239" y="20974"/>
                  </a:lnTo>
                  <a:lnTo>
                    <a:pt x="243572" y="18482"/>
                  </a:lnTo>
                  <a:lnTo>
                    <a:pt x="238830" y="16139"/>
                  </a:lnTo>
                  <a:lnTo>
                    <a:pt x="234015" y="13948"/>
                  </a:lnTo>
                  <a:lnTo>
                    <a:pt x="229134" y="11909"/>
                  </a:lnTo>
                  <a:lnTo>
                    <a:pt x="224190" y="10026"/>
                  </a:lnTo>
                  <a:lnTo>
                    <a:pt x="219190" y="8301"/>
                  </a:lnTo>
                  <a:lnTo>
                    <a:pt x="214137" y="6734"/>
                  </a:lnTo>
                  <a:lnTo>
                    <a:pt x="209037" y="5328"/>
                  </a:lnTo>
                  <a:lnTo>
                    <a:pt x="203895" y="4084"/>
                  </a:lnTo>
                  <a:lnTo>
                    <a:pt x="198717" y="3004"/>
                  </a:lnTo>
                  <a:lnTo>
                    <a:pt x="193507" y="2088"/>
                  </a:lnTo>
                  <a:lnTo>
                    <a:pt x="188271" y="1337"/>
                  </a:lnTo>
                  <a:lnTo>
                    <a:pt x="183013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54441" y="2126963"/>
              <a:ext cx="26846" cy="167167"/>
            </a:xfrm>
            <a:custGeom>
              <a:avLst/>
              <a:pathLst>
                <a:path w="26846" h="167167">
                  <a:moveTo>
                    <a:pt x="26846" y="0"/>
                  </a:moveTo>
                  <a:lnTo>
                    <a:pt x="20107" y="135"/>
                  </a:lnTo>
                  <a:lnTo>
                    <a:pt x="13379" y="543"/>
                  </a:lnTo>
                  <a:lnTo>
                    <a:pt x="6673" y="1221"/>
                  </a:lnTo>
                  <a:lnTo>
                    <a:pt x="0" y="2169"/>
                  </a:lnTo>
                  <a:lnTo>
                    <a:pt x="2684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54441" y="2129133"/>
              <a:ext cx="26846" cy="164997"/>
            </a:xfrm>
            <a:custGeom>
              <a:avLst/>
              <a:pathLst>
                <a:path w="26846" h="164997">
                  <a:moveTo>
                    <a:pt x="0" y="0"/>
                  </a:moveTo>
                  <a:lnTo>
                    <a:pt x="26846" y="1649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14139" y="2128417"/>
              <a:ext cx="334302" cy="332881"/>
            </a:xfrm>
            <a:custGeom>
              <a:avLst/>
              <a:pathLst>
                <a:path w="334302" h="332881">
                  <a:moveTo>
                    <a:pt x="140302" y="716"/>
                  </a:moveTo>
                  <a:lnTo>
                    <a:pt x="135087" y="1649"/>
                  </a:lnTo>
                  <a:lnTo>
                    <a:pt x="129904" y="2748"/>
                  </a:lnTo>
                  <a:lnTo>
                    <a:pt x="124759" y="4010"/>
                  </a:lnTo>
                  <a:lnTo>
                    <a:pt x="119656" y="5434"/>
                  </a:lnTo>
                  <a:lnTo>
                    <a:pt x="114601" y="7019"/>
                  </a:lnTo>
                  <a:lnTo>
                    <a:pt x="109599" y="8764"/>
                  </a:lnTo>
                  <a:lnTo>
                    <a:pt x="104654" y="10667"/>
                  </a:lnTo>
                  <a:lnTo>
                    <a:pt x="99773" y="12725"/>
                  </a:lnTo>
                  <a:lnTo>
                    <a:pt x="94959" y="14937"/>
                  </a:lnTo>
                  <a:lnTo>
                    <a:pt x="90217" y="17300"/>
                  </a:lnTo>
                  <a:lnTo>
                    <a:pt x="85553" y="19812"/>
                  </a:lnTo>
                  <a:lnTo>
                    <a:pt x="80971" y="22471"/>
                  </a:lnTo>
                  <a:lnTo>
                    <a:pt x="76475" y="25273"/>
                  </a:lnTo>
                  <a:lnTo>
                    <a:pt x="72071" y="28217"/>
                  </a:lnTo>
                  <a:lnTo>
                    <a:pt x="67761" y="31299"/>
                  </a:lnTo>
                  <a:lnTo>
                    <a:pt x="63552" y="34516"/>
                  </a:lnTo>
                  <a:lnTo>
                    <a:pt x="59447" y="37864"/>
                  </a:lnTo>
                  <a:lnTo>
                    <a:pt x="55450" y="41341"/>
                  </a:lnTo>
                  <a:lnTo>
                    <a:pt x="51565" y="44943"/>
                  </a:lnTo>
                  <a:lnTo>
                    <a:pt x="47796" y="48666"/>
                  </a:lnTo>
                  <a:lnTo>
                    <a:pt x="44147" y="52507"/>
                  </a:lnTo>
                  <a:lnTo>
                    <a:pt x="40621" y="56462"/>
                  </a:lnTo>
                  <a:lnTo>
                    <a:pt x="37223" y="60526"/>
                  </a:lnTo>
                  <a:lnTo>
                    <a:pt x="33955" y="64696"/>
                  </a:lnTo>
                  <a:lnTo>
                    <a:pt x="30821" y="68967"/>
                  </a:lnTo>
                  <a:lnTo>
                    <a:pt x="27824" y="73335"/>
                  </a:lnTo>
                  <a:lnTo>
                    <a:pt x="24967" y="77796"/>
                  </a:lnTo>
                  <a:lnTo>
                    <a:pt x="22252" y="82346"/>
                  </a:lnTo>
                  <a:lnTo>
                    <a:pt x="19683" y="86979"/>
                  </a:lnTo>
                  <a:lnTo>
                    <a:pt x="17262" y="91692"/>
                  </a:lnTo>
                  <a:lnTo>
                    <a:pt x="14992" y="96478"/>
                  </a:lnTo>
                  <a:lnTo>
                    <a:pt x="12875" y="101334"/>
                  </a:lnTo>
                  <a:lnTo>
                    <a:pt x="10912" y="106255"/>
                  </a:lnTo>
                  <a:lnTo>
                    <a:pt x="9106" y="111236"/>
                  </a:lnTo>
                  <a:lnTo>
                    <a:pt x="7460" y="116271"/>
                  </a:lnTo>
                  <a:lnTo>
                    <a:pt x="5973" y="121356"/>
                  </a:lnTo>
                  <a:lnTo>
                    <a:pt x="4648" y="126486"/>
                  </a:lnTo>
                  <a:lnTo>
                    <a:pt x="3487" y="131654"/>
                  </a:lnTo>
                  <a:lnTo>
                    <a:pt x="2490" y="136857"/>
                  </a:lnTo>
                  <a:lnTo>
                    <a:pt x="1658" y="142090"/>
                  </a:lnTo>
                  <a:lnTo>
                    <a:pt x="993" y="147345"/>
                  </a:lnTo>
                  <a:lnTo>
                    <a:pt x="494" y="152620"/>
                  </a:lnTo>
                  <a:lnTo>
                    <a:pt x="163" y="157907"/>
                  </a:lnTo>
                  <a:lnTo>
                    <a:pt x="0" y="163202"/>
                  </a:lnTo>
                  <a:lnTo>
                    <a:pt x="4" y="168500"/>
                  </a:lnTo>
                  <a:lnTo>
                    <a:pt x="176" y="173795"/>
                  </a:lnTo>
                  <a:lnTo>
                    <a:pt x="516" y="179082"/>
                  </a:lnTo>
                  <a:lnTo>
                    <a:pt x="1023" y="184355"/>
                  </a:lnTo>
                  <a:lnTo>
                    <a:pt x="1697" y="189610"/>
                  </a:lnTo>
                  <a:lnTo>
                    <a:pt x="2538" y="194841"/>
                  </a:lnTo>
                  <a:lnTo>
                    <a:pt x="3543" y="200042"/>
                  </a:lnTo>
                  <a:lnTo>
                    <a:pt x="4713" y="205209"/>
                  </a:lnTo>
                  <a:lnTo>
                    <a:pt x="6046" y="210336"/>
                  </a:lnTo>
                  <a:lnTo>
                    <a:pt x="7541" y="215419"/>
                  </a:lnTo>
                  <a:lnTo>
                    <a:pt x="9197" y="220451"/>
                  </a:lnTo>
                  <a:lnTo>
                    <a:pt x="11010" y="225429"/>
                  </a:lnTo>
                  <a:lnTo>
                    <a:pt x="12981" y="230347"/>
                  </a:lnTo>
                  <a:lnTo>
                    <a:pt x="15106" y="235199"/>
                  </a:lnTo>
                  <a:lnTo>
                    <a:pt x="17385" y="239982"/>
                  </a:lnTo>
                  <a:lnTo>
                    <a:pt x="19813" y="244691"/>
                  </a:lnTo>
                  <a:lnTo>
                    <a:pt x="22390" y="249320"/>
                  </a:lnTo>
                  <a:lnTo>
                    <a:pt x="25112" y="253865"/>
                  </a:lnTo>
                  <a:lnTo>
                    <a:pt x="27976" y="258321"/>
                  </a:lnTo>
                  <a:lnTo>
                    <a:pt x="30981" y="262685"/>
                  </a:lnTo>
                  <a:lnTo>
                    <a:pt x="34122" y="266951"/>
                  </a:lnTo>
                  <a:lnTo>
                    <a:pt x="37397" y="271115"/>
                  </a:lnTo>
                  <a:lnTo>
                    <a:pt x="40802" y="275174"/>
                  </a:lnTo>
                  <a:lnTo>
                    <a:pt x="44334" y="279122"/>
                  </a:lnTo>
                  <a:lnTo>
                    <a:pt x="47989" y="282957"/>
                  </a:lnTo>
                  <a:lnTo>
                    <a:pt x="51764" y="286674"/>
                  </a:lnTo>
                  <a:lnTo>
                    <a:pt x="55655" y="290269"/>
                  </a:lnTo>
                  <a:lnTo>
                    <a:pt x="59658" y="293740"/>
                  </a:lnTo>
                  <a:lnTo>
                    <a:pt x="63768" y="297082"/>
                  </a:lnTo>
                  <a:lnTo>
                    <a:pt x="67983" y="300291"/>
                  </a:lnTo>
                  <a:lnTo>
                    <a:pt x="72297" y="303366"/>
                  </a:lnTo>
                  <a:lnTo>
                    <a:pt x="76707" y="306303"/>
                  </a:lnTo>
                  <a:lnTo>
                    <a:pt x="81207" y="309098"/>
                  </a:lnTo>
                  <a:lnTo>
                    <a:pt x="85794" y="311749"/>
                  </a:lnTo>
                  <a:lnTo>
                    <a:pt x="90462" y="314254"/>
                  </a:lnTo>
                  <a:lnTo>
                    <a:pt x="95207" y="316609"/>
                  </a:lnTo>
                  <a:lnTo>
                    <a:pt x="100025" y="318813"/>
                  </a:lnTo>
                  <a:lnTo>
                    <a:pt x="104910" y="320863"/>
                  </a:lnTo>
                  <a:lnTo>
                    <a:pt x="109858" y="322757"/>
                  </a:lnTo>
                  <a:lnTo>
                    <a:pt x="114863" y="324494"/>
                  </a:lnTo>
                  <a:lnTo>
                    <a:pt x="119920" y="326071"/>
                  </a:lnTo>
                  <a:lnTo>
                    <a:pt x="125025" y="327487"/>
                  </a:lnTo>
                  <a:lnTo>
                    <a:pt x="130173" y="328740"/>
                  </a:lnTo>
                  <a:lnTo>
                    <a:pt x="135357" y="329830"/>
                  </a:lnTo>
                  <a:lnTo>
                    <a:pt x="140574" y="330755"/>
                  </a:lnTo>
                  <a:lnTo>
                    <a:pt x="145817" y="331514"/>
                  </a:lnTo>
                  <a:lnTo>
                    <a:pt x="151081" y="332107"/>
                  </a:lnTo>
                  <a:lnTo>
                    <a:pt x="156362" y="332532"/>
                  </a:lnTo>
                  <a:lnTo>
                    <a:pt x="161653" y="332790"/>
                  </a:lnTo>
                  <a:lnTo>
                    <a:pt x="166950" y="332881"/>
                  </a:lnTo>
                  <a:lnTo>
                    <a:pt x="172247" y="332803"/>
                  </a:lnTo>
                  <a:lnTo>
                    <a:pt x="177540" y="332558"/>
                  </a:lnTo>
                  <a:lnTo>
                    <a:pt x="182821" y="332144"/>
                  </a:lnTo>
                  <a:lnTo>
                    <a:pt x="188087" y="331564"/>
                  </a:lnTo>
                  <a:lnTo>
                    <a:pt x="193332" y="330817"/>
                  </a:lnTo>
                  <a:lnTo>
                    <a:pt x="198551" y="329905"/>
                  </a:lnTo>
                  <a:lnTo>
                    <a:pt x="203738" y="328827"/>
                  </a:lnTo>
                  <a:lnTo>
                    <a:pt x="208888" y="327586"/>
                  </a:lnTo>
                  <a:lnTo>
                    <a:pt x="213996" y="326182"/>
                  </a:lnTo>
                  <a:lnTo>
                    <a:pt x="219058" y="324617"/>
                  </a:lnTo>
                  <a:lnTo>
                    <a:pt x="224067" y="322892"/>
                  </a:lnTo>
                  <a:lnTo>
                    <a:pt x="229019" y="321010"/>
                  </a:lnTo>
                  <a:lnTo>
                    <a:pt x="233909" y="318971"/>
                  </a:lnTo>
                  <a:lnTo>
                    <a:pt x="238731" y="316779"/>
                  </a:lnTo>
                  <a:lnTo>
                    <a:pt x="243482" y="314435"/>
                  </a:lnTo>
                  <a:lnTo>
                    <a:pt x="248157" y="311941"/>
                  </a:lnTo>
                  <a:lnTo>
                    <a:pt x="252749" y="309301"/>
                  </a:lnTo>
                  <a:lnTo>
                    <a:pt x="257256" y="306516"/>
                  </a:lnTo>
                  <a:lnTo>
                    <a:pt x="261673" y="303590"/>
                  </a:lnTo>
                  <a:lnTo>
                    <a:pt x="265994" y="300526"/>
                  </a:lnTo>
                  <a:lnTo>
                    <a:pt x="270217" y="297326"/>
                  </a:lnTo>
                  <a:lnTo>
                    <a:pt x="274335" y="293994"/>
                  </a:lnTo>
                  <a:lnTo>
                    <a:pt x="278346" y="290533"/>
                  </a:lnTo>
                  <a:lnTo>
                    <a:pt x="282246" y="286947"/>
                  </a:lnTo>
                  <a:lnTo>
                    <a:pt x="286029" y="283239"/>
                  </a:lnTo>
                  <a:lnTo>
                    <a:pt x="289694" y="279413"/>
                  </a:lnTo>
                  <a:lnTo>
                    <a:pt x="293235" y="275472"/>
                  </a:lnTo>
                  <a:lnTo>
                    <a:pt x="296650" y="271422"/>
                  </a:lnTo>
                  <a:lnTo>
                    <a:pt x="299934" y="267265"/>
                  </a:lnTo>
                  <a:lnTo>
                    <a:pt x="303086" y="263007"/>
                  </a:lnTo>
                  <a:lnTo>
                    <a:pt x="306100" y="258650"/>
                  </a:lnTo>
                  <a:lnTo>
                    <a:pt x="308975" y="254200"/>
                  </a:lnTo>
                  <a:lnTo>
                    <a:pt x="311708" y="249662"/>
                  </a:lnTo>
                  <a:lnTo>
                    <a:pt x="314296" y="245039"/>
                  </a:lnTo>
                  <a:lnTo>
                    <a:pt x="316735" y="240336"/>
                  </a:lnTo>
                  <a:lnTo>
                    <a:pt x="319025" y="235559"/>
                  </a:lnTo>
                  <a:lnTo>
                    <a:pt x="321162" y="230711"/>
                  </a:lnTo>
                  <a:lnTo>
                    <a:pt x="323144" y="225798"/>
                  </a:lnTo>
                  <a:lnTo>
                    <a:pt x="324970" y="220825"/>
                  </a:lnTo>
                  <a:lnTo>
                    <a:pt x="326637" y="215796"/>
                  </a:lnTo>
                  <a:lnTo>
                    <a:pt x="328144" y="210717"/>
                  </a:lnTo>
                  <a:lnTo>
                    <a:pt x="329489" y="205593"/>
                  </a:lnTo>
                  <a:lnTo>
                    <a:pt x="330671" y="200429"/>
                  </a:lnTo>
                  <a:lnTo>
                    <a:pt x="331689" y="195230"/>
                  </a:lnTo>
                  <a:lnTo>
                    <a:pt x="332542" y="190001"/>
                  </a:lnTo>
                  <a:lnTo>
                    <a:pt x="333228" y="184748"/>
                  </a:lnTo>
                  <a:lnTo>
                    <a:pt x="333748" y="179476"/>
                  </a:lnTo>
                  <a:lnTo>
                    <a:pt x="334100" y="174190"/>
                  </a:lnTo>
                  <a:lnTo>
                    <a:pt x="334285" y="168896"/>
                  </a:lnTo>
                  <a:lnTo>
                    <a:pt x="334302" y="163598"/>
                  </a:lnTo>
                  <a:lnTo>
                    <a:pt x="334151" y="158302"/>
                  </a:lnTo>
                  <a:lnTo>
                    <a:pt x="333832" y="153014"/>
                  </a:lnTo>
                  <a:lnTo>
                    <a:pt x="333346" y="147739"/>
                  </a:lnTo>
                  <a:lnTo>
                    <a:pt x="332693" y="142481"/>
                  </a:lnTo>
                  <a:lnTo>
                    <a:pt x="331874" y="137247"/>
                  </a:lnTo>
                  <a:lnTo>
                    <a:pt x="330889" y="132042"/>
                  </a:lnTo>
                  <a:lnTo>
                    <a:pt x="329740" y="126870"/>
                  </a:lnTo>
                  <a:lnTo>
                    <a:pt x="328428" y="121738"/>
                  </a:lnTo>
                  <a:lnTo>
                    <a:pt x="326953" y="116649"/>
                  </a:lnTo>
                  <a:lnTo>
                    <a:pt x="325318" y="111610"/>
                  </a:lnTo>
                  <a:lnTo>
                    <a:pt x="323524" y="106625"/>
                  </a:lnTo>
                  <a:lnTo>
                    <a:pt x="321573" y="101700"/>
                  </a:lnTo>
                  <a:lnTo>
                    <a:pt x="319467" y="96838"/>
                  </a:lnTo>
                  <a:lnTo>
                    <a:pt x="317209" y="92046"/>
                  </a:lnTo>
                  <a:lnTo>
                    <a:pt x="314799" y="87328"/>
                  </a:lnTo>
                  <a:lnTo>
                    <a:pt x="312241" y="82689"/>
                  </a:lnTo>
                  <a:lnTo>
                    <a:pt x="309537" y="78133"/>
                  </a:lnTo>
                  <a:lnTo>
                    <a:pt x="306690" y="73665"/>
                  </a:lnTo>
                  <a:lnTo>
                    <a:pt x="303704" y="69290"/>
                  </a:lnTo>
                  <a:lnTo>
                    <a:pt x="300580" y="65011"/>
                  </a:lnTo>
                  <a:lnTo>
                    <a:pt x="297322" y="60833"/>
                  </a:lnTo>
                  <a:lnTo>
                    <a:pt x="293933" y="56761"/>
                  </a:lnTo>
                  <a:lnTo>
                    <a:pt x="290417" y="52799"/>
                  </a:lnTo>
                  <a:lnTo>
                    <a:pt x="286777" y="48949"/>
                  </a:lnTo>
                  <a:lnTo>
                    <a:pt x="283017" y="45217"/>
                  </a:lnTo>
                  <a:lnTo>
                    <a:pt x="279141" y="41606"/>
                  </a:lnTo>
                  <a:lnTo>
                    <a:pt x="275152" y="38120"/>
                  </a:lnTo>
                  <a:lnTo>
                    <a:pt x="271054" y="34761"/>
                  </a:lnTo>
                  <a:lnTo>
                    <a:pt x="266853" y="31535"/>
                  </a:lnTo>
                  <a:lnTo>
                    <a:pt x="262551" y="28443"/>
                  </a:lnTo>
                  <a:lnTo>
                    <a:pt x="258153" y="25488"/>
                  </a:lnTo>
                  <a:lnTo>
                    <a:pt x="253664" y="22675"/>
                  </a:lnTo>
                  <a:lnTo>
                    <a:pt x="249088" y="20005"/>
                  </a:lnTo>
                  <a:lnTo>
                    <a:pt x="244430" y="17482"/>
                  </a:lnTo>
                  <a:lnTo>
                    <a:pt x="239694" y="15108"/>
                  </a:lnTo>
                  <a:lnTo>
                    <a:pt x="234885" y="12885"/>
                  </a:lnTo>
                  <a:lnTo>
                    <a:pt x="230008" y="10815"/>
                  </a:lnTo>
                  <a:lnTo>
                    <a:pt x="225069" y="8901"/>
                  </a:lnTo>
                  <a:lnTo>
                    <a:pt x="220070" y="7144"/>
                  </a:lnTo>
                  <a:lnTo>
                    <a:pt x="215019" y="5547"/>
                  </a:lnTo>
                  <a:lnTo>
                    <a:pt x="209920" y="4110"/>
                  </a:lnTo>
                  <a:lnTo>
                    <a:pt x="204778" y="2836"/>
                  </a:lnTo>
                  <a:lnTo>
                    <a:pt x="199598" y="1726"/>
                  </a:lnTo>
                  <a:lnTo>
                    <a:pt x="194385" y="780"/>
                  </a:lnTo>
                  <a:lnTo>
                    <a:pt x="189145" y="0"/>
                  </a:lnTo>
                  <a:lnTo>
                    <a:pt x="167148" y="165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21996" cy="167167"/>
            </a:xfrm>
            <a:custGeom>
              <a:avLst/>
              <a:pathLst>
                <a:path w="21996" h="167167">
                  <a:moveTo>
                    <a:pt x="21996" y="1453"/>
                  </a:moveTo>
                  <a:lnTo>
                    <a:pt x="14688" y="646"/>
                  </a:lnTo>
                  <a:lnTo>
                    <a:pt x="7351" y="16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23594" y="2633064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2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1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5" y="35633"/>
                  </a:lnTo>
                  <a:lnTo>
                    <a:pt x="59871" y="38966"/>
                  </a:lnTo>
                  <a:lnTo>
                    <a:pt x="55865" y="42427"/>
                  </a:lnTo>
                  <a:lnTo>
                    <a:pt x="51971" y="46014"/>
                  </a:lnTo>
                  <a:lnTo>
                    <a:pt x="48192" y="49722"/>
                  </a:lnTo>
                  <a:lnTo>
                    <a:pt x="44533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2"/>
                  </a:lnTo>
                  <a:lnTo>
                    <a:pt x="28149" y="74308"/>
                  </a:lnTo>
                  <a:lnTo>
                    <a:pt x="25278" y="78756"/>
                  </a:lnTo>
                  <a:lnTo>
                    <a:pt x="22550" y="83293"/>
                  </a:lnTo>
                  <a:lnTo>
                    <a:pt x="19966" y="87915"/>
                  </a:lnTo>
                  <a:lnTo>
                    <a:pt x="17530" y="92615"/>
                  </a:lnTo>
                  <a:lnTo>
                    <a:pt x="15245" y="97391"/>
                  </a:lnTo>
                  <a:lnTo>
                    <a:pt x="13111" y="102236"/>
                  </a:lnTo>
                  <a:lnTo>
                    <a:pt x="11132" y="107147"/>
                  </a:lnTo>
                  <a:lnTo>
                    <a:pt x="9310" y="112118"/>
                  </a:lnTo>
                  <a:lnTo>
                    <a:pt x="7646" y="117144"/>
                  </a:lnTo>
                  <a:lnTo>
                    <a:pt x="6142" y="122220"/>
                  </a:lnTo>
                  <a:lnTo>
                    <a:pt x="4799" y="127342"/>
                  </a:lnTo>
                  <a:lnTo>
                    <a:pt x="3619" y="132503"/>
                  </a:lnTo>
                  <a:lnTo>
                    <a:pt x="2604" y="137699"/>
                  </a:lnTo>
                  <a:lnTo>
                    <a:pt x="1753" y="142924"/>
                  </a:lnTo>
                  <a:lnTo>
                    <a:pt x="1068" y="148174"/>
                  </a:lnTo>
                  <a:lnTo>
                    <a:pt x="550" y="153443"/>
                  </a:lnTo>
                  <a:lnTo>
                    <a:pt x="199" y="158726"/>
                  </a:lnTo>
                  <a:lnTo>
                    <a:pt x="15" y="164017"/>
                  </a:lnTo>
                  <a:lnTo>
                    <a:pt x="0" y="169312"/>
                  </a:lnTo>
                  <a:lnTo>
                    <a:pt x="151" y="174604"/>
                  </a:lnTo>
                  <a:lnTo>
                    <a:pt x="471" y="179889"/>
                  </a:lnTo>
                  <a:lnTo>
                    <a:pt x="957" y="185161"/>
                  </a:lnTo>
                  <a:lnTo>
                    <a:pt x="1610" y="190415"/>
                  </a:lnTo>
                  <a:lnTo>
                    <a:pt x="2429" y="195645"/>
                  </a:lnTo>
                  <a:lnTo>
                    <a:pt x="3414" y="200847"/>
                  </a:lnTo>
                  <a:lnTo>
                    <a:pt x="4562" y="206016"/>
                  </a:lnTo>
                  <a:lnTo>
                    <a:pt x="5874" y="211145"/>
                  </a:lnTo>
                  <a:lnTo>
                    <a:pt x="7348" y="216230"/>
                  </a:lnTo>
                  <a:lnTo>
                    <a:pt x="8982" y="221266"/>
                  </a:lnTo>
                  <a:lnTo>
                    <a:pt x="10774" y="226248"/>
                  </a:lnTo>
                  <a:lnTo>
                    <a:pt x="12724" y="231170"/>
                  </a:lnTo>
                  <a:lnTo>
                    <a:pt x="14828" y="236029"/>
                  </a:lnTo>
                  <a:lnTo>
                    <a:pt x="17085" y="240818"/>
                  </a:lnTo>
                  <a:lnTo>
                    <a:pt x="19492" y="245533"/>
                  </a:lnTo>
                  <a:lnTo>
                    <a:pt x="22048" y="250170"/>
                  </a:lnTo>
                  <a:lnTo>
                    <a:pt x="24749" y="254723"/>
                  </a:lnTo>
                  <a:lnTo>
                    <a:pt x="27593" y="259189"/>
                  </a:lnTo>
                  <a:lnTo>
                    <a:pt x="30577" y="263562"/>
                  </a:lnTo>
                  <a:lnTo>
                    <a:pt x="33699" y="267839"/>
                  </a:lnTo>
                  <a:lnTo>
                    <a:pt x="36953" y="272014"/>
                  </a:lnTo>
                  <a:lnTo>
                    <a:pt x="40339" y="276085"/>
                  </a:lnTo>
                  <a:lnTo>
                    <a:pt x="43852" y="280046"/>
                  </a:lnTo>
                  <a:lnTo>
                    <a:pt x="47488" y="283894"/>
                  </a:lnTo>
                  <a:lnTo>
                    <a:pt x="51245" y="287625"/>
                  </a:lnTo>
                  <a:lnTo>
                    <a:pt x="55117" y="291235"/>
                  </a:lnTo>
                  <a:lnTo>
                    <a:pt x="59102" y="294721"/>
                  </a:lnTo>
                  <a:lnTo>
                    <a:pt x="63196" y="298078"/>
                  </a:lnTo>
                  <a:lnTo>
                    <a:pt x="67394" y="301305"/>
                  </a:lnTo>
                  <a:lnTo>
                    <a:pt x="71691" y="304397"/>
                  </a:lnTo>
                  <a:lnTo>
                    <a:pt x="76085" y="307351"/>
                  </a:lnTo>
                  <a:lnTo>
                    <a:pt x="80570" y="310164"/>
                  </a:lnTo>
                  <a:lnTo>
                    <a:pt x="85142" y="312835"/>
                  </a:lnTo>
                  <a:lnTo>
                    <a:pt x="89796" y="315359"/>
                  </a:lnTo>
                  <a:lnTo>
                    <a:pt x="94527" y="317734"/>
                  </a:lnTo>
                  <a:lnTo>
                    <a:pt x="99332" y="319958"/>
                  </a:lnTo>
                  <a:lnTo>
                    <a:pt x="104204" y="322029"/>
                  </a:lnTo>
                  <a:lnTo>
                    <a:pt x="109140" y="323945"/>
                  </a:lnTo>
                  <a:lnTo>
                    <a:pt x="114134" y="325704"/>
                  </a:lnTo>
                  <a:lnTo>
                    <a:pt x="119181" y="327303"/>
                  </a:lnTo>
                  <a:lnTo>
                    <a:pt x="124276" y="328742"/>
                  </a:lnTo>
                  <a:lnTo>
                    <a:pt x="129414" y="330019"/>
                  </a:lnTo>
                  <a:lnTo>
                    <a:pt x="134590" y="331132"/>
                  </a:lnTo>
                  <a:lnTo>
                    <a:pt x="139799" y="332081"/>
                  </a:lnTo>
                  <a:lnTo>
                    <a:pt x="145035" y="332865"/>
                  </a:lnTo>
                  <a:lnTo>
                    <a:pt x="150293" y="333482"/>
                  </a:lnTo>
                  <a:lnTo>
                    <a:pt x="155568" y="333932"/>
                  </a:lnTo>
                  <a:lnTo>
                    <a:pt x="160855" y="334216"/>
                  </a:lnTo>
                  <a:lnTo>
                    <a:pt x="166148" y="334331"/>
                  </a:lnTo>
                  <a:lnTo>
                    <a:pt x="171442" y="334279"/>
                  </a:lnTo>
                  <a:lnTo>
                    <a:pt x="176732" y="334060"/>
                  </a:lnTo>
                  <a:lnTo>
                    <a:pt x="182012" y="333673"/>
                  </a:lnTo>
                  <a:lnTo>
                    <a:pt x="187278" y="333119"/>
                  </a:lnTo>
                  <a:lnTo>
                    <a:pt x="192523" y="332398"/>
                  </a:lnTo>
                  <a:lnTo>
                    <a:pt x="197743" y="331512"/>
                  </a:lnTo>
                  <a:lnTo>
                    <a:pt x="202932" y="330461"/>
                  </a:lnTo>
                  <a:lnTo>
                    <a:pt x="208085" y="329246"/>
                  </a:lnTo>
                  <a:lnTo>
                    <a:pt x="213197" y="327868"/>
                  </a:lnTo>
                  <a:lnTo>
                    <a:pt x="218263" y="326330"/>
                  </a:lnTo>
                  <a:lnTo>
                    <a:pt x="223277" y="324631"/>
                  </a:lnTo>
                  <a:lnTo>
                    <a:pt x="228236" y="322775"/>
                  </a:lnTo>
                  <a:lnTo>
                    <a:pt x="233133" y="320763"/>
                  </a:lnTo>
                  <a:lnTo>
                    <a:pt x="237963" y="318596"/>
                  </a:lnTo>
                  <a:lnTo>
                    <a:pt x="242723" y="316278"/>
                  </a:lnTo>
                  <a:lnTo>
                    <a:pt x="247407" y="313810"/>
                  </a:lnTo>
                  <a:lnTo>
                    <a:pt x="252011" y="311195"/>
                  </a:lnTo>
                  <a:lnTo>
                    <a:pt x="256529" y="308436"/>
                  </a:lnTo>
                  <a:lnTo>
                    <a:pt x="260958" y="305535"/>
                  </a:lnTo>
                  <a:lnTo>
                    <a:pt x="265293" y="302495"/>
                  </a:lnTo>
                  <a:lnTo>
                    <a:pt x="269529" y="299319"/>
                  </a:lnTo>
                  <a:lnTo>
                    <a:pt x="273662" y="296011"/>
                  </a:lnTo>
                  <a:lnTo>
                    <a:pt x="277689" y="292573"/>
                  </a:lnTo>
                  <a:lnTo>
                    <a:pt x="281605" y="289010"/>
                  </a:lnTo>
                  <a:lnTo>
                    <a:pt x="285406" y="285324"/>
                  </a:lnTo>
                  <a:lnTo>
                    <a:pt x="289088" y="281520"/>
                  </a:lnTo>
                  <a:lnTo>
                    <a:pt x="292649" y="277602"/>
                  </a:lnTo>
                  <a:lnTo>
                    <a:pt x="296083" y="273572"/>
                  </a:lnTo>
                  <a:lnTo>
                    <a:pt x="299388" y="269436"/>
                  </a:lnTo>
                  <a:lnTo>
                    <a:pt x="302560" y="265197"/>
                  </a:lnTo>
                  <a:lnTo>
                    <a:pt x="305596" y="260860"/>
                  </a:lnTo>
                  <a:lnTo>
                    <a:pt x="308494" y="256429"/>
                  </a:lnTo>
                  <a:lnTo>
                    <a:pt x="311250" y="251908"/>
                  </a:lnTo>
                  <a:lnTo>
                    <a:pt x="313861" y="247303"/>
                  </a:lnTo>
                  <a:lnTo>
                    <a:pt x="316325" y="242617"/>
                  </a:lnTo>
                  <a:lnTo>
                    <a:pt x="318640" y="237855"/>
                  </a:lnTo>
                  <a:lnTo>
                    <a:pt x="320802" y="233022"/>
                  </a:lnTo>
                  <a:lnTo>
                    <a:pt x="322811" y="228124"/>
                  </a:lnTo>
                  <a:lnTo>
                    <a:pt x="324663" y="223164"/>
                  </a:lnTo>
                  <a:lnTo>
                    <a:pt x="326357" y="218148"/>
                  </a:lnTo>
                  <a:lnTo>
                    <a:pt x="327892" y="213081"/>
                  </a:lnTo>
                  <a:lnTo>
                    <a:pt x="329265" y="207968"/>
                  </a:lnTo>
                  <a:lnTo>
                    <a:pt x="330476" y="202814"/>
                  </a:lnTo>
                  <a:lnTo>
                    <a:pt x="331523" y="197624"/>
                  </a:lnTo>
                  <a:lnTo>
                    <a:pt x="332405" y="192403"/>
                  </a:lnTo>
                  <a:lnTo>
                    <a:pt x="333121" y="187158"/>
                  </a:lnTo>
                  <a:lnTo>
                    <a:pt x="333671" y="181892"/>
                  </a:lnTo>
                  <a:lnTo>
                    <a:pt x="334054" y="176611"/>
                  </a:lnTo>
                  <a:lnTo>
                    <a:pt x="334269" y="171321"/>
                  </a:lnTo>
                  <a:lnTo>
                    <a:pt x="334317" y="166027"/>
                  </a:lnTo>
                  <a:lnTo>
                    <a:pt x="334197" y="160734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61685"/>
              <a:ext cx="167043" cy="138546"/>
            </a:xfrm>
            <a:custGeom>
              <a:avLst/>
              <a:pathLst>
                <a:path w="167043" h="138546">
                  <a:moveTo>
                    <a:pt x="167043" y="132113"/>
                  </a:moveTo>
                  <a:lnTo>
                    <a:pt x="166734" y="126519"/>
                  </a:lnTo>
                  <a:lnTo>
                    <a:pt x="166237" y="120938"/>
                  </a:lnTo>
                  <a:lnTo>
                    <a:pt x="165554" y="115378"/>
                  </a:lnTo>
                  <a:lnTo>
                    <a:pt x="164684" y="109843"/>
                  </a:lnTo>
                  <a:lnTo>
                    <a:pt x="163630" y="104341"/>
                  </a:lnTo>
                  <a:lnTo>
                    <a:pt x="162392" y="98877"/>
                  </a:lnTo>
                  <a:lnTo>
                    <a:pt x="160972" y="93457"/>
                  </a:lnTo>
                  <a:lnTo>
                    <a:pt x="159370" y="88088"/>
                  </a:lnTo>
                  <a:lnTo>
                    <a:pt x="157590" y="82776"/>
                  </a:lnTo>
                  <a:lnTo>
                    <a:pt x="155633" y="77527"/>
                  </a:lnTo>
                  <a:lnTo>
                    <a:pt x="153500" y="72346"/>
                  </a:lnTo>
                  <a:lnTo>
                    <a:pt x="151196" y="67239"/>
                  </a:lnTo>
                  <a:lnTo>
                    <a:pt x="148722" y="62213"/>
                  </a:lnTo>
                  <a:lnTo>
                    <a:pt x="146080" y="57272"/>
                  </a:lnTo>
                  <a:lnTo>
                    <a:pt x="143275" y="52423"/>
                  </a:lnTo>
                  <a:lnTo>
                    <a:pt x="140308" y="47670"/>
                  </a:lnTo>
                  <a:lnTo>
                    <a:pt x="137184" y="43019"/>
                  </a:lnTo>
                  <a:lnTo>
                    <a:pt x="133906" y="38476"/>
                  </a:lnTo>
                  <a:lnTo>
                    <a:pt x="130478" y="34045"/>
                  </a:lnTo>
                  <a:lnTo>
                    <a:pt x="126903" y="29731"/>
                  </a:lnTo>
                  <a:lnTo>
                    <a:pt x="123185" y="25540"/>
                  </a:lnTo>
                  <a:lnTo>
                    <a:pt x="119329" y="21476"/>
                  </a:lnTo>
                  <a:lnTo>
                    <a:pt x="115339" y="17543"/>
                  </a:lnTo>
                  <a:lnTo>
                    <a:pt x="111219" y="13746"/>
                  </a:lnTo>
                  <a:lnTo>
                    <a:pt x="106975" y="10089"/>
                  </a:lnTo>
                  <a:lnTo>
                    <a:pt x="102610" y="6576"/>
                  </a:lnTo>
                  <a:lnTo>
                    <a:pt x="98131" y="3212"/>
                  </a:lnTo>
                  <a:lnTo>
                    <a:pt x="93540" y="0"/>
                  </a:lnTo>
                  <a:lnTo>
                    <a:pt x="0" y="138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93540" cy="167167"/>
            </a:xfrm>
            <a:custGeom>
              <a:avLst/>
              <a:pathLst>
                <a:path w="93540" h="167167">
                  <a:moveTo>
                    <a:pt x="93540" y="28621"/>
                  </a:moveTo>
                  <a:lnTo>
                    <a:pt x="88645" y="25438"/>
                  </a:lnTo>
                  <a:lnTo>
                    <a:pt x="83640" y="22429"/>
                  </a:lnTo>
                  <a:lnTo>
                    <a:pt x="78534" y="19596"/>
                  </a:lnTo>
                  <a:lnTo>
                    <a:pt x="73332" y="16943"/>
                  </a:lnTo>
                  <a:lnTo>
                    <a:pt x="68041" y="14473"/>
                  </a:lnTo>
                  <a:lnTo>
                    <a:pt x="62666" y="12190"/>
                  </a:lnTo>
                  <a:lnTo>
                    <a:pt x="57216" y="10096"/>
                  </a:lnTo>
                  <a:lnTo>
                    <a:pt x="51695" y="8194"/>
                  </a:lnTo>
                  <a:lnTo>
                    <a:pt x="46111" y="6485"/>
                  </a:lnTo>
                  <a:lnTo>
                    <a:pt x="40471" y="4973"/>
                  </a:lnTo>
                  <a:lnTo>
                    <a:pt x="34781" y="3658"/>
                  </a:lnTo>
                  <a:lnTo>
                    <a:pt x="29050" y="2543"/>
                  </a:lnTo>
                  <a:lnTo>
                    <a:pt x="23282" y="1629"/>
                  </a:lnTo>
                  <a:lnTo>
                    <a:pt x="17486" y="917"/>
                  </a:lnTo>
                  <a:lnTo>
                    <a:pt x="11669" y="407"/>
                  </a:lnTo>
                  <a:lnTo>
                    <a:pt x="5838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358828" y="3170392"/>
              <a:ext cx="334313" cy="334333"/>
            </a:xfrm>
            <a:custGeom>
              <a:avLst/>
              <a:pathLst>
                <a:path w="334313" h="334333">
                  <a:moveTo>
                    <a:pt x="167152" y="0"/>
                  </a:moveTo>
                  <a:lnTo>
                    <a:pt x="161856" y="83"/>
                  </a:lnTo>
                  <a:lnTo>
                    <a:pt x="156565" y="335"/>
                  </a:lnTo>
                  <a:lnTo>
                    <a:pt x="151285" y="754"/>
                  </a:lnTo>
                  <a:lnTo>
                    <a:pt x="146021" y="1340"/>
                  </a:lnTo>
                  <a:lnTo>
                    <a:pt x="140778" y="2093"/>
                  </a:lnTo>
                  <a:lnTo>
                    <a:pt x="135562" y="3011"/>
                  </a:lnTo>
                  <a:lnTo>
                    <a:pt x="130377" y="4095"/>
                  </a:lnTo>
                  <a:lnTo>
                    <a:pt x="125229" y="5342"/>
                  </a:lnTo>
                  <a:lnTo>
                    <a:pt x="120123" y="6751"/>
                  </a:lnTo>
                  <a:lnTo>
                    <a:pt x="115065" y="8321"/>
                  </a:lnTo>
                  <a:lnTo>
                    <a:pt x="110059" y="10051"/>
                  </a:lnTo>
                  <a:lnTo>
                    <a:pt x="105110" y="11939"/>
                  </a:lnTo>
                  <a:lnTo>
                    <a:pt x="100223" y="13982"/>
                  </a:lnTo>
                  <a:lnTo>
                    <a:pt x="95404" y="16180"/>
                  </a:lnTo>
                  <a:lnTo>
                    <a:pt x="90656" y="18528"/>
                  </a:lnTo>
                  <a:lnTo>
                    <a:pt x="85986" y="21026"/>
                  </a:lnTo>
                  <a:lnTo>
                    <a:pt x="81397" y="23671"/>
                  </a:lnTo>
                  <a:lnTo>
                    <a:pt x="76894" y="26460"/>
                  </a:lnTo>
                  <a:lnTo>
                    <a:pt x="72481" y="29390"/>
                  </a:lnTo>
                  <a:lnTo>
                    <a:pt x="68164" y="32458"/>
                  </a:lnTo>
                  <a:lnTo>
                    <a:pt x="63946" y="35662"/>
                  </a:lnTo>
                  <a:lnTo>
                    <a:pt x="59832" y="38998"/>
                  </a:lnTo>
                  <a:lnTo>
                    <a:pt x="55825" y="42462"/>
                  </a:lnTo>
                  <a:lnTo>
                    <a:pt x="51930" y="46051"/>
                  </a:lnTo>
                  <a:lnTo>
                    <a:pt x="48151" y="49763"/>
                  </a:lnTo>
                  <a:lnTo>
                    <a:pt x="44491" y="53592"/>
                  </a:lnTo>
                  <a:lnTo>
                    <a:pt x="40955" y="57534"/>
                  </a:lnTo>
                  <a:lnTo>
                    <a:pt x="37545" y="61588"/>
                  </a:lnTo>
                  <a:lnTo>
                    <a:pt x="34265" y="65747"/>
                  </a:lnTo>
                  <a:lnTo>
                    <a:pt x="31119" y="70007"/>
                  </a:lnTo>
                  <a:lnTo>
                    <a:pt x="28109" y="74366"/>
                  </a:lnTo>
                  <a:lnTo>
                    <a:pt x="25239" y="78817"/>
                  </a:lnTo>
                  <a:lnTo>
                    <a:pt x="22511" y="83358"/>
                  </a:lnTo>
                  <a:lnTo>
                    <a:pt x="19928" y="87982"/>
                  </a:lnTo>
                  <a:lnTo>
                    <a:pt x="17494" y="92686"/>
                  </a:lnTo>
                  <a:lnTo>
                    <a:pt x="15209" y="97465"/>
                  </a:lnTo>
                  <a:lnTo>
                    <a:pt x="13077" y="102313"/>
                  </a:lnTo>
                  <a:lnTo>
                    <a:pt x="11100" y="107227"/>
                  </a:lnTo>
                  <a:lnTo>
                    <a:pt x="9279" y="112201"/>
                  </a:lnTo>
                  <a:lnTo>
                    <a:pt x="7617" y="117230"/>
                  </a:lnTo>
                  <a:lnTo>
                    <a:pt x="6115" y="122309"/>
                  </a:lnTo>
                  <a:lnTo>
                    <a:pt x="4775" y="127433"/>
                  </a:lnTo>
                  <a:lnTo>
                    <a:pt x="3598" y="132598"/>
                  </a:lnTo>
                  <a:lnTo>
                    <a:pt x="2585" y="137796"/>
                  </a:lnTo>
                  <a:lnTo>
                    <a:pt x="1737" y="143025"/>
                  </a:lnTo>
                  <a:lnTo>
                    <a:pt x="1055" y="148277"/>
                  </a:lnTo>
                  <a:lnTo>
                    <a:pt x="540" y="153549"/>
                  </a:lnTo>
                  <a:lnTo>
                    <a:pt x="192" y="158834"/>
                  </a:lnTo>
                  <a:lnTo>
                    <a:pt x="12" y="164128"/>
                  </a:lnTo>
                  <a:lnTo>
                    <a:pt x="0" y="169424"/>
                  </a:lnTo>
                  <a:lnTo>
                    <a:pt x="155" y="174719"/>
                  </a:lnTo>
                  <a:lnTo>
                    <a:pt x="478" y="180006"/>
                  </a:lnTo>
                  <a:lnTo>
                    <a:pt x="968" y="185279"/>
                  </a:lnTo>
                  <a:lnTo>
                    <a:pt x="1626" y="190535"/>
                  </a:lnTo>
                  <a:lnTo>
                    <a:pt x="2449" y="195767"/>
                  </a:lnTo>
                  <a:lnTo>
                    <a:pt x="3438" y="200971"/>
                  </a:lnTo>
                  <a:lnTo>
                    <a:pt x="4591" y="206141"/>
                  </a:lnTo>
                  <a:lnTo>
                    <a:pt x="5907" y="211271"/>
                  </a:lnTo>
                  <a:lnTo>
                    <a:pt x="7385" y="216357"/>
                  </a:lnTo>
                  <a:lnTo>
                    <a:pt x="9024" y="221394"/>
                  </a:lnTo>
                  <a:lnTo>
                    <a:pt x="10821" y="226376"/>
                  </a:lnTo>
                  <a:lnTo>
                    <a:pt x="12776" y="231299"/>
                  </a:lnTo>
                  <a:lnTo>
                    <a:pt x="14885" y="236158"/>
                  </a:lnTo>
                  <a:lnTo>
                    <a:pt x="17147" y="240947"/>
                  </a:lnTo>
                  <a:lnTo>
                    <a:pt x="19560" y="245662"/>
                  </a:lnTo>
                  <a:lnTo>
                    <a:pt x="22121" y="250299"/>
                  </a:lnTo>
                  <a:lnTo>
                    <a:pt x="24827" y="254852"/>
                  </a:lnTo>
                  <a:lnTo>
                    <a:pt x="27676" y="259317"/>
                  </a:lnTo>
                  <a:lnTo>
                    <a:pt x="30666" y="263689"/>
                  </a:lnTo>
                  <a:lnTo>
                    <a:pt x="33792" y="267965"/>
                  </a:lnTo>
                  <a:lnTo>
                    <a:pt x="37052" y="272139"/>
                  </a:lnTo>
                  <a:lnTo>
                    <a:pt x="40443" y="276208"/>
                  </a:lnTo>
                  <a:lnTo>
                    <a:pt x="43961" y="280167"/>
                  </a:lnTo>
                  <a:lnTo>
                    <a:pt x="47603" y="284013"/>
                  </a:lnTo>
                  <a:lnTo>
                    <a:pt x="51365" y="287742"/>
                  </a:lnTo>
                  <a:lnTo>
                    <a:pt x="55243" y="291350"/>
                  </a:lnTo>
                  <a:lnTo>
                    <a:pt x="59233" y="294833"/>
                  </a:lnTo>
                  <a:lnTo>
                    <a:pt x="63332" y="298188"/>
                  </a:lnTo>
                  <a:lnTo>
                    <a:pt x="67535" y="301411"/>
                  </a:lnTo>
                  <a:lnTo>
                    <a:pt x="71838" y="304500"/>
                  </a:lnTo>
                  <a:lnTo>
                    <a:pt x="76237" y="307450"/>
                  </a:lnTo>
                  <a:lnTo>
                    <a:pt x="80727" y="310260"/>
                  </a:lnTo>
                  <a:lnTo>
                    <a:pt x="85303" y="312926"/>
                  </a:lnTo>
                  <a:lnTo>
                    <a:pt x="89962" y="315446"/>
                  </a:lnTo>
                  <a:lnTo>
                    <a:pt x="94698" y="317817"/>
                  </a:lnTo>
                  <a:lnTo>
                    <a:pt x="99508" y="320037"/>
                  </a:lnTo>
                  <a:lnTo>
                    <a:pt x="104384" y="322103"/>
                  </a:lnTo>
                  <a:lnTo>
                    <a:pt x="109324" y="324014"/>
                  </a:lnTo>
                  <a:lnTo>
                    <a:pt x="114323" y="325767"/>
                  </a:lnTo>
                  <a:lnTo>
                    <a:pt x="119374" y="327361"/>
                  </a:lnTo>
                  <a:lnTo>
                    <a:pt x="124473" y="328794"/>
                  </a:lnTo>
                  <a:lnTo>
                    <a:pt x="129615" y="330065"/>
                  </a:lnTo>
                  <a:lnTo>
                    <a:pt x="134794" y="331173"/>
                  </a:lnTo>
                  <a:lnTo>
                    <a:pt x="140006" y="332116"/>
                  </a:lnTo>
                  <a:lnTo>
                    <a:pt x="145246" y="332893"/>
                  </a:lnTo>
                  <a:lnTo>
                    <a:pt x="150507" y="333504"/>
                  </a:lnTo>
                  <a:lnTo>
                    <a:pt x="155785" y="333947"/>
                  </a:lnTo>
                  <a:lnTo>
                    <a:pt x="161074" y="334224"/>
                  </a:lnTo>
                  <a:lnTo>
                    <a:pt x="166370" y="334333"/>
                  </a:lnTo>
                  <a:lnTo>
                    <a:pt x="171666" y="334273"/>
                  </a:lnTo>
                  <a:lnTo>
                    <a:pt x="176958" y="334047"/>
                  </a:lnTo>
                  <a:lnTo>
                    <a:pt x="182240" y="333652"/>
                  </a:lnTo>
                  <a:lnTo>
                    <a:pt x="187507" y="333091"/>
                  </a:lnTo>
                  <a:lnTo>
                    <a:pt x="192753" y="332362"/>
                  </a:lnTo>
                  <a:lnTo>
                    <a:pt x="197974" y="331468"/>
                  </a:lnTo>
                  <a:lnTo>
                    <a:pt x="203163" y="330409"/>
                  </a:lnTo>
                  <a:lnTo>
                    <a:pt x="208317" y="329187"/>
                  </a:lnTo>
                  <a:lnTo>
                    <a:pt x="213429" y="327801"/>
                  </a:lnTo>
                  <a:lnTo>
                    <a:pt x="218495" y="326254"/>
                  </a:lnTo>
                  <a:lnTo>
                    <a:pt x="223509" y="324548"/>
                  </a:lnTo>
                  <a:lnTo>
                    <a:pt x="228467" y="322684"/>
                  </a:lnTo>
                  <a:lnTo>
                    <a:pt x="233363" y="320663"/>
                  </a:lnTo>
                  <a:lnTo>
                    <a:pt x="238193" y="318488"/>
                  </a:lnTo>
                  <a:lnTo>
                    <a:pt x="242951" y="316162"/>
                  </a:lnTo>
                  <a:lnTo>
                    <a:pt x="247633" y="313686"/>
                  </a:lnTo>
                  <a:lnTo>
                    <a:pt x="252235" y="311062"/>
                  </a:lnTo>
                  <a:lnTo>
                    <a:pt x="256751" y="308295"/>
                  </a:lnTo>
                  <a:lnTo>
                    <a:pt x="261177" y="305385"/>
                  </a:lnTo>
                  <a:lnTo>
                    <a:pt x="265508" y="302337"/>
                  </a:lnTo>
                  <a:lnTo>
                    <a:pt x="269741" y="299153"/>
                  </a:lnTo>
                  <a:lnTo>
                    <a:pt x="273871" y="295837"/>
                  </a:lnTo>
                  <a:lnTo>
                    <a:pt x="277894" y="292391"/>
                  </a:lnTo>
                  <a:lnTo>
                    <a:pt x="281805" y="288820"/>
                  </a:lnTo>
                  <a:lnTo>
                    <a:pt x="285602" y="285127"/>
                  </a:lnTo>
                  <a:lnTo>
                    <a:pt x="289280" y="281315"/>
                  </a:lnTo>
                  <a:lnTo>
                    <a:pt x="292835" y="277388"/>
                  </a:lnTo>
                  <a:lnTo>
                    <a:pt x="296263" y="273351"/>
                  </a:lnTo>
                  <a:lnTo>
                    <a:pt x="299563" y="269208"/>
                  </a:lnTo>
                  <a:lnTo>
                    <a:pt x="302729" y="264962"/>
                  </a:lnTo>
                  <a:lnTo>
                    <a:pt x="305759" y="260617"/>
                  </a:lnTo>
                  <a:lnTo>
                    <a:pt x="308650" y="256179"/>
                  </a:lnTo>
                  <a:lnTo>
                    <a:pt x="311399" y="251652"/>
                  </a:lnTo>
                  <a:lnTo>
                    <a:pt x="314003" y="247040"/>
                  </a:lnTo>
                  <a:lnTo>
                    <a:pt x="316460" y="242347"/>
                  </a:lnTo>
                  <a:lnTo>
                    <a:pt x="318767" y="237579"/>
                  </a:lnTo>
                  <a:lnTo>
                    <a:pt x="320921" y="232741"/>
                  </a:lnTo>
                  <a:lnTo>
                    <a:pt x="322921" y="227836"/>
                  </a:lnTo>
                  <a:lnTo>
                    <a:pt x="324765" y="222871"/>
                  </a:lnTo>
                  <a:lnTo>
                    <a:pt x="326451" y="217850"/>
                  </a:lnTo>
                  <a:lnTo>
                    <a:pt x="327977" y="212777"/>
                  </a:lnTo>
                  <a:lnTo>
                    <a:pt x="329341" y="207659"/>
                  </a:lnTo>
                  <a:lnTo>
                    <a:pt x="330542" y="202501"/>
                  </a:lnTo>
                  <a:lnTo>
                    <a:pt x="331580" y="197307"/>
                  </a:lnTo>
                  <a:lnTo>
                    <a:pt x="332452" y="192082"/>
                  </a:lnTo>
                  <a:lnTo>
                    <a:pt x="333158" y="186833"/>
                  </a:lnTo>
                  <a:lnTo>
                    <a:pt x="333698" y="181564"/>
                  </a:lnTo>
                  <a:lnTo>
                    <a:pt x="334071" y="176281"/>
                  </a:lnTo>
                  <a:lnTo>
                    <a:pt x="334275" y="170988"/>
                  </a:lnTo>
                  <a:lnTo>
                    <a:pt x="334313" y="165691"/>
                  </a:lnTo>
                  <a:lnTo>
                    <a:pt x="334182" y="160396"/>
                  </a:lnTo>
                  <a:lnTo>
                    <a:pt x="333884" y="155108"/>
                  </a:lnTo>
                  <a:lnTo>
                    <a:pt x="333418" y="149832"/>
                  </a:lnTo>
                  <a:lnTo>
                    <a:pt x="332785" y="144573"/>
                  </a:lnTo>
                  <a:lnTo>
                    <a:pt x="331986" y="139337"/>
                  </a:lnTo>
                  <a:lnTo>
                    <a:pt x="331022" y="134129"/>
                  </a:lnTo>
                  <a:lnTo>
                    <a:pt x="329893" y="128954"/>
                  </a:lnTo>
                  <a:lnTo>
                    <a:pt x="328601" y="123817"/>
                  </a:lnTo>
                  <a:lnTo>
                    <a:pt x="327146" y="118724"/>
                  </a:lnTo>
                  <a:lnTo>
                    <a:pt x="325531" y="113680"/>
                  </a:lnTo>
                  <a:lnTo>
                    <a:pt x="323757" y="108689"/>
                  </a:lnTo>
                  <a:lnTo>
                    <a:pt x="321826" y="103757"/>
                  </a:lnTo>
                  <a:lnTo>
                    <a:pt x="319740" y="98889"/>
                  </a:lnTo>
                  <a:lnTo>
                    <a:pt x="317500" y="94089"/>
                  </a:lnTo>
                  <a:lnTo>
                    <a:pt x="315109" y="89363"/>
                  </a:lnTo>
                  <a:lnTo>
                    <a:pt x="312570" y="84714"/>
                  </a:lnTo>
                  <a:lnTo>
                    <a:pt x="309885" y="80149"/>
                  </a:lnTo>
                  <a:lnTo>
                    <a:pt x="307056" y="75670"/>
                  </a:lnTo>
                  <a:lnTo>
                    <a:pt x="304088" y="71284"/>
                  </a:lnTo>
                  <a:lnTo>
                    <a:pt x="300981" y="66994"/>
                  </a:lnTo>
                  <a:lnTo>
                    <a:pt x="297740" y="62804"/>
                  </a:lnTo>
                  <a:lnTo>
                    <a:pt x="294369" y="58720"/>
                  </a:lnTo>
                  <a:lnTo>
                    <a:pt x="290869" y="54744"/>
                  </a:lnTo>
                  <a:lnTo>
                    <a:pt x="287245" y="50881"/>
                  </a:lnTo>
                  <a:lnTo>
                    <a:pt x="283501" y="4713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6677"/>
              <a:ext cx="116349" cy="120882"/>
            </a:xfrm>
            <a:custGeom>
              <a:avLst/>
              <a:pathLst>
                <a:path w="116349" h="120882">
                  <a:moveTo>
                    <a:pt x="116349" y="849"/>
                  </a:moveTo>
                  <a:lnTo>
                    <a:pt x="115466" y="0"/>
                  </a:lnTo>
                  <a:lnTo>
                    <a:pt x="0" y="120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115466" cy="167167"/>
            </a:xfrm>
            <a:custGeom>
              <a:avLst/>
              <a:pathLst>
                <a:path w="115466" h="167167">
                  <a:moveTo>
                    <a:pt x="115466" y="46285"/>
                  </a:moveTo>
                  <a:lnTo>
                    <a:pt x="111396" y="42524"/>
                  </a:lnTo>
                  <a:lnTo>
                    <a:pt x="107203" y="38900"/>
                  </a:lnTo>
                  <a:lnTo>
                    <a:pt x="102893" y="35417"/>
                  </a:lnTo>
                  <a:lnTo>
                    <a:pt x="98469" y="32079"/>
                  </a:lnTo>
                  <a:lnTo>
                    <a:pt x="93938" y="28890"/>
                  </a:lnTo>
                  <a:lnTo>
                    <a:pt x="89303" y="25852"/>
                  </a:lnTo>
                  <a:lnTo>
                    <a:pt x="84570" y="22970"/>
                  </a:lnTo>
                  <a:lnTo>
                    <a:pt x="79744" y="20246"/>
                  </a:lnTo>
                  <a:lnTo>
                    <a:pt x="74830" y="17683"/>
                  </a:lnTo>
                  <a:lnTo>
                    <a:pt x="69834" y="15285"/>
                  </a:lnTo>
                  <a:lnTo>
                    <a:pt x="64762" y="13054"/>
                  </a:lnTo>
                  <a:lnTo>
                    <a:pt x="59618" y="10992"/>
                  </a:lnTo>
                  <a:lnTo>
                    <a:pt x="54409" y="9102"/>
                  </a:lnTo>
                  <a:lnTo>
                    <a:pt x="49140" y="7385"/>
                  </a:lnTo>
                  <a:lnTo>
                    <a:pt x="43817" y="5844"/>
                  </a:lnTo>
                  <a:lnTo>
                    <a:pt x="38445" y="4481"/>
                  </a:lnTo>
                  <a:lnTo>
                    <a:pt x="33032" y="3296"/>
                  </a:lnTo>
                  <a:lnTo>
                    <a:pt x="27582" y="2291"/>
                  </a:lnTo>
                  <a:lnTo>
                    <a:pt x="22102" y="1467"/>
                  </a:lnTo>
                  <a:lnTo>
                    <a:pt x="16598" y="826"/>
                  </a:lnTo>
                  <a:lnTo>
                    <a:pt x="11075" y="367"/>
                  </a:lnTo>
                  <a:lnTo>
                    <a:pt x="554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423590" y="3707720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1" y="83"/>
                  </a:lnTo>
                  <a:lnTo>
                    <a:pt x="156591" y="334"/>
                  </a:lnTo>
                  <a:lnTo>
                    <a:pt x="151320" y="751"/>
                  </a:lnTo>
                  <a:lnTo>
                    <a:pt x="146066" y="1335"/>
                  </a:lnTo>
                  <a:lnTo>
                    <a:pt x="140832" y="2085"/>
                  </a:lnTo>
                  <a:lnTo>
                    <a:pt x="135625" y="3000"/>
                  </a:lnTo>
                  <a:lnTo>
                    <a:pt x="130450" y="4080"/>
                  </a:lnTo>
                  <a:lnTo>
                    <a:pt x="125311" y="5322"/>
                  </a:lnTo>
                  <a:lnTo>
                    <a:pt x="120214" y="6726"/>
                  </a:lnTo>
                  <a:lnTo>
                    <a:pt x="115164" y="8291"/>
                  </a:lnTo>
                  <a:lnTo>
                    <a:pt x="110166" y="10014"/>
                  </a:lnTo>
                  <a:lnTo>
                    <a:pt x="105225" y="11895"/>
                  </a:lnTo>
                  <a:lnTo>
                    <a:pt x="100346" y="13931"/>
                  </a:lnTo>
                  <a:lnTo>
                    <a:pt x="95534" y="16121"/>
                  </a:lnTo>
                  <a:lnTo>
                    <a:pt x="90793" y="18461"/>
                  </a:lnTo>
                  <a:lnTo>
                    <a:pt x="86129" y="20950"/>
                  </a:lnTo>
                  <a:lnTo>
                    <a:pt x="81546" y="23586"/>
                  </a:lnTo>
                  <a:lnTo>
                    <a:pt x="77048" y="26365"/>
                  </a:lnTo>
                  <a:lnTo>
                    <a:pt x="72641" y="29284"/>
                  </a:lnTo>
                  <a:lnTo>
                    <a:pt x="68328" y="32342"/>
                  </a:lnTo>
                  <a:lnTo>
                    <a:pt x="64114" y="35535"/>
                  </a:lnTo>
                  <a:lnTo>
                    <a:pt x="60003" y="38859"/>
                  </a:lnTo>
                  <a:lnTo>
                    <a:pt x="56000" y="42312"/>
                  </a:lnTo>
                  <a:lnTo>
                    <a:pt x="52107" y="45889"/>
                  </a:lnTo>
                  <a:lnTo>
                    <a:pt x="48329" y="49588"/>
                  </a:lnTo>
                  <a:lnTo>
                    <a:pt x="44671" y="53404"/>
                  </a:lnTo>
                  <a:lnTo>
                    <a:pt x="41135" y="57335"/>
                  </a:lnTo>
                  <a:lnTo>
                    <a:pt x="37725" y="61375"/>
                  </a:lnTo>
                  <a:lnTo>
                    <a:pt x="34444" y="65520"/>
                  </a:lnTo>
                  <a:lnTo>
                    <a:pt x="31296" y="69768"/>
                  </a:lnTo>
                  <a:lnTo>
                    <a:pt x="28284" y="74113"/>
                  </a:lnTo>
                  <a:lnTo>
                    <a:pt x="25411" y="78551"/>
                  </a:lnTo>
                  <a:lnTo>
                    <a:pt x="22680" y="83077"/>
                  </a:lnTo>
                  <a:lnTo>
                    <a:pt x="20093" y="87688"/>
                  </a:lnTo>
                  <a:lnTo>
                    <a:pt x="17653" y="92378"/>
                  </a:lnTo>
                  <a:lnTo>
                    <a:pt x="15363" y="97144"/>
                  </a:lnTo>
                  <a:lnTo>
                    <a:pt x="13224" y="101979"/>
                  </a:lnTo>
                  <a:lnTo>
                    <a:pt x="11240" y="106879"/>
                  </a:lnTo>
                  <a:lnTo>
                    <a:pt x="9412" y="111839"/>
                  </a:lnTo>
                  <a:lnTo>
                    <a:pt x="7741" y="116855"/>
                  </a:lnTo>
                  <a:lnTo>
                    <a:pt x="6230" y="121922"/>
                  </a:lnTo>
                  <a:lnTo>
                    <a:pt x="4879" y="127033"/>
                  </a:lnTo>
                  <a:lnTo>
                    <a:pt x="3691" y="132185"/>
                  </a:lnTo>
                  <a:lnTo>
                    <a:pt x="2667" y="137371"/>
                  </a:lnTo>
                  <a:lnTo>
                    <a:pt x="1807" y="142588"/>
                  </a:lnTo>
                  <a:lnTo>
                    <a:pt x="1112" y="147829"/>
                  </a:lnTo>
                  <a:lnTo>
                    <a:pt x="584" y="153089"/>
                  </a:lnTo>
                  <a:lnTo>
                    <a:pt x="222" y="158364"/>
                  </a:lnTo>
                  <a:lnTo>
                    <a:pt x="27" y="163647"/>
                  </a:lnTo>
                  <a:lnTo>
                    <a:pt x="0" y="168934"/>
                  </a:lnTo>
                  <a:lnTo>
                    <a:pt x="139" y="174219"/>
                  </a:lnTo>
                  <a:lnTo>
                    <a:pt x="445" y="179497"/>
                  </a:lnTo>
                  <a:lnTo>
                    <a:pt x="919" y="184762"/>
                  </a:lnTo>
                  <a:lnTo>
                    <a:pt x="1558" y="190010"/>
                  </a:lnTo>
                  <a:lnTo>
                    <a:pt x="2363" y="195235"/>
                  </a:lnTo>
                  <a:lnTo>
                    <a:pt x="3333" y="200432"/>
                  </a:lnTo>
                  <a:lnTo>
                    <a:pt x="4467" y="205596"/>
                  </a:lnTo>
                  <a:lnTo>
                    <a:pt x="5764" y="210722"/>
                  </a:lnTo>
                  <a:lnTo>
                    <a:pt x="7222" y="215803"/>
                  </a:lnTo>
                  <a:lnTo>
                    <a:pt x="8840" y="220837"/>
                  </a:lnTo>
                  <a:lnTo>
                    <a:pt x="10616" y="225816"/>
                  </a:lnTo>
                  <a:lnTo>
                    <a:pt x="12549" y="230737"/>
                  </a:lnTo>
                  <a:lnTo>
                    <a:pt x="14637" y="235594"/>
                  </a:lnTo>
                  <a:lnTo>
                    <a:pt x="16877" y="240383"/>
                  </a:lnTo>
                  <a:lnTo>
                    <a:pt x="19267" y="245099"/>
                  </a:lnTo>
                  <a:lnTo>
                    <a:pt x="21805" y="249736"/>
                  </a:lnTo>
                  <a:lnTo>
                    <a:pt x="24489" y="254291"/>
                  </a:lnTo>
                  <a:lnTo>
                    <a:pt x="27315" y="258759"/>
                  </a:lnTo>
                  <a:lnTo>
                    <a:pt x="30282" y="263135"/>
                  </a:lnTo>
                  <a:lnTo>
                    <a:pt x="33385" y="267416"/>
                  </a:lnTo>
                  <a:lnTo>
                    <a:pt x="36622" y="271596"/>
                  </a:lnTo>
                  <a:lnTo>
                    <a:pt x="39989" y="275671"/>
                  </a:lnTo>
                  <a:lnTo>
                    <a:pt x="43484" y="279638"/>
                  </a:lnTo>
                  <a:lnTo>
                    <a:pt x="47103" y="283493"/>
                  </a:lnTo>
                  <a:lnTo>
                    <a:pt x="50841" y="287231"/>
                  </a:lnTo>
                  <a:lnTo>
                    <a:pt x="54696" y="290849"/>
                  </a:lnTo>
                  <a:lnTo>
                    <a:pt x="58663" y="294344"/>
                  </a:lnTo>
                  <a:lnTo>
                    <a:pt x="62739" y="297711"/>
                  </a:lnTo>
                  <a:lnTo>
                    <a:pt x="66919" y="300947"/>
                  </a:lnTo>
                  <a:lnTo>
                    <a:pt x="71200" y="304050"/>
                  </a:lnTo>
                  <a:lnTo>
                    <a:pt x="75576" y="307016"/>
                  </a:lnTo>
                  <a:lnTo>
                    <a:pt x="80044" y="309842"/>
                  </a:lnTo>
                  <a:lnTo>
                    <a:pt x="84600" y="312526"/>
                  </a:lnTo>
                  <a:lnTo>
                    <a:pt x="89238" y="315064"/>
                  </a:lnTo>
                  <a:lnTo>
                    <a:pt x="93953" y="317454"/>
                  </a:lnTo>
                  <a:lnTo>
                    <a:pt x="98742" y="319693"/>
                  </a:lnTo>
                  <a:lnTo>
                    <a:pt x="103600" y="321780"/>
                  </a:lnTo>
                  <a:lnTo>
                    <a:pt x="108521" y="323713"/>
                  </a:lnTo>
                  <a:lnTo>
                    <a:pt x="113500" y="325489"/>
                  </a:lnTo>
                  <a:lnTo>
                    <a:pt x="118534" y="327106"/>
                  </a:lnTo>
                  <a:lnTo>
                    <a:pt x="123616" y="328564"/>
                  </a:lnTo>
                  <a:lnTo>
                    <a:pt x="128741" y="329860"/>
                  </a:lnTo>
                  <a:lnTo>
                    <a:pt x="133905" y="330994"/>
                  </a:lnTo>
                  <a:lnTo>
                    <a:pt x="139102" y="331963"/>
                  </a:lnTo>
                  <a:lnTo>
                    <a:pt x="144327" y="332768"/>
                  </a:lnTo>
                  <a:lnTo>
                    <a:pt x="149575" y="333407"/>
                  </a:lnTo>
                  <a:lnTo>
                    <a:pt x="154841" y="333880"/>
                  </a:lnTo>
                  <a:lnTo>
                    <a:pt x="160119" y="334186"/>
                  </a:lnTo>
                  <a:lnTo>
                    <a:pt x="165404" y="334325"/>
                  </a:lnTo>
                  <a:lnTo>
                    <a:pt x="170691" y="334297"/>
                  </a:lnTo>
                  <a:lnTo>
                    <a:pt x="175974" y="334102"/>
                  </a:lnTo>
                  <a:lnTo>
                    <a:pt x="181248" y="333739"/>
                  </a:lnTo>
                  <a:lnTo>
                    <a:pt x="186509" y="333211"/>
                  </a:lnTo>
                  <a:lnTo>
                    <a:pt x="191750" y="332516"/>
                  </a:lnTo>
                  <a:lnTo>
                    <a:pt x="196966" y="331655"/>
                  </a:lnTo>
                  <a:lnTo>
                    <a:pt x="202153" y="330630"/>
                  </a:lnTo>
                  <a:lnTo>
                    <a:pt x="207304" y="329442"/>
                  </a:lnTo>
                  <a:lnTo>
                    <a:pt x="212415" y="328091"/>
                  </a:lnTo>
                  <a:lnTo>
                    <a:pt x="217482" y="326580"/>
                  </a:lnTo>
                  <a:lnTo>
                    <a:pt x="222497" y="324909"/>
                  </a:lnTo>
                  <a:lnTo>
                    <a:pt x="227458" y="323080"/>
                  </a:lnTo>
                  <a:lnTo>
                    <a:pt x="232358" y="321095"/>
                  </a:lnTo>
                  <a:lnTo>
                    <a:pt x="237193" y="318956"/>
                  </a:lnTo>
                  <a:lnTo>
                    <a:pt x="241958" y="316666"/>
                  </a:lnTo>
                  <a:lnTo>
                    <a:pt x="246648" y="314226"/>
                  </a:lnTo>
                  <a:lnTo>
                    <a:pt x="251258" y="311638"/>
                  </a:lnTo>
                  <a:lnTo>
                    <a:pt x="255785" y="308907"/>
                  </a:lnTo>
                  <a:lnTo>
                    <a:pt x="260223" y="306033"/>
                  </a:lnTo>
                  <a:lnTo>
                    <a:pt x="264567" y="303021"/>
                  </a:lnTo>
                  <a:lnTo>
                    <a:pt x="268814" y="299873"/>
                  </a:lnTo>
                  <a:lnTo>
                    <a:pt x="272960" y="296592"/>
                  </a:lnTo>
                  <a:lnTo>
                    <a:pt x="277000" y="293181"/>
                  </a:lnTo>
                  <a:lnTo>
                    <a:pt x="280930" y="289645"/>
                  </a:lnTo>
                  <a:lnTo>
                    <a:pt x="284746" y="285986"/>
                  </a:lnTo>
                  <a:lnTo>
                    <a:pt x="288444" y="282208"/>
                  </a:lnTo>
                  <a:lnTo>
                    <a:pt x="292022" y="278315"/>
                  </a:lnTo>
                  <a:lnTo>
                    <a:pt x="295474" y="274311"/>
                  </a:lnTo>
                  <a:lnTo>
                    <a:pt x="298798" y="270200"/>
                  </a:lnTo>
                  <a:lnTo>
                    <a:pt x="301990" y="265986"/>
                  </a:lnTo>
                  <a:lnTo>
                    <a:pt x="305047" y="261673"/>
                  </a:lnTo>
                  <a:lnTo>
                    <a:pt x="307967" y="257265"/>
                  </a:lnTo>
                  <a:lnTo>
                    <a:pt x="310746" y="252767"/>
                  </a:lnTo>
                  <a:lnTo>
                    <a:pt x="313381" y="248184"/>
                  </a:lnTo>
                  <a:lnTo>
                    <a:pt x="315869" y="243520"/>
                  </a:lnTo>
                  <a:lnTo>
                    <a:pt x="318210" y="238779"/>
                  </a:lnTo>
                  <a:lnTo>
                    <a:pt x="320399" y="233966"/>
                  </a:lnTo>
                  <a:lnTo>
                    <a:pt x="322434" y="229087"/>
                  </a:lnTo>
                  <a:lnTo>
                    <a:pt x="324315" y="224146"/>
                  </a:lnTo>
                  <a:lnTo>
                    <a:pt x="326038" y="219148"/>
                  </a:lnTo>
                  <a:lnTo>
                    <a:pt x="327602" y="214098"/>
                  </a:lnTo>
                  <a:lnTo>
                    <a:pt x="329006" y="209001"/>
                  </a:lnTo>
                  <a:lnTo>
                    <a:pt x="330248" y="203862"/>
                  </a:lnTo>
                  <a:lnTo>
                    <a:pt x="331327" y="198686"/>
                  </a:lnTo>
                  <a:lnTo>
                    <a:pt x="332241" y="193479"/>
                  </a:lnTo>
                  <a:lnTo>
                    <a:pt x="332991" y="188246"/>
                  </a:lnTo>
                  <a:lnTo>
                    <a:pt x="333574" y="182991"/>
                  </a:lnTo>
                  <a:lnTo>
                    <a:pt x="333992" y="177721"/>
                  </a:lnTo>
                  <a:lnTo>
                    <a:pt x="334242" y="172440"/>
                  </a:lnTo>
                  <a:lnTo>
                    <a:pt x="334325" y="167154"/>
                  </a:lnTo>
                  <a:lnTo>
                    <a:pt x="334241" y="161868"/>
                  </a:lnTo>
                  <a:lnTo>
                    <a:pt x="333990" y="156587"/>
                  </a:lnTo>
                  <a:lnTo>
                    <a:pt x="333572" y="151317"/>
                  </a:lnTo>
                  <a:lnTo>
                    <a:pt x="332987" y="146062"/>
                  </a:lnTo>
                  <a:lnTo>
                    <a:pt x="332237" y="140829"/>
                  </a:lnTo>
                  <a:lnTo>
                    <a:pt x="331322" y="135622"/>
                  </a:lnTo>
                  <a:lnTo>
                    <a:pt x="330242" y="130446"/>
                  </a:lnTo>
                  <a:lnTo>
                    <a:pt x="328999" y="125308"/>
                  </a:lnTo>
                  <a:lnTo>
                    <a:pt x="327595" y="120211"/>
                  </a:lnTo>
                  <a:lnTo>
                    <a:pt x="326030" y="115161"/>
                  </a:lnTo>
                  <a:lnTo>
                    <a:pt x="324306" y="110163"/>
                  </a:lnTo>
                  <a:lnTo>
                    <a:pt x="322425" y="105222"/>
                  </a:lnTo>
                  <a:lnTo>
                    <a:pt x="320388" y="100343"/>
                  </a:lnTo>
                  <a:lnTo>
                    <a:pt x="318198" y="95531"/>
                  </a:lnTo>
                  <a:lnTo>
                    <a:pt x="315858" y="90791"/>
                  </a:lnTo>
                  <a:lnTo>
                    <a:pt x="313368" y="86127"/>
                  </a:lnTo>
                  <a:lnTo>
                    <a:pt x="310732" y="81544"/>
                  </a:lnTo>
                  <a:lnTo>
                    <a:pt x="307953" y="77047"/>
                  </a:lnTo>
                  <a:lnTo>
                    <a:pt x="305033" y="72640"/>
                  </a:lnTo>
                  <a:lnTo>
                    <a:pt x="301975" y="68327"/>
                  </a:lnTo>
                  <a:lnTo>
                    <a:pt x="298782" y="64113"/>
                  </a:lnTo>
                  <a:lnTo>
                    <a:pt x="295457" y="60003"/>
                  </a:lnTo>
                  <a:lnTo>
                    <a:pt x="292004" y="55999"/>
                  </a:lnTo>
                  <a:lnTo>
                    <a:pt x="288426" y="52107"/>
                  </a:lnTo>
                  <a:lnTo>
                    <a:pt x="284727" y="48330"/>
                  </a:lnTo>
                  <a:lnTo>
                    <a:pt x="280911" y="44671"/>
                  </a:lnTo>
                  <a:lnTo>
                    <a:pt x="276980" y="41135"/>
                  </a:lnTo>
                  <a:lnTo>
                    <a:pt x="272940" y="37726"/>
                  </a:lnTo>
                  <a:lnTo>
                    <a:pt x="268794" y="34445"/>
                  </a:lnTo>
                  <a:lnTo>
                    <a:pt x="264546" y="31298"/>
                  </a:lnTo>
                  <a:lnTo>
                    <a:pt x="260201" y="28286"/>
                  </a:lnTo>
                  <a:lnTo>
                    <a:pt x="255763" y="25413"/>
                  </a:lnTo>
                  <a:lnTo>
                    <a:pt x="251236" y="22682"/>
                  </a:lnTo>
                  <a:lnTo>
                    <a:pt x="246625" y="20096"/>
                  </a:lnTo>
                  <a:lnTo>
                    <a:pt x="241934" y="17656"/>
                  </a:lnTo>
                  <a:lnTo>
                    <a:pt x="237169" y="15367"/>
                  </a:lnTo>
                  <a:lnTo>
                    <a:pt x="232334" y="13229"/>
                  </a:lnTo>
                  <a:lnTo>
                    <a:pt x="227434" y="11245"/>
                  </a:lnTo>
                  <a:lnTo>
                    <a:pt x="222473" y="941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55315" cy="167167"/>
            </a:xfrm>
            <a:custGeom>
              <a:avLst/>
              <a:pathLst>
                <a:path w="55315" h="167167">
                  <a:moveTo>
                    <a:pt x="55315" y="9417"/>
                  </a:moveTo>
                  <a:lnTo>
                    <a:pt x="49366" y="7455"/>
                  </a:lnTo>
                  <a:lnTo>
                    <a:pt x="43348" y="5718"/>
                  </a:lnTo>
                  <a:lnTo>
                    <a:pt x="37269" y="4207"/>
                  </a:lnTo>
                  <a:lnTo>
                    <a:pt x="31138" y="2925"/>
                  </a:lnTo>
                  <a:lnTo>
                    <a:pt x="24963" y="1874"/>
                  </a:lnTo>
                  <a:lnTo>
                    <a:pt x="18753" y="1055"/>
                  </a:lnTo>
                  <a:lnTo>
                    <a:pt x="12516" y="469"/>
                  </a:lnTo>
                  <a:lnTo>
                    <a:pt x="6262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614129" y="4213821"/>
              <a:ext cx="200634" cy="334325"/>
            </a:xfrm>
            <a:custGeom>
              <a:avLst/>
              <a:pathLst>
                <a:path w="200634" h="334325">
                  <a:moveTo>
                    <a:pt x="167157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7" y="2113"/>
                  </a:lnTo>
                  <a:lnTo>
                    <a:pt x="135416" y="3041"/>
                  </a:lnTo>
                  <a:lnTo>
                    <a:pt x="130207" y="4134"/>
                  </a:lnTo>
                  <a:lnTo>
                    <a:pt x="125035" y="5393"/>
                  </a:lnTo>
                  <a:lnTo>
                    <a:pt x="119907" y="6816"/>
                  </a:lnTo>
                  <a:lnTo>
                    <a:pt x="114826" y="8402"/>
                  </a:lnTo>
                  <a:lnTo>
                    <a:pt x="109798" y="10148"/>
                  </a:lnTo>
                  <a:lnTo>
                    <a:pt x="104829" y="12054"/>
                  </a:lnTo>
                  <a:lnTo>
                    <a:pt x="99922" y="14117"/>
                  </a:lnTo>
                  <a:lnTo>
                    <a:pt x="95084" y="16335"/>
                  </a:lnTo>
                  <a:lnTo>
                    <a:pt x="90319" y="18706"/>
                  </a:lnTo>
                  <a:lnTo>
                    <a:pt x="85632" y="21227"/>
                  </a:lnTo>
                  <a:lnTo>
                    <a:pt x="81027" y="23896"/>
                  </a:lnTo>
                  <a:lnTo>
                    <a:pt x="76510" y="26711"/>
                  </a:lnTo>
                  <a:lnTo>
                    <a:pt x="72084" y="29668"/>
                  </a:lnTo>
                  <a:lnTo>
                    <a:pt x="67755" y="32764"/>
                  </a:lnTo>
                  <a:lnTo>
                    <a:pt x="63527" y="35997"/>
                  </a:lnTo>
                  <a:lnTo>
                    <a:pt x="59404" y="39362"/>
                  </a:lnTo>
                  <a:lnTo>
                    <a:pt x="55390" y="42857"/>
                  </a:lnTo>
                  <a:lnTo>
                    <a:pt x="51489" y="46478"/>
                  </a:lnTo>
                  <a:lnTo>
                    <a:pt x="47705" y="50222"/>
                  </a:lnTo>
                  <a:lnTo>
                    <a:pt x="44043" y="54084"/>
                  </a:lnTo>
                  <a:lnTo>
                    <a:pt x="40505" y="58060"/>
                  </a:lnTo>
                  <a:lnTo>
                    <a:pt x="37096" y="62148"/>
                  </a:lnTo>
                  <a:lnTo>
                    <a:pt x="33819" y="66341"/>
                  </a:lnTo>
                  <a:lnTo>
                    <a:pt x="30677" y="70637"/>
                  </a:lnTo>
                  <a:lnTo>
                    <a:pt x="27673" y="75031"/>
                  </a:lnTo>
                  <a:lnTo>
                    <a:pt x="24811" y="79518"/>
                  </a:lnTo>
                  <a:lnTo>
                    <a:pt x="22092" y="84094"/>
                  </a:lnTo>
                  <a:lnTo>
                    <a:pt x="19521" y="88754"/>
                  </a:lnTo>
                  <a:lnTo>
                    <a:pt x="17100" y="93494"/>
                  </a:lnTo>
                  <a:lnTo>
                    <a:pt x="14831" y="98309"/>
                  </a:lnTo>
                  <a:lnTo>
                    <a:pt x="12716" y="103193"/>
                  </a:lnTo>
                  <a:lnTo>
                    <a:pt x="10757" y="108142"/>
                  </a:lnTo>
                  <a:lnTo>
                    <a:pt x="8958" y="113151"/>
                  </a:lnTo>
                  <a:lnTo>
                    <a:pt x="7318" y="118214"/>
                  </a:lnTo>
                  <a:lnTo>
                    <a:pt x="5841" y="123327"/>
                  </a:lnTo>
                  <a:lnTo>
                    <a:pt x="4527" y="128485"/>
                  </a:lnTo>
                  <a:lnTo>
                    <a:pt x="3378" y="133682"/>
                  </a:lnTo>
                  <a:lnTo>
                    <a:pt x="2395" y="138913"/>
                  </a:lnTo>
                  <a:lnTo>
                    <a:pt x="1579" y="144172"/>
                  </a:lnTo>
                  <a:lnTo>
                    <a:pt x="931" y="149455"/>
                  </a:lnTo>
                  <a:lnTo>
                    <a:pt x="451" y="154756"/>
                  </a:lnTo>
                  <a:lnTo>
                    <a:pt x="141" y="160069"/>
                  </a:lnTo>
                  <a:lnTo>
                    <a:pt x="0" y="165390"/>
                  </a:lnTo>
                  <a:lnTo>
                    <a:pt x="28" y="170712"/>
                  </a:lnTo>
                  <a:lnTo>
                    <a:pt x="225" y="176031"/>
                  </a:lnTo>
                  <a:lnTo>
                    <a:pt x="592" y="181341"/>
                  </a:lnTo>
                  <a:lnTo>
                    <a:pt x="1128" y="186636"/>
                  </a:lnTo>
                  <a:lnTo>
                    <a:pt x="1832" y="191912"/>
                  </a:lnTo>
                  <a:lnTo>
                    <a:pt x="2703" y="197162"/>
                  </a:lnTo>
                  <a:lnTo>
                    <a:pt x="3741" y="202382"/>
                  </a:lnTo>
                  <a:lnTo>
                    <a:pt x="4945" y="207567"/>
                  </a:lnTo>
                  <a:lnTo>
                    <a:pt x="6314" y="212710"/>
                  </a:lnTo>
                  <a:lnTo>
                    <a:pt x="7845" y="217808"/>
                  </a:lnTo>
                  <a:lnTo>
                    <a:pt x="9538" y="222854"/>
                  </a:lnTo>
                  <a:lnTo>
                    <a:pt x="11391" y="227843"/>
                  </a:lnTo>
                  <a:lnTo>
                    <a:pt x="13401" y="232771"/>
                  </a:lnTo>
                  <a:lnTo>
                    <a:pt x="15568" y="237633"/>
                  </a:lnTo>
                  <a:lnTo>
                    <a:pt x="17888" y="242423"/>
                  </a:lnTo>
                  <a:lnTo>
                    <a:pt x="20359" y="247137"/>
                  </a:lnTo>
                  <a:lnTo>
                    <a:pt x="22979" y="251770"/>
                  </a:lnTo>
                  <a:lnTo>
                    <a:pt x="25746" y="256317"/>
                  </a:lnTo>
                  <a:lnTo>
                    <a:pt x="28655" y="260773"/>
                  </a:lnTo>
                  <a:lnTo>
                    <a:pt x="31706" y="265135"/>
                  </a:lnTo>
                  <a:lnTo>
                    <a:pt x="34893" y="269397"/>
                  </a:lnTo>
                  <a:lnTo>
                    <a:pt x="38214" y="273556"/>
                  </a:lnTo>
                  <a:lnTo>
                    <a:pt x="41667" y="277607"/>
                  </a:lnTo>
                  <a:lnTo>
                    <a:pt x="45246" y="281546"/>
                  </a:lnTo>
                  <a:lnTo>
                    <a:pt x="48949" y="285369"/>
                  </a:lnTo>
                  <a:lnTo>
                    <a:pt x="52772" y="289072"/>
                  </a:lnTo>
                  <a:lnTo>
                    <a:pt x="56711" y="292652"/>
                  </a:lnTo>
                  <a:lnTo>
                    <a:pt x="60762" y="296104"/>
                  </a:lnTo>
                  <a:lnTo>
                    <a:pt x="64920" y="299426"/>
                  </a:lnTo>
                  <a:lnTo>
                    <a:pt x="69182" y="302614"/>
                  </a:lnTo>
                  <a:lnTo>
                    <a:pt x="73544" y="305664"/>
                  </a:lnTo>
                  <a:lnTo>
                    <a:pt x="78000" y="308574"/>
                  </a:lnTo>
                  <a:lnTo>
                    <a:pt x="82547" y="311341"/>
                  </a:lnTo>
                  <a:lnTo>
                    <a:pt x="87180" y="313961"/>
                  </a:lnTo>
                  <a:lnTo>
                    <a:pt x="91894" y="316433"/>
                  </a:lnTo>
                  <a:lnTo>
                    <a:pt x="96684" y="318753"/>
                  </a:lnTo>
                  <a:lnTo>
                    <a:pt x="101545" y="320920"/>
                  </a:lnTo>
                  <a:lnTo>
                    <a:pt x="106473" y="322931"/>
                  </a:lnTo>
                  <a:lnTo>
                    <a:pt x="111462" y="324784"/>
                  </a:lnTo>
                  <a:lnTo>
                    <a:pt x="116508" y="326477"/>
                  </a:lnTo>
                  <a:lnTo>
                    <a:pt x="121606" y="328008"/>
                  </a:lnTo>
                  <a:lnTo>
                    <a:pt x="126749" y="329377"/>
                  </a:lnTo>
                  <a:lnTo>
                    <a:pt x="131933" y="330581"/>
                  </a:lnTo>
                  <a:lnTo>
                    <a:pt x="137154" y="331620"/>
                  </a:lnTo>
                  <a:lnTo>
                    <a:pt x="142404" y="332492"/>
                  </a:lnTo>
                  <a:lnTo>
                    <a:pt x="147680" y="333196"/>
                  </a:lnTo>
                  <a:lnTo>
                    <a:pt x="152975" y="333732"/>
                  </a:lnTo>
                  <a:lnTo>
                    <a:pt x="158285" y="334099"/>
                  </a:lnTo>
                  <a:lnTo>
                    <a:pt x="163604" y="334297"/>
                  </a:lnTo>
                  <a:lnTo>
                    <a:pt x="168926" y="334325"/>
                  </a:lnTo>
                  <a:lnTo>
                    <a:pt x="174246" y="334184"/>
                  </a:lnTo>
                  <a:lnTo>
                    <a:pt x="179560" y="333874"/>
                  </a:lnTo>
                  <a:lnTo>
                    <a:pt x="184861" y="333394"/>
                  </a:lnTo>
                  <a:lnTo>
                    <a:pt x="190143" y="332747"/>
                  </a:lnTo>
                  <a:lnTo>
                    <a:pt x="195403" y="331931"/>
                  </a:lnTo>
                  <a:lnTo>
                    <a:pt x="200634" y="33094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33476" cy="163781"/>
            </a:xfrm>
            <a:custGeom>
              <a:avLst/>
              <a:pathLst>
                <a:path w="33476" h="163781">
                  <a:moveTo>
                    <a:pt x="33476" y="1637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167165" cy="330948"/>
            </a:xfrm>
            <a:custGeom>
              <a:avLst/>
              <a:pathLst>
                <a:path w="167165" h="330948">
                  <a:moveTo>
                    <a:pt x="33476" y="330948"/>
                  </a:moveTo>
                  <a:lnTo>
                    <a:pt x="38692" y="329795"/>
                  </a:lnTo>
                  <a:lnTo>
                    <a:pt x="43868" y="328476"/>
                  </a:lnTo>
                  <a:lnTo>
                    <a:pt x="49000" y="326992"/>
                  </a:lnTo>
                  <a:lnTo>
                    <a:pt x="54081" y="325345"/>
                  </a:lnTo>
                  <a:lnTo>
                    <a:pt x="59107" y="323536"/>
                  </a:lnTo>
                  <a:lnTo>
                    <a:pt x="64073" y="321567"/>
                  </a:lnTo>
                  <a:lnTo>
                    <a:pt x="68974" y="319441"/>
                  </a:lnTo>
                  <a:lnTo>
                    <a:pt x="73804" y="317160"/>
                  </a:lnTo>
                  <a:lnTo>
                    <a:pt x="78559" y="314725"/>
                  </a:lnTo>
                  <a:lnTo>
                    <a:pt x="83233" y="312140"/>
                  </a:lnTo>
                  <a:lnTo>
                    <a:pt x="87823" y="309406"/>
                  </a:lnTo>
                  <a:lnTo>
                    <a:pt x="92322" y="306528"/>
                  </a:lnTo>
                  <a:lnTo>
                    <a:pt x="96728" y="303507"/>
                  </a:lnTo>
                  <a:lnTo>
                    <a:pt x="101035" y="300347"/>
                  </a:lnTo>
                  <a:lnTo>
                    <a:pt x="105238" y="297051"/>
                  </a:lnTo>
                  <a:lnTo>
                    <a:pt x="109334" y="293622"/>
                  </a:lnTo>
                  <a:lnTo>
                    <a:pt x="113319" y="290064"/>
                  </a:lnTo>
                  <a:lnTo>
                    <a:pt x="117188" y="286380"/>
                  </a:lnTo>
                  <a:lnTo>
                    <a:pt x="120937" y="282575"/>
                  </a:lnTo>
                  <a:lnTo>
                    <a:pt x="124563" y="278652"/>
                  </a:lnTo>
                  <a:lnTo>
                    <a:pt x="128061" y="274616"/>
                  </a:lnTo>
                  <a:lnTo>
                    <a:pt x="131429" y="270469"/>
                  </a:lnTo>
                  <a:lnTo>
                    <a:pt x="134662" y="266217"/>
                  </a:lnTo>
                  <a:lnTo>
                    <a:pt x="137758" y="261864"/>
                  </a:lnTo>
                  <a:lnTo>
                    <a:pt x="140713" y="257414"/>
                  </a:lnTo>
                  <a:lnTo>
                    <a:pt x="143525" y="252872"/>
                  </a:lnTo>
                  <a:lnTo>
                    <a:pt x="146190" y="248243"/>
                  </a:lnTo>
                  <a:lnTo>
                    <a:pt x="148706" y="243530"/>
                  </a:lnTo>
                  <a:lnTo>
                    <a:pt x="151070" y="238740"/>
                  </a:lnTo>
                  <a:lnTo>
                    <a:pt x="153280" y="233877"/>
                  </a:lnTo>
                  <a:lnTo>
                    <a:pt x="155333" y="228945"/>
                  </a:lnTo>
                  <a:lnTo>
                    <a:pt x="157227" y="223951"/>
                  </a:lnTo>
                  <a:lnTo>
                    <a:pt x="158961" y="218898"/>
                  </a:lnTo>
                  <a:lnTo>
                    <a:pt x="160533" y="213793"/>
                  </a:lnTo>
                  <a:lnTo>
                    <a:pt x="161941" y="208640"/>
                  </a:lnTo>
                  <a:lnTo>
                    <a:pt x="163183" y="203444"/>
                  </a:lnTo>
                  <a:lnTo>
                    <a:pt x="164259" y="198212"/>
                  </a:lnTo>
                  <a:lnTo>
                    <a:pt x="165167" y="192948"/>
                  </a:lnTo>
                  <a:lnTo>
                    <a:pt x="165906" y="187657"/>
                  </a:lnTo>
                  <a:lnTo>
                    <a:pt x="166476" y="182346"/>
                  </a:lnTo>
                  <a:lnTo>
                    <a:pt x="166876" y="177019"/>
                  </a:lnTo>
                  <a:lnTo>
                    <a:pt x="167106" y="171682"/>
                  </a:lnTo>
                  <a:lnTo>
                    <a:pt x="167165" y="166341"/>
                  </a:lnTo>
                  <a:lnTo>
                    <a:pt x="167053" y="161000"/>
                  </a:lnTo>
                  <a:lnTo>
                    <a:pt x="166771" y="155666"/>
                  </a:lnTo>
                  <a:lnTo>
                    <a:pt x="166318" y="150343"/>
                  </a:lnTo>
                  <a:lnTo>
                    <a:pt x="165696" y="145038"/>
                  </a:lnTo>
                  <a:lnTo>
                    <a:pt x="164904" y="139755"/>
                  </a:lnTo>
                  <a:lnTo>
                    <a:pt x="163944" y="134500"/>
                  </a:lnTo>
                  <a:lnTo>
                    <a:pt x="162817" y="129279"/>
                  </a:lnTo>
                  <a:lnTo>
                    <a:pt x="161523" y="124096"/>
                  </a:lnTo>
                  <a:lnTo>
                    <a:pt x="160064" y="118957"/>
                  </a:lnTo>
                  <a:lnTo>
                    <a:pt x="158442" y="113868"/>
                  </a:lnTo>
                  <a:lnTo>
                    <a:pt x="156658" y="108832"/>
                  </a:lnTo>
                  <a:lnTo>
                    <a:pt x="154715" y="103857"/>
                  </a:lnTo>
                  <a:lnTo>
                    <a:pt x="152613" y="98946"/>
                  </a:lnTo>
                  <a:lnTo>
                    <a:pt x="150355" y="94105"/>
                  </a:lnTo>
                  <a:lnTo>
                    <a:pt x="147944" y="89338"/>
                  </a:lnTo>
                  <a:lnTo>
                    <a:pt x="145382" y="84651"/>
                  </a:lnTo>
                  <a:lnTo>
                    <a:pt x="142671" y="80048"/>
                  </a:lnTo>
                  <a:lnTo>
                    <a:pt x="139815" y="75534"/>
                  </a:lnTo>
                  <a:lnTo>
                    <a:pt x="136816" y="71113"/>
                  </a:lnTo>
                  <a:lnTo>
                    <a:pt x="133677" y="66791"/>
                  </a:lnTo>
                  <a:lnTo>
                    <a:pt x="130401" y="62571"/>
                  </a:lnTo>
                  <a:lnTo>
                    <a:pt x="126993" y="58458"/>
                  </a:lnTo>
                  <a:lnTo>
                    <a:pt x="123455" y="54456"/>
                  </a:lnTo>
                  <a:lnTo>
                    <a:pt x="119791" y="50569"/>
                  </a:lnTo>
                  <a:lnTo>
                    <a:pt x="116004" y="46801"/>
                  </a:lnTo>
                  <a:lnTo>
                    <a:pt x="112099" y="43156"/>
                  </a:lnTo>
                  <a:lnTo>
                    <a:pt x="108080" y="39638"/>
                  </a:lnTo>
                  <a:lnTo>
                    <a:pt x="103950" y="36250"/>
                  </a:lnTo>
                  <a:lnTo>
                    <a:pt x="99714" y="32995"/>
                  </a:lnTo>
                  <a:lnTo>
                    <a:pt x="95376" y="29878"/>
                  </a:lnTo>
                  <a:lnTo>
                    <a:pt x="90941" y="26901"/>
                  </a:lnTo>
                  <a:lnTo>
                    <a:pt x="86413" y="24067"/>
                  </a:lnTo>
                  <a:lnTo>
                    <a:pt x="81796" y="21379"/>
                  </a:lnTo>
                  <a:lnTo>
                    <a:pt x="77097" y="18840"/>
                  </a:lnTo>
                  <a:lnTo>
                    <a:pt x="72318" y="16452"/>
                  </a:lnTo>
                  <a:lnTo>
                    <a:pt x="67466" y="14218"/>
                  </a:lnTo>
                  <a:lnTo>
                    <a:pt x="62544" y="12141"/>
                  </a:lnTo>
                  <a:lnTo>
                    <a:pt x="57559" y="10222"/>
                  </a:lnTo>
                  <a:lnTo>
                    <a:pt x="52515" y="8463"/>
                  </a:lnTo>
                  <a:lnTo>
                    <a:pt x="47418" y="6866"/>
                  </a:lnTo>
                  <a:lnTo>
                    <a:pt x="42272" y="5433"/>
                  </a:lnTo>
                  <a:lnTo>
                    <a:pt x="37083" y="4165"/>
                  </a:lnTo>
                  <a:lnTo>
                    <a:pt x="31856" y="3063"/>
                  </a:lnTo>
                  <a:lnTo>
                    <a:pt x="26596" y="2129"/>
                  </a:lnTo>
                  <a:lnTo>
                    <a:pt x="21310" y="1363"/>
                  </a:lnTo>
                  <a:lnTo>
                    <a:pt x="16001" y="767"/>
                  </a:lnTo>
                  <a:lnTo>
                    <a:pt x="10676" y="341"/>
                  </a:lnTo>
                  <a:lnTo>
                    <a:pt x="534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19360" y="4659281"/>
              <a:ext cx="167164" cy="221034"/>
            </a:xfrm>
            <a:custGeom>
              <a:avLst/>
              <a:pathLst>
                <a:path w="167164" h="221034">
                  <a:moveTo>
                    <a:pt x="167164" y="0"/>
                  </a:moveTo>
                  <a:lnTo>
                    <a:pt x="161784" y="86"/>
                  </a:lnTo>
                  <a:lnTo>
                    <a:pt x="156411" y="346"/>
                  </a:lnTo>
                  <a:lnTo>
                    <a:pt x="151048" y="778"/>
                  </a:lnTo>
                  <a:lnTo>
                    <a:pt x="145702" y="1383"/>
                  </a:lnTo>
                  <a:lnTo>
                    <a:pt x="140379" y="2159"/>
                  </a:lnTo>
                  <a:lnTo>
                    <a:pt x="135083" y="3107"/>
                  </a:lnTo>
                  <a:lnTo>
                    <a:pt x="129820" y="4224"/>
                  </a:lnTo>
                  <a:lnTo>
                    <a:pt x="124596" y="5510"/>
                  </a:lnTo>
                  <a:lnTo>
                    <a:pt x="119416" y="6964"/>
                  </a:lnTo>
                  <a:lnTo>
                    <a:pt x="114286" y="8583"/>
                  </a:lnTo>
                  <a:lnTo>
                    <a:pt x="109210" y="10367"/>
                  </a:lnTo>
                  <a:lnTo>
                    <a:pt x="104194" y="12313"/>
                  </a:lnTo>
                  <a:lnTo>
                    <a:pt x="99244" y="14419"/>
                  </a:lnTo>
                  <a:lnTo>
                    <a:pt x="94364" y="16684"/>
                  </a:lnTo>
                  <a:lnTo>
                    <a:pt x="89559" y="19104"/>
                  </a:lnTo>
                  <a:lnTo>
                    <a:pt x="84835" y="21678"/>
                  </a:lnTo>
                  <a:lnTo>
                    <a:pt x="80196" y="24403"/>
                  </a:lnTo>
                  <a:lnTo>
                    <a:pt x="75647" y="27275"/>
                  </a:lnTo>
                  <a:lnTo>
                    <a:pt x="71193" y="30293"/>
                  </a:lnTo>
                  <a:lnTo>
                    <a:pt x="66838" y="33452"/>
                  </a:lnTo>
                  <a:lnTo>
                    <a:pt x="62587" y="36750"/>
                  </a:lnTo>
                  <a:lnTo>
                    <a:pt x="58445" y="40182"/>
                  </a:lnTo>
                  <a:lnTo>
                    <a:pt x="54415" y="43746"/>
                  </a:lnTo>
                  <a:lnTo>
                    <a:pt x="50501" y="47439"/>
                  </a:lnTo>
                  <a:lnTo>
                    <a:pt x="46709" y="51255"/>
                  </a:lnTo>
                  <a:lnTo>
                    <a:pt x="43042" y="55191"/>
                  </a:lnTo>
                  <a:lnTo>
                    <a:pt x="39503" y="59243"/>
                  </a:lnTo>
                  <a:lnTo>
                    <a:pt x="36096" y="63407"/>
                  </a:lnTo>
                  <a:lnTo>
                    <a:pt x="32825" y="67678"/>
                  </a:lnTo>
                  <a:lnTo>
                    <a:pt x="29693" y="72053"/>
                  </a:lnTo>
                  <a:lnTo>
                    <a:pt x="26703" y="76525"/>
                  </a:lnTo>
                  <a:lnTo>
                    <a:pt x="23859" y="81092"/>
                  </a:lnTo>
                  <a:lnTo>
                    <a:pt x="21164" y="85748"/>
                  </a:lnTo>
                  <a:lnTo>
                    <a:pt x="18620" y="90488"/>
                  </a:lnTo>
                  <a:lnTo>
                    <a:pt x="16229" y="95308"/>
                  </a:lnTo>
                  <a:lnTo>
                    <a:pt x="13995" y="100202"/>
                  </a:lnTo>
                  <a:lnTo>
                    <a:pt x="11919" y="105166"/>
                  </a:lnTo>
                  <a:lnTo>
                    <a:pt x="10005" y="110194"/>
                  </a:lnTo>
                  <a:lnTo>
                    <a:pt x="8253" y="115280"/>
                  </a:lnTo>
                  <a:lnTo>
                    <a:pt x="6665" y="120421"/>
                  </a:lnTo>
                  <a:lnTo>
                    <a:pt x="5244" y="125610"/>
                  </a:lnTo>
                  <a:lnTo>
                    <a:pt x="3991" y="130842"/>
                  </a:lnTo>
                  <a:lnTo>
                    <a:pt x="2906" y="136111"/>
                  </a:lnTo>
                  <a:lnTo>
                    <a:pt x="1992" y="141413"/>
                  </a:lnTo>
                  <a:lnTo>
                    <a:pt x="1249" y="146741"/>
                  </a:lnTo>
                  <a:lnTo>
                    <a:pt x="677" y="152091"/>
                  </a:lnTo>
                  <a:lnTo>
                    <a:pt x="279" y="157456"/>
                  </a:lnTo>
                  <a:lnTo>
                    <a:pt x="52" y="162831"/>
                  </a:lnTo>
                  <a:lnTo>
                    <a:pt x="0" y="168211"/>
                  </a:lnTo>
                  <a:lnTo>
                    <a:pt x="120" y="173589"/>
                  </a:lnTo>
                  <a:lnTo>
                    <a:pt x="413" y="178961"/>
                  </a:lnTo>
                  <a:lnTo>
                    <a:pt x="879" y="184321"/>
                  </a:lnTo>
                  <a:lnTo>
                    <a:pt x="1517" y="189663"/>
                  </a:lnTo>
                  <a:lnTo>
                    <a:pt x="2327" y="194982"/>
                  </a:lnTo>
                  <a:lnTo>
                    <a:pt x="3307" y="200272"/>
                  </a:lnTo>
                  <a:lnTo>
                    <a:pt x="4457" y="205527"/>
                  </a:lnTo>
                  <a:lnTo>
                    <a:pt x="5776" y="210743"/>
                  </a:lnTo>
                  <a:lnTo>
                    <a:pt x="7262" y="215914"/>
                  </a:lnTo>
                  <a:lnTo>
                    <a:pt x="8913" y="221034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8274" y="4826449"/>
              <a:ext cx="158250" cy="53867"/>
            </a:xfrm>
            <a:custGeom>
              <a:avLst/>
              <a:pathLst>
                <a:path w="158250" h="53867">
                  <a:moveTo>
                    <a:pt x="0" y="53867"/>
                  </a:moveTo>
                  <a:lnTo>
                    <a:pt x="15825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8274" y="4826449"/>
              <a:ext cx="158250" cy="68682"/>
            </a:xfrm>
            <a:custGeom>
              <a:avLst/>
              <a:pathLst>
                <a:path w="158250" h="68682">
                  <a:moveTo>
                    <a:pt x="0" y="53867"/>
                  </a:moveTo>
                  <a:lnTo>
                    <a:pt x="2745" y="61344"/>
                  </a:lnTo>
                  <a:lnTo>
                    <a:pt x="5844" y="68682"/>
                  </a:lnTo>
                  <a:lnTo>
                    <a:pt x="15825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34118" y="4659281"/>
              <a:ext cx="319557" cy="334333"/>
            </a:xfrm>
            <a:custGeom>
              <a:avLst/>
              <a:pathLst>
                <a:path w="319557" h="334333">
                  <a:moveTo>
                    <a:pt x="0" y="235850"/>
                  </a:moveTo>
                  <a:lnTo>
                    <a:pt x="2258" y="240656"/>
                  </a:lnTo>
                  <a:lnTo>
                    <a:pt x="4668" y="245389"/>
                  </a:lnTo>
                  <a:lnTo>
                    <a:pt x="7228" y="250042"/>
                  </a:lnTo>
                  <a:lnTo>
                    <a:pt x="9933" y="254612"/>
                  </a:lnTo>
                  <a:lnTo>
                    <a:pt x="12783" y="259093"/>
                  </a:lnTo>
                  <a:lnTo>
                    <a:pt x="15773" y="263482"/>
                  </a:lnTo>
                  <a:lnTo>
                    <a:pt x="18902" y="267774"/>
                  </a:lnTo>
                  <a:lnTo>
                    <a:pt x="22165" y="271964"/>
                  </a:lnTo>
                  <a:lnTo>
                    <a:pt x="25559" y="276048"/>
                  </a:lnTo>
                  <a:lnTo>
                    <a:pt x="29082" y="280022"/>
                  </a:lnTo>
                  <a:lnTo>
                    <a:pt x="32729" y="283882"/>
                  </a:lnTo>
                  <a:lnTo>
                    <a:pt x="36497" y="287625"/>
                  </a:lnTo>
                  <a:lnTo>
                    <a:pt x="40382" y="291246"/>
                  </a:lnTo>
                  <a:lnTo>
                    <a:pt x="44380" y="294742"/>
                  </a:lnTo>
                  <a:lnTo>
                    <a:pt x="48487" y="298109"/>
                  </a:lnTo>
                  <a:lnTo>
                    <a:pt x="52698" y="301344"/>
                  </a:lnTo>
                  <a:lnTo>
                    <a:pt x="57011" y="304443"/>
                  </a:lnTo>
                  <a:lnTo>
                    <a:pt x="61420" y="307404"/>
                  </a:lnTo>
                  <a:lnTo>
                    <a:pt x="65920" y="310224"/>
                  </a:lnTo>
                  <a:lnTo>
                    <a:pt x="70508" y="312899"/>
                  </a:lnTo>
                  <a:lnTo>
                    <a:pt x="75179" y="315427"/>
                  </a:lnTo>
                  <a:lnTo>
                    <a:pt x="79927" y="317805"/>
                  </a:lnTo>
                  <a:lnTo>
                    <a:pt x="84749" y="320031"/>
                  </a:lnTo>
                  <a:lnTo>
                    <a:pt x="89638" y="322103"/>
                  </a:lnTo>
                  <a:lnTo>
                    <a:pt x="94592" y="324019"/>
                  </a:lnTo>
                  <a:lnTo>
                    <a:pt x="99603" y="325776"/>
                  </a:lnTo>
                  <a:lnTo>
                    <a:pt x="104668" y="327373"/>
                  </a:lnTo>
                  <a:lnTo>
                    <a:pt x="109781" y="328809"/>
                  </a:lnTo>
                  <a:lnTo>
                    <a:pt x="114937" y="330081"/>
                  </a:lnTo>
                  <a:lnTo>
                    <a:pt x="120131" y="331189"/>
                  </a:lnTo>
                  <a:lnTo>
                    <a:pt x="125357" y="332132"/>
                  </a:lnTo>
                  <a:lnTo>
                    <a:pt x="130611" y="332908"/>
                  </a:lnTo>
                  <a:lnTo>
                    <a:pt x="135887" y="333516"/>
                  </a:lnTo>
                  <a:lnTo>
                    <a:pt x="141179" y="333957"/>
                  </a:lnTo>
                  <a:lnTo>
                    <a:pt x="146483" y="334229"/>
                  </a:lnTo>
                  <a:lnTo>
                    <a:pt x="151793" y="334333"/>
                  </a:lnTo>
                  <a:lnTo>
                    <a:pt x="157103" y="334268"/>
                  </a:lnTo>
                  <a:lnTo>
                    <a:pt x="162409" y="334035"/>
                  </a:lnTo>
                  <a:lnTo>
                    <a:pt x="167704" y="333633"/>
                  </a:lnTo>
                  <a:lnTo>
                    <a:pt x="172984" y="333063"/>
                  </a:lnTo>
                  <a:lnTo>
                    <a:pt x="178244" y="332326"/>
                  </a:lnTo>
                  <a:lnTo>
                    <a:pt x="183477" y="331421"/>
                  </a:lnTo>
                  <a:lnTo>
                    <a:pt x="188679" y="330352"/>
                  </a:lnTo>
                  <a:lnTo>
                    <a:pt x="193844" y="329117"/>
                  </a:lnTo>
                  <a:lnTo>
                    <a:pt x="198967" y="327719"/>
                  </a:lnTo>
                  <a:lnTo>
                    <a:pt x="204044" y="326159"/>
                  </a:lnTo>
                  <a:lnTo>
                    <a:pt x="209068" y="324438"/>
                  </a:lnTo>
                  <a:lnTo>
                    <a:pt x="214035" y="322559"/>
                  </a:lnTo>
                  <a:lnTo>
                    <a:pt x="218940" y="320523"/>
                  </a:lnTo>
                  <a:lnTo>
                    <a:pt x="223778" y="318332"/>
                  </a:lnTo>
                  <a:lnTo>
                    <a:pt x="228544" y="315989"/>
                  </a:lnTo>
                  <a:lnTo>
                    <a:pt x="233233" y="313495"/>
                  </a:lnTo>
                  <a:lnTo>
                    <a:pt x="237840" y="310854"/>
                  </a:lnTo>
                  <a:lnTo>
                    <a:pt x="242361" y="308068"/>
                  </a:lnTo>
                  <a:lnTo>
                    <a:pt x="246791" y="305139"/>
                  </a:lnTo>
                  <a:lnTo>
                    <a:pt x="251126" y="302071"/>
                  </a:lnTo>
                  <a:lnTo>
                    <a:pt x="255362" y="298867"/>
                  </a:lnTo>
                  <a:lnTo>
                    <a:pt x="259493" y="295530"/>
                  </a:lnTo>
                  <a:lnTo>
                    <a:pt x="263517" y="292064"/>
                  </a:lnTo>
                  <a:lnTo>
                    <a:pt x="267428" y="288472"/>
                  </a:lnTo>
                  <a:lnTo>
                    <a:pt x="271223" y="284757"/>
                  </a:lnTo>
                  <a:lnTo>
                    <a:pt x="274898" y="280923"/>
                  </a:lnTo>
                  <a:lnTo>
                    <a:pt x="278450" y="276975"/>
                  </a:lnTo>
                  <a:lnTo>
                    <a:pt x="281874" y="272916"/>
                  </a:lnTo>
                  <a:lnTo>
                    <a:pt x="285168" y="268750"/>
                  </a:lnTo>
                  <a:lnTo>
                    <a:pt x="288328" y="264481"/>
                  </a:lnTo>
                  <a:lnTo>
                    <a:pt x="291351" y="260114"/>
                  </a:lnTo>
                  <a:lnTo>
                    <a:pt x="294233" y="255654"/>
                  </a:lnTo>
                  <a:lnTo>
                    <a:pt x="296972" y="251104"/>
                  </a:lnTo>
                  <a:lnTo>
                    <a:pt x="299565" y="246470"/>
                  </a:lnTo>
                  <a:lnTo>
                    <a:pt x="302010" y="241755"/>
                  </a:lnTo>
                  <a:lnTo>
                    <a:pt x="304304" y="236965"/>
                  </a:lnTo>
                  <a:lnTo>
                    <a:pt x="306445" y="232105"/>
                  </a:lnTo>
                  <a:lnTo>
                    <a:pt x="308430" y="227179"/>
                  </a:lnTo>
                  <a:lnTo>
                    <a:pt x="310257" y="222193"/>
                  </a:lnTo>
                  <a:lnTo>
                    <a:pt x="311925" y="217151"/>
                  </a:lnTo>
                  <a:lnTo>
                    <a:pt x="313433" y="212059"/>
                  </a:lnTo>
                  <a:lnTo>
                    <a:pt x="314777" y="206921"/>
                  </a:lnTo>
                  <a:lnTo>
                    <a:pt x="315958" y="201743"/>
                  </a:lnTo>
                  <a:lnTo>
                    <a:pt x="316974" y="196530"/>
                  </a:lnTo>
                  <a:lnTo>
                    <a:pt x="317824" y="191288"/>
                  </a:lnTo>
                  <a:lnTo>
                    <a:pt x="318506" y="186021"/>
                  </a:lnTo>
                  <a:lnTo>
                    <a:pt x="319021" y="180736"/>
                  </a:lnTo>
                  <a:lnTo>
                    <a:pt x="319368" y="175436"/>
                  </a:lnTo>
                  <a:lnTo>
                    <a:pt x="319547" y="170129"/>
                  </a:lnTo>
                  <a:lnTo>
                    <a:pt x="319557" y="164818"/>
                  </a:lnTo>
                  <a:lnTo>
                    <a:pt x="319398" y="159510"/>
                  </a:lnTo>
                  <a:lnTo>
                    <a:pt x="319070" y="154209"/>
                  </a:lnTo>
                  <a:lnTo>
                    <a:pt x="318574" y="148921"/>
                  </a:lnTo>
                  <a:lnTo>
                    <a:pt x="317911" y="143652"/>
                  </a:lnTo>
                  <a:lnTo>
                    <a:pt x="317080" y="138407"/>
                  </a:lnTo>
                  <a:lnTo>
                    <a:pt x="316084" y="133191"/>
                  </a:lnTo>
                  <a:lnTo>
                    <a:pt x="314922" y="128008"/>
                  </a:lnTo>
                  <a:lnTo>
                    <a:pt x="313596" y="122866"/>
                  </a:lnTo>
                  <a:lnTo>
                    <a:pt x="312107" y="117768"/>
                  </a:lnTo>
                  <a:lnTo>
                    <a:pt x="310458" y="112720"/>
                  </a:lnTo>
                  <a:lnTo>
                    <a:pt x="308648" y="107727"/>
                  </a:lnTo>
                  <a:lnTo>
                    <a:pt x="306682" y="102794"/>
                  </a:lnTo>
                  <a:lnTo>
                    <a:pt x="304559" y="97926"/>
                  </a:lnTo>
                  <a:lnTo>
                    <a:pt x="302283" y="93128"/>
                  </a:lnTo>
                  <a:lnTo>
                    <a:pt x="299855" y="88404"/>
                  </a:lnTo>
                  <a:lnTo>
                    <a:pt x="297279" y="83760"/>
                  </a:lnTo>
                  <a:lnTo>
                    <a:pt x="294556" y="79200"/>
                  </a:lnTo>
                  <a:lnTo>
                    <a:pt x="291690" y="74729"/>
                  </a:lnTo>
                  <a:lnTo>
                    <a:pt x="288684" y="70352"/>
                  </a:lnTo>
                  <a:lnTo>
                    <a:pt x="285540" y="66072"/>
                  </a:lnTo>
                  <a:lnTo>
                    <a:pt x="282261" y="61894"/>
                  </a:lnTo>
                  <a:lnTo>
                    <a:pt x="278852" y="57822"/>
                  </a:lnTo>
                  <a:lnTo>
                    <a:pt x="275315" y="53861"/>
                  </a:lnTo>
                  <a:lnTo>
                    <a:pt x="271653" y="50014"/>
                  </a:lnTo>
                  <a:lnTo>
                    <a:pt x="267872" y="46285"/>
                  </a:lnTo>
                  <a:lnTo>
                    <a:pt x="263974" y="42678"/>
                  </a:lnTo>
                  <a:lnTo>
                    <a:pt x="259963" y="39197"/>
                  </a:lnTo>
                  <a:lnTo>
                    <a:pt x="255844" y="35845"/>
                  </a:lnTo>
                  <a:lnTo>
                    <a:pt x="251620" y="32625"/>
                  </a:lnTo>
                  <a:lnTo>
                    <a:pt x="247296" y="29542"/>
                  </a:lnTo>
                  <a:lnTo>
                    <a:pt x="242877" y="26597"/>
                  </a:lnTo>
                  <a:lnTo>
                    <a:pt x="238366" y="23794"/>
                  </a:lnTo>
                  <a:lnTo>
                    <a:pt x="233768" y="21136"/>
                  </a:lnTo>
                  <a:lnTo>
                    <a:pt x="229089" y="18625"/>
                  </a:lnTo>
                  <a:lnTo>
                    <a:pt x="224332" y="16264"/>
                  </a:lnTo>
                  <a:lnTo>
                    <a:pt x="219502" y="14056"/>
                  </a:lnTo>
                  <a:lnTo>
                    <a:pt x="214604" y="12002"/>
                  </a:lnTo>
                  <a:lnTo>
                    <a:pt x="209644" y="10104"/>
                  </a:lnTo>
                  <a:lnTo>
                    <a:pt x="204626" y="8365"/>
                  </a:lnTo>
                  <a:lnTo>
                    <a:pt x="199556" y="6787"/>
                  </a:lnTo>
                  <a:lnTo>
                    <a:pt x="194437" y="5370"/>
                  </a:lnTo>
                  <a:lnTo>
                    <a:pt x="189277" y="4116"/>
                  </a:lnTo>
                  <a:lnTo>
                    <a:pt x="184079" y="3027"/>
                  </a:lnTo>
                  <a:lnTo>
                    <a:pt x="178849" y="2104"/>
                  </a:lnTo>
                  <a:lnTo>
                    <a:pt x="173592" y="1348"/>
                  </a:lnTo>
                  <a:lnTo>
                    <a:pt x="168314" y="758"/>
                  </a:lnTo>
                  <a:lnTo>
                    <a:pt x="163020" y="337"/>
                  </a:lnTo>
                  <a:lnTo>
                    <a:pt x="157716" y="84"/>
                  </a:lnTo>
                  <a:lnTo>
                    <a:pt x="152406" y="0"/>
                  </a:lnTo>
                  <a:lnTo>
                    <a:pt x="15240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321558" y="5018213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797340" y="5269756"/>
              <a:ext cx="167161" cy="190075"/>
            </a:xfrm>
            <a:custGeom>
              <a:avLst/>
              <a:pathLst>
                <a:path w="167161" h="190075">
                  <a:moveTo>
                    <a:pt x="167161" y="0"/>
                  </a:moveTo>
                  <a:lnTo>
                    <a:pt x="161774" y="86"/>
                  </a:lnTo>
                  <a:lnTo>
                    <a:pt x="156392" y="347"/>
                  </a:lnTo>
                  <a:lnTo>
                    <a:pt x="151022" y="780"/>
                  </a:lnTo>
                  <a:lnTo>
                    <a:pt x="145668" y="1387"/>
                  </a:lnTo>
                  <a:lnTo>
                    <a:pt x="140337" y="2166"/>
                  </a:lnTo>
                  <a:lnTo>
                    <a:pt x="135034" y="3116"/>
                  </a:lnTo>
                  <a:lnTo>
                    <a:pt x="129764" y="4236"/>
                  </a:lnTo>
                  <a:lnTo>
                    <a:pt x="124533" y="5526"/>
                  </a:lnTo>
                  <a:lnTo>
                    <a:pt x="119346" y="6984"/>
                  </a:lnTo>
                  <a:lnTo>
                    <a:pt x="114209" y="8608"/>
                  </a:lnTo>
                  <a:lnTo>
                    <a:pt x="109126" y="10397"/>
                  </a:lnTo>
                  <a:lnTo>
                    <a:pt x="104104" y="12348"/>
                  </a:lnTo>
                  <a:lnTo>
                    <a:pt x="99148" y="14461"/>
                  </a:lnTo>
                  <a:lnTo>
                    <a:pt x="94262" y="16732"/>
                  </a:lnTo>
                  <a:lnTo>
                    <a:pt x="89452" y="19159"/>
                  </a:lnTo>
                  <a:lnTo>
                    <a:pt x="84723" y="21740"/>
                  </a:lnTo>
                  <a:lnTo>
                    <a:pt x="80079" y="24472"/>
                  </a:lnTo>
                  <a:lnTo>
                    <a:pt x="75526" y="27353"/>
                  </a:lnTo>
                  <a:lnTo>
                    <a:pt x="71068" y="30378"/>
                  </a:lnTo>
                  <a:lnTo>
                    <a:pt x="66710" y="33546"/>
                  </a:lnTo>
                  <a:lnTo>
                    <a:pt x="62456" y="36853"/>
                  </a:lnTo>
                  <a:lnTo>
                    <a:pt x="58311" y="40294"/>
                  </a:lnTo>
                  <a:lnTo>
                    <a:pt x="54279" y="43868"/>
                  </a:lnTo>
                  <a:lnTo>
                    <a:pt x="50364" y="47570"/>
                  </a:lnTo>
                  <a:lnTo>
                    <a:pt x="46571" y="51396"/>
                  </a:lnTo>
                  <a:lnTo>
                    <a:pt x="42902" y="55342"/>
                  </a:lnTo>
                  <a:lnTo>
                    <a:pt x="39363" y="59405"/>
                  </a:lnTo>
                  <a:lnTo>
                    <a:pt x="35957" y="63579"/>
                  </a:lnTo>
                  <a:lnTo>
                    <a:pt x="32687" y="67861"/>
                  </a:lnTo>
                  <a:lnTo>
                    <a:pt x="29556" y="72246"/>
                  </a:lnTo>
                  <a:lnTo>
                    <a:pt x="26569" y="76730"/>
                  </a:lnTo>
                  <a:lnTo>
                    <a:pt x="23728" y="81307"/>
                  </a:lnTo>
                  <a:lnTo>
                    <a:pt x="21035" y="85974"/>
                  </a:lnTo>
                  <a:lnTo>
                    <a:pt x="18495" y="90725"/>
                  </a:lnTo>
                  <a:lnTo>
                    <a:pt x="16108" y="95556"/>
                  </a:lnTo>
                  <a:lnTo>
                    <a:pt x="13879" y="100461"/>
                  </a:lnTo>
                  <a:lnTo>
                    <a:pt x="11809" y="105435"/>
                  </a:lnTo>
                  <a:lnTo>
                    <a:pt x="9900" y="110474"/>
                  </a:lnTo>
                  <a:lnTo>
                    <a:pt x="8155" y="115571"/>
                  </a:lnTo>
                  <a:lnTo>
                    <a:pt x="6575" y="120722"/>
                  </a:lnTo>
                  <a:lnTo>
                    <a:pt x="5162" y="125921"/>
                  </a:lnTo>
                  <a:lnTo>
                    <a:pt x="3917" y="131163"/>
                  </a:lnTo>
                  <a:lnTo>
                    <a:pt x="2841" y="136442"/>
                  </a:lnTo>
                  <a:lnTo>
                    <a:pt x="1936" y="141754"/>
                  </a:lnTo>
                  <a:lnTo>
                    <a:pt x="1203" y="147091"/>
                  </a:lnTo>
                  <a:lnTo>
                    <a:pt x="642" y="152450"/>
                  </a:lnTo>
                  <a:lnTo>
                    <a:pt x="255" y="157824"/>
                  </a:lnTo>
                  <a:lnTo>
                    <a:pt x="40" y="163207"/>
                  </a:lnTo>
                  <a:lnTo>
                    <a:pt x="0" y="168595"/>
                  </a:lnTo>
                  <a:lnTo>
                    <a:pt x="132" y="173981"/>
                  </a:lnTo>
                  <a:lnTo>
                    <a:pt x="439" y="179360"/>
                  </a:lnTo>
                  <a:lnTo>
                    <a:pt x="918" y="184727"/>
                  </a:lnTo>
                  <a:lnTo>
                    <a:pt x="1570" y="190075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798911" y="5269756"/>
              <a:ext cx="332741" cy="334333"/>
            </a:xfrm>
            <a:custGeom>
              <a:avLst/>
              <a:pathLst>
                <a:path w="332741" h="334333">
                  <a:moveTo>
                    <a:pt x="0" y="190075"/>
                  </a:moveTo>
                  <a:lnTo>
                    <a:pt x="811" y="195323"/>
                  </a:lnTo>
                  <a:lnTo>
                    <a:pt x="1788" y="200543"/>
                  </a:lnTo>
                  <a:lnTo>
                    <a:pt x="2931" y="205729"/>
                  </a:lnTo>
                  <a:lnTo>
                    <a:pt x="4238" y="210877"/>
                  </a:lnTo>
                  <a:lnTo>
                    <a:pt x="5708" y="215980"/>
                  </a:lnTo>
                  <a:lnTo>
                    <a:pt x="7339" y="221034"/>
                  </a:lnTo>
                  <a:lnTo>
                    <a:pt x="9130" y="226034"/>
                  </a:lnTo>
                  <a:lnTo>
                    <a:pt x="11079" y="230974"/>
                  </a:lnTo>
                  <a:lnTo>
                    <a:pt x="13184" y="235850"/>
                  </a:lnTo>
                  <a:lnTo>
                    <a:pt x="15442" y="240656"/>
                  </a:lnTo>
                  <a:lnTo>
                    <a:pt x="17853" y="245389"/>
                  </a:lnTo>
                  <a:lnTo>
                    <a:pt x="20412" y="250042"/>
                  </a:lnTo>
                  <a:lnTo>
                    <a:pt x="23118" y="254612"/>
                  </a:lnTo>
                  <a:lnTo>
                    <a:pt x="25967" y="259093"/>
                  </a:lnTo>
                  <a:lnTo>
                    <a:pt x="28958" y="263482"/>
                  </a:lnTo>
                  <a:lnTo>
                    <a:pt x="32086" y="267774"/>
                  </a:lnTo>
                  <a:lnTo>
                    <a:pt x="35349" y="271964"/>
                  </a:lnTo>
                  <a:lnTo>
                    <a:pt x="38744" y="276048"/>
                  </a:lnTo>
                  <a:lnTo>
                    <a:pt x="42266" y="280022"/>
                  </a:lnTo>
                  <a:lnTo>
                    <a:pt x="45913" y="283882"/>
                  </a:lnTo>
                  <a:lnTo>
                    <a:pt x="49681" y="287625"/>
                  </a:lnTo>
                  <a:lnTo>
                    <a:pt x="53566" y="291246"/>
                  </a:lnTo>
                  <a:lnTo>
                    <a:pt x="57564" y="294742"/>
                  </a:lnTo>
                  <a:lnTo>
                    <a:pt x="61671" y="298109"/>
                  </a:lnTo>
                  <a:lnTo>
                    <a:pt x="65883" y="301344"/>
                  </a:lnTo>
                  <a:lnTo>
                    <a:pt x="70195" y="304443"/>
                  </a:lnTo>
                  <a:lnTo>
                    <a:pt x="74604" y="307404"/>
                  </a:lnTo>
                  <a:lnTo>
                    <a:pt x="79105" y="310224"/>
                  </a:lnTo>
                  <a:lnTo>
                    <a:pt x="83692" y="312899"/>
                  </a:lnTo>
                  <a:lnTo>
                    <a:pt x="88363" y="315427"/>
                  </a:lnTo>
                  <a:lnTo>
                    <a:pt x="93111" y="317805"/>
                  </a:lnTo>
                  <a:lnTo>
                    <a:pt x="97933" y="320031"/>
                  </a:lnTo>
                  <a:lnTo>
                    <a:pt x="102823" y="322103"/>
                  </a:lnTo>
                  <a:lnTo>
                    <a:pt x="107776" y="324019"/>
                  </a:lnTo>
                  <a:lnTo>
                    <a:pt x="112787" y="325776"/>
                  </a:lnTo>
                  <a:lnTo>
                    <a:pt x="117852" y="327373"/>
                  </a:lnTo>
                  <a:lnTo>
                    <a:pt x="122965" y="328809"/>
                  </a:lnTo>
                  <a:lnTo>
                    <a:pt x="128121" y="330081"/>
                  </a:lnTo>
                  <a:lnTo>
                    <a:pt x="133315" y="331189"/>
                  </a:lnTo>
                  <a:lnTo>
                    <a:pt x="138542" y="332132"/>
                  </a:lnTo>
                  <a:lnTo>
                    <a:pt x="143796" y="332908"/>
                  </a:lnTo>
                  <a:lnTo>
                    <a:pt x="149071" y="333516"/>
                  </a:lnTo>
                  <a:lnTo>
                    <a:pt x="154364" y="333957"/>
                  </a:lnTo>
                  <a:lnTo>
                    <a:pt x="159667" y="334229"/>
                  </a:lnTo>
                  <a:lnTo>
                    <a:pt x="164977" y="334333"/>
                  </a:lnTo>
                  <a:lnTo>
                    <a:pt x="170287" y="334268"/>
                  </a:lnTo>
                  <a:lnTo>
                    <a:pt x="175593" y="334035"/>
                  </a:lnTo>
                  <a:lnTo>
                    <a:pt x="180889" y="333633"/>
                  </a:lnTo>
                  <a:lnTo>
                    <a:pt x="186169" y="333063"/>
                  </a:lnTo>
                  <a:lnTo>
                    <a:pt x="191428" y="332326"/>
                  </a:lnTo>
                  <a:lnTo>
                    <a:pt x="196661" y="331421"/>
                  </a:lnTo>
                  <a:lnTo>
                    <a:pt x="201863" y="330352"/>
                  </a:lnTo>
                  <a:lnTo>
                    <a:pt x="207028" y="329117"/>
                  </a:lnTo>
                  <a:lnTo>
                    <a:pt x="212152" y="327719"/>
                  </a:lnTo>
                  <a:lnTo>
                    <a:pt x="217228" y="326159"/>
                  </a:lnTo>
                  <a:lnTo>
                    <a:pt x="222252" y="324438"/>
                  </a:lnTo>
                  <a:lnTo>
                    <a:pt x="227220" y="322559"/>
                  </a:lnTo>
                  <a:lnTo>
                    <a:pt x="232124" y="320523"/>
                  </a:lnTo>
                  <a:lnTo>
                    <a:pt x="236962" y="318332"/>
                  </a:lnTo>
                  <a:lnTo>
                    <a:pt x="241728" y="315989"/>
                  </a:lnTo>
                  <a:lnTo>
                    <a:pt x="246417" y="313495"/>
                  </a:lnTo>
                  <a:lnTo>
                    <a:pt x="251024" y="310854"/>
                  </a:lnTo>
                  <a:lnTo>
                    <a:pt x="255545" y="308068"/>
                  </a:lnTo>
                  <a:lnTo>
                    <a:pt x="259976" y="305139"/>
                  </a:lnTo>
                  <a:lnTo>
                    <a:pt x="264311" y="302071"/>
                  </a:lnTo>
                  <a:lnTo>
                    <a:pt x="268546" y="298867"/>
                  </a:lnTo>
                  <a:lnTo>
                    <a:pt x="272678" y="295530"/>
                  </a:lnTo>
                  <a:lnTo>
                    <a:pt x="276701" y="292064"/>
                  </a:lnTo>
                  <a:lnTo>
                    <a:pt x="280612" y="288472"/>
                  </a:lnTo>
                  <a:lnTo>
                    <a:pt x="284407" y="284757"/>
                  </a:lnTo>
                  <a:lnTo>
                    <a:pt x="288083" y="280923"/>
                  </a:lnTo>
                  <a:lnTo>
                    <a:pt x="291634" y="276975"/>
                  </a:lnTo>
                  <a:lnTo>
                    <a:pt x="295059" y="272916"/>
                  </a:lnTo>
                  <a:lnTo>
                    <a:pt x="298353" y="268750"/>
                  </a:lnTo>
                  <a:lnTo>
                    <a:pt x="301512" y="264481"/>
                  </a:lnTo>
                  <a:lnTo>
                    <a:pt x="304535" y="260114"/>
                  </a:lnTo>
                  <a:lnTo>
                    <a:pt x="307417" y="255654"/>
                  </a:lnTo>
                  <a:lnTo>
                    <a:pt x="310156" y="251104"/>
                  </a:lnTo>
                  <a:lnTo>
                    <a:pt x="312750" y="246470"/>
                  </a:lnTo>
                  <a:lnTo>
                    <a:pt x="315195" y="241755"/>
                  </a:lnTo>
                  <a:lnTo>
                    <a:pt x="317488" y="236965"/>
                  </a:lnTo>
                  <a:lnTo>
                    <a:pt x="319629" y="232105"/>
                  </a:lnTo>
                  <a:lnTo>
                    <a:pt x="321614" y="227179"/>
                  </a:lnTo>
                  <a:lnTo>
                    <a:pt x="323441" y="222193"/>
                  </a:lnTo>
                  <a:lnTo>
                    <a:pt x="325110" y="217151"/>
                  </a:lnTo>
                  <a:lnTo>
                    <a:pt x="326617" y="212059"/>
                  </a:lnTo>
                  <a:lnTo>
                    <a:pt x="327962" y="206921"/>
                  </a:lnTo>
                  <a:lnTo>
                    <a:pt x="329142" y="201743"/>
                  </a:lnTo>
                  <a:lnTo>
                    <a:pt x="330158" y="196530"/>
                  </a:lnTo>
                  <a:lnTo>
                    <a:pt x="331008" y="191288"/>
                  </a:lnTo>
                  <a:lnTo>
                    <a:pt x="331691" y="186021"/>
                  </a:lnTo>
                  <a:lnTo>
                    <a:pt x="332206" y="180736"/>
                  </a:lnTo>
                  <a:lnTo>
                    <a:pt x="332553" y="175436"/>
                  </a:lnTo>
                  <a:lnTo>
                    <a:pt x="332731" y="170129"/>
                  </a:lnTo>
                  <a:lnTo>
                    <a:pt x="332741" y="164818"/>
                  </a:lnTo>
                  <a:lnTo>
                    <a:pt x="332582" y="159510"/>
                  </a:lnTo>
                  <a:lnTo>
                    <a:pt x="332254" y="154209"/>
                  </a:lnTo>
                  <a:lnTo>
                    <a:pt x="331759" y="148921"/>
                  </a:lnTo>
                  <a:lnTo>
                    <a:pt x="331095" y="143652"/>
                  </a:lnTo>
                  <a:lnTo>
                    <a:pt x="330265" y="138407"/>
                  </a:lnTo>
                  <a:lnTo>
                    <a:pt x="329268" y="133191"/>
                  </a:lnTo>
                  <a:lnTo>
                    <a:pt x="328106" y="128008"/>
                  </a:lnTo>
                  <a:lnTo>
                    <a:pt x="326780" y="122866"/>
                  </a:lnTo>
                  <a:lnTo>
                    <a:pt x="325292" y="117768"/>
                  </a:lnTo>
                  <a:lnTo>
                    <a:pt x="323642" y="112720"/>
                  </a:lnTo>
                  <a:lnTo>
                    <a:pt x="321833" y="107727"/>
                  </a:lnTo>
                  <a:lnTo>
                    <a:pt x="319866" y="102794"/>
                  </a:lnTo>
                  <a:lnTo>
                    <a:pt x="317743" y="97926"/>
                  </a:lnTo>
                  <a:lnTo>
                    <a:pt x="315467" y="93128"/>
                  </a:lnTo>
                  <a:lnTo>
                    <a:pt x="313039" y="88404"/>
                  </a:lnTo>
                  <a:lnTo>
                    <a:pt x="310463" y="83760"/>
                  </a:lnTo>
                  <a:lnTo>
                    <a:pt x="307741" y="79200"/>
                  </a:lnTo>
                  <a:lnTo>
                    <a:pt x="304875" y="74729"/>
                  </a:lnTo>
                  <a:lnTo>
                    <a:pt x="301868" y="70352"/>
                  </a:lnTo>
                  <a:lnTo>
                    <a:pt x="298724" y="66072"/>
                  </a:lnTo>
                  <a:lnTo>
                    <a:pt x="295446" y="61894"/>
                  </a:lnTo>
                  <a:lnTo>
                    <a:pt x="292036" y="57822"/>
                  </a:lnTo>
                  <a:lnTo>
                    <a:pt x="288499" y="53861"/>
                  </a:lnTo>
                  <a:lnTo>
                    <a:pt x="284838" y="50014"/>
                  </a:lnTo>
                  <a:lnTo>
                    <a:pt x="281056" y="46285"/>
                  </a:lnTo>
                  <a:lnTo>
                    <a:pt x="277158" y="42678"/>
                  </a:lnTo>
                  <a:lnTo>
                    <a:pt x="273147" y="39197"/>
                  </a:lnTo>
                  <a:lnTo>
                    <a:pt x="269028" y="35845"/>
                  </a:lnTo>
                  <a:lnTo>
                    <a:pt x="264804" y="32625"/>
                  </a:lnTo>
                  <a:lnTo>
                    <a:pt x="260481" y="29542"/>
                  </a:lnTo>
                  <a:lnTo>
                    <a:pt x="256061" y="26597"/>
                  </a:lnTo>
                  <a:lnTo>
                    <a:pt x="251550" y="23794"/>
                  </a:lnTo>
                  <a:lnTo>
                    <a:pt x="246953" y="21136"/>
                  </a:lnTo>
                  <a:lnTo>
                    <a:pt x="242273" y="18625"/>
                  </a:lnTo>
                  <a:lnTo>
                    <a:pt x="237516" y="16264"/>
                  </a:lnTo>
                  <a:lnTo>
                    <a:pt x="232686" y="14056"/>
                  </a:lnTo>
                  <a:lnTo>
                    <a:pt x="227789" y="12002"/>
                  </a:lnTo>
                  <a:lnTo>
                    <a:pt x="222829" y="10104"/>
                  </a:lnTo>
                  <a:lnTo>
                    <a:pt x="217811" y="8365"/>
                  </a:lnTo>
                  <a:lnTo>
                    <a:pt x="212740" y="6787"/>
                  </a:lnTo>
                  <a:lnTo>
                    <a:pt x="207622" y="5370"/>
                  </a:lnTo>
                  <a:lnTo>
                    <a:pt x="202461" y="4116"/>
                  </a:lnTo>
                  <a:lnTo>
                    <a:pt x="197263" y="3027"/>
                  </a:lnTo>
                  <a:lnTo>
                    <a:pt x="192033" y="2104"/>
                  </a:lnTo>
                  <a:lnTo>
                    <a:pt x="186777" y="1348"/>
                  </a:lnTo>
                  <a:lnTo>
                    <a:pt x="181499" y="758"/>
                  </a:lnTo>
                  <a:lnTo>
                    <a:pt x="176205" y="337"/>
                  </a:lnTo>
                  <a:lnTo>
                    <a:pt x="170900" y="84"/>
                  </a:lnTo>
                  <a:lnTo>
                    <a:pt x="165590" y="0"/>
                  </a:lnTo>
                  <a:lnTo>
                    <a:pt x="1655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66651" y="5399291"/>
              <a:ext cx="19564" cy="167167"/>
            </a:xfrm>
            <a:custGeom>
              <a:avLst/>
              <a:pathLst>
                <a:path w="19564" h="167167">
                  <a:moveTo>
                    <a:pt x="19564" y="0"/>
                  </a:moveTo>
                  <a:lnTo>
                    <a:pt x="9765" y="287"/>
                  </a:lnTo>
                  <a:lnTo>
                    <a:pt x="0" y="1148"/>
                  </a:lnTo>
                  <a:lnTo>
                    <a:pt x="195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6651" y="5400440"/>
              <a:ext cx="19564" cy="166018"/>
            </a:xfrm>
            <a:custGeom>
              <a:avLst/>
              <a:pathLst>
                <a:path w="19564" h="166018">
                  <a:moveTo>
                    <a:pt x="0" y="0"/>
                  </a:moveTo>
                  <a:lnTo>
                    <a:pt x="19564" y="166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319049" y="5400440"/>
              <a:ext cx="334333" cy="333167"/>
            </a:xfrm>
            <a:custGeom>
              <a:avLst/>
              <a:pathLst>
                <a:path w="334333" h="333167">
                  <a:moveTo>
                    <a:pt x="147601" y="0"/>
                  </a:moveTo>
                  <a:lnTo>
                    <a:pt x="142352" y="702"/>
                  </a:lnTo>
                  <a:lnTo>
                    <a:pt x="137129" y="1571"/>
                  </a:lnTo>
                  <a:lnTo>
                    <a:pt x="131935" y="2605"/>
                  </a:lnTo>
                  <a:lnTo>
                    <a:pt x="126777" y="3803"/>
                  </a:lnTo>
                  <a:lnTo>
                    <a:pt x="121659" y="5164"/>
                  </a:lnTo>
                  <a:lnTo>
                    <a:pt x="116587" y="6686"/>
                  </a:lnTo>
                  <a:lnTo>
                    <a:pt x="111566" y="8368"/>
                  </a:lnTo>
                  <a:lnTo>
                    <a:pt x="106601" y="10208"/>
                  </a:lnTo>
                  <a:lnTo>
                    <a:pt x="101696" y="12204"/>
                  </a:lnTo>
                  <a:lnTo>
                    <a:pt x="96857" y="14355"/>
                  </a:lnTo>
                  <a:lnTo>
                    <a:pt x="92089" y="16658"/>
                  </a:lnTo>
                  <a:lnTo>
                    <a:pt x="87396" y="19111"/>
                  </a:lnTo>
                  <a:lnTo>
                    <a:pt x="82783" y="21711"/>
                  </a:lnTo>
                  <a:lnTo>
                    <a:pt x="78254" y="24457"/>
                  </a:lnTo>
                  <a:lnTo>
                    <a:pt x="73815" y="27344"/>
                  </a:lnTo>
                  <a:lnTo>
                    <a:pt x="69470" y="30370"/>
                  </a:lnTo>
                  <a:lnTo>
                    <a:pt x="65222" y="33532"/>
                  </a:lnTo>
                  <a:lnTo>
                    <a:pt x="61077" y="36828"/>
                  </a:lnTo>
                  <a:lnTo>
                    <a:pt x="57038" y="40253"/>
                  </a:lnTo>
                  <a:lnTo>
                    <a:pt x="53110" y="43804"/>
                  </a:lnTo>
                  <a:lnTo>
                    <a:pt x="49296" y="47478"/>
                  </a:lnTo>
                  <a:lnTo>
                    <a:pt x="45601" y="51271"/>
                  </a:lnTo>
                  <a:lnTo>
                    <a:pt x="42028" y="55179"/>
                  </a:lnTo>
                  <a:lnTo>
                    <a:pt x="38580" y="59198"/>
                  </a:lnTo>
                  <a:lnTo>
                    <a:pt x="35261" y="63324"/>
                  </a:lnTo>
                  <a:lnTo>
                    <a:pt x="32074" y="67554"/>
                  </a:lnTo>
                  <a:lnTo>
                    <a:pt x="29023" y="71882"/>
                  </a:lnTo>
                  <a:lnTo>
                    <a:pt x="26111" y="76305"/>
                  </a:lnTo>
                  <a:lnTo>
                    <a:pt x="23340" y="80817"/>
                  </a:lnTo>
                  <a:lnTo>
                    <a:pt x="20714" y="85415"/>
                  </a:lnTo>
                  <a:lnTo>
                    <a:pt x="18234" y="90095"/>
                  </a:lnTo>
                  <a:lnTo>
                    <a:pt x="15904" y="94850"/>
                  </a:lnTo>
                  <a:lnTo>
                    <a:pt x="13726" y="99677"/>
                  </a:lnTo>
                  <a:lnTo>
                    <a:pt x="11702" y="104570"/>
                  </a:lnTo>
                  <a:lnTo>
                    <a:pt x="9833" y="109525"/>
                  </a:lnTo>
                  <a:lnTo>
                    <a:pt x="8123" y="114536"/>
                  </a:lnTo>
                  <a:lnTo>
                    <a:pt x="6572" y="119600"/>
                  </a:lnTo>
                  <a:lnTo>
                    <a:pt x="5183" y="124709"/>
                  </a:lnTo>
                  <a:lnTo>
                    <a:pt x="3955" y="129861"/>
                  </a:lnTo>
                  <a:lnTo>
                    <a:pt x="2892" y="135048"/>
                  </a:lnTo>
                  <a:lnTo>
                    <a:pt x="1994" y="140267"/>
                  </a:lnTo>
                  <a:lnTo>
                    <a:pt x="1261" y="145511"/>
                  </a:lnTo>
                  <a:lnTo>
                    <a:pt x="695" y="150777"/>
                  </a:lnTo>
                  <a:lnTo>
                    <a:pt x="295" y="156057"/>
                  </a:lnTo>
                  <a:lnTo>
                    <a:pt x="64" y="161347"/>
                  </a:lnTo>
                  <a:lnTo>
                    <a:pt x="0" y="166642"/>
                  </a:lnTo>
                  <a:lnTo>
                    <a:pt x="103" y="171937"/>
                  </a:lnTo>
                  <a:lnTo>
                    <a:pt x="374" y="177225"/>
                  </a:lnTo>
                  <a:lnTo>
                    <a:pt x="813" y="182503"/>
                  </a:lnTo>
                  <a:lnTo>
                    <a:pt x="1419" y="187763"/>
                  </a:lnTo>
                  <a:lnTo>
                    <a:pt x="2191" y="193002"/>
                  </a:lnTo>
                  <a:lnTo>
                    <a:pt x="3128" y="198214"/>
                  </a:lnTo>
                  <a:lnTo>
                    <a:pt x="4230" y="203393"/>
                  </a:lnTo>
                  <a:lnTo>
                    <a:pt x="5496" y="208535"/>
                  </a:lnTo>
                  <a:lnTo>
                    <a:pt x="6923" y="213635"/>
                  </a:lnTo>
                  <a:lnTo>
                    <a:pt x="8512" y="218686"/>
                  </a:lnTo>
                  <a:lnTo>
                    <a:pt x="10260" y="223685"/>
                  </a:lnTo>
                  <a:lnTo>
                    <a:pt x="12165" y="228626"/>
                  </a:lnTo>
                  <a:lnTo>
                    <a:pt x="14226" y="233504"/>
                  </a:lnTo>
                  <a:lnTo>
                    <a:pt x="16440" y="238314"/>
                  </a:lnTo>
                  <a:lnTo>
                    <a:pt x="18806" y="243052"/>
                  </a:lnTo>
                  <a:lnTo>
                    <a:pt x="21320" y="247712"/>
                  </a:lnTo>
                  <a:lnTo>
                    <a:pt x="23981" y="252291"/>
                  </a:lnTo>
                  <a:lnTo>
                    <a:pt x="26785" y="256783"/>
                  </a:lnTo>
                  <a:lnTo>
                    <a:pt x="29730" y="261183"/>
                  </a:lnTo>
                  <a:lnTo>
                    <a:pt x="32813" y="265489"/>
                  </a:lnTo>
                  <a:lnTo>
                    <a:pt x="36031" y="269694"/>
                  </a:lnTo>
                  <a:lnTo>
                    <a:pt x="39381" y="273796"/>
                  </a:lnTo>
                  <a:lnTo>
                    <a:pt x="42859" y="277789"/>
                  </a:lnTo>
                  <a:lnTo>
                    <a:pt x="46461" y="281670"/>
                  </a:lnTo>
                  <a:lnTo>
                    <a:pt x="50185" y="285435"/>
                  </a:lnTo>
                  <a:lnTo>
                    <a:pt x="54026" y="289081"/>
                  </a:lnTo>
                  <a:lnTo>
                    <a:pt x="57981" y="292602"/>
                  </a:lnTo>
                  <a:lnTo>
                    <a:pt x="62045" y="295997"/>
                  </a:lnTo>
                  <a:lnTo>
                    <a:pt x="66214" y="299261"/>
                  </a:lnTo>
                  <a:lnTo>
                    <a:pt x="70485" y="302392"/>
                  </a:lnTo>
                  <a:lnTo>
                    <a:pt x="74853" y="305386"/>
                  </a:lnTo>
                  <a:lnTo>
                    <a:pt x="79314" y="308240"/>
                  </a:lnTo>
                  <a:lnTo>
                    <a:pt x="83863" y="310951"/>
                  </a:lnTo>
                  <a:lnTo>
                    <a:pt x="88495" y="313517"/>
                  </a:lnTo>
                  <a:lnTo>
                    <a:pt x="93206" y="315935"/>
                  </a:lnTo>
                  <a:lnTo>
                    <a:pt x="97992" y="318202"/>
                  </a:lnTo>
                  <a:lnTo>
                    <a:pt x="102847" y="320317"/>
                  </a:lnTo>
                  <a:lnTo>
                    <a:pt x="107766" y="322276"/>
                  </a:lnTo>
                  <a:lnTo>
                    <a:pt x="112745" y="324079"/>
                  </a:lnTo>
                  <a:lnTo>
                    <a:pt x="117779" y="325724"/>
                  </a:lnTo>
                  <a:lnTo>
                    <a:pt x="122862" y="327208"/>
                  </a:lnTo>
                  <a:lnTo>
                    <a:pt x="127990" y="328530"/>
                  </a:lnTo>
                  <a:lnTo>
                    <a:pt x="133157" y="329690"/>
                  </a:lnTo>
                  <a:lnTo>
                    <a:pt x="138358" y="330685"/>
                  </a:lnTo>
                  <a:lnTo>
                    <a:pt x="143588" y="331514"/>
                  </a:lnTo>
                  <a:lnTo>
                    <a:pt x="148842" y="332178"/>
                  </a:lnTo>
                  <a:lnTo>
                    <a:pt x="154114" y="332675"/>
                  </a:lnTo>
                  <a:lnTo>
                    <a:pt x="159399" y="333005"/>
                  </a:lnTo>
                  <a:lnTo>
                    <a:pt x="164692" y="333167"/>
                  </a:lnTo>
                  <a:lnTo>
                    <a:pt x="169987" y="333162"/>
                  </a:lnTo>
                  <a:lnTo>
                    <a:pt x="175280" y="332989"/>
                  </a:lnTo>
                  <a:lnTo>
                    <a:pt x="180564" y="332648"/>
                  </a:lnTo>
                  <a:lnTo>
                    <a:pt x="185835" y="332140"/>
                  </a:lnTo>
                  <a:lnTo>
                    <a:pt x="191088" y="331465"/>
                  </a:lnTo>
                  <a:lnTo>
                    <a:pt x="196316" y="330624"/>
                  </a:lnTo>
                  <a:lnTo>
                    <a:pt x="201515" y="329619"/>
                  </a:lnTo>
                  <a:lnTo>
                    <a:pt x="206679" y="328448"/>
                  </a:lnTo>
                  <a:lnTo>
                    <a:pt x="211804" y="327115"/>
                  </a:lnTo>
                  <a:lnTo>
                    <a:pt x="216884" y="325621"/>
                  </a:lnTo>
                  <a:lnTo>
                    <a:pt x="221915" y="323966"/>
                  </a:lnTo>
                  <a:lnTo>
                    <a:pt x="226890" y="322153"/>
                  </a:lnTo>
                  <a:lnTo>
                    <a:pt x="231805" y="320183"/>
                  </a:lnTo>
                  <a:lnTo>
                    <a:pt x="236656" y="318058"/>
                  </a:lnTo>
                  <a:lnTo>
                    <a:pt x="241437" y="315781"/>
                  </a:lnTo>
                  <a:lnTo>
                    <a:pt x="246143" y="313353"/>
                  </a:lnTo>
                  <a:lnTo>
                    <a:pt x="250770" y="310778"/>
                  </a:lnTo>
                  <a:lnTo>
                    <a:pt x="255313" y="308057"/>
                  </a:lnTo>
                  <a:lnTo>
                    <a:pt x="259768" y="305194"/>
                  </a:lnTo>
                  <a:lnTo>
                    <a:pt x="264129" y="302191"/>
                  </a:lnTo>
                  <a:lnTo>
                    <a:pt x="268394" y="299051"/>
                  </a:lnTo>
                  <a:lnTo>
                    <a:pt x="272557" y="295778"/>
                  </a:lnTo>
                  <a:lnTo>
                    <a:pt x="276614" y="292375"/>
                  </a:lnTo>
                  <a:lnTo>
                    <a:pt x="280561" y="288845"/>
                  </a:lnTo>
                  <a:lnTo>
                    <a:pt x="284394" y="285192"/>
                  </a:lnTo>
                  <a:lnTo>
                    <a:pt x="288110" y="281419"/>
                  </a:lnTo>
                  <a:lnTo>
                    <a:pt x="291705" y="277530"/>
                  </a:lnTo>
                  <a:lnTo>
                    <a:pt x="295174" y="273530"/>
                  </a:lnTo>
                  <a:lnTo>
                    <a:pt x="298515" y="269422"/>
                  </a:lnTo>
                  <a:lnTo>
                    <a:pt x="301724" y="265209"/>
                  </a:lnTo>
                  <a:lnTo>
                    <a:pt x="304799" y="260898"/>
                  </a:lnTo>
                  <a:lnTo>
                    <a:pt x="307735" y="256491"/>
                  </a:lnTo>
                  <a:lnTo>
                    <a:pt x="310530" y="251993"/>
                  </a:lnTo>
                  <a:lnTo>
                    <a:pt x="313181" y="247409"/>
                  </a:lnTo>
                  <a:lnTo>
                    <a:pt x="315686" y="242743"/>
                  </a:lnTo>
                  <a:lnTo>
                    <a:pt x="318041" y="238001"/>
                  </a:lnTo>
                  <a:lnTo>
                    <a:pt x="320246" y="233186"/>
                  </a:lnTo>
                  <a:lnTo>
                    <a:pt x="322296" y="228304"/>
                  </a:lnTo>
                  <a:lnTo>
                    <a:pt x="324191" y="223359"/>
                  </a:lnTo>
                  <a:lnTo>
                    <a:pt x="325929" y="218356"/>
                  </a:lnTo>
                  <a:lnTo>
                    <a:pt x="327507" y="213302"/>
                  </a:lnTo>
                  <a:lnTo>
                    <a:pt x="328924" y="208199"/>
                  </a:lnTo>
                  <a:lnTo>
                    <a:pt x="330179" y="203055"/>
                  </a:lnTo>
                  <a:lnTo>
                    <a:pt x="331270" y="197873"/>
                  </a:lnTo>
                  <a:lnTo>
                    <a:pt x="332197" y="192659"/>
                  </a:lnTo>
                  <a:lnTo>
                    <a:pt x="332958" y="187419"/>
                  </a:lnTo>
                  <a:lnTo>
                    <a:pt x="333552" y="182157"/>
                  </a:lnTo>
                  <a:lnTo>
                    <a:pt x="333980" y="176879"/>
                  </a:lnTo>
                  <a:lnTo>
                    <a:pt x="334240" y="171590"/>
                  </a:lnTo>
                  <a:lnTo>
                    <a:pt x="334333" y="166295"/>
                  </a:lnTo>
                  <a:lnTo>
                    <a:pt x="334258" y="161000"/>
                  </a:lnTo>
                  <a:lnTo>
                    <a:pt x="334015" y="155710"/>
                  </a:lnTo>
                  <a:lnTo>
                    <a:pt x="333605" y="150431"/>
                  </a:lnTo>
                  <a:lnTo>
                    <a:pt x="333028" y="145167"/>
                  </a:lnTo>
                  <a:lnTo>
                    <a:pt x="332284" y="139924"/>
                  </a:lnTo>
                  <a:lnTo>
                    <a:pt x="331375" y="134707"/>
                  </a:lnTo>
                  <a:lnTo>
                    <a:pt x="330301" y="129522"/>
                  </a:lnTo>
                  <a:lnTo>
                    <a:pt x="329063" y="124373"/>
                  </a:lnTo>
                  <a:lnTo>
                    <a:pt x="327662" y="119266"/>
                  </a:lnTo>
                  <a:lnTo>
                    <a:pt x="326101" y="114206"/>
                  </a:lnTo>
                  <a:lnTo>
                    <a:pt x="324380" y="109198"/>
                  </a:lnTo>
                  <a:lnTo>
                    <a:pt x="322502" y="104247"/>
                  </a:lnTo>
                  <a:lnTo>
                    <a:pt x="320467" y="99358"/>
                  </a:lnTo>
                  <a:lnTo>
                    <a:pt x="318279" y="94536"/>
                  </a:lnTo>
                  <a:lnTo>
                    <a:pt x="315939" y="89785"/>
                  </a:lnTo>
                  <a:lnTo>
                    <a:pt x="313450" y="85111"/>
                  </a:lnTo>
                  <a:lnTo>
                    <a:pt x="310814" y="80519"/>
                  </a:lnTo>
                  <a:lnTo>
                    <a:pt x="308034" y="76012"/>
                  </a:lnTo>
                  <a:lnTo>
                    <a:pt x="305112" y="71595"/>
                  </a:lnTo>
                  <a:lnTo>
                    <a:pt x="302052" y="67273"/>
                  </a:lnTo>
                  <a:lnTo>
                    <a:pt x="298857" y="63050"/>
                  </a:lnTo>
                  <a:lnTo>
                    <a:pt x="295530" y="58931"/>
                  </a:lnTo>
                  <a:lnTo>
                    <a:pt x="292073" y="54919"/>
                  </a:lnTo>
                  <a:lnTo>
                    <a:pt x="288492" y="51018"/>
                  </a:lnTo>
                  <a:lnTo>
                    <a:pt x="284789" y="47233"/>
                  </a:lnTo>
                  <a:lnTo>
                    <a:pt x="280967" y="43567"/>
                  </a:lnTo>
                  <a:lnTo>
                    <a:pt x="277032" y="40024"/>
                  </a:lnTo>
                  <a:lnTo>
                    <a:pt x="272986" y="36608"/>
                  </a:lnTo>
                  <a:lnTo>
                    <a:pt x="268834" y="33321"/>
                  </a:lnTo>
                  <a:lnTo>
                    <a:pt x="264580" y="30167"/>
                  </a:lnTo>
                  <a:lnTo>
                    <a:pt x="260228" y="27150"/>
                  </a:lnTo>
                  <a:lnTo>
                    <a:pt x="255783" y="24272"/>
                  </a:lnTo>
                  <a:lnTo>
                    <a:pt x="251249" y="21536"/>
                  </a:lnTo>
                  <a:lnTo>
                    <a:pt x="246631" y="18946"/>
                  </a:lnTo>
                  <a:lnTo>
                    <a:pt x="241932" y="16503"/>
                  </a:lnTo>
                  <a:lnTo>
                    <a:pt x="237159" y="14209"/>
                  </a:lnTo>
                  <a:lnTo>
                    <a:pt x="232316" y="12069"/>
                  </a:lnTo>
                  <a:lnTo>
                    <a:pt x="227407" y="10082"/>
                  </a:lnTo>
                  <a:lnTo>
                    <a:pt x="222438" y="8253"/>
                  </a:lnTo>
                  <a:lnTo>
                    <a:pt x="217413" y="6581"/>
                  </a:lnTo>
                  <a:lnTo>
                    <a:pt x="212338" y="5070"/>
                  </a:lnTo>
                  <a:lnTo>
                    <a:pt x="207217" y="3720"/>
                  </a:lnTo>
                  <a:lnTo>
                    <a:pt x="167166" y="166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40051" cy="167167"/>
            </a:xfrm>
            <a:custGeom>
              <a:avLst/>
              <a:pathLst>
                <a:path w="40051" h="167167">
                  <a:moveTo>
                    <a:pt x="40051" y="4868"/>
                  </a:moveTo>
                  <a:lnTo>
                    <a:pt x="33476" y="3386"/>
                  </a:lnTo>
                  <a:lnTo>
                    <a:pt x="26846" y="2169"/>
                  </a:lnTo>
                  <a:lnTo>
                    <a:pt x="20173" y="1221"/>
                  </a:lnTo>
                  <a:lnTo>
                    <a:pt x="13467" y="543"/>
                  </a:lnTo>
                  <a:lnTo>
                    <a:pt x="6739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856377" y="5399291"/>
              <a:ext cx="167166" cy="263482"/>
            </a:xfrm>
            <a:custGeom>
              <a:avLst/>
              <a:pathLst>
                <a:path w="167166" h="263482">
                  <a:moveTo>
                    <a:pt x="167166" y="0"/>
                  </a:moveTo>
                  <a:lnTo>
                    <a:pt x="161796" y="86"/>
                  </a:lnTo>
                  <a:lnTo>
                    <a:pt x="156431" y="345"/>
                  </a:lnTo>
                  <a:lnTo>
                    <a:pt x="151078" y="775"/>
                  </a:lnTo>
                  <a:lnTo>
                    <a:pt x="145741" y="1378"/>
                  </a:lnTo>
                  <a:lnTo>
                    <a:pt x="140426" y="2152"/>
                  </a:lnTo>
                  <a:lnTo>
                    <a:pt x="135139" y="3096"/>
                  </a:lnTo>
                  <a:lnTo>
                    <a:pt x="129885" y="4210"/>
                  </a:lnTo>
                  <a:lnTo>
                    <a:pt x="124669" y="5491"/>
                  </a:lnTo>
                  <a:lnTo>
                    <a:pt x="119497" y="6940"/>
                  </a:lnTo>
                  <a:lnTo>
                    <a:pt x="114375" y="8554"/>
                  </a:lnTo>
                  <a:lnTo>
                    <a:pt x="109307" y="10332"/>
                  </a:lnTo>
                  <a:lnTo>
                    <a:pt x="104298" y="12271"/>
                  </a:lnTo>
                  <a:lnTo>
                    <a:pt x="99355" y="14371"/>
                  </a:lnTo>
                  <a:lnTo>
                    <a:pt x="94482" y="16628"/>
                  </a:lnTo>
                  <a:lnTo>
                    <a:pt x="89683" y="19041"/>
                  </a:lnTo>
                  <a:lnTo>
                    <a:pt x="84965" y="21606"/>
                  </a:lnTo>
                  <a:lnTo>
                    <a:pt x="80331" y="24322"/>
                  </a:lnTo>
                  <a:lnTo>
                    <a:pt x="75787" y="27185"/>
                  </a:lnTo>
                  <a:lnTo>
                    <a:pt x="71338" y="30193"/>
                  </a:lnTo>
                  <a:lnTo>
                    <a:pt x="66987" y="33342"/>
                  </a:lnTo>
                  <a:lnTo>
                    <a:pt x="62740" y="36629"/>
                  </a:lnTo>
                  <a:lnTo>
                    <a:pt x="58600" y="40051"/>
                  </a:lnTo>
                  <a:lnTo>
                    <a:pt x="54573" y="43604"/>
                  </a:lnTo>
                  <a:lnTo>
                    <a:pt x="50661" y="47285"/>
                  </a:lnTo>
                  <a:lnTo>
                    <a:pt x="46870" y="51090"/>
                  </a:lnTo>
                  <a:lnTo>
                    <a:pt x="43204" y="55014"/>
                  </a:lnTo>
                  <a:lnTo>
                    <a:pt x="39665" y="59054"/>
                  </a:lnTo>
                  <a:lnTo>
                    <a:pt x="36257" y="63206"/>
                  </a:lnTo>
                  <a:lnTo>
                    <a:pt x="32985" y="67465"/>
                  </a:lnTo>
                  <a:lnTo>
                    <a:pt x="29852" y="71827"/>
                  </a:lnTo>
                  <a:lnTo>
                    <a:pt x="26860" y="76287"/>
                  </a:lnTo>
                  <a:lnTo>
                    <a:pt x="24013" y="80841"/>
                  </a:lnTo>
                  <a:lnTo>
                    <a:pt x="21314" y="85484"/>
                  </a:lnTo>
                  <a:lnTo>
                    <a:pt x="18765" y="90212"/>
                  </a:lnTo>
                  <a:lnTo>
                    <a:pt x="16369" y="95019"/>
                  </a:lnTo>
                  <a:lnTo>
                    <a:pt x="14130" y="99900"/>
                  </a:lnTo>
                  <a:lnTo>
                    <a:pt x="12048" y="104851"/>
                  </a:lnTo>
                  <a:lnTo>
                    <a:pt x="10126" y="109866"/>
                  </a:lnTo>
                  <a:lnTo>
                    <a:pt x="8366" y="114941"/>
                  </a:lnTo>
                  <a:lnTo>
                    <a:pt x="6770" y="120069"/>
                  </a:lnTo>
                  <a:lnTo>
                    <a:pt x="5340" y="125246"/>
                  </a:lnTo>
                  <a:lnTo>
                    <a:pt x="4077" y="130466"/>
                  </a:lnTo>
                  <a:lnTo>
                    <a:pt x="2982" y="135724"/>
                  </a:lnTo>
                  <a:lnTo>
                    <a:pt x="2057" y="141014"/>
                  </a:lnTo>
                  <a:lnTo>
                    <a:pt x="1302" y="146332"/>
                  </a:lnTo>
                  <a:lnTo>
                    <a:pt x="718" y="151671"/>
                  </a:lnTo>
                  <a:lnTo>
                    <a:pt x="306" y="157026"/>
                  </a:lnTo>
                  <a:lnTo>
                    <a:pt x="67" y="162391"/>
                  </a:lnTo>
                  <a:lnTo>
                    <a:pt x="0" y="167762"/>
                  </a:lnTo>
                  <a:lnTo>
                    <a:pt x="105" y="173131"/>
                  </a:lnTo>
                  <a:lnTo>
                    <a:pt x="383" y="178495"/>
                  </a:lnTo>
                  <a:lnTo>
                    <a:pt x="833" y="183847"/>
                  </a:lnTo>
                  <a:lnTo>
                    <a:pt x="1454" y="189182"/>
                  </a:lnTo>
                  <a:lnTo>
                    <a:pt x="2247" y="194494"/>
                  </a:lnTo>
                  <a:lnTo>
                    <a:pt x="3210" y="199777"/>
                  </a:lnTo>
                  <a:lnTo>
                    <a:pt x="4342" y="205028"/>
                  </a:lnTo>
                  <a:lnTo>
                    <a:pt x="5643" y="210239"/>
                  </a:lnTo>
                  <a:lnTo>
                    <a:pt x="7110" y="215405"/>
                  </a:lnTo>
                  <a:lnTo>
                    <a:pt x="8742" y="220522"/>
                  </a:lnTo>
                  <a:lnTo>
                    <a:pt x="10538" y="225584"/>
                  </a:lnTo>
                  <a:lnTo>
                    <a:pt x="12495" y="230585"/>
                  </a:lnTo>
                  <a:lnTo>
                    <a:pt x="14612" y="235521"/>
                  </a:lnTo>
                  <a:lnTo>
                    <a:pt x="16887" y="240386"/>
                  </a:lnTo>
                  <a:lnTo>
                    <a:pt x="19316" y="245176"/>
                  </a:lnTo>
                  <a:lnTo>
                    <a:pt x="21899" y="249885"/>
                  </a:lnTo>
                  <a:lnTo>
                    <a:pt x="24631" y="254509"/>
                  </a:lnTo>
                  <a:lnTo>
                    <a:pt x="27510" y="259043"/>
                  </a:lnTo>
                  <a:lnTo>
                    <a:pt x="30534" y="26348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86911" y="5566459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86911" y="5566459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886911" y="5566459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886911" y="5566459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86911" y="5566459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86911" y="5566459"/>
              <a:ext cx="136632" cy="162150"/>
            </a:xfrm>
            <a:custGeom>
              <a:avLst/>
              <a:pathLst>
                <a:path w="136632" h="162150">
                  <a:moveTo>
                    <a:pt x="0" y="96315"/>
                  </a:moveTo>
                  <a:lnTo>
                    <a:pt x="3339" y="100886"/>
                  </a:lnTo>
                  <a:lnTo>
                    <a:pt x="6831" y="105341"/>
                  </a:lnTo>
                  <a:lnTo>
                    <a:pt x="10472" y="109675"/>
                  </a:lnTo>
                  <a:lnTo>
                    <a:pt x="14258" y="113884"/>
                  </a:lnTo>
                  <a:lnTo>
                    <a:pt x="18184" y="117962"/>
                  </a:lnTo>
                  <a:lnTo>
                    <a:pt x="22246" y="121905"/>
                  </a:lnTo>
                  <a:lnTo>
                    <a:pt x="26439" y="125708"/>
                  </a:lnTo>
                  <a:lnTo>
                    <a:pt x="30759" y="129367"/>
                  </a:lnTo>
                  <a:lnTo>
                    <a:pt x="35200" y="132877"/>
                  </a:lnTo>
                  <a:lnTo>
                    <a:pt x="39757" y="136235"/>
                  </a:lnTo>
                  <a:lnTo>
                    <a:pt x="44425" y="139437"/>
                  </a:lnTo>
                  <a:lnTo>
                    <a:pt x="49199" y="142479"/>
                  </a:lnTo>
                  <a:lnTo>
                    <a:pt x="54074" y="145358"/>
                  </a:lnTo>
                  <a:lnTo>
                    <a:pt x="59043" y="148070"/>
                  </a:lnTo>
                  <a:lnTo>
                    <a:pt x="64100" y="150612"/>
                  </a:lnTo>
                  <a:lnTo>
                    <a:pt x="69242" y="152982"/>
                  </a:lnTo>
                  <a:lnTo>
                    <a:pt x="74460" y="155176"/>
                  </a:lnTo>
                  <a:lnTo>
                    <a:pt x="79750" y="157192"/>
                  </a:lnTo>
                  <a:lnTo>
                    <a:pt x="85105" y="159028"/>
                  </a:lnTo>
                  <a:lnTo>
                    <a:pt x="90519" y="160681"/>
                  </a:lnTo>
                  <a:lnTo>
                    <a:pt x="95985" y="162150"/>
                  </a:lnTo>
                  <a:lnTo>
                    <a:pt x="13663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82897" y="5399291"/>
              <a:ext cx="207811" cy="334326"/>
            </a:xfrm>
            <a:custGeom>
              <a:avLst/>
              <a:pathLst>
                <a:path w="207811" h="334326">
                  <a:moveTo>
                    <a:pt x="0" y="329318"/>
                  </a:moveTo>
                  <a:lnTo>
                    <a:pt x="5201" y="330533"/>
                  </a:lnTo>
                  <a:lnTo>
                    <a:pt x="10438" y="331582"/>
                  </a:lnTo>
                  <a:lnTo>
                    <a:pt x="15707" y="332464"/>
                  </a:lnTo>
                  <a:lnTo>
                    <a:pt x="21001" y="333176"/>
                  </a:lnTo>
                  <a:lnTo>
                    <a:pt x="26315" y="333719"/>
                  </a:lnTo>
                  <a:lnTo>
                    <a:pt x="31643" y="334092"/>
                  </a:lnTo>
                  <a:lnTo>
                    <a:pt x="36981" y="334294"/>
                  </a:lnTo>
                  <a:lnTo>
                    <a:pt x="42322" y="334326"/>
                  </a:lnTo>
                  <a:lnTo>
                    <a:pt x="47662" y="334187"/>
                  </a:lnTo>
                  <a:lnTo>
                    <a:pt x="52995" y="333878"/>
                  </a:lnTo>
                  <a:lnTo>
                    <a:pt x="58315" y="333398"/>
                  </a:lnTo>
                  <a:lnTo>
                    <a:pt x="63617" y="332749"/>
                  </a:lnTo>
                  <a:lnTo>
                    <a:pt x="68895" y="331930"/>
                  </a:lnTo>
                  <a:lnTo>
                    <a:pt x="74145" y="330944"/>
                  </a:lnTo>
                  <a:lnTo>
                    <a:pt x="79360" y="329790"/>
                  </a:lnTo>
                  <a:lnTo>
                    <a:pt x="84536" y="328470"/>
                  </a:lnTo>
                  <a:lnTo>
                    <a:pt x="89667" y="326985"/>
                  </a:lnTo>
                  <a:lnTo>
                    <a:pt x="94748" y="325337"/>
                  </a:lnTo>
                  <a:lnTo>
                    <a:pt x="99774" y="323528"/>
                  </a:lnTo>
                  <a:lnTo>
                    <a:pt x="104739" y="321559"/>
                  </a:lnTo>
                  <a:lnTo>
                    <a:pt x="109639" y="319433"/>
                  </a:lnTo>
                  <a:lnTo>
                    <a:pt x="114469" y="317151"/>
                  </a:lnTo>
                  <a:lnTo>
                    <a:pt x="119223" y="314715"/>
                  </a:lnTo>
                  <a:lnTo>
                    <a:pt x="123897" y="312130"/>
                  </a:lnTo>
                  <a:lnTo>
                    <a:pt x="128486" y="309396"/>
                  </a:lnTo>
                  <a:lnTo>
                    <a:pt x="132985" y="306517"/>
                  </a:lnTo>
                  <a:lnTo>
                    <a:pt x="137390" y="303495"/>
                  </a:lnTo>
                  <a:lnTo>
                    <a:pt x="141697" y="300335"/>
                  </a:lnTo>
                  <a:lnTo>
                    <a:pt x="145900" y="297038"/>
                  </a:lnTo>
                  <a:lnTo>
                    <a:pt x="149995" y="293609"/>
                  </a:lnTo>
                  <a:lnTo>
                    <a:pt x="153979" y="290051"/>
                  </a:lnTo>
                  <a:lnTo>
                    <a:pt x="157847" y="286367"/>
                  </a:lnTo>
                  <a:lnTo>
                    <a:pt x="161596" y="282562"/>
                  </a:lnTo>
                  <a:lnTo>
                    <a:pt x="165221" y="278639"/>
                  </a:lnTo>
                  <a:lnTo>
                    <a:pt x="168719" y="274602"/>
                  </a:lnTo>
                  <a:lnTo>
                    <a:pt x="172086" y="270455"/>
                  </a:lnTo>
                  <a:lnTo>
                    <a:pt x="175319" y="266203"/>
                  </a:lnTo>
                  <a:lnTo>
                    <a:pt x="178414" y="261850"/>
                  </a:lnTo>
                  <a:lnTo>
                    <a:pt x="181369" y="257400"/>
                  </a:lnTo>
                  <a:lnTo>
                    <a:pt x="184180" y="252858"/>
                  </a:lnTo>
                  <a:lnTo>
                    <a:pt x="186844" y="248228"/>
                  </a:lnTo>
                  <a:lnTo>
                    <a:pt x="189360" y="243516"/>
                  </a:lnTo>
                  <a:lnTo>
                    <a:pt x="191723" y="238726"/>
                  </a:lnTo>
                  <a:lnTo>
                    <a:pt x="193932" y="233862"/>
                  </a:lnTo>
                  <a:lnTo>
                    <a:pt x="195985" y="228931"/>
                  </a:lnTo>
                  <a:lnTo>
                    <a:pt x="197879" y="223936"/>
                  </a:lnTo>
                  <a:lnTo>
                    <a:pt x="199612" y="218884"/>
                  </a:lnTo>
                  <a:lnTo>
                    <a:pt x="201183" y="213779"/>
                  </a:lnTo>
                  <a:lnTo>
                    <a:pt x="202591" y="208626"/>
                  </a:lnTo>
                  <a:lnTo>
                    <a:pt x="203832" y="203431"/>
                  </a:lnTo>
                  <a:lnTo>
                    <a:pt x="204908" y="198198"/>
                  </a:lnTo>
                  <a:lnTo>
                    <a:pt x="205815" y="192934"/>
                  </a:lnTo>
                  <a:lnTo>
                    <a:pt x="206554" y="187644"/>
                  </a:lnTo>
                  <a:lnTo>
                    <a:pt x="207124" y="182333"/>
                  </a:lnTo>
                  <a:lnTo>
                    <a:pt x="207523" y="177007"/>
                  </a:lnTo>
                  <a:lnTo>
                    <a:pt x="207753" y="171670"/>
                  </a:lnTo>
                  <a:lnTo>
                    <a:pt x="207811" y="166329"/>
                  </a:lnTo>
                  <a:lnTo>
                    <a:pt x="207699" y="160988"/>
                  </a:lnTo>
                  <a:lnTo>
                    <a:pt x="207416" y="155654"/>
                  </a:lnTo>
                  <a:lnTo>
                    <a:pt x="206963" y="150332"/>
                  </a:lnTo>
                  <a:lnTo>
                    <a:pt x="206341" y="145027"/>
                  </a:lnTo>
                  <a:lnTo>
                    <a:pt x="205549" y="139744"/>
                  </a:lnTo>
                  <a:lnTo>
                    <a:pt x="204588" y="134490"/>
                  </a:lnTo>
                  <a:lnTo>
                    <a:pt x="203461" y="129269"/>
                  </a:lnTo>
                  <a:lnTo>
                    <a:pt x="202167" y="124086"/>
                  </a:lnTo>
                  <a:lnTo>
                    <a:pt x="200708" y="118948"/>
                  </a:lnTo>
                  <a:lnTo>
                    <a:pt x="199085" y="113858"/>
                  </a:lnTo>
                  <a:lnTo>
                    <a:pt x="197301" y="108824"/>
                  </a:lnTo>
                  <a:lnTo>
                    <a:pt x="195357" y="103848"/>
                  </a:lnTo>
                  <a:lnTo>
                    <a:pt x="193255" y="98938"/>
                  </a:lnTo>
                  <a:lnTo>
                    <a:pt x="190998" y="94097"/>
                  </a:lnTo>
                  <a:lnTo>
                    <a:pt x="188586" y="89330"/>
                  </a:lnTo>
                  <a:lnTo>
                    <a:pt x="186024" y="84644"/>
                  </a:lnTo>
                  <a:lnTo>
                    <a:pt x="183313" y="80041"/>
                  </a:lnTo>
                  <a:lnTo>
                    <a:pt x="180457" y="75527"/>
                  </a:lnTo>
                  <a:lnTo>
                    <a:pt x="177458" y="71107"/>
                  </a:lnTo>
                  <a:lnTo>
                    <a:pt x="174319" y="66785"/>
                  </a:lnTo>
                  <a:lnTo>
                    <a:pt x="171043" y="62566"/>
                  </a:lnTo>
                  <a:lnTo>
                    <a:pt x="167635" y="58453"/>
                  </a:lnTo>
                  <a:lnTo>
                    <a:pt x="164097" y="54451"/>
                  </a:lnTo>
                  <a:lnTo>
                    <a:pt x="160432" y="50565"/>
                  </a:lnTo>
                  <a:lnTo>
                    <a:pt x="156646" y="46797"/>
                  </a:lnTo>
                  <a:lnTo>
                    <a:pt x="152741" y="43152"/>
                  </a:lnTo>
                  <a:lnTo>
                    <a:pt x="148722" y="39634"/>
                  </a:lnTo>
                  <a:lnTo>
                    <a:pt x="144592" y="36246"/>
                  </a:lnTo>
                  <a:lnTo>
                    <a:pt x="140356" y="32992"/>
                  </a:lnTo>
                  <a:lnTo>
                    <a:pt x="136018" y="29875"/>
                  </a:lnTo>
                  <a:lnTo>
                    <a:pt x="131583" y="26898"/>
                  </a:lnTo>
                  <a:lnTo>
                    <a:pt x="127055" y="24064"/>
                  </a:lnTo>
                  <a:lnTo>
                    <a:pt x="122439" y="21377"/>
                  </a:lnTo>
                  <a:lnTo>
                    <a:pt x="117739" y="18838"/>
                  </a:lnTo>
                  <a:lnTo>
                    <a:pt x="112961" y="16451"/>
                  </a:lnTo>
                  <a:lnTo>
                    <a:pt x="108109" y="14217"/>
                  </a:lnTo>
                  <a:lnTo>
                    <a:pt x="103188" y="12140"/>
                  </a:lnTo>
                  <a:lnTo>
                    <a:pt x="98203" y="10221"/>
                  </a:lnTo>
                  <a:lnTo>
                    <a:pt x="93159" y="8462"/>
                  </a:lnTo>
                  <a:lnTo>
                    <a:pt x="88062" y="6865"/>
                  </a:lnTo>
                  <a:lnTo>
                    <a:pt x="82916" y="5432"/>
                  </a:lnTo>
                  <a:lnTo>
                    <a:pt x="77727" y="4164"/>
                  </a:lnTo>
                  <a:lnTo>
                    <a:pt x="72500" y="3063"/>
                  </a:lnTo>
                  <a:lnTo>
                    <a:pt x="67241" y="2129"/>
                  </a:lnTo>
                  <a:lnTo>
                    <a:pt x="61955" y="1363"/>
                  </a:lnTo>
                  <a:lnTo>
                    <a:pt x="56647" y="767"/>
                  </a:lnTo>
                  <a:lnTo>
                    <a:pt x="51322" y="341"/>
                  </a:lnTo>
                  <a:lnTo>
                    <a:pt x="45987" y="85"/>
                  </a:lnTo>
                  <a:lnTo>
                    <a:pt x="40646" y="0"/>
                  </a:lnTo>
                  <a:lnTo>
                    <a:pt x="406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434300" y="5269756"/>
              <a:ext cx="110958" cy="167167"/>
            </a:xfrm>
            <a:custGeom>
              <a:avLst/>
              <a:pathLst>
                <a:path w="110958" h="167167">
                  <a:moveTo>
                    <a:pt x="110958" y="0"/>
                  </a:moveTo>
                  <a:lnTo>
                    <a:pt x="105444" y="90"/>
                  </a:lnTo>
                  <a:lnTo>
                    <a:pt x="99935" y="363"/>
                  </a:lnTo>
                  <a:lnTo>
                    <a:pt x="94439" y="818"/>
                  </a:lnTo>
                  <a:lnTo>
                    <a:pt x="88961" y="1453"/>
                  </a:lnTo>
                  <a:lnTo>
                    <a:pt x="83507" y="2269"/>
                  </a:lnTo>
                  <a:lnTo>
                    <a:pt x="78082" y="3264"/>
                  </a:lnTo>
                  <a:lnTo>
                    <a:pt x="72694" y="4438"/>
                  </a:lnTo>
                  <a:lnTo>
                    <a:pt x="67347" y="5788"/>
                  </a:lnTo>
                  <a:lnTo>
                    <a:pt x="62047" y="7315"/>
                  </a:lnTo>
                  <a:lnTo>
                    <a:pt x="56801" y="9015"/>
                  </a:lnTo>
                  <a:lnTo>
                    <a:pt x="51613" y="10888"/>
                  </a:lnTo>
                  <a:lnTo>
                    <a:pt x="46491" y="12930"/>
                  </a:lnTo>
                  <a:lnTo>
                    <a:pt x="41438" y="15141"/>
                  </a:lnTo>
                  <a:lnTo>
                    <a:pt x="36461" y="17517"/>
                  </a:lnTo>
                  <a:lnTo>
                    <a:pt x="31565" y="20056"/>
                  </a:lnTo>
                  <a:lnTo>
                    <a:pt x="26756" y="22754"/>
                  </a:lnTo>
                  <a:lnTo>
                    <a:pt x="22038" y="25611"/>
                  </a:lnTo>
                  <a:lnTo>
                    <a:pt x="17417" y="28621"/>
                  </a:lnTo>
                  <a:lnTo>
                    <a:pt x="12898" y="31782"/>
                  </a:lnTo>
                  <a:lnTo>
                    <a:pt x="8485" y="35090"/>
                  </a:lnTo>
                  <a:lnTo>
                    <a:pt x="4184" y="38542"/>
                  </a:lnTo>
                  <a:lnTo>
                    <a:pt x="0" y="42134"/>
                  </a:lnTo>
                  <a:lnTo>
                    <a:pt x="1109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34300" y="5311890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434300" y="5311890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434300" y="5311890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34300" y="5311890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98585" y="5311890"/>
              <a:ext cx="146672" cy="125032"/>
            </a:xfrm>
            <a:custGeom>
              <a:avLst/>
              <a:pathLst>
                <a:path w="146672" h="125032">
                  <a:moveTo>
                    <a:pt x="35714" y="0"/>
                  </a:moveTo>
                  <a:lnTo>
                    <a:pt x="31009" y="4338"/>
                  </a:lnTo>
                  <a:lnTo>
                    <a:pt x="26474" y="8854"/>
                  </a:lnTo>
                  <a:lnTo>
                    <a:pt x="22115" y="13540"/>
                  </a:lnTo>
                  <a:lnTo>
                    <a:pt x="17939" y="18390"/>
                  </a:lnTo>
                  <a:lnTo>
                    <a:pt x="13951" y="23396"/>
                  </a:lnTo>
                  <a:lnTo>
                    <a:pt x="10158" y="28550"/>
                  </a:lnTo>
                  <a:lnTo>
                    <a:pt x="6565" y="33847"/>
                  </a:lnTo>
                  <a:lnTo>
                    <a:pt x="3177" y="39276"/>
                  </a:lnTo>
                  <a:lnTo>
                    <a:pt x="0" y="44832"/>
                  </a:lnTo>
                  <a:lnTo>
                    <a:pt x="146672" y="125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20489" y="86967"/>
                  </a:moveTo>
                  <a:lnTo>
                    <a:pt x="18014" y="91668"/>
                  </a:lnTo>
                  <a:lnTo>
                    <a:pt x="15690" y="96446"/>
                  </a:lnTo>
                  <a:lnTo>
                    <a:pt x="13519" y="101296"/>
                  </a:lnTo>
                  <a:lnTo>
                    <a:pt x="11503" y="106212"/>
                  </a:lnTo>
                  <a:lnTo>
                    <a:pt x="9645" y="111189"/>
                  </a:lnTo>
                  <a:lnTo>
                    <a:pt x="7945" y="116223"/>
                  </a:lnTo>
                  <a:lnTo>
                    <a:pt x="6407" y="121309"/>
                  </a:lnTo>
                  <a:lnTo>
                    <a:pt x="5031" y="126441"/>
                  </a:lnTo>
                  <a:lnTo>
                    <a:pt x="3818" y="131614"/>
                  </a:lnTo>
                  <a:lnTo>
                    <a:pt x="2771" y="136823"/>
                  </a:lnTo>
                  <a:lnTo>
                    <a:pt x="1890" y="142063"/>
                  </a:lnTo>
                  <a:lnTo>
                    <a:pt x="1175" y="147328"/>
                  </a:lnTo>
                  <a:lnTo>
                    <a:pt x="629" y="152613"/>
                  </a:lnTo>
                  <a:lnTo>
                    <a:pt x="250" y="157912"/>
                  </a:lnTo>
                  <a:lnTo>
                    <a:pt x="40" y="163221"/>
                  </a:lnTo>
                  <a:lnTo>
                    <a:pt x="0" y="168535"/>
                  </a:lnTo>
                  <a:lnTo>
                    <a:pt x="127" y="173846"/>
                  </a:lnTo>
                  <a:lnTo>
                    <a:pt x="424" y="179151"/>
                  </a:lnTo>
                  <a:lnTo>
                    <a:pt x="889" y="184444"/>
                  </a:lnTo>
                  <a:lnTo>
                    <a:pt x="1522" y="189719"/>
                  </a:lnTo>
                  <a:lnTo>
                    <a:pt x="2323" y="194972"/>
                  </a:lnTo>
                  <a:lnTo>
                    <a:pt x="3289" y="200196"/>
                  </a:lnTo>
                  <a:lnTo>
                    <a:pt x="4422" y="205388"/>
                  </a:lnTo>
                  <a:lnTo>
                    <a:pt x="5719" y="210540"/>
                  </a:lnTo>
                  <a:lnTo>
                    <a:pt x="7179" y="215649"/>
                  </a:lnTo>
                  <a:lnTo>
                    <a:pt x="8800" y="220709"/>
                  </a:lnTo>
                  <a:lnTo>
                    <a:pt x="10582" y="225714"/>
                  </a:lnTo>
                  <a:lnTo>
                    <a:pt x="12521" y="230661"/>
                  </a:lnTo>
                  <a:lnTo>
                    <a:pt x="14617" y="235543"/>
                  </a:lnTo>
                  <a:lnTo>
                    <a:pt x="16867" y="240356"/>
                  </a:lnTo>
                  <a:lnTo>
                    <a:pt x="19269" y="245096"/>
                  </a:lnTo>
                  <a:lnTo>
                    <a:pt x="21821" y="249756"/>
                  </a:lnTo>
                  <a:lnTo>
                    <a:pt x="24519" y="254334"/>
                  </a:lnTo>
                  <a:lnTo>
                    <a:pt x="27361" y="258823"/>
                  </a:lnTo>
                  <a:lnTo>
                    <a:pt x="30344" y="263219"/>
                  </a:lnTo>
                  <a:lnTo>
                    <a:pt x="33466" y="267519"/>
                  </a:lnTo>
                  <a:lnTo>
                    <a:pt x="36723" y="271717"/>
                  </a:lnTo>
                  <a:lnTo>
                    <a:pt x="40111" y="275809"/>
                  </a:lnTo>
                  <a:lnTo>
                    <a:pt x="43628" y="279792"/>
                  </a:lnTo>
                  <a:lnTo>
                    <a:pt x="47269" y="283661"/>
                  </a:lnTo>
                  <a:lnTo>
                    <a:pt x="51032" y="287412"/>
                  </a:lnTo>
                  <a:lnTo>
                    <a:pt x="54912" y="291042"/>
                  </a:lnTo>
                  <a:lnTo>
                    <a:pt x="58906" y="294547"/>
                  </a:lnTo>
                  <a:lnTo>
                    <a:pt x="63008" y="297923"/>
                  </a:lnTo>
                  <a:lnTo>
                    <a:pt x="67216" y="301167"/>
                  </a:lnTo>
                  <a:lnTo>
                    <a:pt x="71525" y="304275"/>
                  </a:lnTo>
                  <a:lnTo>
                    <a:pt x="75931" y="307245"/>
                  </a:lnTo>
                  <a:lnTo>
                    <a:pt x="80429" y="310074"/>
                  </a:lnTo>
                  <a:lnTo>
                    <a:pt x="85014" y="312758"/>
                  </a:lnTo>
                  <a:lnTo>
                    <a:pt x="89683" y="315295"/>
                  </a:lnTo>
                  <a:lnTo>
                    <a:pt x="94429" y="317683"/>
                  </a:lnTo>
                  <a:lnTo>
                    <a:pt x="99249" y="319918"/>
                  </a:lnTo>
                  <a:lnTo>
                    <a:pt x="104138" y="321999"/>
                  </a:lnTo>
                  <a:lnTo>
                    <a:pt x="109090" y="323924"/>
                  </a:lnTo>
                  <a:lnTo>
                    <a:pt x="114101" y="325690"/>
                  </a:lnTo>
                  <a:lnTo>
                    <a:pt x="119166" y="327296"/>
                  </a:lnTo>
                  <a:lnTo>
                    <a:pt x="124279" y="328741"/>
                  </a:lnTo>
                  <a:lnTo>
                    <a:pt x="129436" y="330022"/>
                  </a:lnTo>
                  <a:lnTo>
                    <a:pt x="134630" y="331139"/>
                  </a:lnTo>
                  <a:lnTo>
                    <a:pt x="139858" y="332090"/>
                  </a:lnTo>
                  <a:lnTo>
                    <a:pt x="145113" y="332874"/>
                  </a:lnTo>
                  <a:lnTo>
                    <a:pt x="150390" y="333491"/>
                  </a:lnTo>
                  <a:lnTo>
                    <a:pt x="155684" y="333940"/>
                  </a:lnTo>
                  <a:lnTo>
                    <a:pt x="160990" y="334220"/>
                  </a:lnTo>
                  <a:lnTo>
                    <a:pt x="166302" y="334332"/>
                  </a:lnTo>
                  <a:lnTo>
                    <a:pt x="171615" y="334275"/>
                  </a:lnTo>
                  <a:lnTo>
                    <a:pt x="176923" y="334049"/>
                  </a:lnTo>
                  <a:lnTo>
                    <a:pt x="182222" y="333655"/>
                  </a:lnTo>
                  <a:lnTo>
                    <a:pt x="187505" y="333092"/>
                  </a:lnTo>
                  <a:lnTo>
                    <a:pt x="192768" y="332362"/>
                  </a:lnTo>
                  <a:lnTo>
                    <a:pt x="198005" y="331464"/>
                  </a:lnTo>
                  <a:lnTo>
                    <a:pt x="203211" y="330401"/>
                  </a:lnTo>
                  <a:lnTo>
                    <a:pt x="208380" y="329173"/>
                  </a:lnTo>
                  <a:lnTo>
                    <a:pt x="213508" y="327781"/>
                  </a:lnTo>
                  <a:lnTo>
                    <a:pt x="218589" y="326227"/>
                  </a:lnTo>
                  <a:lnTo>
                    <a:pt x="223618" y="324513"/>
                  </a:lnTo>
                  <a:lnTo>
                    <a:pt x="228589" y="322639"/>
                  </a:lnTo>
                  <a:lnTo>
                    <a:pt x="233499" y="320608"/>
                  </a:lnTo>
                  <a:lnTo>
                    <a:pt x="238342" y="318423"/>
                  </a:lnTo>
                  <a:lnTo>
                    <a:pt x="243113" y="316084"/>
                  </a:lnTo>
                  <a:lnTo>
                    <a:pt x="247807" y="313595"/>
                  </a:lnTo>
                  <a:lnTo>
                    <a:pt x="252420" y="310958"/>
                  </a:lnTo>
                  <a:lnTo>
                    <a:pt x="256947" y="308176"/>
                  </a:lnTo>
                  <a:lnTo>
                    <a:pt x="261382" y="305251"/>
                  </a:lnTo>
                  <a:lnTo>
                    <a:pt x="265723" y="302187"/>
                  </a:lnTo>
                  <a:lnTo>
                    <a:pt x="269964" y="298987"/>
                  </a:lnTo>
                  <a:lnTo>
                    <a:pt x="274102" y="295653"/>
                  </a:lnTo>
                  <a:lnTo>
                    <a:pt x="278131" y="292190"/>
                  </a:lnTo>
                  <a:lnTo>
                    <a:pt x="282048" y="288600"/>
                  </a:lnTo>
                  <a:lnTo>
                    <a:pt x="285849" y="284888"/>
                  </a:lnTo>
                  <a:lnTo>
                    <a:pt x="289530" y="281056"/>
                  </a:lnTo>
                  <a:lnTo>
                    <a:pt x="293088" y="277110"/>
                  </a:lnTo>
                  <a:lnTo>
                    <a:pt x="296518" y="273052"/>
                  </a:lnTo>
                  <a:lnTo>
                    <a:pt x="299818" y="268888"/>
                  </a:lnTo>
                  <a:lnTo>
                    <a:pt x="302984" y="264621"/>
                  </a:lnTo>
                  <a:lnTo>
                    <a:pt x="306012" y="260255"/>
                  </a:lnTo>
                  <a:lnTo>
                    <a:pt x="308900" y="255796"/>
                  </a:lnTo>
                  <a:lnTo>
                    <a:pt x="311645" y="251246"/>
                  </a:lnTo>
                  <a:lnTo>
                    <a:pt x="314244" y="246612"/>
                  </a:lnTo>
                  <a:lnTo>
                    <a:pt x="316695" y="241898"/>
                  </a:lnTo>
                  <a:lnTo>
                    <a:pt x="318994" y="237108"/>
                  </a:lnTo>
                  <a:lnTo>
                    <a:pt x="321140" y="232247"/>
                  </a:lnTo>
                  <a:lnTo>
                    <a:pt x="323131" y="227321"/>
                  </a:lnTo>
                  <a:lnTo>
                    <a:pt x="324964" y="222334"/>
                  </a:lnTo>
                  <a:lnTo>
                    <a:pt x="326637" y="217291"/>
                  </a:lnTo>
                  <a:lnTo>
                    <a:pt x="328149" y="212198"/>
                  </a:lnTo>
                  <a:lnTo>
                    <a:pt x="329499" y="207059"/>
                  </a:lnTo>
                  <a:lnTo>
                    <a:pt x="330685" y="201880"/>
                  </a:lnTo>
                  <a:lnTo>
                    <a:pt x="331706" y="196665"/>
                  </a:lnTo>
                  <a:lnTo>
                    <a:pt x="332560" y="191421"/>
                  </a:lnTo>
                  <a:lnTo>
                    <a:pt x="333247" y="186153"/>
                  </a:lnTo>
                  <a:lnTo>
                    <a:pt x="333767" y="180865"/>
                  </a:lnTo>
                  <a:lnTo>
                    <a:pt x="334118" y="175563"/>
                  </a:lnTo>
                  <a:lnTo>
                    <a:pt x="334300" y="170253"/>
                  </a:lnTo>
                  <a:lnTo>
                    <a:pt x="334314" y="164940"/>
                  </a:lnTo>
                  <a:lnTo>
                    <a:pt x="334159" y="159629"/>
                  </a:lnTo>
                  <a:lnTo>
                    <a:pt x="333835" y="154326"/>
                  </a:lnTo>
                  <a:lnTo>
                    <a:pt x="333343" y="149035"/>
                  </a:lnTo>
                  <a:lnTo>
                    <a:pt x="332682" y="143763"/>
                  </a:lnTo>
                  <a:lnTo>
                    <a:pt x="331855" y="138515"/>
                  </a:lnTo>
                  <a:lnTo>
                    <a:pt x="330861" y="133295"/>
                  </a:lnTo>
                  <a:lnTo>
                    <a:pt x="329702" y="128110"/>
                  </a:lnTo>
                  <a:lnTo>
                    <a:pt x="328379" y="122964"/>
                  </a:lnTo>
                  <a:lnTo>
                    <a:pt x="326893" y="117863"/>
                  </a:lnTo>
                  <a:lnTo>
                    <a:pt x="325245" y="112812"/>
                  </a:lnTo>
                  <a:lnTo>
                    <a:pt x="323438" y="107815"/>
                  </a:lnTo>
                  <a:lnTo>
                    <a:pt x="321473" y="102879"/>
                  </a:lnTo>
                  <a:lnTo>
                    <a:pt x="319352" y="98007"/>
                  </a:lnTo>
                  <a:lnTo>
                    <a:pt x="317077" y="93206"/>
                  </a:lnTo>
                  <a:lnTo>
                    <a:pt x="314651" y="88479"/>
                  </a:lnTo>
                  <a:lnTo>
                    <a:pt x="312076" y="83831"/>
                  </a:lnTo>
                  <a:lnTo>
                    <a:pt x="309354" y="79268"/>
                  </a:lnTo>
                  <a:lnTo>
                    <a:pt x="306489" y="74794"/>
                  </a:lnTo>
                  <a:lnTo>
                    <a:pt x="303483" y="70413"/>
                  </a:lnTo>
                  <a:lnTo>
                    <a:pt x="300339" y="66129"/>
                  </a:lnTo>
                  <a:lnTo>
                    <a:pt x="297061" y="61948"/>
                  </a:lnTo>
                  <a:lnTo>
                    <a:pt x="293651" y="57873"/>
                  </a:lnTo>
                  <a:lnTo>
                    <a:pt x="290114" y="53908"/>
                  </a:lnTo>
                  <a:lnTo>
                    <a:pt x="286453" y="50058"/>
                  </a:lnTo>
                  <a:lnTo>
                    <a:pt x="282671" y="46326"/>
                  </a:lnTo>
                  <a:lnTo>
                    <a:pt x="278772" y="42716"/>
                  </a:lnTo>
                  <a:lnTo>
                    <a:pt x="274761" y="39232"/>
                  </a:lnTo>
                  <a:lnTo>
                    <a:pt x="270641" y="35877"/>
                  </a:lnTo>
                  <a:lnTo>
                    <a:pt x="266416" y="32655"/>
                  </a:lnTo>
                  <a:lnTo>
                    <a:pt x="262091" y="29569"/>
                  </a:lnTo>
                  <a:lnTo>
                    <a:pt x="257670" y="26621"/>
                  </a:lnTo>
                  <a:lnTo>
                    <a:pt x="253158" y="23816"/>
                  </a:lnTo>
                  <a:lnTo>
                    <a:pt x="248559" y="21155"/>
                  </a:lnTo>
                  <a:lnTo>
                    <a:pt x="243878" y="18642"/>
                  </a:lnTo>
                  <a:lnTo>
                    <a:pt x="239119" y="16279"/>
                  </a:lnTo>
                  <a:lnTo>
                    <a:pt x="234287" y="14069"/>
                  </a:lnTo>
                  <a:lnTo>
                    <a:pt x="229388" y="12013"/>
                  </a:lnTo>
                  <a:lnTo>
                    <a:pt x="224426" y="10114"/>
                  </a:lnTo>
                  <a:lnTo>
                    <a:pt x="219406" y="8373"/>
                  </a:lnTo>
                  <a:lnTo>
                    <a:pt x="214333" y="6793"/>
                  </a:lnTo>
                  <a:lnTo>
                    <a:pt x="209212" y="5375"/>
                  </a:lnTo>
                  <a:lnTo>
                    <a:pt x="204049" y="4120"/>
                  </a:lnTo>
                  <a:lnTo>
                    <a:pt x="198849" y="3030"/>
                  </a:lnTo>
                  <a:lnTo>
                    <a:pt x="193617" y="2106"/>
                  </a:lnTo>
                  <a:lnTo>
                    <a:pt x="188358" y="1349"/>
                  </a:lnTo>
                  <a:lnTo>
                    <a:pt x="183078" y="759"/>
                  </a:lnTo>
                  <a:lnTo>
                    <a:pt x="177781" y="337"/>
                  </a:lnTo>
                  <a:lnTo>
                    <a:pt x="172474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68885" y="5018213"/>
              <a:ext cx="152153" cy="167167"/>
            </a:xfrm>
            <a:custGeom>
              <a:avLst/>
              <a:pathLst>
                <a:path w="152153" h="167167">
                  <a:moveTo>
                    <a:pt x="152153" y="0"/>
                  </a:moveTo>
                  <a:lnTo>
                    <a:pt x="146691" y="89"/>
                  </a:lnTo>
                  <a:lnTo>
                    <a:pt x="141235" y="356"/>
                  </a:lnTo>
                  <a:lnTo>
                    <a:pt x="135791" y="802"/>
                  </a:lnTo>
                  <a:lnTo>
                    <a:pt x="130364" y="1426"/>
                  </a:lnTo>
                  <a:lnTo>
                    <a:pt x="124961" y="2226"/>
                  </a:lnTo>
                  <a:lnTo>
                    <a:pt x="119586" y="3202"/>
                  </a:lnTo>
                  <a:lnTo>
                    <a:pt x="114246" y="4354"/>
                  </a:lnTo>
                  <a:lnTo>
                    <a:pt x="108947" y="5679"/>
                  </a:lnTo>
                  <a:lnTo>
                    <a:pt x="103694" y="7177"/>
                  </a:lnTo>
                  <a:lnTo>
                    <a:pt x="98493" y="8846"/>
                  </a:lnTo>
                  <a:lnTo>
                    <a:pt x="93349" y="10684"/>
                  </a:lnTo>
                  <a:lnTo>
                    <a:pt x="88268" y="12688"/>
                  </a:lnTo>
                  <a:lnTo>
                    <a:pt x="83254" y="14858"/>
                  </a:lnTo>
                  <a:lnTo>
                    <a:pt x="78315" y="17190"/>
                  </a:lnTo>
                  <a:lnTo>
                    <a:pt x="73454" y="19683"/>
                  </a:lnTo>
                  <a:lnTo>
                    <a:pt x="68678" y="22333"/>
                  </a:lnTo>
                  <a:lnTo>
                    <a:pt x="63990" y="25138"/>
                  </a:lnTo>
                  <a:lnTo>
                    <a:pt x="59397" y="28094"/>
                  </a:lnTo>
                  <a:lnTo>
                    <a:pt x="54903" y="31199"/>
                  </a:lnTo>
                  <a:lnTo>
                    <a:pt x="50512" y="34449"/>
                  </a:lnTo>
                  <a:lnTo>
                    <a:pt x="46230" y="37840"/>
                  </a:lnTo>
                  <a:lnTo>
                    <a:pt x="42061" y="41370"/>
                  </a:lnTo>
                  <a:lnTo>
                    <a:pt x="38010" y="45034"/>
                  </a:lnTo>
                  <a:lnTo>
                    <a:pt x="34081" y="48829"/>
                  </a:lnTo>
                  <a:lnTo>
                    <a:pt x="30277" y="52750"/>
                  </a:lnTo>
                  <a:lnTo>
                    <a:pt x="26604" y="56793"/>
                  </a:lnTo>
                  <a:lnTo>
                    <a:pt x="23065" y="60953"/>
                  </a:lnTo>
                  <a:lnTo>
                    <a:pt x="19664" y="65228"/>
                  </a:lnTo>
                  <a:lnTo>
                    <a:pt x="16404" y="69611"/>
                  </a:lnTo>
                  <a:lnTo>
                    <a:pt x="13289" y="74098"/>
                  </a:lnTo>
                  <a:lnTo>
                    <a:pt x="10322" y="78685"/>
                  </a:lnTo>
                  <a:lnTo>
                    <a:pt x="7507" y="83366"/>
                  </a:lnTo>
                  <a:lnTo>
                    <a:pt x="4846" y="88137"/>
                  </a:lnTo>
                  <a:lnTo>
                    <a:pt x="2343" y="92992"/>
                  </a:lnTo>
                  <a:lnTo>
                    <a:pt x="0" y="97926"/>
                  </a:lnTo>
                  <a:lnTo>
                    <a:pt x="1521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68885" y="5116139"/>
              <a:ext cx="152153" cy="69241"/>
            </a:xfrm>
            <a:custGeom>
              <a:avLst/>
              <a:pathLst>
                <a:path w="152153" h="69241">
                  <a:moveTo>
                    <a:pt x="0" y="0"/>
                  </a:moveTo>
                  <a:lnTo>
                    <a:pt x="152153" y="69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68885" y="5116139"/>
              <a:ext cx="152153" cy="69241"/>
            </a:xfrm>
            <a:custGeom>
              <a:avLst/>
              <a:pathLst>
                <a:path w="152153" h="69241">
                  <a:moveTo>
                    <a:pt x="0" y="0"/>
                  </a:moveTo>
                  <a:lnTo>
                    <a:pt x="152153" y="692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68885" y="5116139"/>
              <a:ext cx="152153" cy="69241"/>
            </a:xfrm>
            <a:custGeom>
              <a:avLst/>
              <a:pathLst>
                <a:path w="152153" h="69241">
                  <a:moveTo>
                    <a:pt x="0" y="0"/>
                  </a:moveTo>
                  <a:lnTo>
                    <a:pt x="152153" y="692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5206" y="5116139"/>
              <a:ext cx="165832" cy="69241"/>
            </a:xfrm>
            <a:custGeom>
              <a:avLst/>
              <a:pathLst>
                <a:path w="165832" h="69241">
                  <a:moveTo>
                    <a:pt x="13679" y="0"/>
                  </a:moveTo>
                  <a:lnTo>
                    <a:pt x="11185" y="5764"/>
                  </a:lnTo>
                  <a:lnTo>
                    <a:pt x="8909" y="11618"/>
                  </a:lnTo>
                  <a:lnTo>
                    <a:pt x="6856" y="17554"/>
                  </a:lnTo>
                  <a:lnTo>
                    <a:pt x="5026" y="23562"/>
                  </a:lnTo>
                  <a:lnTo>
                    <a:pt x="3424" y="29635"/>
                  </a:lnTo>
                  <a:lnTo>
                    <a:pt x="2051" y="35764"/>
                  </a:lnTo>
                  <a:lnTo>
                    <a:pt x="909" y="41941"/>
                  </a:lnTo>
                  <a:lnTo>
                    <a:pt x="0" y="48155"/>
                  </a:lnTo>
                  <a:lnTo>
                    <a:pt x="165832" y="692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3871" y="5018213"/>
              <a:ext cx="334325" cy="334325"/>
            </a:xfrm>
            <a:custGeom>
              <a:avLst/>
              <a:pathLst>
                <a:path w="334325" h="334325">
                  <a:moveTo>
                    <a:pt x="1335" y="146082"/>
                  </a:moveTo>
                  <a:lnTo>
                    <a:pt x="751" y="151336"/>
                  </a:lnTo>
                  <a:lnTo>
                    <a:pt x="333" y="156606"/>
                  </a:lnTo>
                  <a:lnTo>
                    <a:pt x="83" y="161887"/>
                  </a:lnTo>
                  <a:lnTo>
                    <a:pt x="0" y="167173"/>
                  </a:lnTo>
                  <a:lnTo>
                    <a:pt x="83" y="172459"/>
                  </a:lnTo>
                  <a:lnTo>
                    <a:pt x="334" y="177740"/>
                  </a:lnTo>
                  <a:lnTo>
                    <a:pt x="752" y="183010"/>
                  </a:lnTo>
                  <a:lnTo>
                    <a:pt x="1336" y="188264"/>
                  </a:lnTo>
                  <a:lnTo>
                    <a:pt x="2086" y="193497"/>
                  </a:lnTo>
                  <a:lnTo>
                    <a:pt x="3001" y="198704"/>
                  </a:lnTo>
                  <a:lnTo>
                    <a:pt x="4081" y="203880"/>
                  </a:lnTo>
                  <a:lnTo>
                    <a:pt x="5323" y="209018"/>
                  </a:lnTo>
                  <a:lnTo>
                    <a:pt x="6727" y="214115"/>
                  </a:lnTo>
                  <a:lnTo>
                    <a:pt x="8292" y="219165"/>
                  </a:lnTo>
                  <a:lnTo>
                    <a:pt x="10016" y="224163"/>
                  </a:lnTo>
                  <a:lnTo>
                    <a:pt x="11897" y="229104"/>
                  </a:lnTo>
                  <a:lnTo>
                    <a:pt x="13933" y="233982"/>
                  </a:lnTo>
                  <a:lnTo>
                    <a:pt x="16122" y="238794"/>
                  </a:lnTo>
                  <a:lnTo>
                    <a:pt x="18463" y="243535"/>
                  </a:lnTo>
                  <a:lnTo>
                    <a:pt x="20952" y="248199"/>
                  </a:lnTo>
                  <a:lnTo>
                    <a:pt x="23588" y="252782"/>
                  </a:lnTo>
                  <a:lnTo>
                    <a:pt x="26367" y="257279"/>
                  </a:lnTo>
                  <a:lnTo>
                    <a:pt x="29286" y="261686"/>
                  </a:lnTo>
                  <a:lnTo>
                    <a:pt x="32344" y="265999"/>
                  </a:lnTo>
                  <a:lnTo>
                    <a:pt x="35537" y="270213"/>
                  </a:lnTo>
                  <a:lnTo>
                    <a:pt x="38861" y="274324"/>
                  </a:lnTo>
                  <a:lnTo>
                    <a:pt x="42314" y="278327"/>
                  </a:lnTo>
                  <a:lnTo>
                    <a:pt x="45891" y="282220"/>
                  </a:lnTo>
                  <a:lnTo>
                    <a:pt x="49590" y="285997"/>
                  </a:lnTo>
                  <a:lnTo>
                    <a:pt x="53406" y="289656"/>
                  </a:lnTo>
                  <a:lnTo>
                    <a:pt x="57336" y="293192"/>
                  </a:lnTo>
                  <a:lnTo>
                    <a:pt x="61376" y="296602"/>
                  </a:lnTo>
                  <a:lnTo>
                    <a:pt x="65522" y="299882"/>
                  </a:lnTo>
                  <a:lnTo>
                    <a:pt x="69770" y="303030"/>
                  </a:lnTo>
                  <a:lnTo>
                    <a:pt x="74115" y="306042"/>
                  </a:lnTo>
                  <a:lnTo>
                    <a:pt x="78552" y="308915"/>
                  </a:lnTo>
                  <a:lnTo>
                    <a:pt x="83079" y="311646"/>
                  </a:lnTo>
                  <a:lnTo>
                    <a:pt x="87690" y="314233"/>
                  </a:lnTo>
                  <a:lnTo>
                    <a:pt x="92380" y="316672"/>
                  </a:lnTo>
                  <a:lnTo>
                    <a:pt x="97145" y="318962"/>
                  </a:lnTo>
                  <a:lnTo>
                    <a:pt x="101980" y="321101"/>
                  </a:lnTo>
                  <a:lnTo>
                    <a:pt x="106880" y="323085"/>
                  </a:lnTo>
                  <a:lnTo>
                    <a:pt x="111840" y="324913"/>
                  </a:lnTo>
                  <a:lnTo>
                    <a:pt x="116856" y="326584"/>
                  </a:lnTo>
                  <a:lnTo>
                    <a:pt x="121922" y="328095"/>
                  </a:lnTo>
                  <a:lnTo>
                    <a:pt x="127034" y="329445"/>
                  </a:lnTo>
                  <a:lnTo>
                    <a:pt x="132185" y="330633"/>
                  </a:lnTo>
                  <a:lnTo>
                    <a:pt x="137372" y="331658"/>
                  </a:lnTo>
                  <a:lnTo>
                    <a:pt x="142588" y="332518"/>
                  </a:lnTo>
                  <a:lnTo>
                    <a:pt x="147829" y="333212"/>
                  </a:lnTo>
                  <a:lnTo>
                    <a:pt x="153089" y="333741"/>
                  </a:lnTo>
                  <a:lnTo>
                    <a:pt x="158363" y="334102"/>
                  </a:lnTo>
                  <a:lnTo>
                    <a:pt x="163647" y="334297"/>
                  </a:lnTo>
                  <a:lnTo>
                    <a:pt x="168933" y="334325"/>
                  </a:lnTo>
                  <a:lnTo>
                    <a:pt x="174218" y="334186"/>
                  </a:lnTo>
                  <a:lnTo>
                    <a:pt x="179496" y="333879"/>
                  </a:lnTo>
                  <a:lnTo>
                    <a:pt x="184761" y="333406"/>
                  </a:lnTo>
                  <a:lnTo>
                    <a:pt x="190009" y="332766"/>
                  </a:lnTo>
                  <a:lnTo>
                    <a:pt x="195234" y="331961"/>
                  </a:lnTo>
                  <a:lnTo>
                    <a:pt x="200431" y="330991"/>
                  </a:lnTo>
                  <a:lnTo>
                    <a:pt x="205595" y="329858"/>
                  </a:lnTo>
                  <a:lnTo>
                    <a:pt x="210720" y="328561"/>
                  </a:lnTo>
                  <a:lnTo>
                    <a:pt x="215802" y="327103"/>
                  </a:lnTo>
                  <a:lnTo>
                    <a:pt x="220835" y="325485"/>
                  </a:lnTo>
                  <a:lnTo>
                    <a:pt x="225814" y="323709"/>
                  </a:lnTo>
                  <a:lnTo>
                    <a:pt x="230735" y="321776"/>
                  </a:lnTo>
                  <a:lnTo>
                    <a:pt x="235592" y="319689"/>
                  </a:lnTo>
                  <a:lnTo>
                    <a:pt x="240381" y="317449"/>
                  </a:lnTo>
                  <a:lnTo>
                    <a:pt x="245096" y="315059"/>
                  </a:lnTo>
                  <a:lnTo>
                    <a:pt x="249734" y="312520"/>
                  </a:lnTo>
                  <a:lnTo>
                    <a:pt x="254289" y="309837"/>
                  </a:lnTo>
                  <a:lnTo>
                    <a:pt x="258757" y="307011"/>
                  </a:lnTo>
                  <a:lnTo>
                    <a:pt x="263133" y="304044"/>
                  </a:lnTo>
                  <a:lnTo>
                    <a:pt x="267413" y="300941"/>
                  </a:lnTo>
                  <a:lnTo>
                    <a:pt x="271593" y="297705"/>
                  </a:lnTo>
                  <a:lnTo>
                    <a:pt x="275669" y="294337"/>
                  </a:lnTo>
                  <a:lnTo>
                    <a:pt x="279636" y="290843"/>
                  </a:lnTo>
                  <a:lnTo>
                    <a:pt x="283490" y="287224"/>
                  </a:lnTo>
                  <a:lnTo>
                    <a:pt x="287229" y="283486"/>
                  </a:lnTo>
                  <a:lnTo>
                    <a:pt x="290847" y="279631"/>
                  </a:lnTo>
                  <a:lnTo>
                    <a:pt x="294341" y="275664"/>
                  </a:lnTo>
                  <a:lnTo>
                    <a:pt x="297708" y="271589"/>
                  </a:lnTo>
                  <a:lnTo>
                    <a:pt x="300945" y="267409"/>
                  </a:lnTo>
                  <a:lnTo>
                    <a:pt x="304048" y="263128"/>
                  </a:lnTo>
                  <a:lnTo>
                    <a:pt x="307014" y="258752"/>
                  </a:lnTo>
                  <a:lnTo>
                    <a:pt x="309840" y="254284"/>
                  </a:lnTo>
                  <a:lnTo>
                    <a:pt x="312523" y="249729"/>
                  </a:lnTo>
                  <a:lnTo>
                    <a:pt x="315061" y="245091"/>
                  </a:lnTo>
                  <a:lnTo>
                    <a:pt x="317451" y="240376"/>
                  </a:lnTo>
                  <a:lnTo>
                    <a:pt x="319691" y="235587"/>
                  </a:lnTo>
                  <a:lnTo>
                    <a:pt x="321779" y="230730"/>
                  </a:lnTo>
                  <a:lnTo>
                    <a:pt x="323711" y="225809"/>
                  </a:lnTo>
                  <a:lnTo>
                    <a:pt x="325487" y="220829"/>
                  </a:lnTo>
                  <a:lnTo>
                    <a:pt x="327105" y="215796"/>
                  </a:lnTo>
                  <a:lnTo>
                    <a:pt x="328563" y="210714"/>
                  </a:lnTo>
                  <a:lnTo>
                    <a:pt x="329859" y="205589"/>
                  </a:lnTo>
                  <a:lnTo>
                    <a:pt x="330993" y="200425"/>
                  </a:lnTo>
                  <a:lnTo>
                    <a:pt x="331962" y="195228"/>
                  </a:lnTo>
                  <a:lnTo>
                    <a:pt x="332767" y="190003"/>
                  </a:lnTo>
                  <a:lnTo>
                    <a:pt x="333407" y="184755"/>
                  </a:lnTo>
                  <a:lnTo>
                    <a:pt x="333880" y="179490"/>
                  </a:lnTo>
                  <a:lnTo>
                    <a:pt x="334186" y="174212"/>
                  </a:lnTo>
                  <a:lnTo>
                    <a:pt x="334325" y="168927"/>
                  </a:lnTo>
                  <a:lnTo>
                    <a:pt x="334297" y="163641"/>
                  </a:lnTo>
                  <a:lnTo>
                    <a:pt x="334102" y="158357"/>
                  </a:lnTo>
                  <a:lnTo>
                    <a:pt x="333740" y="153083"/>
                  </a:lnTo>
                  <a:lnTo>
                    <a:pt x="333211" y="147823"/>
                  </a:lnTo>
                  <a:lnTo>
                    <a:pt x="332517" y="142582"/>
                  </a:lnTo>
                  <a:lnTo>
                    <a:pt x="331657" y="137366"/>
                  </a:lnTo>
                  <a:lnTo>
                    <a:pt x="330632" y="132179"/>
                  </a:lnTo>
                  <a:lnTo>
                    <a:pt x="329444" y="127028"/>
                  </a:lnTo>
                  <a:lnTo>
                    <a:pt x="328094" y="121917"/>
                  </a:lnTo>
                  <a:lnTo>
                    <a:pt x="326582" y="116850"/>
                  </a:lnTo>
                  <a:lnTo>
                    <a:pt x="324911" y="111835"/>
                  </a:lnTo>
                  <a:lnTo>
                    <a:pt x="323083" y="106874"/>
                  </a:lnTo>
                  <a:lnTo>
                    <a:pt x="321098" y="101974"/>
                  </a:lnTo>
                  <a:lnTo>
                    <a:pt x="318960" y="97139"/>
                  </a:lnTo>
                  <a:lnTo>
                    <a:pt x="316670" y="92374"/>
                  </a:lnTo>
                  <a:lnTo>
                    <a:pt x="314230" y="87684"/>
                  </a:lnTo>
                  <a:lnTo>
                    <a:pt x="311643" y="83074"/>
                  </a:lnTo>
                  <a:lnTo>
                    <a:pt x="308912" y="78547"/>
                  </a:lnTo>
                  <a:lnTo>
                    <a:pt x="306038" y="74110"/>
                  </a:lnTo>
                  <a:lnTo>
                    <a:pt x="303026" y="69765"/>
                  </a:lnTo>
                  <a:lnTo>
                    <a:pt x="299878" y="65517"/>
                  </a:lnTo>
                  <a:lnTo>
                    <a:pt x="296598" y="61372"/>
                  </a:lnTo>
                  <a:lnTo>
                    <a:pt x="293188" y="57332"/>
                  </a:lnTo>
                  <a:lnTo>
                    <a:pt x="289652" y="53402"/>
                  </a:lnTo>
                  <a:lnTo>
                    <a:pt x="285993" y="49586"/>
                  </a:lnTo>
                  <a:lnTo>
                    <a:pt x="282215" y="45887"/>
                  </a:lnTo>
                  <a:lnTo>
                    <a:pt x="278323" y="42310"/>
                  </a:lnTo>
                  <a:lnTo>
                    <a:pt x="274319" y="38857"/>
                  </a:lnTo>
                  <a:lnTo>
                    <a:pt x="270208" y="35533"/>
                  </a:lnTo>
                  <a:lnTo>
                    <a:pt x="265994" y="32341"/>
                  </a:lnTo>
                  <a:lnTo>
                    <a:pt x="261681" y="29283"/>
                  </a:lnTo>
                  <a:lnTo>
                    <a:pt x="257274" y="26363"/>
                  </a:lnTo>
                  <a:lnTo>
                    <a:pt x="252777" y="23584"/>
                  </a:lnTo>
                  <a:lnTo>
                    <a:pt x="248194" y="20949"/>
                  </a:lnTo>
                  <a:lnTo>
                    <a:pt x="243530" y="18460"/>
                  </a:lnTo>
                  <a:lnTo>
                    <a:pt x="238789" y="16120"/>
                  </a:lnTo>
                  <a:lnTo>
                    <a:pt x="233977" y="13931"/>
                  </a:lnTo>
                  <a:lnTo>
                    <a:pt x="229098" y="11895"/>
                  </a:lnTo>
                  <a:lnTo>
                    <a:pt x="224157" y="10014"/>
                  </a:lnTo>
                  <a:lnTo>
                    <a:pt x="219159" y="8290"/>
                  </a:lnTo>
                  <a:lnTo>
                    <a:pt x="214109" y="6726"/>
                  </a:lnTo>
                  <a:lnTo>
                    <a:pt x="209013" y="5322"/>
                  </a:lnTo>
                  <a:lnTo>
                    <a:pt x="203874" y="4079"/>
                  </a:lnTo>
                  <a:lnTo>
                    <a:pt x="198698" y="3000"/>
                  </a:lnTo>
                  <a:lnTo>
                    <a:pt x="193492" y="2085"/>
                  </a:lnTo>
                  <a:lnTo>
                    <a:pt x="188258" y="1335"/>
                  </a:lnTo>
                  <a:lnTo>
                    <a:pt x="183004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256078" y="4659281"/>
              <a:ext cx="173895" cy="334328"/>
            </a:xfrm>
            <a:custGeom>
              <a:avLst/>
              <a:pathLst>
                <a:path w="173895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2" y="761"/>
                  </a:lnTo>
                  <a:lnTo>
                    <a:pt x="145936" y="1352"/>
                  </a:lnTo>
                  <a:lnTo>
                    <a:pt x="140672" y="2111"/>
                  </a:lnTo>
                  <a:lnTo>
                    <a:pt x="135434" y="3037"/>
                  </a:lnTo>
                  <a:lnTo>
                    <a:pt x="130229" y="4129"/>
                  </a:lnTo>
                  <a:lnTo>
                    <a:pt x="125061" y="5386"/>
                  </a:lnTo>
                  <a:lnTo>
                    <a:pt x="119935" y="6807"/>
                  </a:lnTo>
                  <a:lnTo>
                    <a:pt x="114857" y="8391"/>
                  </a:lnTo>
                  <a:lnTo>
                    <a:pt x="109833" y="10135"/>
                  </a:lnTo>
                  <a:lnTo>
                    <a:pt x="104866" y="12038"/>
                  </a:lnTo>
                  <a:lnTo>
                    <a:pt x="99962" y="14098"/>
                  </a:lnTo>
                  <a:lnTo>
                    <a:pt x="95126" y="16314"/>
                  </a:lnTo>
                  <a:lnTo>
                    <a:pt x="90364" y="18681"/>
                  </a:lnTo>
                  <a:lnTo>
                    <a:pt x="85679" y="21200"/>
                  </a:lnTo>
                  <a:lnTo>
                    <a:pt x="81076" y="23866"/>
                  </a:lnTo>
                  <a:lnTo>
                    <a:pt x="76561" y="26677"/>
                  </a:lnTo>
                  <a:lnTo>
                    <a:pt x="72137" y="29630"/>
                  </a:lnTo>
                  <a:lnTo>
                    <a:pt x="67810" y="32722"/>
                  </a:lnTo>
                  <a:lnTo>
                    <a:pt x="63583" y="35951"/>
                  </a:lnTo>
                  <a:lnTo>
                    <a:pt x="59461" y="39313"/>
                  </a:lnTo>
                  <a:lnTo>
                    <a:pt x="55448" y="42803"/>
                  </a:lnTo>
                  <a:lnTo>
                    <a:pt x="51548" y="46420"/>
                  </a:lnTo>
                  <a:lnTo>
                    <a:pt x="47765" y="50159"/>
                  </a:lnTo>
                  <a:lnTo>
                    <a:pt x="44103" y="54017"/>
                  </a:lnTo>
                  <a:lnTo>
                    <a:pt x="40565" y="57989"/>
                  </a:lnTo>
                  <a:lnTo>
                    <a:pt x="37156" y="62071"/>
                  </a:lnTo>
                  <a:lnTo>
                    <a:pt x="33878" y="66260"/>
                  </a:lnTo>
                  <a:lnTo>
                    <a:pt x="30736" y="70552"/>
                  </a:lnTo>
                  <a:lnTo>
                    <a:pt x="27731" y="74941"/>
                  </a:lnTo>
                  <a:lnTo>
                    <a:pt x="24867" y="79423"/>
                  </a:lnTo>
                  <a:lnTo>
                    <a:pt x="22148" y="83994"/>
                  </a:lnTo>
                  <a:lnTo>
                    <a:pt x="19575" y="88649"/>
                  </a:lnTo>
                  <a:lnTo>
                    <a:pt x="17152" y="93384"/>
                  </a:lnTo>
                  <a:lnTo>
                    <a:pt x="14881" y="98194"/>
                  </a:lnTo>
                  <a:lnTo>
                    <a:pt x="12763" y="103073"/>
                  </a:lnTo>
                  <a:lnTo>
                    <a:pt x="10803" y="108017"/>
                  </a:lnTo>
                  <a:lnTo>
                    <a:pt x="9000" y="113021"/>
                  </a:lnTo>
                  <a:lnTo>
                    <a:pt x="7357" y="118080"/>
                  </a:lnTo>
                  <a:lnTo>
                    <a:pt x="5877" y="123189"/>
                  </a:lnTo>
                  <a:lnTo>
                    <a:pt x="4559" y="128342"/>
                  </a:lnTo>
                  <a:lnTo>
                    <a:pt x="3406" y="133535"/>
                  </a:lnTo>
                  <a:lnTo>
                    <a:pt x="2419" y="138761"/>
                  </a:lnTo>
                  <a:lnTo>
                    <a:pt x="1599" y="144016"/>
                  </a:lnTo>
                  <a:lnTo>
                    <a:pt x="946" y="149295"/>
                  </a:lnTo>
                  <a:lnTo>
                    <a:pt x="462" y="154592"/>
                  </a:lnTo>
                  <a:lnTo>
                    <a:pt x="146" y="159901"/>
                  </a:lnTo>
                  <a:lnTo>
                    <a:pt x="0" y="165218"/>
                  </a:lnTo>
                  <a:lnTo>
                    <a:pt x="22" y="170537"/>
                  </a:lnTo>
                  <a:lnTo>
                    <a:pt x="214" y="175853"/>
                  </a:lnTo>
                  <a:lnTo>
                    <a:pt x="575" y="181159"/>
                  </a:lnTo>
                  <a:lnTo>
                    <a:pt x="1104" y="186452"/>
                  </a:lnTo>
                  <a:lnTo>
                    <a:pt x="1802" y="191725"/>
                  </a:lnTo>
                  <a:lnTo>
                    <a:pt x="2667" y="196973"/>
                  </a:lnTo>
                  <a:lnTo>
                    <a:pt x="3698" y="202191"/>
                  </a:lnTo>
                  <a:lnTo>
                    <a:pt x="4895" y="207373"/>
                  </a:lnTo>
                  <a:lnTo>
                    <a:pt x="6257" y="212515"/>
                  </a:lnTo>
                  <a:lnTo>
                    <a:pt x="7781" y="217611"/>
                  </a:lnTo>
                  <a:lnTo>
                    <a:pt x="9466" y="222656"/>
                  </a:lnTo>
                  <a:lnTo>
                    <a:pt x="11311" y="227644"/>
                  </a:lnTo>
                  <a:lnTo>
                    <a:pt x="13314" y="232572"/>
                  </a:lnTo>
                  <a:lnTo>
                    <a:pt x="15473" y="237433"/>
                  </a:lnTo>
                  <a:lnTo>
                    <a:pt x="17785" y="242223"/>
                  </a:lnTo>
                  <a:lnTo>
                    <a:pt x="20248" y="246937"/>
                  </a:lnTo>
                  <a:lnTo>
                    <a:pt x="22861" y="251570"/>
                  </a:lnTo>
                  <a:lnTo>
                    <a:pt x="25619" y="256118"/>
                  </a:lnTo>
                  <a:lnTo>
                    <a:pt x="28520" y="260576"/>
                  </a:lnTo>
                  <a:lnTo>
                    <a:pt x="31562" y="264939"/>
                  </a:lnTo>
                  <a:lnTo>
                    <a:pt x="34741" y="269203"/>
                  </a:lnTo>
                  <a:lnTo>
                    <a:pt x="38054" y="273364"/>
                  </a:lnTo>
                  <a:lnTo>
                    <a:pt x="41498" y="277418"/>
                  </a:lnTo>
                  <a:lnTo>
                    <a:pt x="45069" y="281359"/>
                  </a:lnTo>
                  <a:lnTo>
                    <a:pt x="48764" y="285186"/>
                  </a:lnTo>
                  <a:lnTo>
                    <a:pt x="52579" y="288892"/>
                  </a:lnTo>
                  <a:lnTo>
                    <a:pt x="56509" y="292476"/>
                  </a:lnTo>
                  <a:lnTo>
                    <a:pt x="60552" y="295933"/>
                  </a:lnTo>
                  <a:lnTo>
                    <a:pt x="64702" y="299259"/>
                  </a:lnTo>
                  <a:lnTo>
                    <a:pt x="68957" y="302451"/>
                  </a:lnTo>
                  <a:lnTo>
                    <a:pt x="73310" y="305507"/>
                  </a:lnTo>
                  <a:lnTo>
                    <a:pt x="77759" y="308423"/>
                  </a:lnTo>
                  <a:lnTo>
                    <a:pt x="82298" y="311195"/>
                  </a:lnTo>
                  <a:lnTo>
                    <a:pt x="86923" y="313822"/>
                  </a:lnTo>
                  <a:lnTo>
                    <a:pt x="91629" y="316300"/>
                  </a:lnTo>
                  <a:lnTo>
                    <a:pt x="96412" y="318627"/>
                  </a:lnTo>
                  <a:lnTo>
                    <a:pt x="101266" y="320801"/>
                  </a:lnTo>
                  <a:lnTo>
                    <a:pt x="106187" y="322820"/>
                  </a:lnTo>
                  <a:lnTo>
                    <a:pt x="111170" y="324681"/>
                  </a:lnTo>
                  <a:lnTo>
                    <a:pt x="116210" y="326382"/>
                  </a:lnTo>
                  <a:lnTo>
                    <a:pt x="121301" y="327922"/>
                  </a:lnTo>
                  <a:lnTo>
                    <a:pt x="126438" y="329300"/>
                  </a:lnTo>
                  <a:lnTo>
                    <a:pt x="131617" y="330513"/>
                  </a:lnTo>
                  <a:lnTo>
                    <a:pt x="136831" y="331561"/>
                  </a:lnTo>
                  <a:lnTo>
                    <a:pt x="142077" y="332442"/>
                  </a:lnTo>
                  <a:lnTo>
                    <a:pt x="147347" y="333157"/>
                  </a:lnTo>
                  <a:lnTo>
                    <a:pt x="152638" y="333703"/>
                  </a:lnTo>
                  <a:lnTo>
                    <a:pt x="157944" y="334080"/>
                  </a:lnTo>
                  <a:lnTo>
                    <a:pt x="163259" y="334289"/>
                  </a:lnTo>
                  <a:lnTo>
                    <a:pt x="168577" y="334328"/>
                  </a:lnTo>
                  <a:lnTo>
                    <a:pt x="173895" y="33419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826449"/>
              <a:ext cx="6739" cy="167031"/>
            </a:xfrm>
            <a:custGeom>
              <a:avLst/>
              <a:pathLst>
                <a:path w="6739" h="167031">
                  <a:moveTo>
                    <a:pt x="6739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826449"/>
              <a:ext cx="6739" cy="167031"/>
            </a:xfrm>
            <a:custGeom>
              <a:avLst/>
              <a:pathLst>
                <a:path w="6739" h="167031">
                  <a:moveTo>
                    <a:pt x="6739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6449"/>
              <a:ext cx="125235" cy="167031"/>
            </a:xfrm>
            <a:custGeom>
              <a:avLst/>
              <a:pathLst>
                <a:path w="125235" h="167031">
                  <a:moveTo>
                    <a:pt x="6739" y="167031"/>
                  </a:moveTo>
                  <a:lnTo>
                    <a:pt x="12346" y="166710"/>
                  </a:lnTo>
                  <a:lnTo>
                    <a:pt x="17940" y="166201"/>
                  </a:lnTo>
                  <a:lnTo>
                    <a:pt x="23514" y="165505"/>
                  </a:lnTo>
                  <a:lnTo>
                    <a:pt x="29061" y="164621"/>
                  </a:lnTo>
                  <a:lnTo>
                    <a:pt x="34576" y="163552"/>
                  </a:lnTo>
                  <a:lnTo>
                    <a:pt x="40051" y="162298"/>
                  </a:lnTo>
                  <a:lnTo>
                    <a:pt x="45481" y="160861"/>
                  </a:lnTo>
                  <a:lnTo>
                    <a:pt x="50860" y="159242"/>
                  </a:lnTo>
                  <a:lnTo>
                    <a:pt x="56181" y="157443"/>
                  </a:lnTo>
                  <a:lnTo>
                    <a:pt x="61439" y="155467"/>
                  </a:lnTo>
                  <a:lnTo>
                    <a:pt x="66628" y="153315"/>
                  </a:lnTo>
                  <a:lnTo>
                    <a:pt x="71741" y="150990"/>
                  </a:lnTo>
                  <a:lnTo>
                    <a:pt x="76773" y="148494"/>
                  </a:lnTo>
                  <a:lnTo>
                    <a:pt x="81719" y="145831"/>
                  </a:lnTo>
                  <a:lnTo>
                    <a:pt x="86572" y="143003"/>
                  </a:lnTo>
                  <a:lnTo>
                    <a:pt x="91328" y="140014"/>
                  </a:lnTo>
                  <a:lnTo>
                    <a:pt x="95980" y="136867"/>
                  </a:lnTo>
                  <a:lnTo>
                    <a:pt x="100525" y="133565"/>
                  </a:lnTo>
                  <a:lnTo>
                    <a:pt x="104955" y="130112"/>
                  </a:lnTo>
                  <a:lnTo>
                    <a:pt x="109267" y="126512"/>
                  </a:lnTo>
                  <a:lnTo>
                    <a:pt x="113456" y="122770"/>
                  </a:lnTo>
                  <a:lnTo>
                    <a:pt x="117517" y="118889"/>
                  </a:lnTo>
                  <a:lnTo>
                    <a:pt x="121445" y="114873"/>
                  </a:lnTo>
                  <a:lnTo>
                    <a:pt x="125235" y="110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167160" cy="277896"/>
            </a:xfrm>
            <a:custGeom>
              <a:avLst/>
              <a:pathLst>
                <a:path w="167160" h="277896">
                  <a:moveTo>
                    <a:pt x="125235" y="277896"/>
                  </a:moveTo>
                  <a:lnTo>
                    <a:pt x="128700" y="273849"/>
                  </a:lnTo>
                  <a:lnTo>
                    <a:pt x="132035" y="269693"/>
                  </a:lnTo>
                  <a:lnTo>
                    <a:pt x="135235" y="265434"/>
                  </a:lnTo>
                  <a:lnTo>
                    <a:pt x="138298" y="261074"/>
                  </a:lnTo>
                  <a:lnTo>
                    <a:pt x="141220" y="256620"/>
                  </a:lnTo>
                  <a:lnTo>
                    <a:pt x="143999" y="252074"/>
                  </a:lnTo>
                  <a:lnTo>
                    <a:pt x="146631" y="247442"/>
                  </a:lnTo>
                  <a:lnTo>
                    <a:pt x="149115" y="242729"/>
                  </a:lnTo>
                  <a:lnTo>
                    <a:pt x="151447" y="237938"/>
                  </a:lnTo>
                  <a:lnTo>
                    <a:pt x="153625" y="233076"/>
                  </a:lnTo>
                  <a:lnTo>
                    <a:pt x="155648" y="228147"/>
                  </a:lnTo>
                  <a:lnTo>
                    <a:pt x="157512" y="223156"/>
                  </a:lnTo>
                  <a:lnTo>
                    <a:pt x="159216" y="218108"/>
                  </a:lnTo>
                  <a:lnTo>
                    <a:pt x="160759" y="213009"/>
                  </a:lnTo>
                  <a:lnTo>
                    <a:pt x="162138" y="207863"/>
                  </a:lnTo>
                  <a:lnTo>
                    <a:pt x="163352" y="202675"/>
                  </a:lnTo>
                  <a:lnTo>
                    <a:pt x="164401" y="197452"/>
                  </a:lnTo>
                  <a:lnTo>
                    <a:pt x="165282" y="192197"/>
                  </a:lnTo>
                  <a:lnTo>
                    <a:pt x="165996" y="186918"/>
                  </a:lnTo>
                  <a:lnTo>
                    <a:pt x="166541" y="181618"/>
                  </a:lnTo>
                  <a:lnTo>
                    <a:pt x="166917" y="176303"/>
                  </a:lnTo>
                  <a:lnTo>
                    <a:pt x="167123" y="170980"/>
                  </a:lnTo>
                  <a:lnTo>
                    <a:pt x="167160" y="165652"/>
                  </a:lnTo>
                  <a:lnTo>
                    <a:pt x="167027" y="160326"/>
                  </a:lnTo>
                  <a:lnTo>
                    <a:pt x="166724" y="155007"/>
                  </a:lnTo>
                  <a:lnTo>
                    <a:pt x="166252" y="149700"/>
                  </a:lnTo>
                  <a:lnTo>
                    <a:pt x="165611" y="144411"/>
                  </a:lnTo>
                  <a:lnTo>
                    <a:pt x="164802" y="139145"/>
                  </a:lnTo>
                  <a:lnTo>
                    <a:pt x="163825" y="133908"/>
                  </a:lnTo>
                  <a:lnTo>
                    <a:pt x="162682" y="128704"/>
                  </a:lnTo>
                  <a:lnTo>
                    <a:pt x="161374" y="123539"/>
                  </a:lnTo>
                  <a:lnTo>
                    <a:pt x="159901" y="118419"/>
                  </a:lnTo>
                  <a:lnTo>
                    <a:pt x="158267" y="113348"/>
                  </a:lnTo>
                  <a:lnTo>
                    <a:pt x="156471" y="108332"/>
                  </a:lnTo>
                  <a:lnTo>
                    <a:pt x="154517" y="103376"/>
                  </a:lnTo>
                  <a:lnTo>
                    <a:pt x="152406" y="98484"/>
                  </a:lnTo>
                  <a:lnTo>
                    <a:pt x="150139" y="93662"/>
                  </a:lnTo>
                  <a:lnTo>
                    <a:pt x="147721" y="88915"/>
                  </a:lnTo>
                  <a:lnTo>
                    <a:pt x="145152" y="84247"/>
                  </a:lnTo>
                  <a:lnTo>
                    <a:pt x="142436" y="79664"/>
                  </a:lnTo>
                  <a:lnTo>
                    <a:pt x="139575" y="75169"/>
                  </a:lnTo>
                  <a:lnTo>
                    <a:pt x="136573" y="70768"/>
                  </a:lnTo>
                  <a:lnTo>
                    <a:pt x="133432" y="66465"/>
                  </a:lnTo>
                  <a:lnTo>
                    <a:pt x="130155" y="62264"/>
                  </a:lnTo>
                  <a:lnTo>
                    <a:pt x="126746" y="58170"/>
                  </a:lnTo>
                  <a:lnTo>
                    <a:pt x="123208" y="54186"/>
                  </a:lnTo>
                  <a:lnTo>
                    <a:pt x="119545" y="50317"/>
                  </a:lnTo>
                  <a:lnTo>
                    <a:pt x="115761" y="46567"/>
                  </a:lnTo>
                  <a:lnTo>
                    <a:pt x="111859" y="42940"/>
                  </a:lnTo>
                  <a:lnTo>
                    <a:pt x="107843" y="39438"/>
                  </a:lnTo>
                  <a:lnTo>
                    <a:pt x="103718" y="36066"/>
                  </a:lnTo>
                  <a:lnTo>
                    <a:pt x="99488" y="32828"/>
                  </a:lnTo>
                  <a:lnTo>
                    <a:pt x="95156" y="29726"/>
                  </a:lnTo>
                  <a:lnTo>
                    <a:pt x="90728" y="26763"/>
                  </a:lnTo>
                  <a:lnTo>
                    <a:pt x="86208" y="23943"/>
                  </a:lnTo>
                  <a:lnTo>
                    <a:pt x="81600" y="21269"/>
                  </a:lnTo>
                  <a:lnTo>
                    <a:pt x="76909" y="18742"/>
                  </a:lnTo>
                  <a:lnTo>
                    <a:pt x="72141" y="16367"/>
                  </a:lnTo>
                  <a:lnTo>
                    <a:pt x="67298" y="14145"/>
                  </a:lnTo>
                  <a:lnTo>
                    <a:pt x="62388" y="12078"/>
                  </a:lnTo>
                  <a:lnTo>
                    <a:pt x="57414" y="10168"/>
                  </a:lnTo>
                  <a:lnTo>
                    <a:pt x="52382" y="8419"/>
                  </a:lnTo>
                  <a:lnTo>
                    <a:pt x="47296" y="6830"/>
                  </a:lnTo>
                  <a:lnTo>
                    <a:pt x="42163" y="5404"/>
                  </a:lnTo>
                  <a:lnTo>
                    <a:pt x="36987" y="4143"/>
                  </a:lnTo>
                  <a:lnTo>
                    <a:pt x="31773" y="3047"/>
                  </a:lnTo>
                  <a:lnTo>
                    <a:pt x="26527" y="2118"/>
                  </a:lnTo>
                  <a:lnTo>
                    <a:pt x="21254" y="1356"/>
                  </a:lnTo>
                  <a:lnTo>
                    <a:pt x="15959" y="763"/>
                  </a:lnTo>
                  <a:lnTo>
                    <a:pt x="10648" y="339"/>
                  </a:lnTo>
                  <a:lnTo>
                    <a:pt x="532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561323" y="4213821"/>
              <a:ext cx="297132" cy="334334"/>
            </a:xfrm>
            <a:custGeom>
              <a:avLst/>
              <a:pathLst>
                <a:path w="297132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1" y="2102"/>
                  </a:lnTo>
                  <a:lnTo>
                    <a:pt x="135494" y="3024"/>
                  </a:lnTo>
                  <a:lnTo>
                    <a:pt x="130299" y="4111"/>
                  </a:lnTo>
                  <a:lnTo>
                    <a:pt x="125141" y="5363"/>
                  </a:lnTo>
                  <a:lnTo>
                    <a:pt x="120026" y="6778"/>
                  </a:lnTo>
                  <a:lnTo>
                    <a:pt x="114958" y="8355"/>
                  </a:lnTo>
                  <a:lnTo>
                    <a:pt x="109943" y="10092"/>
                  </a:lnTo>
                  <a:lnTo>
                    <a:pt x="104985" y="11987"/>
                  </a:lnTo>
                  <a:lnTo>
                    <a:pt x="100090" y="14039"/>
                  </a:lnTo>
                  <a:lnTo>
                    <a:pt x="95263" y="16245"/>
                  </a:lnTo>
                  <a:lnTo>
                    <a:pt x="90508" y="18603"/>
                  </a:lnTo>
                  <a:lnTo>
                    <a:pt x="85830" y="21111"/>
                  </a:lnTo>
                  <a:lnTo>
                    <a:pt x="81235" y="23766"/>
                  </a:lnTo>
                  <a:lnTo>
                    <a:pt x="76726" y="26566"/>
                  </a:lnTo>
                  <a:lnTo>
                    <a:pt x="72308" y="29507"/>
                  </a:lnTo>
                  <a:lnTo>
                    <a:pt x="67985" y="32587"/>
                  </a:lnTo>
                  <a:lnTo>
                    <a:pt x="63763" y="35803"/>
                  </a:lnTo>
                  <a:lnTo>
                    <a:pt x="59645" y="39151"/>
                  </a:lnTo>
                  <a:lnTo>
                    <a:pt x="55635" y="42629"/>
                  </a:lnTo>
                  <a:lnTo>
                    <a:pt x="51738" y="46231"/>
                  </a:lnTo>
                  <a:lnTo>
                    <a:pt x="47957" y="49956"/>
                  </a:lnTo>
                  <a:lnTo>
                    <a:pt x="44296" y="53799"/>
                  </a:lnTo>
                  <a:lnTo>
                    <a:pt x="40759" y="57756"/>
                  </a:lnTo>
                  <a:lnTo>
                    <a:pt x="37349" y="61824"/>
                  </a:lnTo>
                  <a:lnTo>
                    <a:pt x="34070" y="65997"/>
                  </a:lnTo>
                  <a:lnTo>
                    <a:pt x="30926" y="70273"/>
                  </a:lnTo>
                  <a:lnTo>
                    <a:pt x="27919" y="74646"/>
                  </a:lnTo>
                  <a:lnTo>
                    <a:pt x="25052" y="79113"/>
                  </a:lnTo>
                  <a:lnTo>
                    <a:pt x="22328" y="83668"/>
                  </a:lnTo>
                  <a:lnTo>
                    <a:pt x="19750" y="88308"/>
                  </a:lnTo>
                  <a:lnTo>
                    <a:pt x="17321" y="93027"/>
                  </a:lnTo>
                  <a:lnTo>
                    <a:pt x="15043" y="97820"/>
                  </a:lnTo>
                  <a:lnTo>
                    <a:pt x="12918" y="102684"/>
                  </a:lnTo>
                  <a:lnTo>
                    <a:pt x="10949" y="107613"/>
                  </a:lnTo>
                  <a:lnTo>
                    <a:pt x="9137" y="112601"/>
                  </a:lnTo>
                  <a:lnTo>
                    <a:pt x="7484" y="117645"/>
                  </a:lnTo>
                  <a:lnTo>
                    <a:pt x="5993" y="122739"/>
                  </a:lnTo>
                  <a:lnTo>
                    <a:pt x="4664" y="127877"/>
                  </a:lnTo>
                  <a:lnTo>
                    <a:pt x="3498" y="133055"/>
                  </a:lnTo>
                  <a:lnTo>
                    <a:pt x="2498" y="138267"/>
                  </a:lnTo>
                  <a:lnTo>
                    <a:pt x="1663" y="143509"/>
                  </a:lnTo>
                  <a:lnTo>
                    <a:pt x="996" y="148774"/>
                  </a:lnTo>
                  <a:lnTo>
                    <a:pt x="495" y="154058"/>
                  </a:lnTo>
                  <a:lnTo>
                    <a:pt x="163" y="159355"/>
                  </a:lnTo>
                  <a:lnTo>
                    <a:pt x="0" y="164660"/>
                  </a:lnTo>
                  <a:lnTo>
                    <a:pt x="4" y="169968"/>
                  </a:lnTo>
                  <a:lnTo>
                    <a:pt x="177" y="175273"/>
                  </a:lnTo>
                  <a:lnTo>
                    <a:pt x="519" y="180569"/>
                  </a:lnTo>
                  <a:lnTo>
                    <a:pt x="1028" y="185852"/>
                  </a:lnTo>
                  <a:lnTo>
                    <a:pt x="1705" y="191116"/>
                  </a:lnTo>
                  <a:lnTo>
                    <a:pt x="2549" y="196356"/>
                  </a:lnTo>
                  <a:lnTo>
                    <a:pt x="3558" y="201567"/>
                  </a:lnTo>
                  <a:lnTo>
                    <a:pt x="4733" y="206743"/>
                  </a:lnTo>
                  <a:lnTo>
                    <a:pt x="6071" y="211879"/>
                  </a:lnTo>
                  <a:lnTo>
                    <a:pt x="7572" y="216970"/>
                  </a:lnTo>
                  <a:lnTo>
                    <a:pt x="9233" y="222011"/>
                  </a:lnTo>
                  <a:lnTo>
                    <a:pt x="11054" y="226996"/>
                  </a:lnTo>
                  <a:lnTo>
                    <a:pt x="13032" y="231921"/>
                  </a:lnTo>
                  <a:lnTo>
                    <a:pt x="15165" y="236781"/>
                  </a:lnTo>
                  <a:lnTo>
                    <a:pt x="17452" y="241571"/>
                  </a:lnTo>
                  <a:lnTo>
                    <a:pt x="19889" y="246286"/>
                  </a:lnTo>
                  <a:lnTo>
                    <a:pt x="22475" y="250921"/>
                  </a:lnTo>
                  <a:lnTo>
                    <a:pt x="25207" y="255471"/>
                  </a:lnTo>
                  <a:lnTo>
                    <a:pt x="28082" y="259933"/>
                  </a:lnTo>
                  <a:lnTo>
                    <a:pt x="31097" y="264301"/>
                  </a:lnTo>
                  <a:lnTo>
                    <a:pt x="34249" y="268571"/>
                  </a:lnTo>
                  <a:lnTo>
                    <a:pt x="37535" y="272739"/>
                  </a:lnTo>
                  <a:lnTo>
                    <a:pt x="40952" y="276800"/>
                  </a:lnTo>
                  <a:lnTo>
                    <a:pt x="44496" y="280751"/>
                  </a:lnTo>
                  <a:lnTo>
                    <a:pt x="48163" y="284587"/>
                  </a:lnTo>
                  <a:lnTo>
                    <a:pt x="51951" y="288305"/>
                  </a:lnTo>
                  <a:lnTo>
                    <a:pt x="55855" y="291901"/>
                  </a:lnTo>
                  <a:lnTo>
                    <a:pt x="59870" y="295372"/>
                  </a:lnTo>
                  <a:lnTo>
                    <a:pt x="63994" y="298713"/>
                  </a:lnTo>
                  <a:lnTo>
                    <a:pt x="68222" y="301921"/>
                  </a:lnTo>
                  <a:lnTo>
                    <a:pt x="72550" y="304994"/>
                  </a:lnTo>
                  <a:lnTo>
                    <a:pt x="76973" y="307927"/>
                  </a:lnTo>
                  <a:lnTo>
                    <a:pt x="81487" y="310719"/>
                  </a:lnTo>
                  <a:lnTo>
                    <a:pt x="86088" y="313366"/>
                  </a:lnTo>
                  <a:lnTo>
                    <a:pt x="90770" y="315866"/>
                  </a:lnTo>
                  <a:lnTo>
                    <a:pt x="95529" y="318215"/>
                  </a:lnTo>
                  <a:lnTo>
                    <a:pt x="100360" y="320413"/>
                  </a:lnTo>
                  <a:lnTo>
                    <a:pt x="105258" y="322456"/>
                  </a:lnTo>
                  <a:lnTo>
                    <a:pt x="110219" y="324342"/>
                  </a:lnTo>
                  <a:lnTo>
                    <a:pt x="115238" y="326070"/>
                  </a:lnTo>
                  <a:lnTo>
                    <a:pt x="120308" y="327638"/>
                  </a:lnTo>
                  <a:lnTo>
                    <a:pt x="125426" y="329044"/>
                  </a:lnTo>
                  <a:lnTo>
                    <a:pt x="130586" y="330287"/>
                  </a:lnTo>
                  <a:lnTo>
                    <a:pt x="135783" y="331366"/>
                  </a:lnTo>
                  <a:lnTo>
                    <a:pt x="141011" y="332279"/>
                  </a:lnTo>
                  <a:lnTo>
                    <a:pt x="146266" y="333025"/>
                  </a:lnTo>
                  <a:lnTo>
                    <a:pt x="151542" y="333604"/>
                  </a:lnTo>
                  <a:lnTo>
                    <a:pt x="156834" y="334016"/>
                  </a:lnTo>
                  <a:lnTo>
                    <a:pt x="162135" y="334259"/>
                  </a:lnTo>
                  <a:lnTo>
                    <a:pt x="167442" y="334334"/>
                  </a:lnTo>
                  <a:lnTo>
                    <a:pt x="172749" y="334241"/>
                  </a:lnTo>
                  <a:lnTo>
                    <a:pt x="178050" y="333979"/>
                  </a:lnTo>
                  <a:lnTo>
                    <a:pt x="183340" y="333548"/>
                  </a:lnTo>
                  <a:lnTo>
                    <a:pt x="188614" y="332950"/>
                  </a:lnTo>
                  <a:lnTo>
                    <a:pt x="193866" y="332185"/>
                  </a:lnTo>
                  <a:lnTo>
                    <a:pt x="199091" y="331254"/>
                  </a:lnTo>
                  <a:lnTo>
                    <a:pt x="204284" y="330157"/>
                  </a:lnTo>
                  <a:lnTo>
                    <a:pt x="209440" y="328896"/>
                  </a:lnTo>
                  <a:lnTo>
                    <a:pt x="214553" y="327472"/>
                  </a:lnTo>
                  <a:lnTo>
                    <a:pt x="219618" y="325886"/>
                  </a:lnTo>
                  <a:lnTo>
                    <a:pt x="224630" y="324141"/>
                  </a:lnTo>
                  <a:lnTo>
                    <a:pt x="229584" y="322237"/>
                  </a:lnTo>
                  <a:lnTo>
                    <a:pt x="234476" y="320177"/>
                  </a:lnTo>
                  <a:lnTo>
                    <a:pt x="239299" y="317962"/>
                  </a:lnTo>
                  <a:lnTo>
                    <a:pt x="244050" y="315596"/>
                  </a:lnTo>
                  <a:lnTo>
                    <a:pt x="248723" y="313080"/>
                  </a:lnTo>
                  <a:lnTo>
                    <a:pt x="253314" y="310416"/>
                  </a:lnTo>
                  <a:lnTo>
                    <a:pt x="257818" y="307609"/>
                  </a:lnTo>
                  <a:lnTo>
                    <a:pt x="262231" y="304660"/>
                  </a:lnTo>
                  <a:lnTo>
                    <a:pt x="266548" y="301572"/>
                  </a:lnTo>
                  <a:lnTo>
                    <a:pt x="270764" y="298349"/>
                  </a:lnTo>
                  <a:lnTo>
                    <a:pt x="274877" y="294993"/>
                  </a:lnTo>
                  <a:lnTo>
                    <a:pt x="278880" y="291509"/>
                  </a:lnTo>
                  <a:lnTo>
                    <a:pt x="282771" y="287899"/>
                  </a:lnTo>
                  <a:lnTo>
                    <a:pt x="286546" y="284168"/>
                  </a:lnTo>
                  <a:lnTo>
                    <a:pt x="290200" y="280318"/>
                  </a:lnTo>
                  <a:lnTo>
                    <a:pt x="293730" y="276355"/>
                  </a:lnTo>
                  <a:lnTo>
                    <a:pt x="297132" y="27228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380988"/>
              <a:ext cx="129984" cy="105114"/>
            </a:xfrm>
            <a:custGeom>
              <a:avLst/>
              <a:pathLst>
                <a:path w="129984" h="105114">
                  <a:moveTo>
                    <a:pt x="129984" y="1051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333545"/>
              <a:ext cx="167154" cy="152558"/>
            </a:xfrm>
            <a:custGeom>
              <a:avLst/>
              <a:pathLst>
                <a:path w="167154" h="152558">
                  <a:moveTo>
                    <a:pt x="129984" y="152558"/>
                  </a:moveTo>
                  <a:lnTo>
                    <a:pt x="133418" y="148162"/>
                  </a:lnTo>
                  <a:lnTo>
                    <a:pt x="136705" y="143655"/>
                  </a:lnTo>
                  <a:lnTo>
                    <a:pt x="139839" y="139040"/>
                  </a:lnTo>
                  <a:lnTo>
                    <a:pt x="142817" y="134323"/>
                  </a:lnTo>
                  <a:lnTo>
                    <a:pt x="145636" y="129510"/>
                  </a:lnTo>
                  <a:lnTo>
                    <a:pt x="148293" y="124605"/>
                  </a:lnTo>
                  <a:lnTo>
                    <a:pt x="150785" y="119614"/>
                  </a:lnTo>
                  <a:lnTo>
                    <a:pt x="153109" y="114543"/>
                  </a:lnTo>
                  <a:lnTo>
                    <a:pt x="155263" y="109397"/>
                  </a:lnTo>
                  <a:lnTo>
                    <a:pt x="157244" y="104182"/>
                  </a:lnTo>
                  <a:lnTo>
                    <a:pt x="159049" y="98904"/>
                  </a:lnTo>
                  <a:lnTo>
                    <a:pt x="160677" y="93569"/>
                  </a:lnTo>
                  <a:lnTo>
                    <a:pt x="162127" y="88182"/>
                  </a:lnTo>
                  <a:lnTo>
                    <a:pt x="163396" y="82750"/>
                  </a:lnTo>
                  <a:lnTo>
                    <a:pt x="164483" y="77278"/>
                  </a:lnTo>
                  <a:lnTo>
                    <a:pt x="165387" y="71774"/>
                  </a:lnTo>
                  <a:lnTo>
                    <a:pt x="166107" y="66242"/>
                  </a:lnTo>
                  <a:lnTo>
                    <a:pt x="166641" y="60689"/>
                  </a:lnTo>
                  <a:lnTo>
                    <a:pt x="166991" y="55122"/>
                  </a:lnTo>
                  <a:lnTo>
                    <a:pt x="167154" y="49546"/>
                  </a:lnTo>
                  <a:lnTo>
                    <a:pt x="167131" y="43968"/>
                  </a:lnTo>
                  <a:lnTo>
                    <a:pt x="166922" y="38393"/>
                  </a:lnTo>
                  <a:lnTo>
                    <a:pt x="166527" y="32829"/>
                  </a:lnTo>
                  <a:lnTo>
                    <a:pt x="165947" y="27281"/>
                  </a:lnTo>
                  <a:lnTo>
                    <a:pt x="165181" y="21755"/>
                  </a:lnTo>
                  <a:lnTo>
                    <a:pt x="164232" y="16258"/>
                  </a:lnTo>
                  <a:lnTo>
                    <a:pt x="163100" y="10796"/>
                  </a:lnTo>
                  <a:lnTo>
                    <a:pt x="161787" y="5374"/>
                  </a:lnTo>
                  <a:lnTo>
                    <a:pt x="160293" y="0"/>
                  </a:lnTo>
                  <a:lnTo>
                    <a:pt x="0" y="474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160293" cy="167167"/>
            </a:xfrm>
            <a:custGeom>
              <a:avLst/>
              <a:pathLst>
                <a:path w="160293" h="167167">
                  <a:moveTo>
                    <a:pt x="160293" y="119723"/>
                  </a:moveTo>
                  <a:lnTo>
                    <a:pt x="158646" y="114476"/>
                  </a:lnTo>
                  <a:lnTo>
                    <a:pt x="156827" y="109287"/>
                  </a:lnTo>
                  <a:lnTo>
                    <a:pt x="154838" y="104160"/>
                  </a:lnTo>
                  <a:lnTo>
                    <a:pt x="152682" y="99101"/>
                  </a:lnTo>
                  <a:lnTo>
                    <a:pt x="150360" y="94115"/>
                  </a:lnTo>
                  <a:lnTo>
                    <a:pt x="147876" y="89209"/>
                  </a:lnTo>
                  <a:lnTo>
                    <a:pt x="145232" y="84387"/>
                  </a:lnTo>
                  <a:lnTo>
                    <a:pt x="142431" y="79655"/>
                  </a:lnTo>
                  <a:lnTo>
                    <a:pt x="139475" y="75018"/>
                  </a:lnTo>
                  <a:lnTo>
                    <a:pt x="136369" y="70480"/>
                  </a:lnTo>
                  <a:lnTo>
                    <a:pt x="133115" y="66047"/>
                  </a:lnTo>
                  <a:lnTo>
                    <a:pt x="129716" y="61723"/>
                  </a:lnTo>
                  <a:lnTo>
                    <a:pt x="126178" y="57513"/>
                  </a:lnTo>
                  <a:lnTo>
                    <a:pt x="122503" y="53422"/>
                  </a:lnTo>
                  <a:lnTo>
                    <a:pt x="118695" y="49454"/>
                  </a:lnTo>
                  <a:lnTo>
                    <a:pt x="114759" y="45614"/>
                  </a:lnTo>
                  <a:lnTo>
                    <a:pt x="110699" y="41905"/>
                  </a:lnTo>
                  <a:lnTo>
                    <a:pt x="106519" y="38332"/>
                  </a:lnTo>
                  <a:lnTo>
                    <a:pt x="102224" y="34898"/>
                  </a:lnTo>
                  <a:lnTo>
                    <a:pt x="97818" y="31607"/>
                  </a:lnTo>
                  <a:lnTo>
                    <a:pt x="93306" y="28463"/>
                  </a:lnTo>
                  <a:lnTo>
                    <a:pt x="88693" y="25469"/>
                  </a:lnTo>
                  <a:lnTo>
                    <a:pt x="83984" y="22628"/>
                  </a:lnTo>
                  <a:lnTo>
                    <a:pt x="79185" y="19944"/>
                  </a:lnTo>
                  <a:lnTo>
                    <a:pt x="74299" y="17419"/>
                  </a:lnTo>
                  <a:lnTo>
                    <a:pt x="69334" y="15056"/>
                  </a:lnTo>
                  <a:lnTo>
                    <a:pt x="64293" y="12858"/>
                  </a:lnTo>
                  <a:lnTo>
                    <a:pt x="59182" y="10826"/>
                  </a:lnTo>
                  <a:lnTo>
                    <a:pt x="54008" y="8964"/>
                  </a:lnTo>
                  <a:lnTo>
                    <a:pt x="48775" y="7274"/>
                  </a:lnTo>
                  <a:lnTo>
                    <a:pt x="43489" y="5756"/>
                  </a:lnTo>
                  <a:lnTo>
                    <a:pt x="38157" y="4413"/>
                  </a:lnTo>
                  <a:lnTo>
                    <a:pt x="32783" y="3246"/>
                  </a:lnTo>
                  <a:lnTo>
                    <a:pt x="27373" y="2256"/>
                  </a:lnTo>
                  <a:lnTo>
                    <a:pt x="21934" y="1445"/>
                  </a:lnTo>
                  <a:lnTo>
                    <a:pt x="16471" y="813"/>
                  </a:lnTo>
                  <a:lnTo>
                    <a:pt x="10991" y="361"/>
                  </a:lnTo>
                  <a:lnTo>
                    <a:pt x="549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751863" y="3707720"/>
              <a:ext cx="248689" cy="334334"/>
            </a:xfrm>
            <a:custGeom>
              <a:avLst/>
              <a:pathLst>
                <a:path w="24868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2" y="18601"/>
                  </a:lnTo>
                  <a:lnTo>
                    <a:pt x="85835" y="21108"/>
                  </a:lnTo>
                  <a:lnTo>
                    <a:pt x="81239" y="23763"/>
                  </a:lnTo>
                  <a:lnTo>
                    <a:pt x="76730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8" y="35799"/>
                  </a:lnTo>
                  <a:lnTo>
                    <a:pt x="59650" y="39147"/>
                  </a:lnTo>
                  <a:lnTo>
                    <a:pt x="55641" y="42623"/>
                  </a:lnTo>
                  <a:lnTo>
                    <a:pt x="51743" y="46226"/>
                  </a:lnTo>
                  <a:lnTo>
                    <a:pt x="47962" y="49950"/>
                  </a:lnTo>
                  <a:lnTo>
                    <a:pt x="44302" y="53793"/>
                  </a:lnTo>
                  <a:lnTo>
                    <a:pt x="40765" y="57749"/>
                  </a:lnTo>
                  <a:lnTo>
                    <a:pt x="37355" y="61816"/>
                  </a:lnTo>
                  <a:lnTo>
                    <a:pt x="34076" y="65990"/>
                  </a:lnTo>
                  <a:lnTo>
                    <a:pt x="30931" y="70265"/>
                  </a:lnTo>
                  <a:lnTo>
                    <a:pt x="27924" y="74638"/>
                  </a:lnTo>
                  <a:lnTo>
                    <a:pt x="25057" y="79104"/>
                  </a:lnTo>
                  <a:lnTo>
                    <a:pt x="22333" y="83659"/>
                  </a:lnTo>
                  <a:lnTo>
                    <a:pt x="19755" y="88298"/>
                  </a:lnTo>
                  <a:lnTo>
                    <a:pt x="17326" y="93016"/>
                  </a:lnTo>
                  <a:lnTo>
                    <a:pt x="15048" y="97809"/>
                  </a:lnTo>
                  <a:lnTo>
                    <a:pt x="12923" y="102673"/>
                  </a:lnTo>
                  <a:lnTo>
                    <a:pt x="10953" y="107601"/>
                  </a:lnTo>
                  <a:lnTo>
                    <a:pt x="9141" y="112589"/>
                  </a:lnTo>
                  <a:lnTo>
                    <a:pt x="7488" y="117632"/>
                  </a:lnTo>
                  <a:lnTo>
                    <a:pt x="5996" y="122725"/>
                  </a:lnTo>
                  <a:lnTo>
                    <a:pt x="4667" y="127863"/>
                  </a:lnTo>
                  <a:lnTo>
                    <a:pt x="3501" y="133041"/>
                  </a:lnTo>
                  <a:lnTo>
                    <a:pt x="2500" y="138253"/>
                  </a:lnTo>
                  <a:lnTo>
                    <a:pt x="1665" y="143494"/>
                  </a:lnTo>
                  <a:lnTo>
                    <a:pt x="997" y="148759"/>
                  </a:lnTo>
                  <a:lnTo>
                    <a:pt x="496" y="154043"/>
                  </a:lnTo>
                  <a:lnTo>
                    <a:pt x="164" y="159339"/>
                  </a:lnTo>
                  <a:lnTo>
                    <a:pt x="0" y="164644"/>
                  </a:lnTo>
                  <a:lnTo>
                    <a:pt x="4" y="169951"/>
                  </a:lnTo>
                  <a:lnTo>
                    <a:pt x="176" y="175255"/>
                  </a:lnTo>
                  <a:lnTo>
                    <a:pt x="517" y="180552"/>
                  </a:lnTo>
                  <a:lnTo>
                    <a:pt x="1026" y="185834"/>
                  </a:lnTo>
                  <a:lnTo>
                    <a:pt x="1702" y="191098"/>
                  </a:lnTo>
                  <a:lnTo>
                    <a:pt x="2545" y="196338"/>
                  </a:lnTo>
                  <a:lnTo>
                    <a:pt x="3554" y="201549"/>
                  </a:lnTo>
                  <a:lnTo>
                    <a:pt x="4728" y="206724"/>
                  </a:lnTo>
                  <a:lnTo>
                    <a:pt x="6066" y="211860"/>
                  </a:lnTo>
                  <a:lnTo>
                    <a:pt x="7566" y="216951"/>
                  </a:lnTo>
                  <a:lnTo>
                    <a:pt x="9226" y="221992"/>
                  </a:lnTo>
                  <a:lnTo>
                    <a:pt x="11046" y="226977"/>
                  </a:lnTo>
                  <a:lnTo>
                    <a:pt x="13024" y="231902"/>
                  </a:lnTo>
                  <a:lnTo>
                    <a:pt x="15156" y="236762"/>
                  </a:lnTo>
                  <a:lnTo>
                    <a:pt x="17442" y="241552"/>
                  </a:lnTo>
                  <a:lnTo>
                    <a:pt x="19879" y="246266"/>
                  </a:lnTo>
                  <a:lnTo>
                    <a:pt x="22464" y="250901"/>
                  </a:lnTo>
                  <a:lnTo>
                    <a:pt x="25195" y="255452"/>
                  </a:lnTo>
                  <a:lnTo>
                    <a:pt x="28069" y="259914"/>
                  </a:lnTo>
                  <a:lnTo>
                    <a:pt x="31083" y="264282"/>
                  </a:lnTo>
                  <a:lnTo>
                    <a:pt x="34234" y="268552"/>
                  </a:lnTo>
                  <a:lnTo>
                    <a:pt x="37520" y="272720"/>
                  </a:lnTo>
                  <a:lnTo>
                    <a:pt x="40936" y="276782"/>
                  </a:lnTo>
                  <a:lnTo>
                    <a:pt x="44479" y="280733"/>
                  </a:lnTo>
                  <a:lnTo>
                    <a:pt x="48146" y="284570"/>
                  </a:lnTo>
                  <a:lnTo>
                    <a:pt x="51932" y="288288"/>
                  </a:lnTo>
                  <a:lnTo>
                    <a:pt x="55835" y="291884"/>
                  </a:lnTo>
                  <a:lnTo>
                    <a:pt x="59850" y="295355"/>
                  </a:lnTo>
                  <a:lnTo>
                    <a:pt x="63974" y="298696"/>
                  </a:lnTo>
                  <a:lnTo>
                    <a:pt x="68201" y="301905"/>
                  </a:lnTo>
                  <a:lnTo>
                    <a:pt x="72528" y="304978"/>
                  </a:lnTo>
                  <a:lnTo>
                    <a:pt x="76950" y="307913"/>
                  </a:lnTo>
                  <a:lnTo>
                    <a:pt x="81463" y="310705"/>
                  </a:lnTo>
                  <a:lnTo>
                    <a:pt x="86063" y="313352"/>
                  </a:lnTo>
                  <a:lnTo>
                    <a:pt x="90744" y="315853"/>
                  </a:lnTo>
                  <a:lnTo>
                    <a:pt x="95503" y="318203"/>
                  </a:lnTo>
                  <a:lnTo>
                    <a:pt x="100333" y="320401"/>
                  </a:lnTo>
                  <a:lnTo>
                    <a:pt x="105231" y="322445"/>
                  </a:lnTo>
                  <a:lnTo>
                    <a:pt x="110191" y="324332"/>
                  </a:lnTo>
                  <a:lnTo>
                    <a:pt x="115209" y="326061"/>
                  </a:lnTo>
                  <a:lnTo>
                    <a:pt x="120279" y="327630"/>
                  </a:lnTo>
                  <a:lnTo>
                    <a:pt x="125396" y="329037"/>
                  </a:lnTo>
                  <a:lnTo>
                    <a:pt x="130556" y="330280"/>
                  </a:lnTo>
                  <a:lnTo>
                    <a:pt x="135752" y="331360"/>
                  </a:lnTo>
                  <a:lnTo>
                    <a:pt x="140980" y="332274"/>
                  </a:lnTo>
                  <a:lnTo>
                    <a:pt x="146234" y="333021"/>
                  </a:lnTo>
                  <a:lnTo>
                    <a:pt x="151510" y="333601"/>
                  </a:lnTo>
                  <a:lnTo>
                    <a:pt x="156801" y="334014"/>
                  </a:lnTo>
                  <a:lnTo>
                    <a:pt x="162102" y="334258"/>
                  </a:lnTo>
                  <a:lnTo>
                    <a:pt x="167409" y="334334"/>
                  </a:lnTo>
                  <a:lnTo>
                    <a:pt x="172715" y="334242"/>
                  </a:lnTo>
                  <a:lnTo>
                    <a:pt x="178016" y="333981"/>
                  </a:lnTo>
                  <a:lnTo>
                    <a:pt x="183306" y="333552"/>
                  </a:lnTo>
                  <a:lnTo>
                    <a:pt x="188579" y="332955"/>
                  </a:lnTo>
                  <a:lnTo>
                    <a:pt x="193831" y="332191"/>
                  </a:lnTo>
                  <a:lnTo>
                    <a:pt x="199056" y="331261"/>
                  </a:lnTo>
                  <a:lnTo>
                    <a:pt x="204249" y="330165"/>
                  </a:lnTo>
                  <a:lnTo>
                    <a:pt x="209405" y="328905"/>
                  </a:lnTo>
                  <a:lnTo>
                    <a:pt x="214518" y="327482"/>
                  </a:lnTo>
                  <a:lnTo>
                    <a:pt x="219583" y="325898"/>
                  </a:lnTo>
                  <a:lnTo>
                    <a:pt x="224595" y="324153"/>
                  </a:lnTo>
                  <a:lnTo>
                    <a:pt x="229549" y="322251"/>
                  </a:lnTo>
                  <a:lnTo>
                    <a:pt x="234441" y="320192"/>
                  </a:lnTo>
                  <a:lnTo>
                    <a:pt x="239265" y="317979"/>
                  </a:lnTo>
                  <a:lnTo>
                    <a:pt x="244016" y="315613"/>
                  </a:lnTo>
                  <a:lnTo>
                    <a:pt x="248689" y="31309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8479"/>
              <a:ext cx="167167" cy="312340"/>
            </a:xfrm>
            <a:custGeom>
              <a:avLst/>
              <a:pathLst>
                <a:path w="167167" h="312340">
                  <a:moveTo>
                    <a:pt x="81541" y="312340"/>
                  </a:moveTo>
                  <a:lnTo>
                    <a:pt x="86184" y="309647"/>
                  </a:lnTo>
                  <a:lnTo>
                    <a:pt x="90738" y="306806"/>
                  </a:lnTo>
                  <a:lnTo>
                    <a:pt x="95199" y="303820"/>
                  </a:lnTo>
                  <a:lnTo>
                    <a:pt x="99561" y="300693"/>
                  </a:lnTo>
                  <a:lnTo>
                    <a:pt x="103821" y="297427"/>
                  </a:lnTo>
                  <a:lnTo>
                    <a:pt x="107974" y="294027"/>
                  </a:lnTo>
                  <a:lnTo>
                    <a:pt x="112016" y="290494"/>
                  </a:lnTo>
                  <a:lnTo>
                    <a:pt x="115942" y="286834"/>
                  </a:lnTo>
                  <a:lnTo>
                    <a:pt x="119748" y="283050"/>
                  </a:lnTo>
                  <a:lnTo>
                    <a:pt x="123431" y="279145"/>
                  </a:lnTo>
                  <a:lnTo>
                    <a:pt x="126987" y="275124"/>
                  </a:lnTo>
                  <a:lnTo>
                    <a:pt x="130412" y="270991"/>
                  </a:lnTo>
                  <a:lnTo>
                    <a:pt x="133702" y="266750"/>
                  </a:lnTo>
                  <a:lnTo>
                    <a:pt x="136855" y="262406"/>
                  </a:lnTo>
                  <a:lnTo>
                    <a:pt x="139866" y="257963"/>
                  </a:lnTo>
                  <a:lnTo>
                    <a:pt x="142734" y="253425"/>
                  </a:lnTo>
                  <a:lnTo>
                    <a:pt x="145454" y="248798"/>
                  </a:lnTo>
                  <a:lnTo>
                    <a:pt x="148024" y="244086"/>
                  </a:lnTo>
                  <a:lnTo>
                    <a:pt x="150441" y="239293"/>
                  </a:lnTo>
                  <a:lnTo>
                    <a:pt x="152704" y="234426"/>
                  </a:lnTo>
                  <a:lnTo>
                    <a:pt x="154809" y="229488"/>
                  </a:lnTo>
                  <a:lnTo>
                    <a:pt x="156754" y="224485"/>
                  </a:lnTo>
                  <a:lnTo>
                    <a:pt x="158538" y="219423"/>
                  </a:lnTo>
                  <a:lnTo>
                    <a:pt x="160158" y="214306"/>
                  </a:lnTo>
                  <a:lnTo>
                    <a:pt x="161613" y="209139"/>
                  </a:lnTo>
                  <a:lnTo>
                    <a:pt x="162902" y="203928"/>
                  </a:lnTo>
                  <a:lnTo>
                    <a:pt x="164023" y="198679"/>
                  </a:lnTo>
                  <a:lnTo>
                    <a:pt x="164974" y="193396"/>
                  </a:lnTo>
                  <a:lnTo>
                    <a:pt x="165755" y="188086"/>
                  </a:lnTo>
                  <a:lnTo>
                    <a:pt x="166366" y="182753"/>
                  </a:lnTo>
                  <a:lnTo>
                    <a:pt x="166805" y="177404"/>
                  </a:lnTo>
                  <a:lnTo>
                    <a:pt x="167072" y="172043"/>
                  </a:lnTo>
                  <a:lnTo>
                    <a:pt x="167167" y="166676"/>
                  </a:lnTo>
                  <a:lnTo>
                    <a:pt x="167089" y="161309"/>
                  </a:lnTo>
                  <a:lnTo>
                    <a:pt x="166839" y="155947"/>
                  </a:lnTo>
                  <a:lnTo>
                    <a:pt x="166417" y="150596"/>
                  </a:lnTo>
                  <a:lnTo>
                    <a:pt x="165824" y="145261"/>
                  </a:lnTo>
                  <a:lnTo>
                    <a:pt x="165060" y="139948"/>
                  </a:lnTo>
                  <a:lnTo>
                    <a:pt x="164125" y="134663"/>
                  </a:lnTo>
                  <a:lnTo>
                    <a:pt x="163021" y="129410"/>
                  </a:lnTo>
                  <a:lnTo>
                    <a:pt x="161749" y="124195"/>
                  </a:lnTo>
                  <a:lnTo>
                    <a:pt x="160311" y="119024"/>
                  </a:lnTo>
                  <a:lnTo>
                    <a:pt x="158707" y="113902"/>
                  </a:lnTo>
                  <a:lnTo>
                    <a:pt x="156939" y="108833"/>
                  </a:lnTo>
                  <a:lnTo>
                    <a:pt x="155010" y="103824"/>
                  </a:lnTo>
                  <a:lnTo>
                    <a:pt x="152921" y="98880"/>
                  </a:lnTo>
                  <a:lnTo>
                    <a:pt x="150674" y="94005"/>
                  </a:lnTo>
                  <a:lnTo>
                    <a:pt x="148272" y="89205"/>
                  </a:lnTo>
                  <a:lnTo>
                    <a:pt x="145717" y="84485"/>
                  </a:lnTo>
                  <a:lnTo>
                    <a:pt x="143011" y="79849"/>
                  </a:lnTo>
                  <a:lnTo>
                    <a:pt x="140159" y="75302"/>
                  </a:lnTo>
                  <a:lnTo>
                    <a:pt x="137161" y="70849"/>
                  </a:lnTo>
                  <a:lnTo>
                    <a:pt x="134023" y="66495"/>
                  </a:lnTo>
                  <a:lnTo>
                    <a:pt x="130746" y="62243"/>
                  </a:lnTo>
                  <a:lnTo>
                    <a:pt x="127334" y="58099"/>
                  </a:lnTo>
                  <a:lnTo>
                    <a:pt x="123791" y="54067"/>
                  </a:lnTo>
                  <a:lnTo>
                    <a:pt x="120121" y="50151"/>
                  </a:lnTo>
                  <a:lnTo>
                    <a:pt x="116327" y="46354"/>
                  </a:lnTo>
                  <a:lnTo>
                    <a:pt x="112412" y="42681"/>
                  </a:lnTo>
                  <a:lnTo>
                    <a:pt x="108382" y="39136"/>
                  </a:lnTo>
                  <a:lnTo>
                    <a:pt x="104240" y="35722"/>
                  </a:lnTo>
                  <a:lnTo>
                    <a:pt x="99991" y="32443"/>
                  </a:lnTo>
                  <a:lnTo>
                    <a:pt x="95638" y="29302"/>
                  </a:lnTo>
                  <a:lnTo>
                    <a:pt x="91187" y="26302"/>
                  </a:lnTo>
                  <a:lnTo>
                    <a:pt x="86642" y="23447"/>
                  </a:lnTo>
                  <a:lnTo>
                    <a:pt x="82007" y="20739"/>
                  </a:lnTo>
                  <a:lnTo>
                    <a:pt x="77288" y="18181"/>
                  </a:lnTo>
                  <a:lnTo>
                    <a:pt x="72490" y="15776"/>
                  </a:lnTo>
                  <a:lnTo>
                    <a:pt x="67616" y="13526"/>
                  </a:lnTo>
                  <a:lnTo>
                    <a:pt x="62673" y="11434"/>
                  </a:lnTo>
                  <a:lnTo>
                    <a:pt x="57665" y="9502"/>
                  </a:lnTo>
                  <a:lnTo>
                    <a:pt x="52598" y="7731"/>
                  </a:lnTo>
                  <a:lnTo>
                    <a:pt x="47477" y="6125"/>
                  </a:lnTo>
                  <a:lnTo>
                    <a:pt x="42306" y="4683"/>
                  </a:lnTo>
                  <a:lnTo>
                    <a:pt x="37092" y="3408"/>
                  </a:lnTo>
                  <a:lnTo>
                    <a:pt x="31840" y="2301"/>
                  </a:lnTo>
                  <a:lnTo>
                    <a:pt x="26555" y="1364"/>
                  </a:lnTo>
                  <a:lnTo>
                    <a:pt x="21243" y="596"/>
                  </a:lnTo>
                  <a:lnTo>
                    <a:pt x="15908" y="0"/>
                  </a:lnTo>
                  <a:lnTo>
                    <a:pt x="0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15908" cy="167167"/>
            </a:xfrm>
            <a:custGeom>
              <a:avLst/>
              <a:pathLst>
                <a:path w="15908" h="167167">
                  <a:moveTo>
                    <a:pt x="15908" y="758"/>
                  </a:moveTo>
                  <a:lnTo>
                    <a:pt x="7963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tx80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2025-06-05T22:54:44Z</dcterms:modified>
  <cp:category/>
</cp:coreProperties>
</file>