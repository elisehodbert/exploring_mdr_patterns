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082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312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52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52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42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73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308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29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42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08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383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846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89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1834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082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676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082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846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429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1834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3351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42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12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29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73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12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38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188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89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1895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12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89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78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63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08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12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52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189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78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13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52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08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13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52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22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08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121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522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52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22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79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252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42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73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564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46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13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08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12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2522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08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12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29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522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42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273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80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082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12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522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676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690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082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12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522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14869" y="3170392"/>
              <a:ext cx="68909" cy="167167"/>
            </a:xfrm>
            <a:custGeom>
              <a:avLst/>
              <a:pathLst>
                <a:path w="68909" h="167167">
                  <a:moveTo>
                    <a:pt x="68909" y="0"/>
                  </a:moveTo>
                  <a:lnTo>
                    <a:pt x="62991" y="104"/>
                  </a:lnTo>
                  <a:lnTo>
                    <a:pt x="57081" y="418"/>
                  </a:lnTo>
                  <a:lnTo>
                    <a:pt x="51186" y="942"/>
                  </a:lnTo>
                  <a:lnTo>
                    <a:pt x="45312" y="1673"/>
                  </a:lnTo>
                  <a:lnTo>
                    <a:pt x="39469" y="2612"/>
                  </a:lnTo>
                  <a:lnTo>
                    <a:pt x="33662" y="3758"/>
                  </a:lnTo>
                  <a:lnTo>
                    <a:pt x="27899" y="5108"/>
                  </a:lnTo>
                  <a:lnTo>
                    <a:pt x="22188" y="6661"/>
                  </a:lnTo>
                  <a:lnTo>
                    <a:pt x="16535" y="8416"/>
                  </a:lnTo>
                  <a:lnTo>
                    <a:pt x="10949" y="10369"/>
                  </a:lnTo>
                  <a:lnTo>
                    <a:pt x="5434" y="12519"/>
                  </a:lnTo>
                  <a:lnTo>
                    <a:pt x="0" y="14863"/>
                  </a:lnTo>
                  <a:lnTo>
                    <a:pt x="6890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14869" y="318525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816612" y="3170417"/>
              <a:ext cx="334333" cy="334295"/>
            </a:xfrm>
            <a:custGeom>
              <a:avLst/>
              <a:pathLst>
                <a:path w="334333" h="334295">
                  <a:moveTo>
                    <a:pt x="98257" y="14839"/>
                  </a:moveTo>
                  <a:lnTo>
                    <a:pt x="93457" y="17102"/>
                  </a:lnTo>
                  <a:lnTo>
                    <a:pt x="88732" y="19518"/>
                  </a:lnTo>
                  <a:lnTo>
                    <a:pt x="84086" y="22081"/>
                  </a:lnTo>
                  <a:lnTo>
                    <a:pt x="79524" y="24791"/>
                  </a:lnTo>
                  <a:lnTo>
                    <a:pt x="75050" y="27645"/>
                  </a:lnTo>
                  <a:lnTo>
                    <a:pt x="70668" y="30639"/>
                  </a:lnTo>
                  <a:lnTo>
                    <a:pt x="66384" y="33771"/>
                  </a:lnTo>
                  <a:lnTo>
                    <a:pt x="62202" y="37037"/>
                  </a:lnTo>
                  <a:lnTo>
                    <a:pt x="58125" y="40434"/>
                  </a:lnTo>
                  <a:lnTo>
                    <a:pt x="54159" y="43959"/>
                  </a:lnTo>
                  <a:lnTo>
                    <a:pt x="50306" y="47607"/>
                  </a:lnTo>
                  <a:lnTo>
                    <a:pt x="46571" y="51377"/>
                  </a:lnTo>
                  <a:lnTo>
                    <a:pt x="42957" y="55263"/>
                  </a:lnTo>
                  <a:lnTo>
                    <a:pt x="39468" y="59262"/>
                  </a:lnTo>
                  <a:lnTo>
                    <a:pt x="36109" y="63369"/>
                  </a:lnTo>
                  <a:lnTo>
                    <a:pt x="32881" y="67581"/>
                  </a:lnTo>
                  <a:lnTo>
                    <a:pt x="29788" y="71894"/>
                  </a:lnTo>
                  <a:lnTo>
                    <a:pt x="26835" y="76302"/>
                  </a:lnTo>
                  <a:lnTo>
                    <a:pt x="24022" y="80802"/>
                  </a:lnTo>
                  <a:lnTo>
                    <a:pt x="21354" y="85389"/>
                  </a:lnTo>
                  <a:lnTo>
                    <a:pt x="18832" y="90058"/>
                  </a:lnTo>
                  <a:lnTo>
                    <a:pt x="16460" y="94805"/>
                  </a:lnTo>
                  <a:lnTo>
                    <a:pt x="14240" y="99625"/>
                  </a:lnTo>
                  <a:lnTo>
                    <a:pt x="12174" y="104513"/>
                  </a:lnTo>
                  <a:lnTo>
                    <a:pt x="10265" y="109464"/>
                  </a:lnTo>
                  <a:lnTo>
                    <a:pt x="8513" y="114473"/>
                  </a:lnTo>
                  <a:lnTo>
                    <a:pt x="6921" y="119535"/>
                  </a:lnTo>
                  <a:lnTo>
                    <a:pt x="5491" y="124645"/>
                  </a:lnTo>
                  <a:lnTo>
                    <a:pt x="4223" y="129798"/>
                  </a:lnTo>
                  <a:lnTo>
                    <a:pt x="3120" y="134989"/>
                  </a:lnTo>
                  <a:lnTo>
                    <a:pt x="2182" y="140212"/>
                  </a:lnTo>
                  <a:lnTo>
                    <a:pt x="1411" y="145462"/>
                  </a:lnTo>
                  <a:lnTo>
                    <a:pt x="806" y="150734"/>
                  </a:lnTo>
                  <a:lnTo>
                    <a:pt x="369" y="156022"/>
                  </a:lnTo>
                  <a:lnTo>
                    <a:pt x="100" y="161322"/>
                  </a:lnTo>
                  <a:lnTo>
                    <a:pt x="0" y="166628"/>
                  </a:lnTo>
                  <a:lnTo>
                    <a:pt x="67" y="171934"/>
                  </a:lnTo>
                  <a:lnTo>
                    <a:pt x="304" y="177235"/>
                  </a:lnTo>
                  <a:lnTo>
                    <a:pt x="708" y="182526"/>
                  </a:lnTo>
                  <a:lnTo>
                    <a:pt x="1280" y="187802"/>
                  </a:lnTo>
                  <a:lnTo>
                    <a:pt x="2020" y="193057"/>
                  </a:lnTo>
                  <a:lnTo>
                    <a:pt x="2925" y="198285"/>
                  </a:lnTo>
                  <a:lnTo>
                    <a:pt x="3996" y="203483"/>
                  </a:lnTo>
                  <a:lnTo>
                    <a:pt x="5232" y="208643"/>
                  </a:lnTo>
                  <a:lnTo>
                    <a:pt x="6631" y="213762"/>
                  </a:lnTo>
                  <a:lnTo>
                    <a:pt x="8192" y="218834"/>
                  </a:lnTo>
                  <a:lnTo>
                    <a:pt x="9912" y="223854"/>
                  </a:lnTo>
                  <a:lnTo>
                    <a:pt x="11792" y="228816"/>
                  </a:lnTo>
                  <a:lnTo>
                    <a:pt x="13827" y="233717"/>
                  </a:lnTo>
                  <a:lnTo>
                    <a:pt x="16018" y="238550"/>
                  </a:lnTo>
                  <a:lnTo>
                    <a:pt x="18360" y="243312"/>
                  </a:lnTo>
                  <a:lnTo>
                    <a:pt x="20853" y="247997"/>
                  </a:lnTo>
                  <a:lnTo>
                    <a:pt x="23493" y="252600"/>
                  </a:lnTo>
                  <a:lnTo>
                    <a:pt x="26278" y="257117"/>
                  </a:lnTo>
                  <a:lnTo>
                    <a:pt x="29205" y="261543"/>
                  </a:lnTo>
                  <a:lnTo>
                    <a:pt x="32270" y="265875"/>
                  </a:lnTo>
                  <a:lnTo>
                    <a:pt x="35472" y="270107"/>
                  </a:lnTo>
                  <a:lnTo>
                    <a:pt x="38807" y="274235"/>
                  </a:lnTo>
                  <a:lnTo>
                    <a:pt x="42270" y="278255"/>
                  </a:lnTo>
                  <a:lnTo>
                    <a:pt x="45860" y="282163"/>
                  </a:lnTo>
                  <a:lnTo>
                    <a:pt x="49572" y="285955"/>
                  </a:lnTo>
                  <a:lnTo>
                    <a:pt x="53402" y="289628"/>
                  </a:lnTo>
                  <a:lnTo>
                    <a:pt x="57347" y="293177"/>
                  </a:lnTo>
                  <a:lnTo>
                    <a:pt x="61403" y="296599"/>
                  </a:lnTo>
                  <a:lnTo>
                    <a:pt x="65565" y="299891"/>
                  </a:lnTo>
                  <a:lnTo>
                    <a:pt x="69830" y="303049"/>
                  </a:lnTo>
                  <a:lnTo>
                    <a:pt x="74192" y="306070"/>
                  </a:lnTo>
                  <a:lnTo>
                    <a:pt x="78649" y="308951"/>
                  </a:lnTo>
                  <a:lnTo>
                    <a:pt x="83194" y="311689"/>
                  </a:lnTo>
                  <a:lnTo>
                    <a:pt x="87825" y="314281"/>
                  </a:lnTo>
                  <a:lnTo>
                    <a:pt x="92535" y="316725"/>
                  </a:lnTo>
                  <a:lnTo>
                    <a:pt x="97320" y="319019"/>
                  </a:lnTo>
                  <a:lnTo>
                    <a:pt x="102176" y="321159"/>
                  </a:lnTo>
                  <a:lnTo>
                    <a:pt x="107097" y="323144"/>
                  </a:lnTo>
                  <a:lnTo>
                    <a:pt x="112079" y="324972"/>
                  </a:lnTo>
                  <a:lnTo>
                    <a:pt x="117116" y="326641"/>
                  </a:lnTo>
                  <a:lnTo>
                    <a:pt x="122204" y="328150"/>
                  </a:lnTo>
                  <a:lnTo>
                    <a:pt x="127337" y="329496"/>
                  </a:lnTo>
                  <a:lnTo>
                    <a:pt x="132510" y="330678"/>
                  </a:lnTo>
                  <a:lnTo>
                    <a:pt x="137718" y="331696"/>
                  </a:lnTo>
                  <a:lnTo>
                    <a:pt x="142956" y="332547"/>
                  </a:lnTo>
                  <a:lnTo>
                    <a:pt x="148218" y="333232"/>
                  </a:lnTo>
                  <a:lnTo>
                    <a:pt x="153499" y="333750"/>
                  </a:lnTo>
                  <a:lnTo>
                    <a:pt x="158794" y="334100"/>
                  </a:lnTo>
                  <a:lnTo>
                    <a:pt x="164098" y="334282"/>
                  </a:lnTo>
                  <a:lnTo>
                    <a:pt x="169404" y="334295"/>
                  </a:lnTo>
                  <a:lnTo>
                    <a:pt x="174708" y="334140"/>
                  </a:lnTo>
                  <a:lnTo>
                    <a:pt x="180005" y="333816"/>
                  </a:lnTo>
                  <a:lnTo>
                    <a:pt x="185289" y="333324"/>
                  </a:lnTo>
                  <a:lnTo>
                    <a:pt x="190554" y="332666"/>
                  </a:lnTo>
                  <a:lnTo>
                    <a:pt x="195796" y="331840"/>
                  </a:lnTo>
                  <a:lnTo>
                    <a:pt x="201009" y="330848"/>
                  </a:lnTo>
                  <a:lnTo>
                    <a:pt x="206188" y="329691"/>
                  </a:lnTo>
                  <a:lnTo>
                    <a:pt x="211328" y="328371"/>
                  </a:lnTo>
                  <a:lnTo>
                    <a:pt x="216423" y="326888"/>
                  </a:lnTo>
                  <a:lnTo>
                    <a:pt x="221469" y="325244"/>
                  </a:lnTo>
                  <a:lnTo>
                    <a:pt x="226459" y="323441"/>
                  </a:lnTo>
                  <a:lnTo>
                    <a:pt x="231390" y="321480"/>
                  </a:lnTo>
                  <a:lnTo>
                    <a:pt x="236257" y="319364"/>
                  </a:lnTo>
                  <a:lnTo>
                    <a:pt x="241053" y="317094"/>
                  </a:lnTo>
                  <a:lnTo>
                    <a:pt x="245776" y="314674"/>
                  </a:lnTo>
                  <a:lnTo>
                    <a:pt x="250419" y="312104"/>
                  </a:lnTo>
                  <a:lnTo>
                    <a:pt x="254978" y="309389"/>
                  </a:lnTo>
                  <a:lnTo>
                    <a:pt x="259449" y="306530"/>
                  </a:lnTo>
                  <a:lnTo>
                    <a:pt x="263826" y="303531"/>
                  </a:lnTo>
                  <a:lnTo>
                    <a:pt x="268106" y="300394"/>
                  </a:lnTo>
                  <a:lnTo>
                    <a:pt x="272285" y="297123"/>
                  </a:lnTo>
                  <a:lnTo>
                    <a:pt x="276358" y="293721"/>
                  </a:lnTo>
                  <a:lnTo>
                    <a:pt x="280320" y="290192"/>
                  </a:lnTo>
                  <a:lnTo>
                    <a:pt x="284169" y="286538"/>
                  </a:lnTo>
                  <a:lnTo>
                    <a:pt x="287899" y="282764"/>
                  </a:lnTo>
                  <a:lnTo>
                    <a:pt x="291508" y="278874"/>
                  </a:lnTo>
                  <a:lnTo>
                    <a:pt x="294992" y="274871"/>
                  </a:lnTo>
                  <a:lnTo>
                    <a:pt x="298347" y="270760"/>
                  </a:lnTo>
                  <a:lnTo>
                    <a:pt x="301570" y="266544"/>
                  </a:lnTo>
                  <a:lnTo>
                    <a:pt x="304657" y="262228"/>
                  </a:lnTo>
                  <a:lnTo>
                    <a:pt x="307606" y="257816"/>
                  </a:lnTo>
                  <a:lnTo>
                    <a:pt x="310413" y="253313"/>
                  </a:lnTo>
                  <a:lnTo>
                    <a:pt x="313076" y="248722"/>
                  </a:lnTo>
                  <a:lnTo>
                    <a:pt x="315592" y="244050"/>
                  </a:lnTo>
                  <a:lnTo>
                    <a:pt x="317958" y="239300"/>
                  </a:lnTo>
                  <a:lnTo>
                    <a:pt x="320172" y="234478"/>
                  </a:lnTo>
                  <a:lnTo>
                    <a:pt x="322232" y="229588"/>
                  </a:lnTo>
                  <a:lnTo>
                    <a:pt x="324136" y="224634"/>
                  </a:lnTo>
                  <a:lnTo>
                    <a:pt x="325882" y="219623"/>
                  </a:lnTo>
                  <a:lnTo>
                    <a:pt x="327468" y="214559"/>
                  </a:lnTo>
                  <a:lnTo>
                    <a:pt x="328892" y="209447"/>
                  </a:lnTo>
                  <a:lnTo>
                    <a:pt x="330153" y="204293"/>
                  </a:lnTo>
                  <a:lnTo>
                    <a:pt x="331250" y="199101"/>
                  </a:lnTo>
                  <a:lnTo>
                    <a:pt x="332182" y="193877"/>
                  </a:lnTo>
                  <a:lnTo>
                    <a:pt x="332947" y="188626"/>
                  </a:lnTo>
                  <a:lnTo>
                    <a:pt x="333546" y="183353"/>
                  </a:lnTo>
                  <a:lnTo>
                    <a:pt x="333976" y="178064"/>
                  </a:lnTo>
                  <a:lnTo>
                    <a:pt x="334239" y="172764"/>
                  </a:lnTo>
                  <a:lnTo>
                    <a:pt x="334333" y="167458"/>
                  </a:lnTo>
                  <a:lnTo>
                    <a:pt x="334259" y="162152"/>
                  </a:lnTo>
                  <a:lnTo>
                    <a:pt x="334017" y="156851"/>
                  </a:lnTo>
                  <a:lnTo>
                    <a:pt x="333606" y="151560"/>
                  </a:lnTo>
                  <a:lnTo>
                    <a:pt x="333027" y="146286"/>
                  </a:lnTo>
                  <a:lnTo>
                    <a:pt x="332282" y="141032"/>
                  </a:lnTo>
                  <a:lnTo>
                    <a:pt x="331370" y="135804"/>
                  </a:lnTo>
                  <a:lnTo>
                    <a:pt x="330292" y="130608"/>
                  </a:lnTo>
                  <a:lnTo>
                    <a:pt x="329051" y="125449"/>
                  </a:lnTo>
                  <a:lnTo>
                    <a:pt x="327646" y="120332"/>
                  </a:lnTo>
                  <a:lnTo>
                    <a:pt x="326079" y="115262"/>
                  </a:lnTo>
                  <a:lnTo>
                    <a:pt x="324352" y="110244"/>
                  </a:lnTo>
                  <a:lnTo>
                    <a:pt x="322467" y="105283"/>
                  </a:lnTo>
                  <a:lnTo>
                    <a:pt x="320426" y="100385"/>
                  </a:lnTo>
                  <a:lnTo>
                    <a:pt x="318230" y="95554"/>
                  </a:lnTo>
                  <a:lnTo>
                    <a:pt x="315881" y="90796"/>
                  </a:lnTo>
                  <a:lnTo>
                    <a:pt x="313383" y="86114"/>
                  </a:lnTo>
                  <a:lnTo>
                    <a:pt x="310738" y="81514"/>
                  </a:lnTo>
                  <a:lnTo>
                    <a:pt x="307947" y="77000"/>
                  </a:lnTo>
                  <a:lnTo>
                    <a:pt x="305015" y="72577"/>
                  </a:lnTo>
                  <a:lnTo>
                    <a:pt x="301944" y="68250"/>
                  </a:lnTo>
                  <a:lnTo>
                    <a:pt x="298738" y="64021"/>
                  </a:lnTo>
                  <a:lnTo>
                    <a:pt x="295398" y="59897"/>
                  </a:lnTo>
                  <a:lnTo>
                    <a:pt x="291930" y="55881"/>
                  </a:lnTo>
                  <a:lnTo>
                    <a:pt x="288335" y="51977"/>
                  </a:lnTo>
                  <a:lnTo>
                    <a:pt x="284619" y="48190"/>
                  </a:lnTo>
                  <a:lnTo>
                    <a:pt x="280784" y="44522"/>
                  </a:lnTo>
                  <a:lnTo>
                    <a:pt x="276835" y="40977"/>
                  </a:lnTo>
                  <a:lnTo>
                    <a:pt x="272775" y="37560"/>
                  </a:lnTo>
                  <a:lnTo>
                    <a:pt x="268609" y="34273"/>
                  </a:lnTo>
                  <a:lnTo>
                    <a:pt x="264341" y="31120"/>
                  </a:lnTo>
                  <a:lnTo>
                    <a:pt x="259975" y="28104"/>
                  </a:lnTo>
                  <a:lnTo>
                    <a:pt x="255515" y="25229"/>
                  </a:lnTo>
                  <a:lnTo>
                    <a:pt x="250966" y="22496"/>
                  </a:lnTo>
                  <a:lnTo>
                    <a:pt x="246333" y="19909"/>
                  </a:lnTo>
                  <a:lnTo>
                    <a:pt x="241620" y="17471"/>
                  </a:lnTo>
                  <a:lnTo>
                    <a:pt x="236831" y="15183"/>
                  </a:lnTo>
                  <a:lnTo>
                    <a:pt x="231973" y="13048"/>
                  </a:lnTo>
                  <a:lnTo>
                    <a:pt x="227050" y="11069"/>
                  </a:lnTo>
                  <a:lnTo>
                    <a:pt x="222066" y="9247"/>
                  </a:lnTo>
                  <a:lnTo>
                    <a:pt x="217026" y="7584"/>
                  </a:lnTo>
                  <a:lnTo>
                    <a:pt x="211937" y="6082"/>
                  </a:lnTo>
                  <a:lnTo>
                    <a:pt x="206802" y="4742"/>
                  </a:lnTo>
                  <a:lnTo>
                    <a:pt x="201628" y="3566"/>
                  </a:lnTo>
                  <a:lnTo>
                    <a:pt x="196418" y="2554"/>
                  </a:lnTo>
                  <a:lnTo>
                    <a:pt x="191180" y="1709"/>
                  </a:lnTo>
                  <a:lnTo>
                    <a:pt x="185917" y="1030"/>
                  </a:lnTo>
                  <a:lnTo>
                    <a:pt x="180635" y="518"/>
                  </a:lnTo>
                  <a:lnTo>
                    <a:pt x="175339" y="175"/>
                  </a:lnTo>
                  <a:lnTo>
                    <a:pt x="170036" y="0"/>
                  </a:lnTo>
                  <a:lnTo>
                    <a:pt x="167166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83779" y="3170392"/>
              <a:ext cx="2869" cy="167167"/>
            </a:xfrm>
            <a:custGeom>
              <a:avLst/>
              <a:pathLst>
                <a:path w="2869" h="167167">
                  <a:moveTo>
                    <a:pt x="2869" y="2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1845" y="2633064"/>
              <a:ext cx="167165" cy="178637"/>
            </a:xfrm>
            <a:custGeom>
              <a:avLst/>
              <a:pathLst>
                <a:path w="167165" h="178637">
                  <a:moveTo>
                    <a:pt x="167165" y="0"/>
                  </a:moveTo>
                  <a:lnTo>
                    <a:pt x="161792" y="86"/>
                  </a:lnTo>
                  <a:lnTo>
                    <a:pt x="156425" y="345"/>
                  </a:lnTo>
                  <a:lnTo>
                    <a:pt x="151069" y="776"/>
                  </a:lnTo>
                  <a:lnTo>
                    <a:pt x="145729" y="1380"/>
                  </a:lnTo>
                  <a:lnTo>
                    <a:pt x="140412" y="2154"/>
                  </a:lnTo>
                  <a:lnTo>
                    <a:pt x="135122" y="3099"/>
                  </a:lnTo>
                  <a:lnTo>
                    <a:pt x="129865" y="4214"/>
                  </a:lnTo>
                  <a:lnTo>
                    <a:pt x="124647" y="5497"/>
                  </a:lnTo>
                  <a:lnTo>
                    <a:pt x="119473" y="6947"/>
                  </a:lnTo>
                  <a:lnTo>
                    <a:pt x="114348" y="8563"/>
                  </a:lnTo>
                  <a:lnTo>
                    <a:pt x="109277" y="10342"/>
                  </a:lnTo>
                  <a:lnTo>
                    <a:pt x="104267" y="12284"/>
                  </a:lnTo>
                  <a:lnTo>
                    <a:pt x="99321" y="14386"/>
                  </a:lnTo>
                  <a:lnTo>
                    <a:pt x="94446" y="16645"/>
                  </a:lnTo>
                  <a:lnTo>
                    <a:pt x="89646" y="19060"/>
                  </a:lnTo>
                  <a:lnTo>
                    <a:pt x="84925" y="21628"/>
                  </a:lnTo>
                  <a:lnTo>
                    <a:pt x="80290" y="24347"/>
                  </a:lnTo>
                  <a:lnTo>
                    <a:pt x="75745" y="27213"/>
                  </a:lnTo>
                  <a:lnTo>
                    <a:pt x="71294" y="30223"/>
                  </a:lnTo>
                  <a:lnTo>
                    <a:pt x="66942" y="33375"/>
                  </a:lnTo>
                  <a:lnTo>
                    <a:pt x="62693" y="36666"/>
                  </a:lnTo>
                  <a:lnTo>
                    <a:pt x="58553" y="40091"/>
                  </a:lnTo>
                  <a:lnTo>
                    <a:pt x="54525" y="43648"/>
                  </a:lnTo>
                  <a:lnTo>
                    <a:pt x="50613" y="47332"/>
                  </a:lnTo>
                  <a:lnTo>
                    <a:pt x="46821" y="51140"/>
                  </a:lnTo>
                  <a:lnTo>
                    <a:pt x="43154" y="55068"/>
                  </a:lnTo>
                  <a:lnTo>
                    <a:pt x="39615" y="59111"/>
                  </a:lnTo>
                  <a:lnTo>
                    <a:pt x="36208" y="63267"/>
                  </a:lnTo>
                  <a:lnTo>
                    <a:pt x="32937" y="67530"/>
                  </a:lnTo>
                  <a:lnTo>
                    <a:pt x="29804" y="71895"/>
                  </a:lnTo>
                  <a:lnTo>
                    <a:pt x="26812" y="76359"/>
                  </a:lnTo>
                  <a:lnTo>
                    <a:pt x="23966" y="80917"/>
                  </a:lnTo>
                  <a:lnTo>
                    <a:pt x="21268" y="85565"/>
                  </a:lnTo>
                  <a:lnTo>
                    <a:pt x="18721" y="90296"/>
                  </a:lnTo>
                  <a:lnTo>
                    <a:pt x="16327" y="95107"/>
                  </a:lnTo>
                  <a:lnTo>
                    <a:pt x="14089" y="99992"/>
                  </a:lnTo>
                  <a:lnTo>
                    <a:pt x="12009" y="104947"/>
                  </a:lnTo>
                  <a:lnTo>
                    <a:pt x="10089" y="109966"/>
                  </a:lnTo>
                  <a:lnTo>
                    <a:pt x="8332" y="115044"/>
                  </a:lnTo>
                  <a:lnTo>
                    <a:pt x="6738" y="120176"/>
                  </a:lnTo>
                  <a:lnTo>
                    <a:pt x="5311" y="125357"/>
                  </a:lnTo>
                  <a:lnTo>
                    <a:pt x="4051" y="130580"/>
                  </a:lnTo>
                  <a:lnTo>
                    <a:pt x="2959" y="135842"/>
                  </a:lnTo>
                  <a:lnTo>
                    <a:pt x="2037" y="141136"/>
                  </a:lnTo>
                  <a:lnTo>
                    <a:pt x="1286" y="146456"/>
                  </a:lnTo>
                  <a:lnTo>
                    <a:pt x="706" y="151799"/>
                  </a:lnTo>
                  <a:lnTo>
                    <a:pt x="298" y="157157"/>
                  </a:lnTo>
                  <a:lnTo>
                    <a:pt x="62" y="162525"/>
                  </a:lnTo>
                  <a:lnTo>
                    <a:pt x="0" y="167898"/>
                  </a:lnTo>
                  <a:lnTo>
                    <a:pt x="109" y="173271"/>
                  </a:lnTo>
                  <a:lnTo>
                    <a:pt x="392" y="178637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2237" y="2800231"/>
              <a:ext cx="166773" cy="11470"/>
            </a:xfrm>
            <a:custGeom>
              <a:avLst/>
              <a:pathLst>
                <a:path w="166773" h="11470">
                  <a:moveTo>
                    <a:pt x="0" y="11470"/>
                  </a:moveTo>
                  <a:lnTo>
                    <a:pt x="166773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2237" y="2800231"/>
              <a:ext cx="166773" cy="11470"/>
            </a:xfrm>
            <a:custGeom>
              <a:avLst/>
              <a:pathLst>
                <a:path w="166773" h="11470">
                  <a:moveTo>
                    <a:pt x="0" y="11470"/>
                  </a:moveTo>
                  <a:lnTo>
                    <a:pt x="166773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2237" y="2800231"/>
              <a:ext cx="166773" cy="11470"/>
            </a:xfrm>
            <a:custGeom>
              <a:avLst/>
              <a:pathLst>
                <a:path w="166773" h="11470">
                  <a:moveTo>
                    <a:pt x="0" y="11470"/>
                  </a:moveTo>
                  <a:lnTo>
                    <a:pt x="16677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2237" y="2800231"/>
              <a:ext cx="166773" cy="11470"/>
            </a:xfrm>
            <a:custGeom>
              <a:avLst/>
              <a:pathLst>
                <a:path w="166773" h="11470">
                  <a:moveTo>
                    <a:pt x="0" y="11470"/>
                  </a:moveTo>
                  <a:lnTo>
                    <a:pt x="16677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2237" y="2800231"/>
              <a:ext cx="166773" cy="11470"/>
            </a:xfrm>
            <a:custGeom>
              <a:avLst/>
              <a:pathLst>
                <a:path w="166773" h="11470">
                  <a:moveTo>
                    <a:pt x="0" y="11470"/>
                  </a:moveTo>
                  <a:lnTo>
                    <a:pt x="16677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2237" y="2800231"/>
              <a:ext cx="166773" cy="11470"/>
            </a:xfrm>
            <a:custGeom>
              <a:avLst/>
              <a:pathLst>
                <a:path w="166773" h="11470">
                  <a:moveTo>
                    <a:pt x="0" y="11470"/>
                  </a:moveTo>
                  <a:lnTo>
                    <a:pt x="16677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2237" y="2800231"/>
              <a:ext cx="166773" cy="11470"/>
            </a:xfrm>
            <a:custGeom>
              <a:avLst/>
              <a:pathLst>
                <a:path w="166773" h="11470">
                  <a:moveTo>
                    <a:pt x="0" y="11470"/>
                  </a:moveTo>
                  <a:lnTo>
                    <a:pt x="16677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2237" y="2800231"/>
              <a:ext cx="166773" cy="11470"/>
            </a:xfrm>
            <a:custGeom>
              <a:avLst/>
              <a:pathLst>
                <a:path w="166773" h="11470">
                  <a:moveTo>
                    <a:pt x="0" y="11470"/>
                  </a:moveTo>
                  <a:lnTo>
                    <a:pt x="16677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2237" y="2800231"/>
              <a:ext cx="166773" cy="11470"/>
            </a:xfrm>
            <a:custGeom>
              <a:avLst/>
              <a:pathLst>
                <a:path w="166773" h="11470">
                  <a:moveTo>
                    <a:pt x="0" y="11470"/>
                  </a:moveTo>
                  <a:lnTo>
                    <a:pt x="16677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2237" y="2800231"/>
              <a:ext cx="166773" cy="11470"/>
            </a:xfrm>
            <a:custGeom>
              <a:avLst/>
              <a:pathLst>
                <a:path w="166773" h="11470">
                  <a:moveTo>
                    <a:pt x="0" y="11470"/>
                  </a:moveTo>
                  <a:lnTo>
                    <a:pt x="16677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2237" y="2800231"/>
              <a:ext cx="166773" cy="11470"/>
            </a:xfrm>
            <a:custGeom>
              <a:avLst/>
              <a:pathLst>
                <a:path w="166773" h="11470">
                  <a:moveTo>
                    <a:pt x="0" y="11470"/>
                  </a:moveTo>
                  <a:lnTo>
                    <a:pt x="16677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2237" y="2800231"/>
              <a:ext cx="166773" cy="11470"/>
            </a:xfrm>
            <a:custGeom>
              <a:avLst/>
              <a:pathLst>
                <a:path w="166773" h="11470">
                  <a:moveTo>
                    <a:pt x="0" y="11470"/>
                  </a:moveTo>
                  <a:lnTo>
                    <a:pt x="16677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2237" y="2800231"/>
              <a:ext cx="166773" cy="11470"/>
            </a:xfrm>
            <a:custGeom>
              <a:avLst/>
              <a:pathLst>
                <a:path w="166773" h="11470">
                  <a:moveTo>
                    <a:pt x="0" y="11470"/>
                  </a:moveTo>
                  <a:lnTo>
                    <a:pt x="16677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2237" y="2800231"/>
              <a:ext cx="166773" cy="11470"/>
            </a:xfrm>
            <a:custGeom>
              <a:avLst/>
              <a:pathLst>
                <a:path w="166773" h="11470">
                  <a:moveTo>
                    <a:pt x="0" y="11470"/>
                  </a:moveTo>
                  <a:lnTo>
                    <a:pt x="16677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2237" y="2800231"/>
              <a:ext cx="166773" cy="11470"/>
            </a:xfrm>
            <a:custGeom>
              <a:avLst/>
              <a:pathLst>
                <a:path w="166773" h="11470">
                  <a:moveTo>
                    <a:pt x="0" y="11470"/>
                  </a:moveTo>
                  <a:lnTo>
                    <a:pt x="16677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2237" y="2800231"/>
              <a:ext cx="166773" cy="11470"/>
            </a:xfrm>
            <a:custGeom>
              <a:avLst/>
              <a:pathLst>
                <a:path w="166773" h="11470">
                  <a:moveTo>
                    <a:pt x="0" y="11470"/>
                  </a:moveTo>
                  <a:lnTo>
                    <a:pt x="16677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2237" y="2800231"/>
              <a:ext cx="166773" cy="11470"/>
            </a:xfrm>
            <a:custGeom>
              <a:avLst/>
              <a:pathLst>
                <a:path w="166773" h="11470">
                  <a:moveTo>
                    <a:pt x="0" y="11470"/>
                  </a:moveTo>
                  <a:lnTo>
                    <a:pt x="16677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2237" y="2800231"/>
              <a:ext cx="166773" cy="11470"/>
            </a:xfrm>
            <a:custGeom>
              <a:avLst/>
              <a:pathLst>
                <a:path w="166773" h="11470">
                  <a:moveTo>
                    <a:pt x="0" y="11470"/>
                  </a:moveTo>
                  <a:lnTo>
                    <a:pt x="16677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2237" y="2800231"/>
              <a:ext cx="166773" cy="11470"/>
            </a:xfrm>
            <a:custGeom>
              <a:avLst/>
              <a:pathLst>
                <a:path w="166773" h="11470">
                  <a:moveTo>
                    <a:pt x="0" y="11470"/>
                  </a:moveTo>
                  <a:lnTo>
                    <a:pt x="16677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2237" y="2800231"/>
              <a:ext cx="166773" cy="11470"/>
            </a:xfrm>
            <a:custGeom>
              <a:avLst/>
              <a:pathLst>
                <a:path w="166773" h="11470">
                  <a:moveTo>
                    <a:pt x="0" y="11470"/>
                  </a:moveTo>
                  <a:lnTo>
                    <a:pt x="16677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2237" y="2800231"/>
              <a:ext cx="166773" cy="11470"/>
            </a:xfrm>
            <a:custGeom>
              <a:avLst/>
              <a:pathLst>
                <a:path w="166773" h="11470">
                  <a:moveTo>
                    <a:pt x="0" y="11470"/>
                  </a:moveTo>
                  <a:lnTo>
                    <a:pt x="16677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2237" y="2800231"/>
              <a:ext cx="166773" cy="11470"/>
            </a:xfrm>
            <a:custGeom>
              <a:avLst/>
              <a:pathLst>
                <a:path w="166773" h="11470">
                  <a:moveTo>
                    <a:pt x="0" y="11470"/>
                  </a:moveTo>
                  <a:lnTo>
                    <a:pt x="16677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2237" y="2800231"/>
              <a:ext cx="166773" cy="11470"/>
            </a:xfrm>
            <a:custGeom>
              <a:avLst/>
              <a:pathLst>
                <a:path w="166773" h="11470">
                  <a:moveTo>
                    <a:pt x="0" y="11470"/>
                  </a:moveTo>
                  <a:lnTo>
                    <a:pt x="16677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2237" y="2800231"/>
              <a:ext cx="166773" cy="11470"/>
            </a:xfrm>
            <a:custGeom>
              <a:avLst/>
              <a:pathLst>
                <a:path w="166773" h="11470">
                  <a:moveTo>
                    <a:pt x="0" y="11470"/>
                  </a:moveTo>
                  <a:lnTo>
                    <a:pt x="16677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2237" y="2678529"/>
              <a:ext cx="333926" cy="288868"/>
            </a:xfrm>
            <a:custGeom>
              <a:avLst/>
              <a:pathLst>
                <a:path w="333926" h="288868">
                  <a:moveTo>
                    <a:pt x="0" y="133172"/>
                  </a:moveTo>
                  <a:lnTo>
                    <a:pt x="450" y="138481"/>
                  </a:lnTo>
                  <a:lnTo>
                    <a:pt x="1069" y="143772"/>
                  </a:lnTo>
                  <a:lnTo>
                    <a:pt x="1856" y="149042"/>
                  </a:lnTo>
                  <a:lnTo>
                    <a:pt x="2811" y="154283"/>
                  </a:lnTo>
                  <a:lnTo>
                    <a:pt x="3933" y="159491"/>
                  </a:lnTo>
                  <a:lnTo>
                    <a:pt x="5220" y="164661"/>
                  </a:lnTo>
                  <a:lnTo>
                    <a:pt x="6671" y="169788"/>
                  </a:lnTo>
                  <a:lnTo>
                    <a:pt x="8284" y="174865"/>
                  </a:lnTo>
                  <a:lnTo>
                    <a:pt x="10059" y="179889"/>
                  </a:lnTo>
                  <a:lnTo>
                    <a:pt x="11993" y="184853"/>
                  </a:lnTo>
                  <a:lnTo>
                    <a:pt x="14084" y="189753"/>
                  </a:lnTo>
                  <a:lnTo>
                    <a:pt x="16330" y="194584"/>
                  </a:lnTo>
                  <a:lnTo>
                    <a:pt x="18729" y="199341"/>
                  </a:lnTo>
                  <a:lnTo>
                    <a:pt x="21278" y="204020"/>
                  </a:lnTo>
                  <a:lnTo>
                    <a:pt x="23975" y="208614"/>
                  </a:lnTo>
                  <a:lnTo>
                    <a:pt x="26817" y="213120"/>
                  </a:lnTo>
                  <a:lnTo>
                    <a:pt x="29801" y="217534"/>
                  </a:lnTo>
                  <a:lnTo>
                    <a:pt x="32925" y="221850"/>
                  </a:lnTo>
                  <a:lnTo>
                    <a:pt x="36184" y="226064"/>
                  </a:lnTo>
                  <a:lnTo>
                    <a:pt x="39576" y="230173"/>
                  </a:lnTo>
                  <a:lnTo>
                    <a:pt x="43097" y="234171"/>
                  </a:lnTo>
                  <a:lnTo>
                    <a:pt x="46744" y="238055"/>
                  </a:lnTo>
                  <a:lnTo>
                    <a:pt x="50513" y="241821"/>
                  </a:lnTo>
                  <a:lnTo>
                    <a:pt x="54400" y="245465"/>
                  </a:lnTo>
                  <a:lnTo>
                    <a:pt x="58401" y="248983"/>
                  </a:lnTo>
                  <a:lnTo>
                    <a:pt x="62512" y="252372"/>
                  </a:lnTo>
                  <a:lnTo>
                    <a:pt x="66729" y="255628"/>
                  </a:lnTo>
                  <a:lnTo>
                    <a:pt x="71047" y="258748"/>
                  </a:lnTo>
                  <a:lnTo>
                    <a:pt x="75463" y="261729"/>
                  </a:lnTo>
                  <a:lnTo>
                    <a:pt x="79971" y="264567"/>
                  </a:lnTo>
                  <a:lnTo>
                    <a:pt x="84568" y="267261"/>
                  </a:lnTo>
                  <a:lnTo>
                    <a:pt x="89248" y="269806"/>
                  </a:lnTo>
                  <a:lnTo>
                    <a:pt x="94007" y="272202"/>
                  </a:lnTo>
                  <a:lnTo>
                    <a:pt x="98840" y="274444"/>
                  </a:lnTo>
                  <a:lnTo>
                    <a:pt x="103742" y="276531"/>
                  </a:lnTo>
                  <a:lnTo>
                    <a:pt x="108708" y="278461"/>
                  </a:lnTo>
                  <a:lnTo>
                    <a:pt x="113733" y="280232"/>
                  </a:lnTo>
                  <a:lnTo>
                    <a:pt x="118811" y="281841"/>
                  </a:lnTo>
                  <a:lnTo>
                    <a:pt x="123939" y="283288"/>
                  </a:lnTo>
                  <a:lnTo>
                    <a:pt x="129110" y="284571"/>
                  </a:lnTo>
                  <a:lnTo>
                    <a:pt x="134319" y="285689"/>
                  </a:lnTo>
                  <a:lnTo>
                    <a:pt x="139561" y="286640"/>
                  </a:lnTo>
                  <a:lnTo>
                    <a:pt x="144831" y="287423"/>
                  </a:lnTo>
                  <a:lnTo>
                    <a:pt x="150123" y="288038"/>
                  </a:lnTo>
                  <a:lnTo>
                    <a:pt x="155432" y="288484"/>
                  </a:lnTo>
                  <a:lnTo>
                    <a:pt x="160752" y="288761"/>
                  </a:lnTo>
                  <a:lnTo>
                    <a:pt x="166079" y="288868"/>
                  </a:lnTo>
                  <a:lnTo>
                    <a:pt x="171406" y="288805"/>
                  </a:lnTo>
                  <a:lnTo>
                    <a:pt x="176729" y="288573"/>
                  </a:lnTo>
                  <a:lnTo>
                    <a:pt x="182042" y="288171"/>
                  </a:lnTo>
                  <a:lnTo>
                    <a:pt x="187339" y="287600"/>
                  </a:lnTo>
                  <a:lnTo>
                    <a:pt x="192615" y="286860"/>
                  </a:lnTo>
                  <a:lnTo>
                    <a:pt x="197865" y="285953"/>
                  </a:lnTo>
                  <a:lnTo>
                    <a:pt x="203083" y="284878"/>
                  </a:lnTo>
                  <a:lnTo>
                    <a:pt x="208264" y="283639"/>
                  </a:lnTo>
                  <a:lnTo>
                    <a:pt x="213404" y="282234"/>
                  </a:lnTo>
                  <a:lnTo>
                    <a:pt x="218495" y="280667"/>
                  </a:lnTo>
                  <a:lnTo>
                    <a:pt x="223535" y="278938"/>
                  </a:lnTo>
                  <a:lnTo>
                    <a:pt x="228517" y="277049"/>
                  </a:lnTo>
                  <a:lnTo>
                    <a:pt x="233436" y="275003"/>
                  </a:lnTo>
                  <a:lnTo>
                    <a:pt x="238287" y="272800"/>
                  </a:lnTo>
                  <a:lnTo>
                    <a:pt x="243065" y="270445"/>
                  </a:lnTo>
                  <a:lnTo>
                    <a:pt x="247767" y="267938"/>
                  </a:lnTo>
                  <a:lnTo>
                    <a:pt x="252385" y="265283"/>
                  </a:lnTo>
                  <a:lnTo>
                    <a:pt x="256917" y="262482"/>
                  </a:lnTo>
                  <a:lnTo>
                    <a:pt x="261358" y="259538"/>
                  </a:lnTo>
                  <a:lnTo>
                    <a:pt x="265702" y="256454"/>
                  </a:lnTo>
                  <a:lnTo>
                    <a:pt x="269946" y="253233"/>
                  </a:lnTo>
                  <a:lnTo>
                    <a:pt x="274085" y="249878"/>
                  </a:lnTo>
                  <a:lnTo>
                    <a:pt x="278115" y="246393"/>
                  </a:lnTo>
                  <a:lnTo>
                    <a:pt x="282032" y="242782"/>
                  </a:lnTo>
                  <a:lnTo>
                    <a:pt x="285832" y="239048"/>
                  </a:lnTo>
                  <a:lnTo>
                    <a:pt x="289511" y="235194"/>
                  </a:lnTo>
                  <a:lnTo>
                    <a:pt x="293065" y="231225"/>
                  </a:lnTo>
                  <a:lnTo>
                    <a:pt x="296491" y="227145"/>
                  </a:lnTo>
                  <a:lnTo>
                    <a:pt x="299785" y="222958"/>
                  </a:lnTo>
                  <a:lnTo>
                    <a:pt x="302944" y="218668"/>
                  </a:lnTo>
                  <a:lnTo>
                    <a:pt x="305965" y="214279"/>
                  </a:lnTo>
                  <a:lnTo>
                    <a:pt x="308844" y="209797"/>
                  </a:lnTo>
                  <a:lnTo>
                    <a:pt x="311579" y="205225"/>
                  </a:lnTo>
                  <a:lnTo>
                    <a:pt x="314168" y="200568"/>
                  </a:lnTo>
                  <a:lnTo>
                    <a:pt x="316606" y="195831"/>
                  </a:lnTo>
                  <a:lnTo>
                    <a:pt x="318892" y="191018"/>
                  </a:lnTo>
                  <a:lnTo>
                    <a:pt x="321024" y="186136"/>
                  </a:lnTo>
                  <a:lnTo>
                    <a:pt x="322999" y="181188"/>
                  </a:lnTo>
                  <a:lnTo>
                    <a:pt x="324815" y="176179"/>
                  </a:lnTo>
                  <a:lnTo>
                    <a:pt x="326470" y="171115"/>
                  </a:lnTo>
                  <a:lnTo>
                    <a:pt x="327964" y="166001"/>
                  </a:lnTo>
                  <a:lnTo>
                    <a:pt x="329294" y="160842"/>
                  </a:lnTo>
                  <a:lnTo>
                    <a:pt x="330458" y="155643"/>
                  </a:lnTo>
                  <a:lnTo>
                    <a:pt x="331457" y="150410"/>
                  </a:lnTo>
                  <a:lnTo>
                    <a:pt x="332288" y="145147"/>
                  </a:lnTo>
                  <a:lnTo>
                    <a:pt x="332951" y="139861"/>
                  </a:lnTo>
                  <a:lnTo>
                    <a:pt x="333445" y="134556"/>
                  </a:lnTo>
                  <a:lnTo>
                    <a:pt x="333770" y="129239"/>
                  </a:lnTo>
                  <a:lnTo>
                    <a:pt x="333926" y="123913"/>
                  </a:lnTo>
                  <a:lnTo>
                    <a:pt x="333911" y="118585"/>
                  </a:lnTo>
                  <a:lnTo>
                    <a:pt x="333727" y="113261"/>
                  </a:lnTo>
                  <a:lnTo>
                    <a:pt x="333373" y="107945"/>
                  </a:lnTo>
                  <a:lnTo>
                    <a:pt x="332850" y="102643"/>
                  </a:lnTo>
                  <a:lnTo>
                    <a:pt x="332159" y="97360"/>
                  </a:lnTo>
                  <a:lnTo>
                    <a:pt x="331299" y="92102"/>
                  </a:lnTo>
                  <a:lnTo>
                    <a:pt x="330272" y="86875"/>
                  </a:lnTo>
                  <a:lnTo>
                    <a:pt x="329079" y="81682"/>
                  </a:lnTo>
                  <a:lnTo>
                    <a:pt x="327722" y="76530"/>
                  </a:lnTo>
                  <a:lnTo>
                    <a:pt x="326200" y="71424"/>
                  </a:lnTo>
                  <a:lnTo>
                    <a:pt x="324517" y="66370"/>
                  </a:lnTo>
                  <a:lnTo>
                    <a:pt x="322674" y="61371"/>
                  </a:lnTo>
                  <a:lnTo>
                    <a:pt x="320672" y="56434"/>
                  </a:lnTo>
                  <a:lnTo>
                    <a:pt x="318514" y="51563"/>
                  </a:lnTo>
                  <a:lnTo>
                    <a:pt x="316202" y="46763"/>
                  </a:lnTo>
                  <a:lnTo>
                    <a:pt x="313738" y="42039"/>
                  </a:lnTo>
                  <a:lnTo>
                    <a:pt x="311125" y="37396"/>
                  </a:lnTo>
                  <a:lnTo>
                    <a:pt x="308365" y="32839"/>
                  </a:lnTo>
                  <a:lnTo>
                    <a:pt x="305461" y="28372"/>
                  </a:lnTo>
                  <a:lnTo>
                    <a:pt x="302417" y="24000"/>
                  </a:lnTo>
                  <a:lnTo>
                    <a:pt x="299235" y="19727"/>
                  </a:lnTo>
                  <a:lnTo>
                    <a:pt x="295918" y="15558"/>
                  </a:lnTo>
                  <a:lnTo>
                    <a:pt x="292470" y="11496"/>
                  </a:lnTo>
                  <a:lnTo>
                    <a:pt x="288894" y="7547"/>
                  </a:lnTo>
                  <a:lnTo>
                    <a:pt x="285194" y="3713"/>
                  </a:lnTo>
                  <a:lnTo>
                    <a:pt x="281374" y="0"/>
                  </a:lnTo>
                  <a:lnTo>
                    <a:pt x="166773" y="121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919011" y="2633064"/>
              <a:ext cx="114601" cy="167167"/>
            </a:xfrm>
            <a:custGeom>
              <a:avLst/>
              <a:pathLst>
                <a:path w="114601" h="167167">
                  <a:moveTo>
                    <a:pt x="114601" y="45464"/>
                  </a:moveTo>
                  <a:lnTo>
                    <a:pt x="110543" y="41767"/>
                  </a:lnTo>
                  <a:lnTo>
                    <a:pt x="106366" y="38205"/>
                  </a:lnTo>
                  <a:lnTo>
                    <a:pt x="102074" y="34782"/>
                  </a:lnTo>
                  <a:lnTo>
                    <a:pt x="97672" y="31502"/>
                  </a:lnTo>
                  <a:lnTo>
                    <a:pt x="93164" y="28368"/>
                  </a:lnTo>
                  <a:lnTo>
                    <a:pt x="88557" y="25383"/>
                  </a:lnTo>
                  <a:lnTo>
                    <a:pt x="83853" y="22552"/>
                  </a:lnTo>
                  <a:lnTo>
                    <a:pt x="79059" y="19877"/>
                  </a:lnTo>
                  <a:lnTo>
                    <a:pt x="74180" y="17360"/>
                  </a:lnTo>
                  <a:lnTo>
                    <a:pt x="69221" y="15005"/>
                  </a:lnTo>
                  <a:lnTo>
                    <a:pt x="64188" y="12814"/>
                  </a:lnTo>
                  <a:lnTo>
                    <a:pt x="59085" y="10790"/>
                  </a:lnTo>
                  <a:lnTo>
                    <a:pt x="53918" y="8934"/>
                  </a:lnTo>
                  <a:lnTo>
                    <a:pt x="48694" y="7249"/>
                  </a:lnTo>
                  <a:lnTo>
                    <a:pt x="43416" y="5736"/>
                  </a:lnTo>
                  <a:lnTo>
                    <a:pt x="38092" y="4397"/>
                  </a:lnTo>
                  <a:lnTo>
                    <a:pt x="32727" y="3234"/>
                  </a:lnTo>
                  <a:lnTo>
                    <a:pt x="27326" y="2248"/>
                  </a:lnTo>
                  <a:lnTo>
                    <a:pt x="21897" y="1440"/>
                  </a:lnTo>
                  <a:lnTo>
                    <a:pt x="16443" y="810"/>
                  </a:lnTo>
                  <a:lnTo>
                    <a:pt x="10972" y="360"/>
                  </a:lnTo>
                  <a:lnTo>
                    <a:pt x="5489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83130" y="2126963"/>
              <a:ext cx="45341" cy="167167"/>
            </a:xfrm>
            <a:custGeom>
              <a:avLst/>
              <a:pathLst>
                <a:path w="45341" h="167167">
                  <a:moveTo>
                    <a:pt x="45341" y="0"/>
                  </a:moveTo>
                  <a:lnTo>
                    <a:pt x="38783" y="128"/>
                  </a:lnTo>
                  <a:lnTo>
                    <a:pt x="32235" y="514"/>
                  </a:lnTo>
                  <a:lnTo>
                    <a:pt x="25708" y="1156"/>
                  </a:lnTo>
                  <a:lnTo>
                    <a:pt x="19210" y="2054"/>
                  </a:lnTo>
                  <a:lnTo>
                    <a:pt x="12753" y="3207"/>
                  </a:lnTo>
                  <a:lnTo>
                    <a:pt x="6346" y="4611"/>
                  </a:lnTo>
                  <a:lnTo>
                    <a:pt x="0" y="6266"/>
                  </a:lnTo>
                  <a:lnTo>
                    <a:pt x="4534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83130" y="2133230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83130" y="2133230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83130" y="2133230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83130" y="2133230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83130" y="2133230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83130" y="2133230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83130" y="2133230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83130" y="2133230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83130" y="2133230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83130" y="2133230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83130" y="2133230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83130" y="2133230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83130" y="2133230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83130" y="2133230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83130" y="2133230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83130" y="2133230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83130" y="2133230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83130" y="2133230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83130" y="2133230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83130" y="2133230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83130" y="2133230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83130" y="2133230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83130" y="2133230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561314" y="2133230"/>
              <a:ext cx="188622" cy="328068"/>
            </a:xfrm>
            <a:custGeom>
              <a:avLst/>
              <a:pathLst>
                <a:path w="188622" h="328068">
                  <a:moveTo>
                    <a:pt x="121816" y="0"/>
                  </a:moveTo>
                  <a:lnTo>
                    <a:pt x="116712" y="1526"/>
                  </a:lnTo>
                  <a:lnTo>
                    <a:pt x="111660" y="3214"/>
                  </a:lnTo>
                  <a:lnTo>
                    <a:pt x="106664" y="5063"/>
                  </a:lnTo>
                  <a:lnTo>
                    <a:pt x="101729" y="7069"/>
                  </a:lnTo>
                  <a:lnTo>
                    <a:pt x="96860" y="9232"/>
                  </a:lnTo>
                  <a:lnTo>
                    <a:pt x="92063" y="11549"/>
                  </a:lnTo>
                  <a:lnTo>
                    <a:pt x="87343" y="14018"/>
                  </a:lnTo>
                  <a:lnTo>
                    <a:pt x="82703" y="16636"/>
                  </a:lnTo>
                  <a:lnTo>
                    <a:pt x="78149" y="19400"/>
                  </a:lnTo>
                  <a:lnTo>
                    <a:pt x="73686" y="22308"/>
                  </a:lnTo>
                  <a:lnTo>
                    <a:pt x="69317" y="25356"/>
                  </a:lnTo>
                  <a:lnTo>
                    <a:pt x="65048" y="28543"/>
                  </a:lnTo>
                  <a:lnTo>
                    <a:pt x="60882" y="31864"/>
                  </a:lnTo>
                  <a:lnTo>
                    <a:pt x="56825" y="35315"/>
                  </a:lnTo>
                  <a:lnTo>
                    <a:pt x="52879" y="38895"/>
                  </a:lnTo>
                  <a:lnTo>
                    <a:pt x="49050" y="42598"/>
                  </a:lnTo>
                  <a:lnTo>
                    <a:pt x="45340" y="46421"/>
                  </a:lnTo>
                  <a:lnTo>
                    <a:pt x="41754" y="50361"/>
                  </a:lnTo>
                  <a:lnTo>
                    <a:pt x="38296" y="54413"/>
                  </a:lnTo>
                  <a:lnTo>
                    <a:pt x="34968" y="58573"/>
                  </a:lnTo>
                  <a:lnTo>
                    <a:pt x="31775" y="62837"/>
                  </a:lnTo>
                  <a:lnTo>
                    <a:pt x="28719" y="67201"/>
                  </a:lnTo>
                  <a:lnTo>
                    <a:pt x="25804" y="71659"/>
                  </a:lnTo>
                  <a:lnTo>
                    <a:pt x="23032" y="76209"/>
                  </a:lnTo>
                  <a:lnTo>
                    <a:pt x="20406" y="80844"/>
                  </a:lnTo>
                  <a:lnTo>
                    <a:pt x="17930" y="85561"/>
                  </a:lnTo>
                  <a:lnTo>
                    <a:pt x="15605" y="90354"/>
                  </a:lnTo>
                  <a:lnTo>
                    <a:pt x="13434" y="95219"/>
                  </a:lnTo>
                  <a:lnTo>
                    <a:pt x="11420" y="100150"/>
                  </a:lnTo>
                  <a:lnTo>
                    <a:pt x="9563" y="105143"/>
                  </a:lnTo>
                  <a:lnTo>
                    <a:pt x="7866" y="110193"/>
                  </a:lnTo>
                  <a:lnTo>
                    <a:pt x="6332" y="115295"/>
                  </a:lnTo>
                  <a:lnTo>
                    <a:pt x="4960" y="120442"/>
                  </a:lnTo>
                  <a:lnTo>
                    <a:pt x="3753" y="125631"/>
                  </a:lnTo>
                  <a:lnTo>
                    <a:pt x="2712" y="130855"/>
                  </a:lnTo>
                  <a:lnTo>
                    <a:pt x="1839" y="136110"/>
                  </a:lnTo>
                  <a:lnTo>
                    <a:pt x="1133" y="141391"/>
                  </a:lnTo>
                  <a:lnTo>
                    <a:pt x="595" y="146691"/>
                  </a:lnTo>
                  <a:lnTo>
                    <a:pt x="227" y="152005"/>
                  </a:lnTo>
                  <a:lnTo>
                    <a:pt x="28" y="157329"/>
                  </a:lnTo>
                  <a:lnTo>
                    <a:pt x="0" y="162656"/>
                  </a:lnTo>
                  <a:lnTo>
                    <a:pt x="140" y="167981"/>
                  </a:lnTo>
                  <a:lnTo>
                    <a:pt x="451" y="173299"/>
                  </a:lnTo>
                  <a:lnTo>
                    <a:pt x="930" y="178605"/>
                  </a:lnTo>
                  <a:lnTo>
                    <a:pt x="1579" y="183892"/>
                  </a:lnTo>
                  <a:lnTo>
                    <a:pt x="2396" y="189157"/>
                  </a:lnTo>
                  <a:lnTo>
                    <a:pt x="3380" y="194392"/>
                  </a:lnTo>
                  <a:lnTo>
                    <a:pt x="4530" y="199594"/>
                  </a:lnTo>
                  <a:lnTo>
                    <a:pt x="5845" y="204756"/>
                  </a:lnTo>
                  <a:lnTo>
                    <a:pt x="7325" y="209874"/>
                  </a:lnTo>
                  <a:lnTo>
                    <a:pt x="8966" y="214942"/>
                  </a:lnTo>
                  <a:lnTo>
                    <a:pt x="10769" y="219955"/>
                  </a:lnTo>
                  <a:lnTo>
                    <a:pt x="12730" y="224908"/>
                  </a:lnTo>
                  <a:lnTo>
                    <a:pt x="14848" y="229796"/>
                  </a:lnTo>
                  <a:lnTo>
                    <a:pt x="17120" y="234614"/>
                  </a:lnTo>
                  <a:lnTo>
                    <a:pt x="19545" y="239357"/>
                  </a:lnTo>
                  <a:lnTo>
                    <a:pt x="22120" y="244021"/>
                  </a:lnTo>
                  <a:lnTo>
                    <a:pt x="24842" y="248600"/>
                  </a:lnTo>
                  <a:lnTo>
                    <a:pt x="27709" y="253090"/>
                  </a:lnTo>
                  <a:lnTo>
                    <a:pt x="30717" y="257487"/>
                  </a:lnTo>
                  <a:lnTo>
                    <a:pt x="33864" y="261785"/>
                  </a:lnTo>
                  <a:lnTo>
                    <a:pt x="37146" y="265981"/>
                  </a:lnTo>
                  <a:lnTo>
                    <a:pt x="40561" y="270071"/>
                  </a:lnTo>
                  <a:lnTo>
                    <a:pt x="44103" y="274049"/>
                  </a:lnTo>
                  <a:lnTo>
                    <a:pt x="47771" y="277912"/>
                  </a:lnTo>
                  <a:lnTo>
                    <a:pt x="51560" y="281657"/>
                  </a:lnTo>
                  <a:lnTo>
                    <a:pt x="55467" y="285279"/>
                  </a:lnTo>
                  <a:lnTo>
                    <a:pt x="59486" y="288775"/>
                  </a:lnTo>
                  <a:lnTo>
                    <a:pt x="63616" y="292141"/>
                  </a:lnTo>
                  <a:lnTo>
                    <a:pt x="67850" y="295373"/>
                  </a:lnTo>
                  <a:lnTo>
                    <a:pt x="72185" y="298469"/>
                  </a:lnTo>
                  <a:lnTo>
                    <a:pt x="76617" y="301425"/>
                  </a:lnTo>
                  <a:lnTo>
                    <a:pt x="81140" y="304239"/>
                  </a:lnTo>
                  <a:lnTo>
                    <a:pt x="85751" y="306907"/>
                  </a:lnTo>
                  <a:lnTo>
                    <a:pt x="90445" y="309427"/>
                  </a:lnTo>
                  <a:lnTo>
                    <a:pt x="95216" y="311796"/>
                  </a:lnTo>
                  <a:lnTo>
                    <a:pt x="100061" y="314011"/>
                  </a:lnTo>
                  <a:lnTo>
                    <a:pt x="104974" y="316072"/>
                  </a:lnTo>
                  <a:lnTo>
                    <a:pt x="109950" y="317974"/>
                  </a:lnTo>
                  <a:lnTo>
                    <a:pt x="114984" y="319717"/>
                  </a:lnTo>
                  <a:lnTo>
                    <a:pt x="120071" y="321299"/>
                  </a:lnTo>
                  <a:lnTo>
                    <a:pt x="125205" y="322718"/>
                  </a:lnTo>
                  <a:lnTo>
                    <a:pt x="130383" y="323973"/>
                  </a:lnTo>
                  <a:lnTo>
                    <a:pt x="135597" y="325062"/>
                  </a:lnTo>
                  <a:lnTo>
                    <a:pt x="140844" y="325984"/>
                  </a:lnTo>
                  <a:lnTo>
                    <a:pt x="146118" y="326738"/>
                  </a:lnTo>
                  <a:lnTo>
                    <a:pt x="151413" y="327325"/>
                  </a:lnTo>
                  <a:lnTo>
                    <a:pt x="156723" y="327742"/>
                  </a:lnTo>
                  <a:lnTo>
                    <a:pt x="162045" y="327990"/>
                  </a:lnTo>
                  <a:lnTo>
                    <a:pt x="167371" y="328068"/>
                  </a:lnTo>
                  <a:lnTo>
                    <a:pt x="172698" y="327976"/>
                  </a:lnTo>
                  <a:lnTo>
                    <a:pt x="178019" y="327715"/>
                  </a:lnTo>
                  <a:lnTo>
                    <a:pt x="183328" y="327284"/>
                  </a:lnTo>
                  <a:lnTo>
                    <a:pt x="188622" y="326684"/>
                  </a:lnTo>
                  <a:lnTo>
                    <a:pt x="167158" y="1609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728472" y="2126963"/>
              <a:ext cx="167167" cy="332951"/>
            </a:xfrm>
            <a:custGeom>
              <a:avLst/>
              <a:pathLst>
                <a:path w="167167" h="332951">
                  <a:moveTo>
                    <a:pt x="21464" y="332951"/>
                  </a:moveTo>
                  <a:lnTo>
                    <a:pt x="26765" y="332178"/>
                  </a:lnTo>
                  <a:lnTo>
                    <a:pt x="32039" y="331235"/>
                  </a:lnTo>
                  <a:lnTo>
                    <a:pt x="37281" y="330124"/>
                  </a:lnTo>
                  <a:lnTo>
                    <a:pt x="42484" y="328846"/>
                  </a:lnTo>
                  <a:lnTo>
                    <a:pt x="47643" y="327401"/>
                  </a:lnTo>
                  <a:lnTo>
                    <a:pt x="52753" y="325792"/>
                  </a:lnTo>
                  <a:lnTo>
                    <a:pt x="57810" y="324020"/>
                  </a:lnTo>
                  <a:lnTo>
                    <a:pt x="62806" y="322087"/>
                  </a:lnTo>
                  <a:lnTo>
                    <a:pt x="67739" y="319995"/>
                  </a:lnTo>
                  <a:lnTo>
                    <a:pt x="72601" y="317746"/>
                  </a:lnTo>
                  <a:lnTo>
                    <a:pt x="77390" y="315342"/>
                  </a:lnTo>
                  <a:lnTo>
                    <a:pt x="82098" y="312785"/>
                  </a:lnTo>
                  <a:lnTo>
                    <a:pt x="86723" y="310080"/>
                  </a:lnTo>
                  <a:lnTo>
                    <a:pt x="91258" y="307227"/>
                  </a:lnTo>
                  <a:lnTo>
                    <a:pt x="95699" y="304231"/>
                  </a:lnTo>
                  <a:lnTo>
                    <a:pt x="100043" y="301094"/>
                  </a:lnTo>
                  <a:lnTo>
                    <a:pt x="104283" y="297819"/>
                  </a:lnTo>
                  <a:lnTo>
                    <a:pt x="108416" y="294410"/>
                  </a:lnTo>
                  <a:lnTo>
                    <a:pt x="112438" y="290870"/>
                  </a:lnTo>
                  <a:lnTo>
                    <a:pt x="116345" y="287203"/>
                  </a:lnTo>
                  <a:lnTo>
                    <a:pt x="120132" y="283413"/>
                  </a:lnTo>
                  <a:lnTo>
                    <a:pt x="123795" y="279504"/>
                  </a:lnTo>
                  <a:lnTo>
                    <a:pt x="127331" y="275479"/>
                  </a:lnTo>
                  <a:lnTo>
                    <a:pt x="130737" y="271343"/>
                  </a:lnTo>
                  <a:lnTo>
                    <a:pt x="134008" y="267100"/>
                  </a:lnTo>
                  <a:lnTo>
                    <a:pt x="137142" y="262754"/>
                  </a:lnTo>
                  <a:lnTo>
                    <a:pt x="140135" y="258310"/>
                  </a:lnTo>
                  <a:lnTo>
                    <a:pt x="142983" y="253773"/>
                  </a:lnTo>
                  <a:lnTo>
                    <a:pt x="145685" y="249146"/>
                  </a:lnTo>
                  <a:lnTo>
                    <a:pt x="148238" y="244435"/>
                  </a:lnTo>
                  <a:lnTo>
                    <a:pt x="150638" y="239645"/>
                  </a:lnTo>
                  <a:lnTo>
                    <a:pt x="152883" y="234781"/>
                  </a:lnTo>
                  <a:lnTo>
                    <a:pt x="154971" y="229847"/>
                  </a:lnTo>
                  <a:lnTo>
                    <a:pt x="156900" y="224848"/>
                  </a:lnTo>
                  <a:lnTo>
                    <a:pt x="158668" y="219790"/>
                  </a:lnTo>
                  <a:lnTo>
                    <a:pt x="160273" y="214679"/>
                  </a:lnTo>
                  <a:lnTo>
                    <a:pt x="161713" y="209518"/>
                  </a:lnTo>
                  <a:lnTo>
                    <a:pt x="162987" y="204314"/>
                  </a:lnTo>
                  <a:lnTo>
                    <a:pt x="164094" y="199072"/>
                  </a:lnTo>
                  <a:lnTo>
                    <a:pt x="165032" y="193797"/>
                  </a:lnTo>
                  <a:lnTo>
                    <a:pt x="165801" y="188495"/>
                  </a:lnTo>
                  <a:lnTo>
                    <a:pt x="166399" y="183170"/>
                  </a:lnTo>
                  <a:lnTo>
                    <a:pt x="166827" y="177830"/>
                  </a:lnTo>
                  <a:lnTo>
                    <a:pt x="167083" y="172478"/>
                  </a:lnTo>
                  <a:lnTo>
                    <a:pt x="167167" y="167121"/>
                  </a:lnTo>
                  <a:lnTo>
                    <a:pt x="167080" y="161764"/>
                  </a:lnTo>
                  <a:lnTo>
                    <a:pt x="166821" y="156413"/>
                  </a:lnTo>
                  <a:lnTo>
                    <a:pt x="166390" y="151072"/>
                  </a:lnTo>
                  <a:lnTo>
                    <a:pt x="165789" y="145748"/>
                  </a:lnTo>
                  <a:lnTo>
                    <a:pt x="165018" y="140446"/>
                  </a:lnTo>
                  <a:lnTo>
                    <a:pt x="164077" y="135172"/>
                  </a:lnTo>
                  <a:lnTo>
                    <a:pt x="162967" y="129930"/>
                  </a:lnTo>
                  <a:lnTo>
                    <a:pt x="161690" y="124727"/>
                  </a:lnTo>
                  <a:lnTo>
                    <a:pt x="160247" y="119567"/>
                  </a:lnTo>
                  <a:lnTo>
                    <a:pt x="158639" y="114457"/>
                  </a:lnTo>
                  <a:lnTo>
                    <a:pt x="156869" y="109400"/>
                  </a:lnTo>
                  <a:lnTo>
                    <a:pt x="154937" y="104402"/>
                  </a:lnTo>
                  <a:lnTo>
                    <a:pt x="152846" y="99470"/>
                  </a:lnTo>
                  <a:lnTo>
                    <a:pt x="150598" y="94606"/>
                  </a:lnTo>
                  <a:lnTo>
                    <a:pt x="148195" y="89817"/>
                  </a:lnTo>
                  <a:lnTo>
                    <a:pt x="145640" y="85108"/>
                  </a:lnTo>
                  <a:lnTo>
                    <a:pt x="142936" y="80483"/>
                  </a:lnTo>
                  <a:lnTo>
                    <a:pt x="140085" y="75947"/>
                  </a:lnTo>
                  <a:lnTo>
                    <a:pt x="137090" y="71505"/>
                  </a:lnTo>
                  <a:lnTo>
                    <a:pt x="133954" y="67161"/>
                  </a:lnTo>
                  <a:lnTo>
                    <a:pt x="130680" y="62919"/>
                  </a:lnTo>
                  <a:lnTo>
                    <a:pt x="127272" y="58785"/>
                  </a:lnTo>
                  <a:lnTo>
                    <a:pt x="123734" y="54762"/>
                  </a:lnTo>
                  <a:lnTo>
                    <a:pt x="120068" y="50855"/>
                  </a:lnTo>
                  <a:lnTo>
                    <a:pt x="116279" y="47067"/>
                  </a:lnTo>
                  <a:lnTo>
                    <a:pt x="112370" y="43402"/>
                  </a:lnTo>
                  <a:lnTo>
                    <a:pt x="108347" y="39865"/>
                  </a:lnTo>
                  <a:lnTo>
                    <a:pt x="104211" y="36458"/>
                  </a:lnTo>
                  <a:lnTo>
                    <a:pt x="99969" y="33185"/>
                  </a:lnTo>
                  <a:lnTo>
                    <a:pt x="95624" y="30051"/>
                  </a:lnTo>
                  <a:lnTo>
                    <a:pt x="91181" y="27057"/>
                  </a:lnTo>
                  <a:lnTo>
                    <a:pt x="86644" y="24207"/>
                  </a:lnTo>
                  <a:lnTo>
                    <a:pt x="82018" y="21503"/>
                  </a:lnTo>
                  <a:lnTo>
                    <a:pt x="77308" y="18950"/>
                  </a:lnTo>
                  <a:lnTo>
                    <a:pt x="72519" y="16549"/>
                  </a:lnTo>
                  <a:lnTo>
                    <a:pt x="67655" y="14302"/>
                  </a:lnTo>
                  <a:lnTo>
                    <a:pt x="62722" y="12212"/>
                  </a:lnTo>
                  <a:lnTo>
                    <a:pt x="57724" y="10282"/>
                  </a:lnTo>
                  <a:lnTo>
                    <a:pt x="52666" y="8513"/>
                  </a:lnTo>
                  <a:lnTo>
                    <a:pt x="47555" y="6906"/>
                  </a:lnTo>
                  <a:lnTo>
                    <a:pt x="42395" y="5465"/>
                  </a:lnTo>
                  <a:lnTo>
                    <a:pt x="37191" y="4189"/>
                  </a:lnTo>
                  <a:lnTo>
                    <a:pt x="31949" y="3081"/>
                  </a:lnTo>
                  <a:lnTo>
                    <a:pt x="26675" y="2142"/>
                  </a:lnTo>
                  <a:lnTo>
                    <a:pt x="21373" y="1371"/>
                  </a:lnTo>
                  <a:lnTo>
                    <a:pt x="16049" y="772"/>
                  </a:lnTo>
                  <a:lnTo>
                    <a:pt x="10708" y="343"/>
                  </a:lnTo>
                  <a:lnTo>
                    <a:pt x="5357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3443" y="1681503"/>
              <a:ext cx="39791" cy="167167"/>
            </a:xfrm>
            <a:custGeom>
              <a:avLst/>
              <a:pathLst>
                <a:path w="39791" h="167167">
                  <a:moveTo>
                    <a:pt x="39791" y="0"/>
                  </a:moveTo>
                  <a:lnTo>
                    <a:pt x="33097" y="134"/>
                  </a:lnTo>
                  <a:lnTo>
                    <a:pt x="26413" y="536"/>
                  </a:lnTo>
                  <a:lnTo>
                    <a:pt x="19751" y="1205"/>
                  </a:lnTo>
                  <a:lnTo>
                    <a:pt x="13121" y="2141"/>
                  </a:lnTo>
                  <a:lnTo>
                    <a:pt x="6533" y="3341"/>
                  </a:lnTo>
                  <a:lnTo>
                    <a:pt x="0" y="4804"/>
                  </a:lnTo>
                  <a:lnTo>
                    <a:pt x="3979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3443" y="1686308"/>
              <a:ext cx="39791" cy="162362"/>
            </a:xfrm>
            <a:custGeom>
              <a:avLst/>
              <a:pathLst>
                <a:path w="39791" h="162362">
                  <a:moveTo>
                    <a:pt x="0" y="0"/>
                  </a:moveTo>
                  <a:lnTo>
                    <a:pt x="39791" y="1623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3443" y="1686308"/>
              <a:ext cx="39791" cy="162362"/>
            </a:xfrm>
            <a:custGeom>
              <a:avLst/>
              <a:pathLst>
                <a:path w="39791" h="162362">
                  <a:moveTo>
                    <a:pt x="0" y="0"/>
                  </a:moveTo>
                  <a:lnTo>
                    <a:pt x="39791" y="1623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3443" y="1686308"/>
              <a:ext cx="39791" cy="162362"/>
            </a:xfrm>
            <a:custGeom>
              <a:avLst/>
              <a:pathLst>
                <a:path w="39791" h="162362">
                  <a:moveTo>
                    <a:pt x="0" y="0"/>
                  </a:moveTo>
                  <a:lnTo>
                    <a:pt x="39791" y="1623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3443" y="1686308"/>
              <a:ext cx="39791" cy="162362"/>
            </a:xfrm>
            <a:custGeom>
              <a:avLst/>
              <a:pathLst>
                <a:path w="39791" h="162362">
                  <a:moveTo>
                    <a:pt x="0" y="0"/>
                  </a:moveTo>
                  <a:lnTo>
                    <a:pt x="39791" y="1623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3443" y="1686308"/>
              <a:ext cx="39791" cy="162362"/>
            </a:xfrm>
            <a:custGeom>
              <a:avLst/>
              <a:pathLst>
                <a:path w="39791" h="162362">
                  <a:moveTo>
                    <a:pt x="0" y="0"/>
                  </a:moveTo>
                  <a:lnTo>
                    <a:pt x="39791" y="1623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3443" y="1686308"/>
              <a:ext cx="39791" cy="162362"/>
            </a:xfrm>
            <a:custGeom>
              <a:avLst/>
              <a:pathLst>
                <a:path w="39791" h="162362">
                  <a:moveTo>
                    <a:pt x="0" y="0"/>
                  </a:moveTo>
                  <a:lnTo>
                    <a:pt x="39791" y="1623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3443" y="1686308"/>
              <a:ext cx="39791" cy="162362"/>
            </a:xfrm>
            <a:custGeom>
              <a:avLst/>
              <a:pathLst>
                <a:path w="39791" h="162362">
                  <a:moveTo>
                    <a:pt x="0" y="0"/>
                  </a:moveTo>
                  <a:lnTo>
                    <a:pt x="39791" y="1623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3443" y="1686308"/>
              <a:ext cx="39791" cy="162362"/>
            </a:xfrm>
            <a:custGeom>
              <a:avLst/>
              <a:pathLst>
                <a:path w="39791" h="162362">
                  <a:moveTo>
                    <a:pt x="0" y="0"/>
                  </a:moveTo>
                  <a:lnTo>
                    <a:pt x="39791" y="1623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3443" y="1686308"/>
              <a:ext cx="39791" cy="162362"/>
            </a:xfrm>
            <a:custGeom>
              <a:avLst/>
              <a:pathLst>
                <a:path w="39791" h="162362">
                  <a:moveTo>
                    <a:pt x="0" y="0"/>
                  </a:moveTo>
                  <a:lnTo>
                    <a:pt x="39791" y="1623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3443" y="1686308"/>
              <a:ext cx="39791" cy="162362"/>
            </a:xfrm>
            <a:custGeom>
              <a:avLst/>
              <a:pathLst>
                <a:path w="39791" h="162362">
                  <a:moveTo>
                    <a:pt x="0" y="0"/>
                  </a:moveTo>
                  <a:lnTo>
                    <a:pt x="39791" y="1623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3443" y="1686308"/>
              <a:ext cx="39791" cy="162362"/>
            </a:xfrm>
            <a:custGeom>
              <a:avLst/>
              <a:pathLst>
                <a:path w="39791" h="162362">
                  <a:moveTo>
                    <a:pt x="0" y="0"/>
                  </a:moveTo>
                  <a:lnTo>
                    <a:pt x="39791" y="1623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3443" y="1686308"/>
              <a:ext cx="39791" cy="162362"/>
            </a:xfrm>
            <a:custGeom>
              <a:avLst/>
              <a:pathLst>
                <a:path w="39791" h="162362">
                  <a:moveTo>
                    <a:pt x="0" y="0"/>
                  </a:moveTo>
                  <a:lnTo>
                    <a:pt x="39791" y="1623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3443" y="1686308"/>
              <a:ext cx="39791" cy="162362"/>
            </a:xfrm>
            <a:custGeom>
              <a:avLst/>
              <a:pathLst>
                <a:path w="39791" h="162362">
                  <a:moveTo>
                    <a:pt x="0" y="0"/>
                  </a:moveTo>
                  <a:lnTo>
                    <a:pt x="39791" y="1623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3443" y="1686308"/>
              <a:ext cx="39791" cy="162362"/>
            </a:xfrm>
            <a:custGeom>
              <a:avLst/>
              <a:pathLst>
                <a:path w="39791" h="162362">
                  <a:moveTo>
                    <a:pt x="0" y="0"/>
                  </a:moveTo>
                  <a:lnTo>
                    <a:pt x="39791" y="1623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83443" y="1686308"/>
              <a:ext cx="39791" cy="162362"/>
            </a:xfrm>
            <a:custGeom>
              <a:avLst/>
              <a:pathLst>
                <a:path w="39791" h="162362">
                  <a:moveTo>
                    <a:pt x="0" y="0"/>
                  </a:moveTo>
                  <a:lnTo>
                    <a:pt x="39791" y="1623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83443" y="1686308"/>
              <a:ext cx="39791" cy="162362"/>
            </a:xfrm>
            <a:custGeom>
              <a:avLst/>
              <a:pathLst>
                <a:path w="39791" h="162362">
                  <a:moveTo>
                    <a:pt x="0" y="0"/>
                  </a:moveTo>
                  <a:lnTo>
                    <a:pt x="39791" y="1623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83443" y="1686308"/>
              <a:ext cx="39791" cy="162362"/>
            </a:xfrm>
            <a:custGeom>
              <a:avLst/>
              <a:pathLst>
                <a:path w="39791" h="162362">
                  <a:moveTo>
                    <a:pt x="0" y="0"/>
                  </a:moveTo>
                  <a:lnTo>
                    <a:pt x="39791" y="1623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83443" y="1686308"/>
              <a:ext cx="39791" cy="162362"/>
            </a:xfrm>
            <a:custGeom>
              <a:avLst/>
              <a:pathLst>
                <a:path w="39791" h="162362">
                  <a:moveTo>
                    <a:pt x="0" y="0"/>
                  </a:moveTo>
                  <a:lnTo>
                    <a:pt x="39791" y="1623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83443" y="1686308"/>
              <a:ext cx="39791" cy="162362"/>
            </a:xfrm>
            <a:custGeom>
              <a:avLst/>
              <a:pathLst>
                <a:path w="39791" h="162362">
                  <a:moveTo>
                    <a:pt x="0" y="0"/>
                  </a:moveTo>
                  <a:lnTo>
                    <a:pt x="39791" y="1623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83443" y="1686308"/>
              <a:ext cx="39791" cy="162362"/>
            </a:xfrm>
            <a:custGeom>
              <a:avLst/>
              <a:pathLst>
                <a:path w="39791" h="162362">
                  <a:moveTo>
                    <a:pt x="0" y="0"/>
                  </a:moveTo>
                  <a:lnTo>
                    <a:pt x="39791" y="1623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83443" y="1686308"/>
              <a:ext cx="39791" cy="162362"/>
            </a:xfrm>
            <a:custGeom>
              <a:avLst/>
              <a:pathLst>
                <a:path w="39791" h="162362">
                  <a:moveTo>
                    <a:pt x="0" y="0"/>
                  </a:moveTo>
                  <a:lnTo>
                    <a:pt x="39791" y="1623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83443" y="1686308"/>
              <a:ext cx="39791" cy="162362"/>
            </a:xfrm>
            <a:custGeom>
              <a:avLst/>
              <a:pathLst>
                <a:path w="39791" h="162362">
                  <a:moveTo>
                    <a:pt x="0" y="0"/>
                  </a:moveTo>
                  <a:lnTo>
                    <a:pt x="39791" y="1623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256068" y="1686308"/>
              <a:ext cx="334318" cy="329525"/>
            </a:xfrm>
            <a:custGeom>
              <a:avLst/>
              <a:pathLst>
                <a:path w="334318" h="329525">
                  <a:moveTo>
                    <a:pt x="127375" y="0"/>
                  </a:moveTo>
                  <a:lnTo>
                    <a:pt x="122262" y="1339"/>
                  </a:lnTo>
                  <a:lnTo>
                    <a:pt x="117194" y="2839"/>
                  </a:lnTo>
                  <a:lnTo>
                    <a:pt x="112176" y="4498"/>
                  </a:lnTo>
                  <a:lnTo>
                    <a:pt x="107213" y="6316"/>
                  </a:lnTo>
                  <a:lnTo>
                    <a:pt x="102310" y="8289"/>
                  </a:lnTo>
                  <a:lnTo>
                    <a:pt x="97471" y="10416"/>
                  </a:lnTo>
                  <a:lnTo>
                    <a:pt x="92703" y="12695"/>
                  </a:lnTo>
                  <a:lnTo>
                    <a:pt x="88008" y="15124"/>
                  </a:lnTo>
                  <a:lnTo>
                    <a:pt x="83393" y="17700"/>
                  </a:lnTo>
                  <a:lnTo>
                    <a:pt x="78862" y="20421"/>
                  </a:lnTo>
                  <a:lnTo>
                    <a:pt x="74419" y="23284"/>
                  </a:lnTo>
                  <a:lnTo>
                    <a:pt x="70068" y="26285"/>
                  </a:lnTo>
                  <a:lnTo>
                    <a:pt x="65815" y="29423"/>
                  </a:lnTo>
                  <a:lnTo>
                    <a:pt x="61663" y="32693"/>
                  </a:lnTo>
                  <a:lnTo>
                    <a:pt x="57617" y="36093"/>
                  </a:lnTo>
                  <a:lnTo>
                    <a:pt x="53680" y="39620"/>
                  </a:lnTo>
                  <a:lnTo>
                    <a:pt x="49856" y="43269"/>
                  </a:lnTo>
                  <a:lnTo>
                    <a:pt x="46150" y="47037"/>
                  </a:lnTo>
                  <a:lnTo>
                    <a:pt x="42564" y="50920"/>
                  </a:lnTo>
                  <a:lnTo>
                    <a:pt x="39104" y="54915"/>
                  </a:lnTo>
                  <a:lnTo>
                    <a:pt x="35771" y="59017"/>
                  </a:lnTo>
                  <a:lnTo>
                    <a:pt x="32569" y="63223"/>
                  </a:lnTo>
                  <a:lnTo>
                    <a:pt x="29503" y="67527"/>
                  </a:lnTo>
                  <a:lnTo>
                    <a:pt x="26573" y="71927"/>
                  </a:lnTo>
                  <a:lnTo>
                    <a:pt x="23785" y="76417"/>
                  </a:lnTo>
                  <a:lnTo>
                    <a:pt x="21139" y="80992"/>
                  </a:lnTo>
                  <a:lnTo>
                    <a:pt x="18640" y="85650"/>
                  </a:lnTo>
                  <a:lnTo>
                    <a:pt x="16289" y="90383"/>
                  </a:lnTo>
                  <a:lnTo>
                    <a:pt x="14089" y="95189"/>
                  </a:lnTo>
                  <a:lnTo>
                    <a:pt x="12042" y="100062"/>
                  </a:lnTo>
                  <a:lnTo>
                    <a:pt x="10150" y="104997"/>
                  </a:lnTo>
                  <a:lnTo>
                    <a:pt x="8415" y="109990"/>
                  </a:lnTo>
                  <a:lnTo>
                    <a:pt x="6839" y="115034"/>
                  </a:lnTo>
                  <a:lnTo>
                    <a:pt x="5422" y="120127"/>
                  </a:lnTo>
                  <a:lnTo>
                    <a:pt x="4168" y="125261"/>
                  </a:lnTo>
                  <a:lnTo>
                    <a:pt x="3077" y="130432"/>
                  </a:lnTo>
                  <a:lnTo>
                    <a:pt x="2149" y="135636"/>
                  </a:lnTo>
                  <a:lnTo>
                    <a:pt x="1387" y="140866"/>
                  </a:lnTo>
                  <a:lnTo>
                    <a:pt x="790" y="146117"/>
                  </a:lnTo>
                  <a:lnTo>
                    <a:pt x="360" y="151385"/>
                  </a:lnTo>
                  <a:lnTo>
                    <a:pt x="96" y="156664"/>
                  </a:lnTo>
                  <a:lnTo>
                    <a:pt x="0" y="161949"/>
                  </a:lnTo>
                  <a:lnTo>
                    <a:pt x="70" y="167234"/>
                  </a:lnTo>
                  <a:lnTo>
                    <a:pt x="308" y="172514"/>
                  </a:lnTo>
                  <a:lnTo>
                    <a:pt x="712" y="177783"/>
                  </a:lnTo>
                  <a:lnTo>
                    <a:pt x="1283" y="183038"/>
                  </a:lnTo>
                  <a:lnTo>
                    <a:pt x="2019" y="188272"/>
                  </a:lnTo>
                  <a:lnTo>
                    <a:pt x="2921" y="193480"/>
                  </a:lnTo>
                  <a:lnTo>
                    <a:pt x="3987" y="198656"/>
                  </a:lnTo>
                  <a:lnTo>
                    <a:pt x="5216" y="203797"/>
                  </a:lnTo>
                  <a:lnTo>
                    <a:pt x="6606" y="208896"/>
                  </a:lnTo>
                  <a:lnTo>
                    <a:pt x="8158" y="213949"/>
                  </a:lnTo>
                  <a:lnTo>
                    <a:pt x="9868" y="218950"/>
                  </a:lnTo>
                  <a:lnTo>
                    <a:pt x="11736" y="223894"/>
                  </a:lnTo>
                  <a:lnTo>
                    <a:pt x="13758" y="228777"/>
                  </a:lnTo>
                  <a:lnTo>
                    <a:pt x="15935" y="233594"/>
                  </a:lnTo>
                  <a:lnTo>
                    <a:pt x="18262" y="238339"/>
                  </a:lnTo>
                  <a:lnTo>
                    <a:pt x="20739" y="243008"/>
                  </a:lnTo>
                  <a:lnTo>
                    <a:pt x="23361" y="247597"/>
                  </a:lnTo>
                  <a:lnTo>
                    <a:pt x="26128" y="252101"/>
                  </a:lnTo>
                  <a:lnTo>
                    <a:pt x="29035" y="256515"/>
                  </a:lnTo>
                  <a:lnTo>
                    <a:pt x="32081" y="260834"/>
                  </a:lnTo>
                  <a:lnTo>
                    <a:pt x="35261" y="265056"/>
                  </a:lnTo>
                  <a:lnTo>
                    <a:pt x="38574" y="269174"/>
                  </a:lnTo>
                  <a:lnTo>
                    <a:pt x="42015" y="273186"/>
                  </a:lnTo>
                  <a:lnTo>
                    <a:pt x="45581" y="277087"/>
                  </a:lnTo>
                  <a:lnTo>
                    <a:pt x="49268" y="280874"/>
                  </a:lnTo>
                  <a:lnTo>
                    <a:pt x="53074" y="284541"/>
                  </a:lnTo>
                  <a:lnTo>
                    <a:pt x="56993" y="288087"/>
                  </a:lnTo>
                  <a:lnTo>
                    <a:pt x="61023" y="291507"/>
                  </a:lnTo>
                  <a:lnTo>
                    <a:pt x="65159" y="294798"/>
                  </a:lnTo>
                  <a:lnTo>
                    <a:pt x="69396" y="297957"/>
                  </a:lnTo>
                  <a:lnTo>
                    <a:pt x="73732" y="300980"/>
                  </a:lnTo>
                  <a:lnTo>
                    <a:pt x="78161" y="303865"/>
                  </a:lnTo>
                  <a:lnTo>
                    <a:pt x="82679" y="306608"/>
                  </a:lnTo>
                  <a:lnTo>
                    <a:pt x="87281" y="309206"/>
                  </a:lnTo>
                  <a:lnTo>
                    <a:pt x="91963" y="311658"/>
                  </a:lnTo>
                  <a:lnTo>
                    <a:pt x="96721" y="313961"/>
                  </a:lnTo>
                  <a:lnTo>
                    <a:pt x="101548" y="316113"/>
                  </a:lnTo>
                  <a:lnTo>
                    <a:pt x="106442" y="318110"/>
                  </a:lnTo>
                  <a:lnTo>
                    <a:pt x="111396" y="319952"/>
                  </a:lnTo>
                  <a:lnTo>
                    <a:pt x="116406" y="321636"/>
                  </a:lnTo>
                  <a:lnTo>
                    <a:pt x="121466" y="323161"/>
                  </a:lnTo>
                  <a:lnTo>
                    <a:pt x="126572" y="324526"/>
                  </a:lnTo>
                  <a:lnTo>
                    <a:pt x="131719" y="325728"/>
                  </a:lnTo>
                  <a:lnTo>
                    <a:pt x="136901" y="326767"/>
                  </a:lnTo>
                  <a:lnTo>
                    <a:pt x="142114" y="327642"/>
                  </a:lnTo>
                  <a:lnTo>
                    <a:pt x="147352" y="328351"/>
                  </a:lnTo>
                  <a:lnTo>
                    <a:pt x="152609" y="328894"/>
                  </a:lnTo>
                  <a:lnTo>
                    <a:pt x="157881" y="329271"/>
                  </a:lnTo>
                  <a:lnTo>
                    <a:pt x="163162" y="329482"/>
                  </a:lnTo>
                  <a:lnTo>
                    <a:pt x="168447" y="329525"/>
                  </a:lnTo>
                  <a:lnTo>
                    <a:pt x="173731" y="329401"/>
                  </a:lnTo>
                  <a:lnTo>
                    <a:pt x="179009" y="329110"/>
                  </a:lnTo>
                  <a:lnTo>
                    <a:pt x="184274" y="328652"/>
                  </a:lnTo>
                  <a:lnTo>
                    <a:pt x="189523" y="328028"/>
                  </a:lnTo>
                  <a:lnTo>
                    <a:pt x="194749" y="327238"/>
                  </a:lnTo>
                  <a:lnTo>
                    <a:pt x="199947" y="326284"/>
                  </a:lnTo>
                  <a:lnTo>
                    <a:pt x="205113" y="325166"/>
                  </a:lnTo>
                  <a:lnTo>
                    <a:pt x="210241" y="323885"/>
                  </a:lnTo>
                  <a:lnTo>
                    <a:pt x="215325" y="322442"/>
                  </a:lnTo>
                  <a:lnTo>
                    <a:pt x="220362" y="320840"/>
                  </a:lnTo>
                  <a:lnTo>
                    <a:pt x="225345" y="319079"/>
                  </a:lnTo>
                  <a:lnTo>
                    <a:pt x="230271" y="317161"/>
                  </a:lnTo>
                  <a:lnTo>
                    <a:pt x="235133" y="315089"/>
                  </a:lnTo>
                  <a:lnTo>
                    <a:pt x="239927" y="312864"/>
                  </a:lnTo>
                  <a:lnTo>
                    <a:pt x="244649" y="310489"/>
                  </a:lnTo>
                  <a:lnTo>
                    <a:pt x="249293" y="307965"/>
                  </a:lnTo>
                  <a:lnTo>
                    <a:pt x="253855" y="305296"/>
                  </a:lnTo>
                  <a:lnTo>
                    <a:pt x="258330" y="302484"/>
                  </a:lnTo>
                  <a:lnTo>
                    <a:pt x="262714" y="299532"/>
                  </a:lnTo>
                  <a:lnTo>
                    <a:pt x="267003" y="296443"/>
                  </a:lnTo>
                  <a:lnTo>
                    <a:pt x="271192" y="293220"/>
                  </a:lnTo>
                  <a:lnTo>
                    <a:pt x="275276" y="289866"/>
                  </a:lnTo>
                  <a:lnTo>
                    <a:pt x="279253" y="286384"/>
                  </a:lnTo>
                  <a:lnTo>
                    <a:pt x="283118" y="282779"/>
                  </a:lnTo>
                  <a:lnTo>
                    <a:pt x="286867" y="279053"/>
                  </a:lnTo>
                  <a:lnTo>
                    <a:pt x="290496" y="275211"/>
                  </a:lnTo>
                  <a:lnTo>
                    <a:pt x="294002" y="271255"/>
                  </a:lnTo>
                  <a:lnTo>
                    <a:pt x="297381" y="267191"/>
                  </a:lnTo>
                  <a:lnTo>
                    <a:pt x="300630" y="263022"/>
                  </a:lnTo>
                  <a:lnTo>
                    <a:pt x="303745" y="258753"/>
                  </a:lnTo>
                  <a:lnTo>
                    <a:pt x="306724" y="254387"/>
                  </a:lnTo>
                  <a:lnTo>
                    <a:pt x="309564" y="249929"/>
                  </a:lnTo>
                  <a:lnTo>
                    <a:pt x="312261" y="245383"/>
                  </a:lnTo>
                  <a:lnTo>
                    <a:pt x="314813" y="240755"/>
                  </a:lnTo>
                  <a:lnTo>
                    <a:pt x="317217" y="236048"/>
                  </a:lnTo>
                  <a:lnTo>
                    <a:pt x="319472" y="231268"/>
                  </a:lnTo>
                  <a:lnTo>
                    <a:pt x="321574" y="226419"/>
                  </a:lnTo>
                  <a:lnTo>
                    <a:pt x="323522" y="221505"/>
                  </a:lnTo>
                  <a:lnTo>
                    <a:pt x="325314" y="216533"/>
                  </a:lnTo>
                  <a:lnTo>
                    <a:pt x="326947" y="211506"/>
                  </a:lnTo>
                  <a:lnTo>
                    <a:pt x="328421" y="206430"/>
                  </a:lnTo>
                  <a:lnTo>
                    <a:pt x="329733" y="201310"/>
                  </a:lnTo>
                  <a:lnTo>
                    <a:pt x="330883" y="196152"/>
                  </a:lnTo>
                  <a:lnTo>
                    <a:pt x="331870" y="190959"/>
                  </a:lnTo>
                  <a:lnTo>
                    <a:pt x="332691" y="185738"/>
                  </a:lnTo>
                  <a:lnTo>
                    <a:pt x="333348" y="180494"/>
                  </a:lnTo>
                  <a:lnTo>
                    <a:pt x="333838" y="175231"/>
                  </a:lnTo>
                  <a:lnTo>
                    <a:pt x="334161" y="169955"/>
                  </a:lnTo>
                  <a:lnTo>
                    <a:pt x="334318" y="164672"/>
                  </a:lnTo>
                  <a:lnTo>
                    <a:pt x="334307" y="159387"/>
                  </a:lnTo>
                  <a:lnTo>
                    <a:pt x="334130" y="154105"/>
                  </a:lnTo>
                  <a:lnTo>
                    <a:pt x="333785" y="148830"/>
                  </a:lnTo>
                  <a:lnTo>
                    <a:pt x="333274" y="143570"/>
                  </a:lnTo>
                  <a:lnTo>
                    <a:pt x="332597" y="138328"/>
                  </a:lnTo>
                  <a:lnTo>
                    <a:pt x="331755" y="133110"/>
                  </a:lnTo>
                  <a:lnTo>
                    <a:pt x="330748" y="127922"/>
                  </a:lnTo>
                  <a:lnTo>
                    <a:pt x="329577" y="122768"/>
                  </a:lnTo>
                  <a:lnTo>
                    <a:pt x="328244" y="117653"/>
                  </a:lnTo>
                  <a:lnTo>
                    <a:pt x="326750" y="112583"/>
                  </a:lnTo>
                  <a:lnTo>
                    <a:pt x="325097" y="107563"/>
                  </a:lnTo>
                  <a:lnTo>
                    <a:pt x="323286" y="102598"/>
                  </a:lnTo>
                  <a:lnTo>
                    <a:pt x="321318" y="97692"/>
                  </a:lnTo>
                  <a:lnTo>
                    <a:pt x="319197" y="92851"/>
                  </a:lnTo>
                  <a:lnTo>
                    <a:pt x="316923" y="88080"/>
                  </a:lnTo>
                  <a:lnTo>
                    <a:pt x="314500" y="83383"/>
                  </a:lnTo>
                  <a:lnTo>
                    <a:pt x="311930" y="78764"/>
                  </a:lnTo>
                  <a:lnTo>
                    <a:pt x="309214" y="74230"/>
                  </a:lnTo>
                  <a:lnTo>
                    <a:pt x="306357" y="69783"/>
                  </a:lnTo>
                  <a:lnTo>
                    <a:pt x="303361" y="65429"/>
                  </a:lnTo>
                  <a:lnTo>
                    <a:pt x="300228" y="61172"/>
                  </a:lnTo>
                  <a:lnTo>
                    <a:pt x="296963" y="57016"/>
                  </a:lnTo>
                  <a:lnTo>
                    <a:pt x="293568" y="52965"/>
                  </a:lnTo>
                  <a:lnTo>
                    <a:pt x="290046" y="49024"/>
                  </a:lnTo>
                  <a:lnTo>
                    <a:pt x="286402" y="45196"/>
                  </a:lnTo>
                  <a:lnTo>
                    <a:pt x="282638" y="41485"/>
                  </a:lnTo>
                  <a:lnTo>
                    <a:pt x="278759" y="37895"/>
                  </a:lnTo>
                  <a:lnTo>
                    <a:pt x="274769" y="34430"/>
                  </a:lnTo>
                  <a:lnTo>
                    <a:pt x="270670" y="31092"/>
                  </a:lnTo>
                  <a:lnTo>
                    <a:pt x="266469" y="27885"/>
                  </a:lnTo>
                  <a:lnTo>
                    <a:pt x="262168" y="24813"/>
                  </a:lnTo>
                  <a:lnTo>
                    <a:pt x="257772" y="21879"/>
                  </a:lnTo>
                  <a:lnTo>
                    <a:pt x="253286" y="19085"/>
                  </a:lnTo>
                  <a:lnTo>
                    <a:pt x="248713" y="16434"/>
                  </a:lnTo>
                  <a:lnTo>
                    <a:pt x="244059" y="13929"/>
                  </a:lnTo>
                  <a:lnTo>
                    <a:pt x="239328" y="11572"/>
                  </a:lnTo>
                  <a:lnTo>
                    <a:pt x="167166" y="1623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423235" y="1681503"/>
              <a:ext cx="72161" cy="167167"/>
            </a:xfrm>
            <a:custGeom>
              <a:avLst/>
              <a:pathLst>
                <a:path w="72161" h="167167">
                  <a:moveTo>
                    <a:pt x="72161" y="16377"/>
                  </a:moveTo>
                  <a:lnTo>
                    <a:pt x="66942" y="13989"/>
                  </a:lnTo>
                  <a:lnTo>
                    <a:pt x="61645" y="11781"/>
                  </a:lnTo>
                  <a:lnTo>
                    <a:pt x="56274" y="9756"/>
                  </a:lnTo>
                  <a:lnTo>
                    <a:pt x="50838" y="7917"/>
                  </a:lnTo>
                  <a:lnTo>
                    <a:pt x="45341" y="6266"/>
                  </a:lnTo>
                  <a:lnTo>
                    <a:pt x="39791" y="4804"/>
                  </a:lnTo>
                  <a:lnTo>
                    <a:pt x="34194" y="3534"/>
                  </a:lnTo>
                  <a:lnTo>
                    <a:pt x="28557" y="2457"/>
                  </a:lnTo>
                  <a:lnTo>
                    <a:pt x="22886" y="1574"/>
                  </a:lnTo>
                  <a:lnTo>
                    <a:pt x="17188" y="886"/>
                  </a:lnTo>
                  <a:lnTo>
                    <a:pt x="11470" y="393"/>
                  </a:lnTo>
                  <a:lnTo>
                    <a:pt x="5738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853884" y="1322571"/>
              <a:ext cx="334318" cy="334331"/>
            </a:xfrm>
            <a:custGeom>
              <a:avLst/>
              <a:pathLst>
                <a:path w="334318" h="334331">
                  <a:moveTo>
                    <a:pt x="167154" y="0"/>
                  </a:moveTo>
                  <a:lnTo>
                    <a:pt x="161861" y="83"/>
                  </a:lnTo>
                  <a:lnTo>
                    <a:pt x="156574" y="335"/>
                  </a:lnTo>
                  <a:lnTo>
                    <a:pt x="151297" y="753"/>
                  </a:lnTo>
                  <a:lnTo>
                    <a:pt x="146036" y="1339"/>
                  </a:lnTo>
                  <a:lnTo>
                    <a:pt x="140796" y="2090"/>
                  </a:lnTo>
                  <a:lnTo>
                    <a:pt x="135583" y="3008"/>
                  </a:lnTo>
                  <a:lnTo>
                    <a:pt x="130401" y="4090"/>
                  </a:lnTo>
                  <a:lnTo>
                    <a:pt x="125257" y="5335"/>
                  </a:lnTo>
                  <a:lnTo>
                    <a:pt x="120154" y="6743"/>
                  </a:lnTo>
                  <a:lnTo>
                    <a:pt x="115098" y="8311"/>
                  </a:lnTo>
                  <a:lnTo>
                    <a:pt x="110095" y="10039"/>
                  </a:lnTo>
                  <a:lnTo>
                    <a:pt x="105148" y="11924"/>
                  </a:lnTo>
                  <a:lnTo>
                    <a:pt x="100264" y="13965"/>
                  </a:lnTo>
                  <a:lnTo>
                    <a:pt x="95447" y="16160"/>
                  </a:lnTo>
                  <a:lnTo>
                    <a:pt x="90702" y="18506"/>
                  </a:lnTo>
                  <a:lnTo>
                    <a:pt x="86034" y="21001"/>
                  </a:lnTo>
                  <a:lnTo>
                    <a:pt x="81447" y="23643"/>
                  </a:lnTo>
                  <a:lnTo>
                    <a:pt x="76945" y="26428"/>
                  </a:lnTo>
                  <a:lnTo>
                    <a:pt x="72535" y="29355"/>
                  </a:lnTo>
                  <a:lnTo>
                    <a:pt x="68219" y="32420"/>
                  </a:lnTo>
                  <a:lnTo>
                    <a:pt x="64002" y="35620"/>
                  </a:lnTo>
                  <a:lnTo>
                    <a:pt x="59889" y="38952"/>
                  </a:lnTo>
                  <a:lnTo>
                    <a:pt x="55883" y="42412"/>
                  </a:lnTo>
                  <a:lnTo>
                    <a:pt x="51989" y="45997"/>
                  </a:lnTo>
                  <a:lnTo>
                    <a:pt x="48211" y="49704"/>
                  </a:lnTo>
                  <a:lnTo>
                    <a:pt x="44551" y="53529"/>
                  </a:lnTo>
                  <a:lnTo>
                    <a:pt x="41015" y="57468"/>
                  </a:lnTo>
                  <a:lnTo>
                    <a:pt x="37605" y="61517"/>
                  </a:lnTo>
                  <a:lnTo>
                    <a:pt x="34325" y="65671"/>
                  </a:lnTo>
                  <a:lnTo>
                    <a:pt x="31178" y="69928"/>
                  </a:lnTo>
                  <a:lnTo>
                    <a:pt x="28167" y="74282"/>
                  </a:lnTo>
                  <a:lnTo>
                    <a:pt x="25296" y="78729"/>
                  </a:lnTo>
                  <a:lnTo>
                    <a:pt x="22567" y="83264"/>
                  </a:lnTo>
                  <a:lnTo>
                    <a:pt x="19983" y="87884"/>
                  </a:lnTo>
                  <a:lnTo>
                    <a:pt x="17547" y="92584"/>
                  </a:lnTo>
                  <a:lnTo>
                    <a:pt x="15260" y="97358"/>
                  </a:lnTo>
                  <a:lnTo>
                    <a:pt x="13126" y="102202"/>
                  </a:lnTo>
                  <a:lnTo>
                    <a:pt x="11147" y="107111"/>
                  </a:lnTo>
                  <a:lnTo>
                    <a:pt x="9323" y="112081"/>
                  </a:lnTo>
                  <a:lnTo>
                    <a:pt x="7658" y="117105"/>
                  </a:lnTo>
                  <a:lnTo>
                    <a:pt x="6153" y="122180"/>
                  </a:lnTo>
                  <a:lnTo>
                    <a:pt x="4810" y="127300"/>
                  </a:lnTo>
                  <a:lnTo>
                    <a:pt x="3629" y="132460"/>
                  </a:lnTo>
                  <a:lnTo>
                    <a:pt x="2612" y="137655"/>
                  </a:lnTo>
                  <a:lnTo>
                    <a:pt x="1760" y="142879"/>
                  </a:lnTo>
                  <a:lnTo>
                    <a:pt x="1074" y="148128"/>
                  </a:lnTo>
                  <a:lnTo>
                    <a:pt x="555" y="153396"/>
                  </a:lnTo>
                  <a:lnTo>
                    <a:pt x="202" y="158678"/>
                  </a:lnTo>
                  <a:lnTo>
                    <a:pt x="17" y="163968"/>
                  </a:lnTo>
                  <a:lnTo>
                    <a:pt x="0" y="169261"/>
                  </a:lnTo>
                  <a:lnTo>
                    <a:pt x="150" y="174552"/>
                  </a:lnTo>
                  <a:lnTo>
                    <a:pt x="467" y="179836"/>
                  </a:lnTo>
                  <a:lnTo>
                    <a:pt x="952" y="185107"/>
                  </a:lnTo>
                  <a:lnTo>
                    <a:pt x="1603" y="190360"/>
                  </a:lnTo>
                  <a:lnTo>
                    <a:pt x="2421" y="195590"/>
                  </a:lnTo>
                  <a:lnTo>
                    <a:pt x="3403" y="200792"/>
                  </a:lnTo>
                  <a:lnTo>
                    <a:pt x="4550" y="205959"/>
                  </a:lnTo>
                  <a:lnTo>
                    <a:pt x="5859" y="211088"/>
                  </a:lnTo>
                  <a:lnTo>
                    <a:pt x="7331" y="216173"/>
                  </a:lnTo>
                  <a:lnTo>
                    <a:pt x="8963" y="221209"/>
                  </a:lnTo>
                  <a:lnTo>
                    <a:pt x="10753" y="226190"/>
                  </a:lnTo>
                  <a:lnTo>
                    <a:pt x="12700" y="231112"/>
                  </a:lnTo>
                  <a:lnTo>
                    <a:pt x="14802" y="235970"/>
                  </a:lnTo>
                  <a:lnTo>
                    <a:pt x="17057" y="240760"/>
                  </a:lnTo>
                  <a:lnTo>
                    <a:pt x="19462" y="245475"/>
                  </a:lnTo>
                  <a:lnTo>
                    <a:pt x="22016" y="250112"/>
                  </a:lnTo>
                  <a:lnTo>
                    <a:pt x="24714" y="254665"/>
                  </a:lnTo>
                  <a:lnTo>
                    <a:pt x="27556" y="259131"/>
                  </a:lnTo>
                  <a:lnTo>
                    <a:pt x="30538" y="263505"/>
                  </a:lnTo>
                  <a:lnTo>
                    <a:pt x="33657" y="267782"/>
                  </a:lnTo>
                  <a:lnTo>
                    <a:pt x="36909" y="271958"/>
                  </a:lnTo>
                  <a:lnTo>
                    <a:pt x="40292" y="276030"/>
                  </a:lnTo>
                  <a:lnTo>
                    <a:pt x="43802" y="279992"/>
                  </a:lnTo>
                  <a:lnTo>
                    <a:pt x="47436" y="283840"/>
                  </a:lnTo>
                  <a:lnTo>
                    <a:pt x="51191" y="287572"/>
                  </a:lnTo>
                  <a:lnTo>
                    <a:pt x="55061" y="291184"/>
                  </a:lnTo>
                  <a:lnTo>
                    <a:pt x="59044" y="294670"/>
                  </a:lnTo>
                  <a:lnTo>
                    <a:pt x="63135" y="298029"/>
                  </a:lnTo>
                  <a:lnTo>
                    <a:pt x="67330" y="301257"/>
                  </a:lnTo>
                  <a:lnTo>
                    <a:pt x="71626" y="304350"/>
                  </a:lnTo>
                  <a:lnTo>
                    <a:pt x="76017" y="307306"/>
                  </a:lnTo>
                  <a:lnTo>
                    <a:pt x="80500" y="310121"/>
                  </a:lnTo>
                  <a:lnTo>
                    <a:pt x="85069" y="312793"/>
                  </a:lnTo>
                  <a:lnTo>
                    <a:pt x="89721" y="315319"/>
                  </a:lnTo>
                  <a:lnTo>
                    <a:pt x="94450" y="317697"/>
                  </a:lnTo>
                  <a:lnTo>
                    <a:pt x="99253" y="319923"/>
                  </a:lnTo>
                  <a:lnTo>
                    <a:pt x="104123" y="321996"/>
                  </a:lnTo>
                  <a:lnTo>
                    <a:pt x="109057" y="323914"/>
                  </a:lnTo>
                  <a:lnTo>
                    <a:pt x="114049" y="325675"/>
                  </a:lnTo>
                  <a:lnTo>
                    <a:pt x="119094" y="327277"/>
                  </a:lnTo>
                  <a:lnTo>
                    <a:pt x="124187" y="328718"/>
                  </a:lnTo>
                  <a:lnTo>
                    <a:pt x="129324" y="329998"/>
                  </a:lnTo>
                  <a:lnTo>
                    <a:pt x="134498" y="331114"/>
                  </a:lnTo>
                  <a:lnTo>
                    <a:pt x="139705" y="332066"/>
                  </a:lnTo>
                  <a:lnTo>
                    <a:pt x="144940" y="332852"/>
                  </a:lnTo>
                  <a:lnTo>
                    <a:pt x="150197" y="333472"/>
                  </a:lnTo>
                  <a:lnTo>
                    <a:pt x="155471" y="333926"/>
                  </a:lnTo>
                  <a:lnTo>
                    <a:pt x="160757" y="334212"/>
                  </a:lnTo>
                  <a:lnTo>
                    <a:pt x="166049" y="334331"/>
                  </a:lnTo>
                  <a:lnTo>
                    <a:pt x="171342" y="334282"/>
                  </a:lnTo>
                  <a:lnTo>
                    <a:pt x="176631" y="334066"/>
                  </a:lnTo>
                  <a:lnTo>
                    <a:pt x="181910" y="333682"/>
                  </a:lnTo>
                  <a:lnTo>
                    <a:pt x="187175" y="333131"/>
                  </a:lnTo>
                  <a:lnTo>
                    <a:pt x="192419" y="332414"/>
                  </a:lnTo>
                  <a:lnTo>
                    <a:pt x="197639" y="331531"/>
                  </a:lnTo>
                  <a:lnTo>
                    <a:pt x="202827" y="330484"/>
                  </a:lnTo>
                  <a:lnTo>
                    <a:pt x="207980" y="329272"/>
                  </a:lnTo>
                  <a:lnTo>
                    <a:pt x="213092" y="327898"/>
                  </a:lnTo>
                  <a:lnTo>
                    <a:pt x="218158" y="326363"/>
                  </a:lnTo>
                  <a:lnTo>
                    <a:pt x="223173" y="324669"/>
                  </a:lnTo>
                  <a:lnTo>
                    <a:pt x="228132" y="322816"/>
                  </a:lnTo>
                  <a:lnTo>
                    <a:pt x="233029" y="320807"/>
                  </a:lnTo>
                  <a:lnTo>
                    <a:pt x="237860" y="318645"/>
                  </a:lnTo>
                  <a:lnTo>
                    <a:pt x="242621" y="316330"/>
                  </a:lnTo>
                  <a:lnTo>
                    <a:pt x="247306" y="313866"/>
                  </a:lnTo>
                  <a:lnTo>
                    <a:pt x="251910" y="311255"/>
                  </a:lnTo>
                  <a:lnTo>
                    <a:pt x="256430" y="308499"/>
                  </a:lnTo>
                  <a:lnTo>
                    <a:pt x="260860" y="305602"/>
                  </a:lnTo>
                  <a:lnTo>
                    <a:pt x="265196" y="302565"/>
                  </a:lnTo>
                  <a:lnTo>
                    <a:pt x="269433" y="299393"/>
                  </a:lnTo>
                  <a:lnTo>
                    <a:pt x="273569" y="296089"/>
                  </a:lnTo>
                  <a:lnTo>
                    <a:pt x="277597" y="292655"/>
                  </a:lnTo>
                  <a:lnTo>
                    <a:pt x="281515" y="289095"/>
                  </a:lnTo>
                  <a:lnTo>
                    <a:pt x="285318" y="285413"/>
                  </a:lnTo>
                  <a:lnTo>
                    <a:pt x="289002" y="281613"/>
                  </a:lnTo>
                  <a:lnTo>
                    <a:pt x="292565" y="277698"/>
                  </a:lnTo>
                  <a:lnTo>
                    <a:pt x="296002" y="273671"/>
                  </a:lnTo>
                  <a:lnTo>
                    <a:pt x="299309" y="269539"/>
                  </a:lnTo>
                  <a:lnTo>
                    <a:pt x="302484" y="265303"/>
                  </a:lnTo>
                  <a:lnTo>
                    <a:pt x="305523" y="260969"/>
                  </a:lnTo>
                  <a:lnTo>
                    <a:pt x="308424" y="256541"/>
                  </a:lnTo>
                  <a:lnTo>
                    <a:pt x="311183" y="252024"/>
                  </a:lnTo>
                  <a:lnTo>
                    <a:pt x="313797" y="247421"/>
                  </a:lnTo>
                  <a:lnTo>
                    <a:pt x="316264" y="242738"/>
                  </a:lnTo>
                  <a:lnTo>
                    <a:pt x="318582" y="237979"/>
                  </a:lnTo>
                  <a:lnTo>
                    <a:pt x="320748" y="233149"/>
                  </a:lnTo>
                  <a:lnTo>
                    <a:pt x="322761" y="228253"/>
                  </a:lnTo>
                  <a:lnTo>
                    <a:pt x="324617" y="223296"/>
                  </a:lnTo>
                  <a:lnTo>
                    <a:pt x="326315" y="218282"/>
                  </a:lnTo>
                  <a:lnTo>
                    <a:pt x="327853" y="213217"/>
                  </a:lnTo>
                  <a:lnTo>
                    <a:pt x="329231" y="208106"/>
                  </a:lnTo>
                  <a:lnTo>
                    <a:pt x="330446" y="202954"/>
                  </a:lnTo>
                  <a:lnTo>
                    <a:pt x="331497" y="197766"/>
                  </a:lnTo>
                  <a:lnTo>
                    <a:pt x="332383" y="192548"/>
                  </a:lnTo>
                  <a:lnTo>
                    <a:pt x="333104" y="187303"/>
                  </a:lnTo>
                  <a:lnTo>
                    <a:pt x="333658" y="182039"/>
                  </a:lnTo>
                  <a:lnTo>
                    <a:pt x="334046" y="176760"/>
                  </a:lnTo>
                  <a:lnTo>
                    <a:pt x="334266" y="171471"/>
                  </a:lnTo>
                  <a:lnTo>
                    <a:pt x="334318" y="166178"/>
                  </a:lnTo>
                  <a:lnTo>
                    <a:pt x="334203" y="160886"/>
                  </a:lnTo>
                  <a:lnTo>
                    <a:pt x="333921" y="155600"/>
                  </a:lnTo>
                  <a:lnTo>
                    <a:pt x="333471" y="150326"/>
                  </a:lnTo>
                  <a:lnTo>
                    <a:pt x="332854" y="145068"/>
                  </a:lnTo>
                  <a:lnTo>
                    <a:pt x="332071" y="139833"/>
                  </a:lnTo>
                  <a:lnTo>
                    <a:pt x="331123" y="134626"/>
                  </a:lnTo>
                  <a:lnTo>
                    <a:pt x="330011" y="129450"/>
                  </a:lnTo>
                  <a:lnTo>
                    <a:pt x="328735" y="124313"/>
                  </a:lnTo>
                  <a:lnTo>
                    <a:pt x="327297" y="119219"/>
                  </a:lnTo>
                  <a:lnTo>
                    <a:pt x="325699" y="114172"/>
                  </a:lnTo>
                  <a:lnTo>
                    <a:pt x="323942" y="109179"/>
                  </a:lnTo>
                  <a:lnTo>
                    <a:pt x="322027" y="104244"/>
                  </a:lnTo>
                  <a:lnTo>
                    <a:pt x="319957" y="99372"/>
                  </a:lnTo>
                  <a:lnTo>
                    <a:pt x="317734" y="94568"/>
                  </a:lnTo>
                  <a:lnTo>
                    <a:pt x="315360" y="89837"/>
                  </a:lnTo>
                  <a:lnTo>
                    <a:pt x="312837" y="85184"/>
                  </a:lnTo>
                  <a:lnTo>
                    <a:pt x="310169" y="80612"/>
                  </a:lnTo>
                  <a:lnTo>
                    <a:pt x="307356" y="76128"/>
                  </a:lnTo>
                  <a:lnTo>
                    <a:pt x="304404" y="71734"/>
                  </a:lnTo>
                  <a:lnTo>
                    <a:pt x="301313" y="67437"/>
                  </a:lnTo>
                  <a:lnTo>
                    <a:pt x="298089" y="63239"/>
                  </a:lnTo>
                  <a:lnTo>
                    <a:pt x="294732" y="59145"/>
                  </a:lnTo>
                  <a:lnTo>
                    <a:pt x="291248" y="55160"/>
                  </a:lnTo>
                  <a:lnTo>
                    <a:pt x="287640" y="51287"/>
                  </a:lnTo>
                  <a:lnTo>
                    <a:pt x="283911" y="47531"/>
                  </a:lnTo>
                  <a:lnTo>
                    <a:pt x="280064" y="43894"/>
                  </a:lnTo>
                  <a:lnTo>
                    <a:pt x="276105" y="40381"/>
                  </a:lnTo>
                  <a:lnTo>
                    <a:pt x="272036" y="36995"/>
                  </a:lnTo>
                  <a:lnTo>
                    <a:pt x="267862" y="33740"/>
                  </a:lnTo>
                  <a:lnTo>
                    <a:pt x="263587" y="30618"/>
                  </a:lnTo>
                  <a:lnTo>
                    <a:pt x="259215" y="27633"/>
                  </a:lnTo>
                  <a:lnTo>
                    <a:pt x="254751" y="24789"/>
                  </a:lnTo>
                  <a:lnTo>
                    <a:pt x="250200" y="22086"/>
                  </a:lnTo>
                  <a:lnTo>
                    <a:pt x="245565" y="19530"/>
                  </a:lnTo>
                  <a:lnTo>
                    <a:pt x="240851" y="17121"/>
                  </a:lnTo>
                  <a:lnTo>
                    <a:pt x="236063" y="14863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37435"/>
              <a:ext cx="68909" cy="152303"/>
            </a:xfrm>
            <a:custGeom>
              <a:avLst/>
              <a:pathLst>
                <a:path w="68909" h="152303">
                  <a:moveTo>
                    <a:pt x="68909" y="0"/>
                  </a:moveTo>
                  <a:lnTo>
                    <a:pt x="0" y="152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37435"/>
              <a:ext cx="68909" cy="152303"/>
            </a:xfrm>
            <a:custGeom>
              <a:avLst/>
              <a:pathLst>
                <a:path w="68909" h="152303">
                  <a:moveTo>
                    <a:pt x="68909" y="0"/>
                  </a:moveTo>
                  <a:lnTo>
                    <a:pt x="0" y="152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37435"/>
              <a:ext cx="68909" cy="152303"/>
            </a:xfrm>
            <a:custGeom>
              <a:avLst/>
              <a:pathLst>
                <a:path w="68909" h="152303">
                  <a:moveTo>
                    <a:pt x="68909" y="0"/>
                  </a:moveTo>
                  <a:lnTo>
                    <a:pt x="0" y="152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37435"/>
              <a:ext cx="68909" cy="152303"/>
            </a:xfrm>
            <a:custGeom>
              <a:avLst/>
              <a:pathLst>
                <a:path w="68909" h="152303">
                  <a:moveTo>
                    <a:pt x="68909" y="0"/>
                  </a:moveTo>
                  <a:lnTo>
                    <a:pt x="0" y="1523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37435"/>
              <a:ext cx="68909" cy="152303"/>
            </a:xfrm>
            <a:custGeom>
              <a:avLst/>
              <a:pathLst>
                <a:path w="68909" h="152303">
                  <a:moveTo>
                    <a:pt x="68909" y="0"/>
                  </a:moveTo>
                  <a:lnTo>
                    <a:pt x="0" y="1523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37435"/>
              <a:ext cx="68909" cy="152303"/>
            </a:xfrm>
            <a:custGeom>
              <a:avLst/>
              <a:pathLst>
                <a:path w="68909" h="152303">
                  <a:moveTo>
                    <a:pt x="68909" y="0"/>
                  </a:moveTo>
                  <a:lnTo>
                    <a:pt x="0" y="1523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37435"/>
              <a:ext cx="68909" cy="152303"/>
            </a:xfrm>
            <a:custGeom>
              <a:avLst/>
              <a:pathLst>
                <a:path w="68909" h="152303">
                  <a:moveTo>
                    <a:pt x="68909" y="0"/>
                  </a:moveTo>
                  <a:lnTo>
                    <a:pt x="0" y="1523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37435"/>
              <a:ext cx="68909" cy="152303"/>
            </a:xfrm>
            <a:custGeom>
              <a:avLst/>
              <a:pathLst>
                <a:path w="68909" h="152303">
                  <a:moveTo>
                    <a:pt x="68909" y="0"/>
                  </a:moveTo>
                  <a:lnTo>
                    <a:pt x="0" y="152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37435"/>
              <a:ext cx="68909" cy="152303"/>
            </a:xfrm>
            <a:custGeom>
              <a:avLst/>
              <a:pathLst>
                <a:path w="68909" h="152303">
                  <a:moveTo>
                    <a:pt x="68909" y="0"/>
                  </a:moveTo>
                  <a:lnTo>
                    <a:pt x="0" y="152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37435"/>
              <a:ext cx="68909" cy="152303"/>
            </a:xfrm>
            <a:custGeom>
              <a:avLst/>
              <a:pathLst>
                <a:path w="68909" h="152303">
                  <a:moveTo>
                    <a:pt x="68909" y="0"/>
                  </a:moveTo>
                  <a:lnTo>
                    <a:pt x="0" y="152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37435"/>
              <a:ext cx="68909" cy="152303"/>
            </a:xfrm>
            <a:custGeom>
              <a:avLst/>
              <a:pathLst>
                <a:path w="68909" h="152303">
                  <a:moveTo>
                    <a:pt x="68909" y="0"/>
                  </a:moveTo>
                  <a:lnTo>
                    <a:pt x="0" y="152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37435"/>
              <a:ext cx="68909" cy="152303"/>
            </a:xfrm>
            <a:custGeom>
              <a:avLst/>
              <a:pathLst>
                <a:path w="68909" h="152303">
                  <a:moveTo>
                    <a:pt x="68909" y="0"/>
                  </a:moveTo>
                  <a:lnTo>
                    <a:pt x="0" y="1523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37435"/>
              <a:ext cx="68909" cy="152303"/>
            </a:xfrm>
            <a:custGeom>
              <a:avLst/>
              <a:pathLst>
                <a:path w="68909" h="152303">
                  <a:moveTo>
                    <a:pt x="68909" y="0"/>
                  </a:moveTo>
                  <a:lnTo>
                    <a:pt x="0" y="1523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37435"/>
              <a:ext cx="68909" cy="152303"/>
            </a:xfrm>
            <a:custGeom>
              <a:avLst/>
              <a:pathLst>
                <a:path w="68909" h="152303">
                  <a:moveTo>
                    <a:pt x="68909" y="0"/>
                  </a:moveTo>
                  <a:lnTo>
                    <a:pt x="0" y="1523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37435"/>
              <a:ext cx="68909" cy="152303"/>
            </a:xfrm>
            <a:custGeom>
              <a:avLst/>
              <a:pathLst>
                <a:path w="68909" h="152303">
                  <a:moveTo>
                    <a:pt x="68909" y="0"/>
                  </a:moveTo>
                  <a:lnTo>
                    <a:pt x="0" y="1523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37435"/>
              <a:ext cx="68909" cy="152303"/>
            </a:xfrm>
            <a:custGeom>
              <a:avLst/>
              <a:pathLst>
                <a:path w="68909" h="152303">
                  <a:moveTo>
                    <a:pt x="68909" y="0"/>
                  </a:moveTo>
                  <a:lnTo>
                    <a:pt x="0" y="152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37435"/>
              <a:ext cx="68909" cy="152303"/>
            </a:xfrm>
            <a:custGeom>
              <a:avLst/>
              <a:pathLst>
                <a:path w="68909" h="152303">
                  <a:moveTo>
                    <a:pt x="68909" y="0"/>
                  </a:moveTo>
                  <a:lnTo>
                    <a:pt x="0" y="152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37435"/>
              <a:ext cx="68909" cy="152303"/>
            </a:xfrm>
            <a:custGeom>
              <a:avLst/>
              <a:pathLst>
                <a:path w="68909" h="152303">
                  <a:moveTo>
                    <a:pt x="68909" y="0"/>
                  </a:moveTo>
                  <a:lnTo>
                    <a:pt x="0" y="152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37435"/>
              <a:ext cx="68909" cy="152303"/>
            </a:xfrm>
            <a:custGeom>
              <a:avLst/>
              <a:pathLst>
                <a:path w="68909" h="152303">
                  <a:moveTo>
                    <a:pt x="68909" y="0"/>
                  </a:moveTo>
                  <a:lnTo>
                    <a:pt x="0" y="152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37435"/>
              <a:ext cx="68909" cy="152303"/>
            </a:xfrm>
            <a:custGeom>
              <a:avLst/>
              <a:pathLst>
                <a:path w="68909" h="152303">
                  <a:moveTo>
                    <a:pt x="68909" y="0"/>
                  </a:moveTo>
                  <a:lnTo>
                    <a:pt x="0" y="1523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37435"/>
              <a:ext cx="68909" cy="152303"/>
            </a:xfrm>
            <a:custGeom>
              <a:avLst/>
              <a:pathLst>
                <a:path w="68909" h="152303">
                  <a:moveTo>
                    <a:pt x="68909" y="0"/>
                  </a:moveTo>
                  <a:lnTo>
                    <a:pt x="0" y="1523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37435"/>
              <a:ext cx="68909" cy="152303"/>
            </a:xfrm>
            <a:custGeom>
              <a:avLst/>
              <a:pathLst>
                <a:path w="68909" h="152303">
                  <a:moveTo>
                    <a:pt x="68909" y="0"/>
                  </a:moveTo>
                  <a:lnTo>
                    <a:pt x="0" y="1523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22571"/>
              <a:ext cx="68909" cy="167167"/>
            </a:xfrm>
            <a:custGeom>
              <a:avLst/>
              <a:pathLst>
                <a:path w="68909" h="167167">
                  <a:moveTo>
                    <a:pt x="68909" y="14863"/>
                  </a:moveTo>
                  <a:lnTo>
                    <a:pt x="63474" y="12519"/>
                  </a:lnTo>
                  <a:lnTo>
                    <a:pt x="57960" y="10369"/>
                  </a:lnTo>
                  <a:lnTo>
                    <a:pt x="52373" y="8416"/>
                  </a:lnTo>
                  <a:lnTo>
                    <a:pt x="46720" y="6661"/>
                  </a:lnTo>
                  <a:lnTo>
                    <a:pt x="41009" y="5108"/>
                  </a:lnTo>
                  <a:lnTo>
                    <a:pt x="35247" y="3758"/>
                  </a:lnTo>
                  <a:lnTo>
                    <a:pt x="29440" y="2612"/>
                  </a:lnTo>
                  <a:lnTo>
                    <a:pt x="23596" y="1673"/>
                  </a:lnTo>
                  <a:lnTo>
                    <a:pt x="17723" y="942"/>
                  </a:lnTo>
                  <a:lnTo>
                    <a:pt x="11828" y="418"/>
                  </a:lnTo>
                  <a:lnTo>
                    <a:pt x="5917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378109" y="1071028"/>
              <a:ext cx="331859" cy="334334"/>
            </a:xfrm>
            <a:custGeom>
              <a:avLst/>
              <a:pathLst>
                <a:path w="331859" h="334334">
                  <a:moveTo>
                    <a:pt x="167148" y="0"/>
                  </a:moveTo>
                  <a:lnTo>
                    <a:pt x="161841" y="84"/>
                  </a:lnTo>
                  <a:lnTo>
                    <a:pt x="156539" y="336"/>
                  </a:lnTo>
                  <a:lnTo>
                    <a:pt x="151248" y="757"/>
                  </a:lnTo>
                  <a:lnTo>
                    <a:pt x="145973" y="1346"/>
                  </a:lnTo>
                  <a:lnTo>
                    <a:pt x="140719" y="2102"/>
                  </a:lnTo>
                  <a:lnTo>
                    <a:pt x="135492" y="3024"/>
                  </a:lnTo>
                  <a:lnTo>
                    <a:pt x="130297" y="4112"/>
                  </a:lnTo>
                  <a:lnTo>
                    <a:pt x="125139" y="5364"/>
                  </a:lnTo>
                  <a:lnTo>
                    <a:pt x="120023" y="6779"/>
                  </a:lnTo>
                  <a:lnTo>
                    <a:pt x="114955" y="8356"/>
                  </a:lnTo>
                  <a:lnTo>
                    <a:pt x="109939" y="10094"/>
                  </a:lnTo>
                  <a:lnTo>
                    <a:pt x="104981" y="11989"/>
                  </a:lnTo>
                  <a:lnTo>
                    <a:pt x="100086" y="14041"/>
                  </a:lnTo>
                  <a:lnTo>
                    <a:pt x="95258" y="16247"/>
                  </a:lnTo>
                  <a:lnTo>
                    <a:pt x="90503" y="18606"/>
                  </a:lnTo>
                  <a:lnTo>
                    <a:pt x="85825" y="21114"/>
                  </a:lnTo>
                  <a:lnTo>
                    <a:pt x="81230" y="23769"/>
                  </a:lnTo>
                  <a:lnTo>
                    <a:pt x="76720" y="26569"/>
                  </a:lnTo>
                  <a:lnTo>
                    <a:pt x="72302" y="29511"/>
                  </a:lnTo>
                  <a:lnTo>
                    <a:pt x="67980" y="32592"/>
                  </a:lnTo>
                  <a:lnTo>
                    <a:pt x="63757" y="35808"/>
                  </a:lnTo>
                  <a:lnTo>
                    <a:pt x="59639" y="39157"/>
                  </a:lnTo>
                  <a:lnTo>
                    <a:pt x="55629" y="42634"/>
                  </a:lnTo>
                  <a:lnTo>
                    <a:pt x="51732" y="46238"/>
                  </a:lnTo>
                  <a:lnTo>
                    <a:pt x="47951" y="49963"/>
                  </a:lnTo>
                  <a:lnTo>
                    <a:pt x="44290" y="53806"/>
                  </a:lnTo>
                  <a:lnTo>
                    <a:pt x="40753" y="57764"/>
                  </a:lnTo>
                  <a:lnTo>
                    <a:pt x="37343" y="61832"/>
                  </a:lnTo>
                  <a:lnTo>
                    <a:pt x="34064" y="66006"/>
                  </a:lnTo>
                  <a:lnTo>
                    <a:pt x="30920" y="70282"/>
                  </a:lnTo>
                  <a:lnTo>
                    <a:pt x="27912" y="74656"/>
                  </a:lnTo>
                  <a:lnTo>
                    <a:pt x="25046" y="79123"/>
                  </a:lnTo>
                  <a:lnTo>
                    <a:pt x="22322" y="83679"/>
                  </a:lnTo>
                  <a:lnTo>
                    <a:pt x="19744" y="88319"/>
                  </a:lnTo>
                  <a:lnTo>
                    <a:pt x="17315" y="93038"/>
                  </a:lnTo>
                  <a:lnTo>
                    <a:pt x="15038" y="97833"/>
                  </a:lnTo>
                  <a:lnTo>
                    <a:pt x="12913" y="102697"/>
                  </a:lnTo>
                  <a:lnTo>
                    <a:pt x="10944" y="107626"/>
                  </a:lnTo>
                  <a:lnTo>
                    <a:pt x="9132" y="112615"/>
                  </a:lnTo>
                  <a:lnTo>
                    <a:pt x="7480" y="117659"/>
                  </a:lnTo>
                  <a:lnTo>
                    <a:pt x="5989" y="122753"/>
                  </a:lnTo>
                  <a:lnTo>
                    <a:pt x="4660" y="127892"/>
                  </a:lnTo>
                  <a:lnTo>
                    <a:pt x="3495" y="133071"/>
                  </a:lnTo>
                  <a:lnTo>
                    <a:pt x="2495" y="138284"/>
                  </a:lnTo>
                  <a:lnTo>
                    <a:pt x="1661" y="143526"/>
                  </a:lnTo>
                  <a:lnTo>
                    <a:pt x="994" y="148791"/>
                  </a:lnTo>
                  <a:lnTo>
                    <a:pt x="494" y="154076"/>
                  </a:lnTo>
                  <a:lnTo>
                    <a:pt x="163" y="159373"/>
                  </a:lnTo>
                  <a:lnTo>
                    <a:pt x="0" y="164679"/>
                  </a:lnTo>
                  <a:lnTo>
                    <a:pt x="5" y="169986"/>
                  </a:lnTo>
                  <a:lnTo>
                    <a:pt x="179" y="175291"/>
                  </a:lnTo>
                  <a:lnTo>
                    <a:pt x="521" y="180588"/>
                  </a:lnTo>
                  <a:lnTo>
                    <a:pt x="1031" y="185872"/>
                  </a:lnTo>
                  <a:lnTo>
                    <a:pt x="1708" y="191136"/>
                  </a:lnTo>
                  <a:lnTo>
                    <a:pt x="2553" y="196376"/>
                  </a:lnTo>
                  <a:lnTo>
                    <a:pt x="3563" y="201587"/>
                  </a:lnTo>
                  <a:lnTo>
                    <a:pt x="4738" y="206763"/>
                  </a:lnTo>
                  <a:lnTo>
                    <a:pt x="6077" y="211900"/>
                  </a:lnTo>
                  <a:lnTo>
                    <a:pt x="7579" y="216991"/>
                  </a:lnTo>
                  <a:lnTo>
                    <a:pt x="9241" y="222032"/>
                  </a:lnTo>
                  <a:lnTo>
                    <a:pt x="11062" y="227017"/>
                  </a:lnTo>
                  <a:lnTo>
                    <a:pt x="13041" y="231942"/>
                  </a:lnTo>
                  <a:lnTo>
                    <a:pt x="15175" y="236802"/>
                  </a:lnTo>
                  <a:lnTo>
                    <a:pt x="17463" y="241592"/>
                  </a:lnTo>
                  <a:lnTo>
                    <a:pt x="19901" y="246307"/>
                  </a:lnTo>
                  <a:lnTo>
                    <a:pt x="22488" y="250942"/>
                  </a:lnTo>
                  <a:lnTo>
                    <a:pt x="25220" y="255492"/>
                  </a:lnTo>
                  <a:lnTo>
                    <a:pt x="28096" y="259954"/>
                  </a:lnTo>
                  <a:lnTo>
                    <a:pt x="31112" y="264321"/>
                  </a:lnTo>
                  <a:lnTo>
                    <a:pt x="34265" y="268591"/>
                  </a:lnTo>
                  <a:lnTo>
                    <a:pt x="37552" y="272759"/>
                  </a:lnTo>
                  <a:lnTo>
                    <a:pt x="40970" y="276820"/>
                  </a:lnTo>
                  <a:lnTo>
                    <a:pt x="44514" y="280771"/>
                  </a:lnTo>
                  <a:lnTo>
                    <a:pt x="48183" y="284607"/>
                  </a:lnTo>
                  <a:lnTo>
                    <a:pt x="51971" y="288325"/>
                  </a:lnTo>
                  <a:lnTo>
                    <a:pt x="55876" y="291920"/>
                  </a:lnTo>
                  <a:lnTo>
                    <a:pt x="59893" y="295390"/>
                  </a:lnTo>
                  <a:lnTo>
                    <a:pt x="64018" y="298731"/>
                  </a:lnTo>
                  <a:lnTo>
                    <a:pt x="68246" y="301938"/>
                  </a:lnTo>
                  <a:lnTo>
                    <a:pt x="72575" y="305010"/>
                  </a:lnTo>
                  <a:lnTo>
                    <a:pt x="76999" y="307943"/>
                  </a:lnTo>
                  <a:lnTo>
                    <a:pt x="81514" y="310735"/>
                  </a:lnTo>
                  <a:lnTo>
                    <a:pt x="86115" y="313381"/>
                  </a:lnTo>
                  <a:lnTo>
                    <a:pt x="90798" y="315880"/>
                  </a:lnTo>
                  <a:lnTo>
                    <a:pt x="95558" y="318229"/>
                  </a:lnTo>
                  <a:lnTo>
                    <a:pt x="100390" y="320426"/>
                  </a:lnTo>
                  <a:lnTo>
                    <a:pt x="105289" y="322468"/>
                  </a:lnTo>
                  <a:lnTo>
                    <a:pt x="110250" y="324353"/>
                  </a:lnTo>
                  <a:lnTo>
                    <a:pt x="115269" y="326081"/>
                  </a:lnTo>
                  <a:lnTo>
                    <a:pt x="120341" y="327647"/>
                  </a:lnTo>
                  <a:lnTo>
                    <a:pt x="125459" y="329053"/>
                  </a:lnTo>
                  <a:lnTo>
                    <a:pt x="130620" y="330295"/>
                  </a:lnTo>
                  <a:lnTo>
                    <a:pt x="135817" y="331372"/>
                  </a:lnTo>
                  <a:lnTo>
                    <a:pt x="141046" y="332284"/>
                  </a:lnTo>
                  <a:lnTo>
                    <a:pt x="146302" y="333029"/>
                  </a:lnTo>
                  <a:lnTo>
                    <a:pt x="151578" y="333608"/>
                  </a:lnTo>
                  <a:lnTo>
                    <a:pt x="156870" y="334018"/>
                  </a:lnTo>
                  <a:lnTo>
                    <a:pt x="162172" y="334260"/>
                  </a:lnTo>
                  <a:lnTo>
                    <a:pt x="167480" y="334334"/>
                  </a:lnTo>
                  <a:lnTo>
                    <a:pt x="172787" y="334239"/>
                  </a:lnTo>
                  <a:lnTo>
                    <a:pt x="178088" y="333976"/>
                  </a:lnTo>
                  <a:lnTo>
                    <a:pt x="183378" y="333545"/>
                  </a:lnTo>
                  <a:lnTo>
                    <a:pt x="188652" y="332946"/>
                  </a:lnTo>
                  <a:lnTo>
                    <a:pt x="193905" y="332179"/>
                  </a:lnTo>
                  <a:lnTo>
                    <a:pt x="199130" y="331247"/>
                  </a:lnTo>
                  <a:lnTo>
                    <a:pt x="204323" y="330149"/>
                  </a:lnTo>
                  <a:lnTo>
                    <a:pt x="209479" y="328886"/>
                  </a:lnTo>
                  <a:lnTo>
                    <a:pt x="214591" y="327461"/>
                  </a:lnTo>
                  <a:lnTo>
                    <a:pt x="219657" y="325874"/>
                  </a:lnTo>
                  <a:lnTo>
                    <a:pt x="224669" y="324127"/>
                  </a:lnTo>
                  <a:lnTo>
                    <a:pt x="229623" y="322221"/>
                  </a:lnTo>
                  <a:lnTo>
                    <a:pt x="234514" y="320160"/>
                  </a:lnTo>
                  <a:lnTo>
                    <a:pt x="239337" y="317944"/>
                  </a:lnTo>
                  <a:lnTo>
                    <a:pt x="244088" y="315576"/>
                  </a:lnTo>
                  <a:lnTo>
                    <a:pt x="248761" y="313059"/>
                  </a:lnTo>
                  <a:lnTo>
                    <a:pt x="253351" y="310394"/>
                  </a:lnTo>
                  <a:lnTo>
                    <a:pt x="257855" y="307585"/>
                  </a:lnTo>
                  <a:lnTo>
                    <a:pt x="262267" y="304635"/>
                  </a:lnTo>
                  <a:lnTo>
                    <a:pt x="266584" y="301546"/>
                  </a:lnTo>
                  <a:lnTo>
                    <a:pt x="270800" y="298321"/>
                  </a:lnTo>
                  <a:lnTo>
                    <a:pt x="274911" y="294964"/>
                  </a:lnTo>
                  <a:lnTo>
                    <a:pt x="278914" y="291478"/>
                  </a:lnTo>
                  <a:lnTo>
                    <a:pt x="282805" y="287867"/>
                  </a:lnTo>
                  <a:lnTo>
                    <a:pt x="286578" y="284135"/>
                  </a:lnTo>
                  <a:lnTo>
                    <a:pt x="290232" y="280284"/>
                  </a:lnTo>
                  <a:lnTo>
                    <a:pt x="293761" y="276319"/>
                  </a:lnTo>
                  <a:lnTo>
                    <a:pt x="297162" y="272245"/>
                  </a:lnTo>
                  <a:lnTo>
                    <a:pt x="300433" y="268064"/>
                  </a:lnTo>
                  <a:lnTo>
                    <a:pt x="303569" y="263782"/>
                  </a:lnTo>
                  <a:lnTo>
                    <a:pt x="306567" y="259402"/>
                  </a:lnTo>
                  <a:lnTo>
                    <a:pt x="309425" y="254929"/>
                  </a:lnTo>
                  <a:lnTo>
                    <a:pt x="312140" y="250368"/>
                  </a:lnTo>
                  <a:lnTo>
                    <a:pt x="314708" y="245723"/>
                  </a:lnTo>
                  <a:lnTo>
                    <a:pt x="317128" y="240999"/>
                  </a:lnTo>
                  <a:lnTo>
                    <a:pt x="319396" y="236200"/>
                  </a:lnTo>
                  <a:lnTo>
                    <a:pt x="321511" y="231331"/>
                  </a:lnTo>
                  <a:lnTo>
                    <a:pt x="323470" y="226398"/>
                  </a:lnTo>
                  <a:lnTo>
                    <a:pt x="325272" y="221406"/>
                  </a:lnTo>
                  <a:lnTo>
                    <a:pt x="326914" y="216358"/>
                  </a:lnTo>
                  <a:lnTo>
                    <a:pt x="328396" y="211261"/>
                  </a:lnTo>
                  <a:lnTo>
                    <a:pt x="329714" y="206120"/>
                  </a:lnTo>
                  <a:lnTo>
                    <a:pt x="330869" y="200939"/>
                  </a:lnTo>
                  <a:lnTo>
                    <a:pt x="331859" y="195724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238196"/>
              <a:ext cx="164831" cy="28557"/>
            </a:xfrm>
            <a:custGeom>
              <a:avLst/>
              <a:pathLst>
                <a:path w="164831" h="28557">
                  <a:moveTo>
                    <a:pt x="164710" y="28557"/>
                  </a:moveTo>
                  <a:lnTo>
                    <a:pt x="164831" y="278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071028"/>
              <a:ext cx="167163" cy="195017"/>
            </a:xfrm>
            <a:custGeom>
              <a:avLst/>
              <a:pathLst>
                <a:path w="167163" h="195017">
                  <a:moveTo>
                    <a:pt x="164831" y="195017"/>
                  </a:moveTo>
                  <a:lnTo>
                    <a:pt x="165642" y="189698"/>
                  </a:lnTo>
                  <a:lnTo>
                    <a:pt x="166281" y="184355"/>
                  </a:lnTo>
                  <a:lnTo>
                    <a:pt x="166748" y="178995"/>
                  </a:lnTo>
                  <a:lnTo>
                    <a:pt x="167042" y="173622"/>
                  </a:lnTo>
                  <a:lnTo>
                    <a:pt x="167163" y="168243"/>
                  </a:lnTo>
                  <a:lnTo>
                    <a:pt x="167112" y="162863"/>
                  </a:lnTo>
                  <a:lnTo>
                    <a:pt x="166886" y="157487"/>
                  </a:lnTo>
                  <a:lnTo>
                    <a:pt x="166488" y="152121"/>
                  </a:lnTo>
                  <a:lnTo>
                    <a:pt x="165918" y="146771"/>
                  </a:lnTo>
                  <a:lnTo>
                    <a:pt x="165176" y="141441"/>
                  </a:lnTo>
                  <a:lnTo>
                    <a:pt x="164262" y="136139"/>
                  </a:lnTo>
                  <a:lnTo>
                    <a:pt x="163178" y="130869"/>
                  </a:lnTo>
                  <a:lnTo>
                    <a:pt x="161926" y="125636"/>
                  </a:lnTo>
                  <a:lnTo>
                    <a:pt x="160505" y="120446"/>
                  </a:lnTo>
                  <a:lnTo>
                    <a:pt x="158919" y="115305"/>
                  </a:lnTo>
                  <a:lnTo>
                    <a:pt x="157167" y="110217"/>
                  </a:lnTo>
                  <a:lnTo>
                    <a:pt x="155253" y="105188"/>
                  </a:lnTo>
                  <a:lnTo>
                    <a:pt x="153178" y="100224"/>
                  </a:lnTo>
                  <a:lnTo>
                    <a:pt x="150944" y="95329"/>
                  </a:lnTo>
                  <a:lnTo>
                    <a:pt x="148554" y="90508"/>
                  </a:lnTo>
                  <a:lnTo>
                    <a:pt x="146010" y="85767"/>
                  </a:lnTo>
                  <a:lnTo>
                    <a:pt x="143315" y="81110"/>
                  </a:lnTo>
                  <a:lnTo>
                    <a:pt x="140471" y="76543"/>
                  </a:lnTo>
                  <a:lnTo>
                    <a:pt x="137481" y="72069"/>
                  </a:lnTo>
                  <a:lnTo>
                    <a:pt x="134350" y="67693"/>
                  </a:lnTo>
                  <a:lnTo>
                    <a:pt x="131079" y="63421"/>
                  </a:lnTo>
                  <a:lnTo>
                    <a:pt x="127672" y="59256"/>
                  </a:lnTo>
                  <a:lnTo>
                    <a:pt x="124133" y="55203"/>
                  </a:lnTo>
                  <a:lnTo>
                    <a:pt x="120465" y="51267"/>
                  </a:lnTo>
                  <a:lnTo>
                    <a:pt x="116673" y="47450"/>
                  </a:lnTo>
                  <a:lnTo>
                    <a:pt x="112760" y="43757"/>
                  </a:lnTo>
                  <a:lnTo>
                    <a:pt x="108730" y="40192"/>
                  </a:lnTo>
                  <a:lnTo>
                    <a:pt x="104587" y="36758"/>
                  </a:lnTo>
                  <a:lnTo>
                    <a:pt x="100336" y="33460"/>
                  </a:lnTo>
                  <a:lnTo>
                    <a:pt x="95981" y="30300"/>
                  </a:lnTo>
                  <a:lnTo>
                    <a:pt x="91526" y="27282"/>
                  </a:lnTo>
                  <a:lnTo>
                    <a:pt x="86977" y="24409"/>
                  </a:lnTo>
                  <a:lnTo>
                    <a:pt x="82338" y="21684"/>
                  </a:lnTo>
                  <a:lnTo>
                    <a:pt x="77613" y="19109"/>
                  </a:lnTo>
                  <a:lnTo>
                    <a:pt x="72808" y="16688"/>
                  </a:lnTo>
                  <a:lnTo>
                    <a:pt x="67927" y="14423"/>
                  </a:lnTo>
                  <a:lnTo>
                    <a:pt x="62976" y="12316"/>
                  </a:lnTo>
                  <a:lnTo>
                    <a:pt x="57960" y="10369"/>
                  </a:lnTo>
                  <a:lnTo>
                    <a:pt x="52884" y="8585"/>
                  </a:lnTo>
                  <a:lnTo>
                    <a:pt x="47753" y="6965"/>
                  </a:lnTo>
                  <a:lnTo>
                    <a:pt x="42572" y="5511"/>
                  </a:lnTo>
                  <a:lnTo>
                    <a:pt x="37348" y="4225"/>
                  </a:lnTo>
                  <a:lnTo>
                    <a:pt x="32084" y="3107"/>
                  </a:lnTo>
                  <a:lnTo>
                    <a:pt x="26788" y="2160"/>
                  </a:lnTo>
                  <a:lnTo>
                    <a:pt x="21464" y="1383"/>
                  </a:lnTo>
                  <a:lnTo>
                    <a:pt x="16117" y="778"/>
                  </a:lnTo>
                  <a:lnTo>
                    <a:pt x="10754" y="346"/>
                  </a:lnTo>
                  <a:lnTo>
                    <a:pt x="5379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04328" y="941493"/>
              <a:ext cx="119215" cy="167167"/>
            </a:xfrm>
            <a:custGeom>
              <a:avLst/>
              <a:pathLst>
                <a:path w="119215" h="167167">
                  <a:moveTo>
                    <a:pt x="119215" y="0"/>
                  </a:moveTo>
                  <a:lnTo>
                    <a:pt x="113686" y="91"/>
                  </a:lnTo>
                  <a:lnTo>
                    <a:pt x="108162" y="365"/>
                  </a:lnTo>
                  <a:lnTo>
                    <a:pt x="102651" y="822"/>
                  </a:lnTo>
                  <a:lnTo>
                    <a:pt x="97158" y="1461"/>
                  </a:lnTo>
                  <a:lnTo>
                    <a:pt x="91689" y="2281"/>
                  </a:lnTo>
                  <a:lnTo>
                    <a:pt x="86250" y="3282"/>
                  </a:lnTo>
                  <a:lnTo>
                    <a:pt x="80848" y="4462"/>
                  </a:lnTo>
                  <a:lnTo>
                    <a:pt x="75487" y="5820"/>
                  </a:lnTo>
                  <a:lnTo>
                    <a:pt x="70174" y="7355"/>
                  </a:lnTo>
                  <a:lnTo>
                    <a:pt x="64915" y="9064"/>
                  </a:lnTo>
                  <a:lnTo>
                    <a:pt x="59715" y="10947"/>
                  </a:lnTo>
                  <a:lnTo>
                    <a:pt x="54581" y="13000"/>
                  </a:lnTo>
                  <a:lnTo>
                    <a:pt x="49517" y="15223"/>
                  </a:lnTo>
                  <a:lnTo>
                    <a:pt x="44529" y="17611"/>
                  </a:lnTo>
                  <a:lnTo>
                    <a:pt x="39623" y="20163"/>
                  </a:lnTo>
                  <a:lnTo>
                    <a:pt x="34804" y="22876"/>
                  </a:lnTo>
                  <a:lnTo>
                    <a:pt x="30078" y="25747"/>
                  </a:lnTo>
                  <a:lnTo>
                    <a:pt x="25449" y="28773"/>
                  </a:lnTo>
                  <a:lnTo>
                    <a:pt x="20923" y="31950"/>
                  </a:lnTo>
                  <a:lnTo>
                    <a:pt x="16504" y="35275"/>
                  </a:lnTo>
                  <a:lnTo>
                    <a:pt x="12198" y="38745"/>
                  </a:lnTo>
                  <a:lnTo>
                    <a:pt x="8008" y="42355"/>
                  </a:lnTo>
                  <a:lnTo>
                    <a:pt x="3941" y="46102"/>
                  </a:lnTo>
                  <a:lnTo>
                    <a:pt x="0" y="49981"/>
                  </a:lnTo>
                  <a:lnTo>
                    <a:pt x="11921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04328" y="991474"/>
              <a:ext cx="119215" cy="117186"/>
            </a:xfrm>
            <a:custGeom>
              <a:avLst/>
              <a:pathLst>
                <a:path w="119215" h="117186">
                  <a:moveTo>
                    <a:pt x="0" y="0"/>
                  </a:moveTo>
                  <a:lnTo>
                    <a:pt x="119215" y="1171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856391" y="959131"/>
              <a:ext cx="334316" cy="316693"/>
            </a:xfrm>
            <a:custGeom>
              <a:avLst/>
              <a:pathLst>
                <a:path w="334316" h="316693">
                  <a:moveTo>
                    <a:pt x="47936" y="32342"/>
                  </a:moveTo>
                  <a:lnTo>
                    <a:pt x="44270" y="36193"/>
                  </a:lnTo>
                  <a:lnTo>
                    <a:pt x="40728" y="40158"/>
                  </a:lnTo>
                  <a:lnTo>
                    <a:pt x="37313" y="44234"/>
                  </a:lnTo>
                  <a:lnTo>
                    <a:pt x="34030" y="48417"/>
                  </a:lnTo>
                  <a:lnTo>
                    <a:pt x="30882" y="52702"/>
                  </a:lnTo>
                  <a:lnTo>
                    <a:pt x="27872" y="57084"/>
                  </a:lnTo>
                  <a:lnTo>
                    <a:pt x="25002" y="61561"/>
                  </a:lnTo>
                  <a:lnTo>
                    <a:pt x="22276" y="66126"/>
                  </a:lnTo>
                  <a:lnTo>
                    <a:pt x="19697" y="70775"/>
                  </a:lnTo>
                  <a:lnTo>
                    <a:pt x="17267" y="75505"/>
                  </a:lnTo>
                  <a:lnTo>
                    <a:pt x="14989" y="80309"/>
                  </a:lnTo>
                  <a:lnTo>
                    <a:pt x="12864" y="85183"/>
                  </a:lnTo>
                  <a:lnTo>
                    <a:pt x="10896" y="90123"/>
                  </a:lnTo>
                  <a:lnTo>
                    <a:pt x="9086" y="95122"/>
                  </a:lnTo>
                  <a:lnTo>
                    <a:pt x="7436" y="100176"/>
                  </a:lnTo>
                  <a:lnTo>
                    <a:pt x="5947" y="105281"/>
                  </a:lnTo>
                  <a:lnTo>
                    <a:pt x="4621" y="110430"/>
                  </a:lnTo>
                  <a:lnTo>
                    <a:pt x="3460" y="115619"/>
                  </a:lnTo>
                  <a:lnTo>
                    <a:pt x="2464" y="120842"/>
                  </a:lnTo>
                  <a:lnTo>
                    <a:pt x="1635" y="126094"/>
                  </a:lnTo>
                  <a:lnTo>
                    <a:pt x="974" y="131369"/>
                  </a:lnTo>
                  <a:lnTo>
                    <a:pt x="480" y="136664"/>
                  </a:lnTo>
                  <a:lnTo>
                    <a:pt x="155" y="141971"/>
                  </a:lnTo>
                  <a:lnTo>
                    <a:pt x="0" y="147286"/>
                  </a:lnTo>
                  <a:lnTo>
                    <a:pt x="13" y="152603"/>
                  </a:lnTo>
                  <a:lnTo>
                    <a:pt x="195" y="157917"/>
                  </a:lnTo>
                  <a:lnTo>
                    <a:pt x="546" y="163222"/>
                  </a:lnTo>
                  <a:lnTo>
                    <a:pt x="1066" y="168514"/>
                  </a:lnTo>
                  <a:lnTo>
                    <a:pt x="1754" y="173786"/>
                  </a:lnTo>
                  <a:lnTo>
                    <a:pt x="2609" y="179034"/>
                  </a:lnTo>
                  <a:lnTo>
                    <a:pt x="3630" y="184252"/>
                  </a:lnTo>
                  <a:lnTo>
                    <a:pt x="4817" y="189435"/>
                  </a:lnTo>
                  <a:lnTo>
                    <a:pt x="6169" y="194577"/>
                  </a:lnTo>
                  <a:lnTo>
                    <a:pt x="7683" y="199674"/>
                  </a:lnTo>
                  <a:lnTo>
                    <a:pt x="9358" y="204720"/>
                  </a:lnTo>
                  <a:lnTo>
                    <a:pt x="11193" y="209711"/>
                  </a:lnTo>
                  <a:lnTo>
                    <a:pt x="13186" y="214640"/>
                  </a:lnTo>
                  <a:lnTo>
                    <a:pt x="15335" y="219504"/>
                  </a:lnTo>
                  <a:lnTo>
                    <a:pt x="17637" y="224297"/>
                  </a:lnTo>
                  <a:lnTo>
                    <a:pt x="20090" y="229014"/>
                  </a:lnTo>
                  <a:lnTo>
                    <a:pt x="22693" y="233651"/>
                  </a:lnTo>
                  <a:lnTo>
                    <a:pt x="25441" y="238202"/>
                  </a:lnTo>
                  <a:lnTo>
                    <a:pt x="28333" y="242664"/>
                  </a:lnTo>
                  <a:lnTo>
                    <a:pt x="31365" y="247032"/>
                  </a:lnTo>
                  <a:lnTo>
                    <a:pt x="34535" y="251301"/>
                  </a:lnTo>
                  <a:lnTo>
                    <a:pt x="37838" y="255467"/>
                  </a:lnTo>
                  <a:lnTo>
                    <a:pt x="41273" y="259526"/>
                  </a:lnTo>
                  <a:lnTo>
                    <a:pt x="44835" y="263474"/>
                  </a:lnTo>
                  <a:lnTo>
                    <a:pt x="48520" y="267306"/>
                  </a:lnTo>
                  <a:lnTo>
                    <a:pt x="52326" y="271019"/>
                  </a:lnTo>
                  <a:lnTo>
                    <a:pt x="56248" y="274610"/>
                  </a:lnTo>
                  <a:lnTo>
                    <a:pt x="60282" y="278073"/>
                  </a:lnTo>
                  <a:lnTo>
                    <a:pt x="64424" y="281407"/>
                  </a:lnTo>
                  <a:lnTo>
                    <a:pt x="68670" y="284607"/>
                  </a:lnTo>
                  <a:lnTo>
                    <a:pt x="73016" y="287671"/>
                  </a:lnTo>
                  <a:lnTo>
                    <a:pt x="77457" y="290595"/>
                  </a:lnTo>
                  <a:lnTo>
                    <a:pt x="81988" y="293376"/>
                  </a:lnTo>
                  <a:lnTo>
                    <a:pt x="86606" y="296012"/>
                  </a:lnTo>
                  <a:lnTo>
                    <a:pt x="91306" y="298499"/>
                  </a:lnTo>
                  <a:lnTo>
                    <a:pt x="96082" y="300836"/>
                  </a:lnTo>
                  <a:lnTo>
                    <a:pt x="100930" y="303020"/>
                  </a:lnTo>
                  <a:lnTo>
                    <a:pt x="105845" y="305048"/>
                  </a:lnTo>
                  <a:lnTo>
                    <a:pt x="110822" y="306919"/>
                  </a:lnTo>
                  <a:lnTo>
                    <a:pt x="115855" y="308631"/>
                  </a:lnTo>
                  <a:lnTo>
                    <a:pt x="120941" y="310182"/>
                  </a:lnTo>
                  <a:lnTo>
                    <a:pt x="126074" y="311570"/>
                  </a:lnTo>
                  <a:lnTo>
                    <a:pt x="131248" y="312795"/>
                  </a:lnTo>
                  <a:lnTo>
                    <a:pt x="136459" y="313854"/>
                  </a:lnTo>
                  <a:lnTo>
                    <a:pt x="141700" y="314747"/>
                  </a:lnTo>
                  <a:lnTo>
                    <a:pt x="146967" y="315473"/>
                  </a:lnTo>
                  <a:lnTo>
                    <a:pt x="152255" y="316031"/>
                  </a:lnTo>
                  <a:lnTo>
                    <a:pt x="157558" y="316421"/>
                  </a:lnTo>
                  <a:lnTo>
                    <a:pt x="162870" y="316641"/>
                  </a:lnTo>
                  <a:lnTo>
                    <a:pt x="168187" y="316693"/>
                  </a:lnTo>
                  <a:lnTo>
                    <a:pt x="173503" y="316575"/>
                  </a:lnTo>
                  <a:lnTo>
                    <a:pt x="178812" y="316289"/>
                  </a:lnTo>
                  <a:lnTo>
                    <a:pt x="184110" y="315834"/>
                  </a:lnTo>
                  <a:lnTo>
                    <a:pt x="189390" y="315210"/>
                  </a:lnTo>
                  <a:lnTo>
                    <a:pt x="194648" y="314419"/>
                  </a:lnTo>
                  <a:lnTo>
                    <a:pt x="199878" y="313461"/>
                  </a:lnTo>
                  <a:lnTo>
                    <a:pt x="205075" y="312338"/>
                  </a:lnTo>
                  <a:lnTo>
                    <a:pt x="210234" y="311049"/>
                  </a:lnTo>
                  <a:lnTo>
                    <a:pt x="215349" y="309597"/>
                  </a:lnTo>
                  <a:lnTo>
                    <a:pt x="220415" y="307984"/>
                  </a:lnTo>
                  <a:lnTo>
                    <a:pt x="225427" y="306210"/>
                  </a:lnTo>
                  <a:lnTo>
                    <a:pt x="230381" y="304277"/>
                  </a:lnTo>
                  <a:lnTo>
                    <a:pt x="235270" y="302188"/>
                  </a:lnTo>
                  <a:lnTo>
                    <a:pt x="240091" y="299944"/>
                  </a:lnTo>
                  <a:lnTo>
                    <a:pt x="244838" y="297549"/>
                  </a:lnTo>
                  <a:lnTo>
                    <a:pt x="249506" y="295003"/>
                  </a:lnTo>
                  <a:lnTo>
                    <a:pt x="254091" y="292310"/>
                  </a:lnTo>
                  <a:lnTo>
                    <a:pt x="258587" y="289473"/>
                  </a:lnTo>
                  <a:lnTo>
                    <a:pt x="262992" y="286495"/>
                  </a:lnTo>
                  <a:lnTo>
                    <a:pt x="267299" y="283377"/>
                  </a:lnTo>
                  <a:lnTo>
                    <a:pt x="271505" y="280125"/>
                  </a:lnTo>
                  <a:lnTo>
                    <a:pt x="275606" y="276740"/>
                  </a:lnTo>
                  <a:lnTo>
                    <a:pt x="279597" y="273226"/>
                  </a:lnTo>
                  <a:lnTo>
                    <a:pt x="283474" y="269588"/>
                  </a:lnTo>
                  <a:lnTo>
                    <a:pt x="287233" y="265828"/>
                  </a:lnTo>
                  <a:lnTo>
                    <a:pt x="290871" y="261950"/>
                  </a:lnTo>
                  <a:lnTo>
                    <a:pt x="294384" y="257958"/>
                  </a:lnTo>
                  <a:lnTo>
                    <a:pt x="297768" y="253857"/>
                  </a:lnTo>
                  <a:lnTo>
                    <a:pt x="301020" y="249650"/>
                  </a:lnTo>
                  <a:lnTo>
                    <a:pt x="304136" y="245342"/>
                  </a:lnTo>
                  <a:lnTo>
                    <a:pt x="307114" y="240938"/>
                  </a:lnTo>
                  <a:lnTo>
                    <a:pt x="309950" y="236440"/>
                  </a:lnTo>
                  <a:lnTo>
                    <a:pt x="312642" y="231855"/>
                  </a:lnTo>
                  <a:lnTo>
                    <a:pt x="315187" y="227186"/>
                  </a:lnTo>
                  <a:lnTo>
                    <a:pt x="317581" y="222439"/>
                  </a:lnTo>
                  <a:lnTo>
                    <a:pt x="319824" y="217618"/>
                  </a:lnTo>
                  <a:lnTo>
                    <a:pt x="321912" y="212728"/>
                  </a:lnTo>
                  <a:lnTo>
                    <a:pt x="323844" y="207774"/>
                  </a:lnTo>
                  <a:lnTo>
                    <a:pt x="325617" y="202762"/>
                  </a:lnTo>
                  <a:lnTo>
                    <a:pt x="327230" y="197695"/>
                  </a:lnTo>
                  <a:lnTo>
                    <a:pt x="328681" y="192580"/>
                  </a:lnTo>
                  <a:lnTo>
                    <a:pt x="329968" y="187421"/>
                  </a:lnTo>
                  <a:lnTo>
                    <a:pt x="331091" y="182224"/>
                  </a:lnTo>
                  <a:lnTo>
                    <a:pt x="332048" y="176993"/>
                  </a:lnTo>
                  <a:lnTo>
                    <a:pt x="332838" y="171735"/>
                  </a:lnTo>
                  <a:lnTo>
                    <a:pt x="333460" y="166455"/>
                  </a:lnTo>
                  <a:lnTo>
                    <a:pt x="333914" y="161157"/>
                  </a:lnTo>
                  <a:lnTo>
                    <a:pt x="334200" y="155848"/>
                  </a:lnTo>
                  <a:lnTo>
                    <a:pt x="334316" y="150532"/>
                  </a:lnTo>
                  <a:lnTo>
                    <a:pt x="334264" y="145215"/>
                  </a:lnTo>
                  <a:lnTo>
                    <a:pt x="334042" y="139903"/>
                  </a:lnTo>
                  <a:lnTo>
                    <a:pt x="333651" y="134600"/>
                  </a:lnTo>
                  <a:lnTo>
                    <a:pt x="333092" y="129313"/>
                  </a:lnTo>
                  <a:lnTo>
                    <a:pt x="332366" y="124045"/>
                  </a:lnTo>
                  <a:lnTo>
                    <a:pt x="331472" y="118804"/>
                  </a:lnTo>
                  <a:lnTo>
                    <a:pt x="330411" y="113594"/>
                  </a:lnTo>
                  <a:lnTo>
                    <a:pt x="329186" y="108420"/>
                  </a:lnTo>
                  <a:lnTo>
                    <a:pt x="327797" y="103288"/>
                  </a:lnTo>
                  <a:lnTo>
                    <a:pt x="326245" y="98202"/>
                  </a:lnTo>
                  <a:lnTo>
                    <a:pt x="324532" y="93168"/>
                  </a:lnTo>
                  <a:lnTo>
                    <a:pt x="322660" y="88192"/>
                  </a:lnTo>
                  <a:lnTo>
                    <a:pt x="320631" y="83277"/>
                  </a:lnTo>
                  <a:lnTo>
                    <a:pt x="318446" y="78430"/>
                  </a:lnTo>
                  <a:lnTo>
                    <a:pt x="316108" y="73654"/>
                  </a:lnTo>
                  <a:lnTo>
                    <a:pt x="313620" y="68955"/>
                  </a:lnTo>
                  <a:lnTo>
                    <a:pt x="310983" y="64338"/>
                  </a:lnTo>
                  <a:lnTo>
                    <a:pt x="308201" y="59807"/>
                  </a:lnTo>
                  <a:lnTo>
                    <a:pt x="305276" y="55366"/>
                  </a:lnTo>
                  <a:lnTo>
                    <a:pt x="302212" y="51021"/>
                  </a:lnTo>
                  <a:lnTo>
                    <a:pt x="299011" y="46776"/>
                  </a:lnTo>
                  <a:lnTo>
                    <a:pt x="295676" y="42634"/>
                  </a:lnTo>
                  <a:lnTo>
                    <a:pt x="292212" y="38601"/>
                  </a:lnTo>
                  <a:lnTo>
                    <a:pt x="288621" y="34680"/>
                  </a:lnTo>
                  <a:lnTo>
                    <a:pt x="284907" y="30875"/>
                  </a:lnTo>
                  <a:lnTo>
                    <a:pt x="281074" y="27190"/>
                  </a:lnTo>
                  <a:lnTo>
                    <a:pt x="277125" y="23629"/>
                  </a:lnTo>
                  <a:lnTo>
                    <a:pt x="273066" y="20195"/>
                  </a:lnTo>
                  <a:lnTo>
                    <a:pt x="268899" y="16892"/>
                  </a:lnTo>
                  <a:lnTo>
                    <a:pt x="264629" y="13723"/>
                  </a:lnTo>
                  <a:lnTo>
                    <a:pt x="260261" y="10692"/>
                  </a:lnTo>
                  <a:lnTo>
                    <a:pt x="255798" y="7801"/>
                  </a:lnTo>
                  <a:lnTo>
                    <a:pt x="251246" y="5053"/>
                  </a:lnTo>
                  <a:lnTo>
                    <a:pt x="246609" y="2452"/>
                  </a:lnTo>
                  <a:lnTo>
                    <a:pt x="241891" y="0"/>
                  </a:lnTo>
                  <a:lnTo>
                    <a:pt x="167152" y="1495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5023544" y="941493"/>
              <a:ext cx="74739" cy="167167"/>
            </a:xfrm>
            <a:custGeom>
              <a:avLst/>
              <a:pathLst>
                <a:path w="74739" h="167167">
                  <a:moveTo>
                    <a:pt x="74739" y="17638"/>
                  </a:moveTo>
                  <a:lnTo>
                    <a:pt x="69361" y="15069"/>
                  </a:lnTo>
                  <a:lnTo>
                    <a:pt x="63895" y="12693"/>
                  </a:lnTo>
                  <a:lnTo>
                    <a:pt x="58348" y="10513"/>
                  </a:lnTo>
                  <a:lnTo>
                    <a:pt x="52727" y="8533"/>
                  </a:lnTo>
                  <a:lnTo>
                    <a:pt x="47038" y="6754"/>
                  </a:lnTo>
                  <a:lnTo>
                    <a:pt x="41290" y="5179"/>
                  </a:lnTo>
                  <a:lnTo>
                    <a:pt x="35489" y="3810"/>
                  </a:lnTo>
                  <a:lnTo>
                    <a:pt x="29644" y="2649"/>
                  </a:lnTo>
                  <a:lnTo>
                    <a:pt x="23760" y="1697"/>
                  </a:lnTo>
                  <a:lnTo>
                    <a:pt x="17846" y="955"/>
                  </a:lnTo>
                  <a:lnTo>
                    <a:pt x="11910" y="424"/>
                  </a:lnTo>
                  <a:lnTo>
                    <a:pt x="5959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71614" y="941493"/>
              <a:ext cx="114601" cy="167167"/>
            </a:xfrm>
            <a:custGeom>
              <a:avLst/>
              <a:pathLst>
                <a:path w="114601" h="167167">
                  <a:moveTo>
                    <a:pt x="114601" y="0"/>
                  </a:moveTo>
                  <a:lnTo>
                    <a:pt x="109112" y="90"/>
                  </a:lnTo>
                  <a:lnTo>
                    <a:pt x="103629" y="360"/>
                  </a:lnTo>
                  <a:lnTo>
                    <a:pt x="98157" y="810"/>
                  </a:lnTo>
                  <a:lnTo>
                    <a:pt x="92704" y="1440"/>
                  </a:lnTo>
                  <a:lnTo>
                    <a:pt x="87274" y="2248"/>
                  </a:lnTo>
                  <a:lnTo>
                    <a:pt x="81873" y="3234"/>
                  </a:lnTo>
                  <a:lnTo>
                    <a:pt x="76508" y="4397"/>
                  </a:lnTo>
                  <a:lnTo>
                    <a:pt x="71184" y="5736"/>
                  </a:lnTo>
                  <a:lnTo>
                    <a:pt x="65907" y="7249"/>
                  </a:lnTo>
                  <a:lnTo>
                    <a:pt x="60682" y="8934"/>
                  </a:lnTo>
                  <a:lnTo>
                    <a:pt x="55515" y="10790"/>
                  </a:lnTo>
                  <a:lnTo>
                    <a:pt x="50412" y="12814"/>
                  </a:lnTo>
                  <a:lnTo>
                    <a:pt x="45379" y="15005"/>
                  </a:lnTo>
                  <a:lnTo>
                    <a:pt x="40420" y="17360"/>
                  </a:lnTo>
                  <a:lnTo>
                    <a:pt x="35541" y="19877"/>
                  </a:lnTo>
                  <a:lnTo>
                    <a:pt x="30747" y="22552"/>
                  </a:lnTo>
                  <a:lnTo>
                    <a:pt x="26044" y="25383"/>
                  </a:lnTo>
                  <a:lnTo>
                    <a:pt x="21436" y="28368"/>
                  </a:lnTo>
                  <a:lnTo>
                    <a:pt x="16929" y="31502"/>
                  </a:lnTo>
                  <a:lnTo>
                    <a:pt x="12527" y="34782"/>
                  </a:lnTo>
                  <a:lnTo>
                    <a:pt x="8235" y="38205"/>
                  </a:lnTo>
                  <a:lnTo>
                    <a:pt x="4057" y="41767"/>
                  </a:lnTo>
                  <a:lnTo>
                    <a:pt x="0" y="45464"/>
                  </a:lnTo>
                  <a:lnTo>
                    <a:pt x="11460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71614" y="986958"/>
              <a:ext cx="114601" cy="121702"/>
            </a:xfrm>
            <a:custGeom>
              <a:avLst/>
              <a:pathLst>
                <a:path w="114601" h="121702">
                  <a:moveTo>
                    <a:pt x="0" y="0"/>
                  </a:moveTo>
                  <a:lnTo>
                    <a:pt x="114601" y="1217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19063" y="986958"/>
              <a:ext cx="167152" cy="268919"/>
            </a:xfrm>
            <a:custGeom>
              <a:avLst/>
              <a:pathLst>
                <a:path w="167152" h="268919">
                  <a:moveTo>
                    <a:pt x="52551" y="0"/>
                  </a:moveTo>
                  <a:lnTo>
                    <a:pt x="48706" y="3738"/>
                  </a:lnTo>
                  <a:lnTo>
                    <a:pt x="44983" y="7598"/>
                  </a:lnTo>
                  <a:lnTo>
                    <a:pt x="41387" y="11575"/>
                  </a:lnTo>
                  <a:lnTo>
                    <a:pt x="37919" y="15665"/>
                  </a:lnTo>
                  <a:lnTo>
                    <a:pt x="34584" y="19865"/>
                  </a:lnTo>
                  <a:lnTo>
                    <a:pt x="31386" y="24169"/>
                  </a:lnTo>
                  <a:lnTo>
                    <a:pt x="28328" y="28574"/>
                  </a:lnTo>
                  <a:lnTo>
                    <a:pt x="25412" y="33074"/>
                  </a:lnTo>
                  <a:lnTo>
                    <a:pt x="22643" y="37666"/>
                  </a:lnTo>
                  <a:lnTo>
                    <a:pt x="20022" y="42344"/>
                  </a:lnTo>
                  <a:lnTo>
                    <a:pt x="17552" y="47104"/>
                  </a:lnTo>
                  <a:lnTo>
                    <a:pt x="15236" y="51941"/>
                  </a:lnTo>
                  <a:lnTo>
                    <a:pt x="13077" y="56849"/>
                  </a:lnTo>
                  <a:lnTo>
                    <a:pt x="11076" y="61824"/>
                  </a:lnTo>
                  <a:lnTo>
                    <a:pt x="9236" y="66861"/>
                  </a:lnTo>
                  <a:lnTo>
                    <a:pt x="7558" y="71954"/>
                  </a:lnTo>
                  <a:lnTo>
                    <a:pt x="6045" y="77098"/>
                  </a:lnTo>
                  <a:lnTo>
                    <a:pt x="4697" y="82289"/>
                  </a:lnTo>
                  <a:lnTo>
                    <a:pt x="3517" y="87520"/>
                  </a:lnTo>
                  <a:lnTo>
                    <a:pt x="2504" y="92786"/>
                  </a:lnTo>
                  <a:lnTo>
                    <a:pt x="1662" y="98081"/>
                  </a:lnTo>
                  <a:lnTo>
                    <a:pt x="989" y="103401"/>
                  </a:lnTo>
                  <a:lnTo>
                    <a:pt x="488" y="108740"/>
                  </a:lnTo>
                  <a:lnTo>
                    <a:pt x="158" y="114092"/>
                  </a:lnTo>
                  <a:lnTo>
                    <a:pt x="0" y="119452"/>
                  </a:lnTo>
                  <a:lnTo>
                    <a:pt x="13" y="124815"/>
                  </a:lnTo>
                  <a:lnTo>
                    <a:pt x="199" y="130174"/>
                  </a:lnTo>
                  <a:lnTo>
                    <a:pt x="557" y="135524"/>
                  </a:lnTo>
                  <a:lnTo>
                    <a:pt x="1086" y="140861"/>
                  </a:lnTo>
                  <a:lnTo>
                    <a:pt x="1786" y="146177"/>
                  </a:lnTo>
                  <a:lnTo>
                    <a:pt x="2656" y="151469"/>
                  </a:lnTo>
                  <a:lnTo>
                    <a:pt x="3695" y="156729"/>
                  </a:lnTo>
                  <a:lnTo>
                    <a:pt x="4903" y="161954"/>
                  </a:lnTo>
                  <a:lnTo>
                    <a:pt x="6277" y="167137"/>
                  </a:lnTo>
                  <a:lnTo>
                    <a:pt x="7817" y="172274"/>
                  </a:lnTo>
                  <a:lnTo>
                    <a:pt x="9521" y="177358"/>
                  </a:lnTo>
                  <a:lnTo>
                    <a:pt x="11388" y="182385"/>
                  </a:lnTo>
                  <a:lnTo>
                    <a:pt x="13414" y="187350"/>
                  </a:lnTo>
                  <a:lnTo>
                    <a:pt x="15599" y="192247"/>
                  </a:lnTo>
                  <a:lnTo>
                    <a:pt x="17939" y="197072"/>
                  </a:lnTo>
                  <a:lnTo>
                    <a:pt x="20434" y="201819"/>
                  </a:lnTo>
                  <a:lnTo>
                    <a:pt x="23079" y="206483"/>
                  </a:lnTo>
                  <a:lnTo>
                    <a:pt x="25872" y="211061"/>
                  </a:lnTo>
                  <a:lnTo>
                    <a:pt x="28811" y="215546"/>
                  </a:lnTo>
                  <a:lnTo>
                    <a:pt x="31892" y="219935"/>
                  </a:lnTo>
                  <a:lnTo>
                    <a:pt x="35112" y="224223"/>
                  </a:lnTo>
                  <a:lnTo>
                    <a:pt x="38468" y="228405"/>
                  </a:lnTo>
                  <a:lnTo>
                    <a:pt x="41957" y="232478"/>
                  </a:lnTo>
                  <a:lnTo>
                    <a:pt x="45574" y="236436"/>
                  </a:lnTo>
                  <a:lnTo>
                    <a:pt x="49317" y="240276"/>
                  </a:lnTo>
                  <a:lnTo>
                    <a:pt x="53181" y="243995"/>
                  </a:lnTo>
                  <a:lnTo>
                    <a:pt x="57162" y="247587"/>
                  </a:lnTo>
                  <a:lnTo>
                    <a:pt x="61256" y="251050"/>
                  </a:lnTo>
                  <a:lnTo>
                    <a:pt x="65459" y="254380"/>
                  </a:lnTo>
                  <a:lnTo>
                    <a:pt x="69767" y="257574"/>
                  </a:lnTo>
                  <a:lnTo>
                    <a:pt x="74175" y="260627"/>
                  </a:lnTo>
                  <a:lnTo>
                    <a:pt x="78679" y="263538"/>
                  </a:lnTo>
                  <a:lnTo>
                    <a:pt x="83273" y="266303"/>
                  </a:lnTo>
                  <a:lnTo>
                    <a:pt x="87954" y="268919"/>
                  </a:lnTo>
                  <a:lnTo>
                    <a:pt x="167152" y="121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407018" y="941493"/>
              <a:ext cx="246359" cy="334315"/>
            </a:xfrm>
            <a:custGeom>
              <a:avLst/>
              <a:pathLst>
                <a:path w="246359" h="334315">
                  <a:moveTo>
                    <a:pt x="0" y="314384"/>
                  </a:moveTo>
                  <a:lnTo>
                    <a:pt x="4733" y="316834"/>
                  </a:lnTo>
                  <a:lnTo>
                    <a:pt x="9543" y="319132"/>
                  </a:lnTo>
                  <a:lnTo>
                    <a:pt x="14423" y="321275"/>
                  </a:lnTo>
                  <a:lnTo>
                    <a:pt x="19369" y="323262"/>
                  </a:lnTo>
                  <a:lnTo>
                    <a:pt x="24376" y="325090"/>
                  </a:lnTo>
                  <a:lnTo>
                    <a:pt x="29439" y="326757"/>
                  </a:lnTo>
                  <a:lnTo>
                    <a:pt x="34552" y="328263"/>
                  </a:lnTo>
                  <a:lnTo>
                    <a:pt x="39711" y="329604"/>
                  </a:lnTo>
                  <a:lnTo>
                    <a:pt x="44910" y="330780"/>
                  </a:lnTo>
                  <a:lnTo>
                    <a:pt x="50144" y="331790"/>
                  </a:lnTo>
                  <a:lnTo>
                    <a:pt x="55407" y="332633"/>
                  </a:lnTo>
                  <a:lnTo>
                    <a:pt x="60694" y="333307"/>
                  </a:lnTo>
                  <a:lnTo>
                    <a:pt x="66001" y="333813"/>
                  </a:lnTo>
                  <a:lnTo>
                    <a:pt x="71320" y="334149"/>
                  </a:lnTo>
                  <a:lnTo>
                    <a:pt x="76648" y="334315"/>
                  </a:lnTo>
                  <a:lnTo>
                    <a:pt x="81978" y="334311"/>
                  </a:lnTo>
                  <a:lnTo>
                    <a:pt x="87306" y="334138"/>
                  </a:lnTo>
                  <a:lnTo>
                    <a:pt x="92625" y="333794"/>
                  </a:lnTo>
                  <a:lnTo>
                    <a:pt x="97931" y="333281"/>
                  </a:lnTo>
                  <a:lnTo>
                    <a:pt x="103217" y="332600"/>
                  </a:lnTo>
                  <a:lnTo>
                    <a:pt x="108479" y="331750"/>
                  </a:lnTo>
                  <a:lnTo>
                    <a:pt x="113712" y="330732"/>
                  </a:lnTo>
                  <a:lnTo>
                    <a:pt x="118909" y="329549"/>
                  </a:lnTo>
                  <a:lnTo>
                    <a:pt x="124066" y="328200"/>
                  </a:lnTo>
                  <a:lnTo>
                    <a:pt x="129177" y="326688"/>
                  </a:lnTo>
                  <a:lnTo>
                    <a:pt x="134237" y="325013"/>
                  </a:lnTo>
                  <a:lnTo>
                    <a:pt x="139242" y="323178"/>
                  </a:lnTo>
                  <a:lnTo>
                    <a:pt x="144185" y="321185"/>
                  </a:lnTo>
                  <a:lnTo>
                    <a:pt x="149063" y="319034"/>
                  </a:lnTo>
                  <a:lnTo>
                    <a:pt x="153869" y="316730"/>
                  </a:lnTo>
                  <a:lnTo>
                    <a:pt x="158599" y="314273"/>
                  </a:lnTo>
                  <a:lnTo>
                    <a:pt x="163249" y="311667"/>
                  </a:lnTo>
                  <a:lnTo>
                    <a:pt x="167813" y="308914"/>
                  </a:lnTo>
                  <a:lnTo>
                    <a:pt x="172287" y="306016"/>
                  </a:lnTo>
                  <a:lnTo>
                    <a:pt x="176667" y="302978"/>
                  </a:lnTo>
                  <a:lnTo>
                    <a:pt x="180947" y="299801"/>
                  </a:lnTo>
                  <a:lnTo>
                    <a:pt x="185124" y="296490"/>
                  </a:lnTo>
                  <a:lnTo>
                    <a:pt x="189193" y="293047"/>
                  </a:lnTo>
                  <a:lnTo>
                    <a:pt x="193150" y="289476"/>
                  </a:lnTo>
                  <a:lnTo>
                    <a:pt x="196992" y="285781"/>
                  </a:lnTo>
                  <a:lnTo>
                    <a:pt x="200714" y="281965"/>
                  </a:lnTo>
                  <a:lnTo>
                    <a:pt x="204312" y="278033"/>
                  </a:lnTo>
                  <a:lnTo>
                    <a:pt x="207783" y="273987"/>
                  </a:lnTo>
                  <a:lnTo>
                    <a:pt x="211123" y="269833"/>
                  </a:lnTo>
                  <a:lnTo>
                    <a:pt x="214329" y="265575"/>
                  </a:lnTo>
                  <a:lnTo>
                    <a:pt x="217398" y="261217"/>
                  </a:lnTo>
                  <a:lnTo>
                    <a:pt x="220326" y="256763"/>
                  </a:lnTo>
                  <a:lnTo>
                    <a:pt x="223111" y="252218"/>
                  </a:lnTo>
                  <a:lnTo>
                    <a:pt x="225749" y="247586"/>
                  </a:lnTo>
                  <a:lnTo>
                    <a:pt x="228239" y="242873"/>
                  </a:lnTo>
                  <a:lnTo>
                    <a:pt x="230577" y="238083"/>
                  </a:lnTo>
                  <a:lnTo>
                    <a:pt x="232761" y="233221"/>
                  </a:lnTo>
                  <a:lnTo>
                    <a:pt x="234789" y="228291"/>
                  </a:lnTo>
                  <a:lnTo>
                    <a:pt x="236658" y="223299"/>
                  </a:lnTo>
                  <a:lnTo>
                    <a:pt x="238368" y="218251"/>
                  </a:lnTo>
                  <a:lnTo>
                    <a:pt x="239916" y="213150"/>
                  </a:lnTo>
                  <a:lnTo>
                    <a:pt x="241300" y="208003"/>
                  </a:lnTo>
                  <a:lnTo>
                    <a:pt x="242519" y="202814"/>
                  </a:lnTo>
                  <a:lnTo>
                    <a:pt x="243573" y="197589"/>
                  </a:lnTo>
                  <a:lnTo>
                    <a:pt x="244459" y="192333"/>
                  </a:lnTo>
                  <a:lnTo>
                    <a:pt x="245178" y="187051"/>
                  </a:lnTo>
                  <a:lnTo>
                    <a:pt x="245727" y="181749"/>
                  </a:lnTo>
                  <a:lnTo>
                    <a:pt x="246107" y="176432"/>
                  </a:lnTo>
                  <a:lnTo>
                    <a:pt x="246318" y="171106"/>
                  </a:lnTo>
                  <a:lnTo>
                    <a:pt x="246359" y="165776"/>
                  </a:lnTo>
                  <a:lnTo>
                    <a:pt x="246229" y="160447"/>
                  </a:lnTo>
                  <a:lnTo>
                    <a:pt x="245930" y="155126"/>
                  </a:lnTo>
                  <a:lnTo>
                    <a:pt x="245461" y="149816"/>
                  </a:lnTo>
                  <a:lnTo>
                    <a:pt x="244824" y="144524"/>
                  </a:lnTo>
                  <a:lnTo>
                    <a:pt x="244018" y="139255"/>
                  </a:lnTo>
                  <a:lnTo>
                    <a:pt x="243044" y="134014"/>
                  </a:lnTo>
                  <a:lnTo>
                    <a:pt x="241904" y="128807"/>
                  </a:lnTo>
                  <a:lnTo>
                    <a:pt x="240598" y="123639"/>
                  </a:lnTo>
                  <a:lnTo>
                    <a:pt x="239128" y="118516"/>
                  </a:lnTo>
                  <a:lnTo>
                    <a:pt x="237496" y="113442"/>
                  </a:lnTo>
                  <a:lnTo>
                    <a:pt x="235702" y="108422"/>
                  </a:lnTo>
                  <a:lnTo>
                    <a:pt x="233750" y="103462"/>
                  </a:lnTo>
                  <a:lnTo>
                    <a:pt x="231640" y="98567"/>
                  </a:lnTo>
                  <a:lnTo>
                    <a:pt x="229376" y="93742"/>
                  </a:lnTo>
                  <a:lnTo>
                    <a:pt x="226959" y="88991"/>
                  </a:lnTo>
                  <a:lnTo>
                    <a:pt x="224391" y="84320"/>
                  </a:lnTo>
                  <a:lnTo>
                    <a:pt x="221676" y="79733"/>
                  </a:lnTo>
                  <a:lnTo>
                    <a:pt x="218816" y="75235"/>
                  </a:lnTo>
                  <a:lnTo>
                    <a:pt x="215814" y="70831"/>
                  </a:lnTo>
                  <a:lnTo>
                    <a:pt x="212673" y="66524"/>
                  </a:lnTo>
                  <a:lnTo>
                    <a:pt x="209397" y="62320"/>
                  </a:lnTo>
                  <a:lnTo>
                    <a:pt x="205988" y="58222"/>
                  </a:lnTo>
                  <a:lnTo>
                    <a:pt x="202450" y="54235"/>
                  </a:lnTo>
                  <a:lnTo>
                    <a:pt x="198787" y="50363"/>
                  </a:lnTo>
                  <a:lnTo>
                    <a:pt x="195002" y="46609"/>
                  </a:lnTo>
                  <a:lnTo>
                    <a:pt x="191100" y="42979"/>
                  </a:lnTo>
                  <a:lnTo>
                    <a:pt x="187083" y="39474"/>
                  </a:lnTo>
                  <a:lnTo>
                    <a:pt x="182957" y="36099"/>
                  </a:lnTo>
                  <a:lnTo>
                    <a:pt x="178726" y="32858"/>
                  </a:lnTo>
                  <a:lnTo>
                    <a:pt x="174393" y="29753"/>
                  </a:lnTo>
                  <a:lnTo>
                    <a:pt x="169964" y="26788"/>
                  </a:lnTo>
                  <a:lnTo>
                    <a:pt x="165442" y="23965"/>
                  </a:lnTo>
                  <a:lnTo>
                    <a:pt x="160833" y="21289"/>
                  </a:lnTo>
                  <a:lnTo>
                    <a:pt x="156140" y="18760"/>
                  </a:lnTo>
                  <a:lnTo>
                    <a:pt x="151370" y="16382"/>
                  </a:lnTo>
                  <a:lnTo>
                    <a:pt x="146526" y="14158"/>
                  </a:lnTo>
                  <a:lnTo>
                    <a:pt x="141613" y="12089"/>
                  </a:lnTo>
                  <a:lnTo>
                    <a:pt x="136638" y="10178"/>
                  </a:lnTo>
                  <a:lnTo>
                    <a:pt x="131603" y="8427"/>
                  </a:lnTo>
                  <a:lnTo>
                    <a:pt x="126516" y="6836"/>
                  </a:lnTo>
                  <a:lnTo>
                    <a:pt x="121380" y="5409"/>
                  </a:lnTo>
                  <a:lnTo>
                    <a:pt x="116201" y="4147"/>
                  </a:lnTo>
                  <a:lnTo>
                    <a:pt x="110985" y="3050"/>
                  </a:lnTo>
                  <a:lnTo>
                    <a:pt x="105737" y="2120"/>
                  </a:lnTo>
                  <a:lnTo>
                    <a:pt x="100461" y="1357"/>
                  </a:lnTo>
                  <a:lnTo>
                    <a:pt x="95164" y="764"/>
                  </a:lnTo>
                  <a:lnTo>
                    <a:pt x="89851" y="339"/>
                  </a:lnTo>
                  <a:lnTo>
                    <a:pt x="84526" y="84"/>
                  </a:lnTo>
                  <a:lnTo>
                    <a:pt x="79197" y="0"/>
                  </a:lnTo>
                  <a:lnTo>
                    <a:pt x="7919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797345" y="1071028"/>
              <a:ext cx="168591" cy="334328"/>
            </a:xfrm>
            <a:custGeom>
              <a:avLst/>
              <a:pathLst>
                <a:path w="168591" h="334328">
                  <a:moveTo>
                    <a:pt x="167156" y="0"/>
                  </a:moveTo>
                  <a:lnTo>
                    <a:pt x="161837" y="84"/>
                  </a:lnTo>
                  <a:lnTo>
                    <a:pt x="156524" y="338"/>
                  </a:lnTo>
                  <a:lnTo>
                    <a:pt x="151222" y="761"/>
                  </a:lnTo>
                  <a:lnTo>
                    <a:pt x="145936" y="1352"/>
                  </a:lnTo>
                  <a:lnTo>
                    <a:pt x="140671" y="2111"/>
                  </a:lnTo>
                  <a:lnTo>
                    <a:pt x="135434" y="3037"/>
                  </a:lnTo>
                  <a:lnTo>
                    <a:pt x="130228" y="4129"/>
                  </a:lnTo>
                  <a:lnTo>
                    <a:pt x="125060" y="5387"/>
                  </a:lnTo>
                  <a:lnTo>
                    <a:pt x="119934" y="6808"/>
                  </a:lnTo>
                  <a:lnTo>
                    <a:pt x="114856" y="8391"/>
                  </a:lnTo>
                  <a:lnTo>
                    <a:pt x="109831" y="10136"/>
                  </a:lnTo>
                  <a:lnTo>
                    <a:pt x="104864" y="12039"/>
                  </a:lnTo>
                  <a:lnTo>
                    <a:pt x="99961" y="14099"/>
                  </a:lnTo>
                  <a:lnTo>
                    <a:pt x="95125" y="16314"/>
                  </a:lnTo>
                  <a:lnTo>
                    <a:pt x="90362" y="18682"/>
                  </a:lnTo>
                  <a:lnTo>
                    <a:pt x="85677" y="21201"/>
                  </a:lnTo>
                  <a:lnTo>
                    <a:pt x="81074" y="23867"/>
                  </a:lnTo>
                  <a:lnTo>
                    <a:pt x="76559" y="26678"/>
                  </a:lnTo>
                  <a:lnTo>
                    <a:pt x="72135" y="29631"/>
                  </a:lnTo>
                  <a:lnTo>
                    <a:pt x="67807" y="32724"/>
                  </a:lnTo>
                  <a:lnTo>
                    <a:pt x="63581" y="35953"/>
                  </a:lnTo>
                  <a:lnTo>
                    <a:pt x="59458" y="39314"/>
                  </a:lnTo>
                  <a:lnTo>
                    <a:pt x="55445" y="42806"/>
                  </a:lnTo>
                  <a:lnTo>
                    <a:pt x="51545" y="46422"/>
                  </a:lnTo>
                  <a:lnTo>
                    <a:pt x="47763" y="50162"/>
                  </a:lnTo>
                  <a:lnTo>
                    <a:pt x="44100" y="54019"/>
                  </a:lnTo>
                  <a:lnTo>
                    <a:pt x="40563" y="57992"/>
                  </a:lnTo>
                  <a:lnTo>
                    <a:pt x="37154" y="62074"/>
                  </a:lnTo>
                  <a:lnTo>
                    <a:pt x="33876" y="66264"/>
                  </a:lnTo>
                  <a:lnTo>
                    <a:pt x="30733" y="70555"/>
                  </a:lnTo>
                  <a:lnTo>
                    <a:pt x="27729" y="74944"/>
                  </a:lnTo>
                  <a:lnTo>
                    <a:pt x="24865" y="79426"/>
                  </a:lnTo>
                  <a:lnTo>
                    <a:pt x="22146" y="83998"/>
                  </a:lnTo>
                  <a:lnTo>
                    <a:pt x="19573" y="88653"/>
                  </a:lnTo>
                  <a:lnTo>
                    <a:pt x="17150" y="93388"/>
                  </a:lnTo>
                  <a:lnTo>
                    <a:pt x="14879" y="98198"/>
                  </a:lnTo>
                  <a:lnTo>
                    <a:pt x="12762" y="103078"/>
                  </a:lnTo>
                  <a:lnTo>
                    <a:pt x="10801" y="108022"/>
                  </a:lnTo>
                  <a:lnTo>
                    <a:pt x="8998" y="113026"/>
                  </a:lnTo>
                  <a:lnTo>
                    <a:pt x="7356" y="118085"/>
                  </a:lnTo>
                  <a:lnTo>
                    <a:pt x="5875" y="123194"/>
                  </a:lnTo>
                  <a:lnTo>
                    <a:pt x="4558" y="128348"/>
                  </a:lnTo>
                  <a:lnTo>
                    <a:pt x="3405" y="133540"/>
                  </a:lnTo>
                  <a:lnTo>
                    <a:pt x="2418" y="138767"/>
                  </a:lnTo>
                  <a:lnTo>
                    <a:pt x="1598" y="144022"/>
                  </a:lnTo>
                  <a:lnTo>
                    <a:pt x="946" y="149301"/>
                  </a:lnTo>
                  <a:lnTo>
                    <a:pt x="461" y="154598"/>
                  </a:lnTo>
                  <a:lnTo>
                    <a:pt x="146" y="159908"/>
                  </a:lnTo>
                  <a:lnTo>
                    <a:pt x="0" y="165225"/>
                  </a:lnTo>
                  <a:lnTo>
                    <a:pt x="22" y="170544"/>
                  </a:lnTo>
                  <a:lnTo>
                    <a:pt x="214" y="175859"/>
                  </a:lnTo>
                  <a:lnTo>
                    <a:pt x="575" y="181166"/>
                  </a:lnTo>
                  <a:lnTo>
                    <a:pt x="1105" y="186459"/>
                  </a:lnTo>
                  <a:lnTo>
                    <a:pt x="1803" y="191732"/>
                  </a:lnTo>
                  <a:lnTo>
                    <a:pt x="2668" y="196980"/>
                  </a:lnTo>
                  <a:lnTo>
                    <a:pt x="3700" y="202198"/>
                  </a:lnTo>
                  <a:lnTo>
                    <a:pt x="4897" y="207381"/>
                  </a:lnTo>
                  <a:lnTo>
                    <a:pt x="6259" y="212522"/>
                  </a:lnTo>
                  <a:lnTo>
                    <a:pt x="7783" y="217618"/>
                  </a:lnTo>
                  <a:lnTo>
                    <a:pt x="9469" y="222663"/>
                  </a:lnTo>
                  <a:lnTo>
                    <a:pt x="11314" y="227652"/>
                  </a:lnTo>
                  <a:lnTo>
                    <a:pt x="13317" y="232579"/>
                  </a:lnTo>
                  <a:lnTo>
                    <a:pt x="15476" y="237440"/>
                  </a:lnTo>
                  <a:lnTo>
                    <a:pt x="17789" y="242230"/>
                  </a:lnTo>
                  <a:lnTo>
                    <a:pt x="20253" y="246944"/>
                  </a:lnTo>
                  <a:lnTo>
                    <a:pt x="22865" y="251578"/>
                  </a:lnTo>
                  <a:lnTo>
                    <a:pt x="25624" y="256126"/>
                  </a:lnTo>
                  <a:lnTo>
                    <a:pt x="28525" y="260583"/>
                  </a:lnTo>
                  <a:lnTo>
                    <a:pt x="31568" y="264946"/>
                  </a:lnTo>
                  <a:lnTo>
                    <a:pt x="34747" y="269211"/>
                  </a:lnTo>
                  <a:lnTo>
                    <a:pt x="38061" y="273372"/>
                  </a:lnTo>
                  <a:lnTo>
                    <a:pt x="41505" y="277425"/>
                  </a:lnTo>
                  <a:lnTo>
                    <a:pt x="45076" y="281367"/>
                  </a:lnTo>
                  <a:lnTo>
                    <a:pt x="48771" y="285193"/>
                  </a:lnTo>
                  <a:lnTo>
                    <a:pt x="52586" y="288899"/>
                  </a:lnTo>
                  <a:lnTo>
                    <a:pt x="56517" y="292483"/>
                  </a:lnTo>
                  <a:lnTo>
                    <a:pt x="60560" y="295939"/>
                  </a:lnTo>
                  <a:lnTo>
                    <a:pt x="64711" y="299265"/>
                  </a:lnTo>
                  <a:lnTo>
                    <a:pt x="68965" y="302458"/>
                  </a:lnTo>
                  <a:lnTo>
                    <a:pt x="73319" y="305513"/>
                  </a:lnTo>
                  <a:lnTo>
                    <a:pt x="77768" y="308428"/>
                  </a:lnTo>
                  <a:lnTo>
                    <a:pt x="82307" y="311201"/>
                  </a:lnTo>
                  <a:lnTo>
                    <a:pt x="86933" y="313827"/>
                  </a:lnTo>
                  <a:lnTo>
                    <a:pt x="91639" y="316305"/>
                  </a:lnTo>
                  <a:lnTo>
                    <a:pt x="96422" y="318632"/>
                  </a:lnTo>
                  <a:lnTo>
                    <a:pt x="101277" y="320806"/>
                  </a:lnTo>
                  <a:lnTo>
                    <a:pt x="106198" y="322824"/>
                  </a:lnTo>
                  <a:lnTo>
                    <a:pt x="111181" y="324685"/>
                  </a:lnTo>
                  <a:lnTo>
                    <a:pt x="116221" y="326386"/>
                  </a:lnTo>
                  <a:lnTo>
                    <a:pt x="121312" y="327926"/>
                  </a:lnTo>
                  <a:lnTo>
                    <a:pt x="126450" y="329303"/>
                  </a:lnTo>
                  <a:lnTo>
                    <a:pt x="131629" y="330516"/>
                  </a:lnTo>
                  <a:lnTo>
                    <a:pt x="136844" y="331563"/>
                  </a:lnTo>
                  <a:lnTo>
                    <a:pt x="142089" y="332444"/>
                  </a:lnTo>
                  <a:lnTo>
                    <a:pt x="147360" y="333158"/>
                  </a:lnTo>
                  <a:lnTo>
                    <a:pt x="152651" y="333704"/>
                  </a:lnTo>
                  <a:lnTo>
                    <a:pt x="157957" y="334081"/>
                  </a:lnTo>
                  <a:lnTo>
                    <a:pt x="163272" y="334289"/>
                  </a:lnTo>
                  <a:lnTo>
                    <a:pt x="168591" y="334328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1434" cy="167161"/>
            </a:xfrm>
            <a:custGeom>
              <a:avLst/>
              <a:pathLst>
                <a:path w="1434" h="167161">
                  <a:moveTo>
                    <a:pt x="1434" y="1671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1434" cy="167161"/>
            </a:xfrm>
            <a:custGeom>
              <a:avLst/>
              <a:pathLst>
                <a:path w="1434" h="167161">
                  <a:moveTo>
                    <a:pt x="1434" y="1671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1434" cy="167161"/>
            </a:xfrm>
            <a:custGeom>
              <a:avLst/>
              <a:pathLst>
                <a:path w="1434" h="167161">
                  <a:moveTo>
                    <a:pt x="1434" y="1671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1434" cy="167161"/>
            </a:xfrm>
            <a:custGeom>
              <a:avLst/>
              <a:pathLst>
                <a:path w="1434" h="167161">
                  <a:moveTo>
                    <a:pt x="1434" y="1671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1434" cy="167161"/>
            </a:xfrm>
            <a:custGeom>
              <a:avLst/>
              <a:pathLst>
                <a:path w="1434" h="167161">
                  <a:moveTo>
                    <a:pt x="1434" y="1671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1434" cy="167161"/>
            </a:xfrm>
            <a:custGeom>
              <a:avLst/>
              <a:pathLst>
                <a:path w="1434" h="167161">
                  <a:moveTo>
                    <a:pt x="1434" y="1671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1434" cy="167161"/>
            </a:xfrm>
            <a:custGeom>
              <a:avLst/>
              <a:pathLst>
                <a:path w="1434" h="167161">
                  <a:moveTo>
                    <a:pt x="1434" y="1671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1434" cy="167161"/>
            </a:xfrm>
            <a:custGeom>
              <a:avLst/>
              <a:pathLst>
                <a:path w="1434" h="167161">
                  <a:moveTo>
                    <a:pt x="1434" y="1671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1434" cy="167161"/>
            </a:xfrm>
            <a:custGeom>
              <a:avLst/>
              <a:pathLst>
                <a:path w="1434" h="167161">
                  <a:moveTo>
                    <a:pt x="1434" y="1671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1434" cy="167161"/>
            </a:xfrm>
            <a:custGeom>
              <a:avLst/>
              <a:pathLst>
                <a:path w="1434" h="167161">
                  <a:moveTo>
                    <a:pt x="1434" y="1671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1434" cy="167161"/>
            </a:xfrm>
            <a:custGeom>
              <a:avLst/>
              <a:pathLst>
                <a:path w="1434" h="167161">
                  <a:moveTo>
                    <a:pt x="1434" y="1671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1434" cy="167161"/>
            </a:xfrm>
            <a:custGeom>
              <a:avLst/>
              <a:pathLst>
                <a:path w="1434" h="167161">
                  <a:moveTo>
                    <a:pt x="1434" y="1671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1434" cy="167161"/>
            </a:xfrm>
            <a:custGeom>
              <a:avLst/>
              <a:pathLst>
                <a:path w="1434" h="167161">
                  <a:moveTo>
                    <a:pt x="1434" y="1671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1434" cy="167161"/>
            </a:xfrm>
            <a:custGeom>
              <a:avLst/>
              <a:pathLst>
                <a:path w="1434" h="167161">
                  <a:moveTo>
                    <a:pt x="1434" y="1671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1434" cy="167161"/>
            </a:xfrm>
            <a:custGeom>
              <a:avLst/>
              <a:pathLst>
                <a:path w="1434" h="167161">
                  <a:moveTo>
                    <a:pt x="1434" y="1671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1434" cy="167161"/>
            </a:xfrm>
            <a:custGeom>
              <a:avLst/>
              <a:pathLst>
                <a:path w="1434" h="167161">
                  <a:moveTo>
                    <a:pt x="1434" y="1671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238196"/>
              <a:ext cx="1434" cy="167161"/>
            </a:xfrm>
            <a:custGeom>
              <a:avLst/>
              <a:pathLst>
                <a:path w="1434" h="167161">
                  <a:moveTo>
                    <a:pt x="1434" y="16716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083891"/>
              <a:ext cx="167167" cy="321466"/>
            </a:xfrm>
            <a:custGeom>
              <a:avLst/>
              <a:pathLst>
                <a:path w="167167" h="321466">
                  <a:moveTo>
                    <a:pt x="1434" y="321466"/>
                  </a:moveTo>
                  <a:lnTo>
                    <a:pt x="6755" y="321335"/>
                  </a:lnTo>
                  <a:lnTo>
                    <a:pt x="12069" y="321036"/>
                  </a:lnTo>
                  <a:lnTo>
                    <a:pt x="17370" y="320567"/>
                  </a:lnTo>
                  <a:lnTo>
                    <a:pt x="22654" y="319930"/>
                  </a:lnTo>
                  <a:lnTo>
                    <a:pt x="27915" y="319125"/>
                  </a:lnTo>
                  <a:lnTo>
                    <a:pt x="33148" y="318152"/>
                  </a:lnTo>
                  <a:lnTo>
                    <a:pt x="38347" y="317014"/>
                  </a:lnTo>
                  <a:lnTo>
                    <a:pt x="43507" y="315711"/>
                  </a:lnTo>
                  <a:lnTo>
                    <a:pt x="48623" y="314244"/>
                  </a:lnTo>
                  <a:lnTo>
                    <a:pt x="53690" y="312615"/>
                  </a:lnTo>
                  <a:lnTo>
                    <a:pt x="58703" y="310826"/>
                  </a:lnTo>
                  <a:lnTo>
                    <a:pt x="63656" y="308878"/>
                  </a:lnTo>
                  <a:lnTo>
                    <a:pt x="68544" y="306773"/>
                  </a:lnTo>
                  <a:lnTo>
                    <a:pt x="73363" y="304514"/>
                  </a:lnTo>
                  <a:lnTo>
                    <a:pt x="78107" y="302102"/>
                  </a:lnTo>
                  <a:lnTo>
                    <a:pt x="82773" y="299541"/>
                  </a:lnTo>
                  <a:lnTo>
                    <a:pt x="87354" y="296832"/>
                  </a:lnTo>
                  <a:lnTo>
                    <a:pt x="91847" y="293979"/>
                  </a:lnTo>
                  <a:lnTo>
                    <a:pt x="96247" y="290984"/>
                  </a:lnTo>
                  <a:lnTo>
                    <a:pt x="100549" y="287851"/>
                  </a:lnTo>
                  <a:lnTo>
                    <a:pt x="104750" y="284583"/>
                  </a:lnTo>
                  <a:lnTo>
                    <a:pt x="108844" y="281182"/>
                  </a:lnTo>
                  <a:lnTo>
                    <a:pt x="112827" y="277653"/>
                  </a:lnTo>
                  <a:lnTo>
                    <a:pt x="116697" y="273998"/>
                  </a:lnTo>
                  <a:lnTo>
                    <a:pt x="120448" y="270223"/>
                  </a:lnTo>
                  <a:lnTo>
                    <a:pt x="124077" y="266330"/>
                  </a:lnTo>
                  <a:lnTo>
                    <a:pt x="127580" y="262323"/>
                  </a:lnTo>
                  <a:lnTo>
                    <a:pt x="130954" y="258207"/>
                  </a:lnTo>
                  <a:lnTo>
                    <a:pt x="134196" y="253986"/>
                  </a:lnTo>
                  <a:lnTo>
                    <a:pt x="137301" y="249663"/>
                  </a:lnTo>
                  <a:lnTo>
                    <a:pt x="140267" y="245244"/>
                  </a:lnTo>
                  <a:lnTo>
                    <a:pt x="143091" y="240733"/>
                  </a:lnTo>
                  <a:lnTo>
                    <a:pt x="145770" y="236134"/>
                  </a:lnTo>
                  <a:lnTo>
                    <a:pt x="148301" y="231452"/>
                  </a:lnTo>
                  <a:lnTo>
                    <a:pt x="150681" y="226692"/>
                  </a:lnTo>
                  <a:lnTo>
                    <a:pt x="152909" y="221858"/>
                  </a:lnTo>
                  <a:lnTo>
                    <a:pt x="154982" y="216956"/>
                  </a:lnTo>
                  <a:lnTo>
                    <a:pt x="156898" y="211991"/>
                  </a:lnTo>
                  <a:lnTo>
                    <a:pt x="158655" y="206967"/>
                  </a:lnTo>
                  <a:lnTo>
                    <a:pt x="160251" y="201890"/>
                  </a:lnTo>
                  <a:lnTo>
                    <a:pt x="161685" y="196764"/>
                  </a:lnTo>
                  <a:lnTo>
                    <a:pt x="162954" y="191596"/>
                  </a:lnTo>
                  <a:lnTo>
                    <a:pt x="164059" y="186389"/>
                  </a:lnTo>
                  <a:lnTo>
                    <a:pt x="164997" y="181150"/>
                  </a:lnTo>
                  <a:lnTo>
                    <a:pt x="165768" y="175884"/>
                  </a:lnTo>
                  <a:lnTo>
                    <a:pt x="166371" y="170596"/>
                  </a:lnTo>
                  <a:lnTo>
                    <a:pt x="166805" y="165292"/>
                  </a:lnTo>
                  <a:lnTo>
                    <a:pt x="167071" y="159976"/>
                  </a:lnTo>
                  <a:lnTo>
                    <a:pt x="167167" y="154655"/>
                  </a:lnTo>
                  <a:lnTo>
                    <a:pt x="167093" y="149333"/>
                  </a:lnTo>
                  <a:lnTo>
                    <a:pt x="166850" y="144016"/>
                  </a:lnTo>
                  <a:lnTo>
                    <a:pt x="166438" y="138710"/>
                  </a:lnTo>
                  <a:lnTo>
                    <a:pt x="165857" y="133420"/>
                  </a:lnTo>
                  <a:lnTo>
                    <a:pt x="165108" y="128150"/>
                  </a:lnTo>
                  <a:lnTo>
                    <a:pt x="164192" y="122908"/>
                  </a:lnTo>
                  <a:lnTo>
                    <a:pt x="163109" y="117697"/>
                  </a:lnTo>
                  <a:lnTo>
                    <a:pt x="161861" y="112523"/>
                  </a:lnTo>
                  <a:lnTo>
                    <a:pt x="160449" y="107391"/>
                  </a:lnTo>
                  <a:lnTo>
                    <a:pt x="158874" y="102307"/>
                  </a:lnTo>
                  <a:lnTo>
                    <a:pt x="157139" y="97276"/>
                  </a:lnTo>
                  <a:lnTo>
                    <a:pt x="155244" y="92303"/>
                  </a:lnTo>
                  <a:lnTo>
                    <a:pt x="153191" y="87392"/>
                  </a:lnTo>
                  <a:lnTo>
                    <a:pt x="150984" y="82549"/>
                  </a:lnTo>
                  <a:lnTo>
                    <a:pt x="148623" y="77779"/>
                  </a:lnTo>
                  <a:lnTo>
                    <a:pt x="146111" y="73087"/>
                  </a:lnTo>
                  <a:lnTo>
                    <a:pt x="143452" y="68477"/>
                  </a:lnTo>
                  <a:lnTo>
                    <a:pt x="140647" y="63954"/>
                  </a:lnTo>
                  <a:lnTo>
                    <a:pt x="137699" y="59522"/>
                  </a:lnTo>
                  <a:lnTo>
                    <a:pt x="134612" y="55187"/>
                  </a:lnTo>
                  <a:lnTo>
                    <a:pt x="131389" y="50952"/>
                  </a:lnTo>
                  <a:lnTo>
                    <a:pt x="128032" y="46821"/>
                  </a:lnTo>
                  <a:lnTo>
                    <a:pt x="124546" y="42800"/>
                  </a:lnTo>
                  <a:lnTo>
                    <a:pt x="120933" y="38892"/>
                  </a:lnTo>
                  <a:lnTo>
                    <a:pt x="117198" y="35101"/>
                  </a:lnTo>
                  <a:lnTo>
                    <a:pt x="113344" y="31430"/>
                  </a:lnTo>
                  <a:lnTo>
                    <a:pt x="109375" y="27884"/>
                  </a:lnTo>
                  <a:lnTo>
                    <a:pt x="105295" y="24467"/>
                  </a:lnTo>
                  <a:lnTo>
                    <a:pt x="101108" y="21180"/>
                  </a:lnTo>
                  <a:lnTo>
                    <a:pt x="96819" y="18029"/>
                  </a:lnTo>
                  <a:lnTo>
                    <a:pt x="92432" y="15016"/>
                  </a:lnTo>
                  <a:lnTo>
                    <a:pt x="87951" y="12144"/>
                  </a:lnTo>
                  <a:lnTo>
                    <a:pt x="83381" y="9417"/>
                  </a:lnTo>
                  <a:lnTo>
                    <a:pt x="78726" y="6836"/>
                  </a:lnTo>
                  <a:lnTo>
                    <a:pt x="73992" y="4404"/>
                  </a:lnTo>
                  <a:lnTo>
                    <a:pt x="69182" y="2125"/>
                  </a:lnTo>
                  <a:lnTo>
                    <a:pt x="64303" y="0"/>
                  </a:lnTo>
                  <a:lnTo>
                    <a:pt x="0" y="1543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071028"/>
              <a:ext cx="64303" cy="167167"/>
            </a:xfrm>
            <a:custGeom>
              <a:avLst/>
              <a:pathLst>
                <a:path w="64303" h="167167">
                  <a:moveTo>
                    <a:pt x="64303" y="12862"/>
                  </a:moveTo>
                  <a:lnTo>
                    <a:pt x="58724" y="10654"/>
                  </a:lnTo>
                  <a:lnTo>
                    <a:pt x="53069" y="8647"/>
                  </a:lnTo>
                  <a:lnTo>
                    <a:pt x="47346" y="6845"/>
                  </a:lnTo>
                  <a:lnTo>
                    <a:pt x="41562" y="5249"/>
                  </a:lnTo>
                  <a:lnTo>
                    <a:pt x="35725" y="3862"/>
                  </a:lnTo>
                  <a:lnTo>
                    <a:pt x="29841" y="2685"/>
                  </a:lnTo>
                  <a:lnTo>
                    <a:pt x="23919" y="1720"/>
                  </a:lnTo>
                  <a:lnTo>
                    <a:pt x="17966" y="968"/>
                  </a:lnTo>
                  <a:lnTo>
                    <a:pt x="11990" y="430"/>
                  </a:lnTo>
                  <a:lnTo>
                    <a:pt x="5999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62213" y="1322571"/>
              <a:ext cx="126507" cy="167167"/>
            </a:xfrm>
            <a:custGeom>
              <a:avLst/>
              <a:pathLst>
                <a:path w="126507" h="167167">
                  <a:moveTo>
                    <a:pt x="126507" y="0"/>
                  </a:moveTo>
                  <a:lnTo>
                    <a:pt x="120989" y="91"/>
                  </a:lnTo>
                  <a:lnTo>
                    <a:pt x="115477" y="364"/>
                  </a:lnTo>
                  <a:lnTo>
                    <a:pt x="109977" y="819"/>
                  </a:lnTo>
                  <a:lnTo>
                    <a:pt x="104496" y="1455"/>
                  </a:lnTo>
                  <a:lnTo>
                    <a:pt x="99038" y="2272"/>
                  </a:lnTo>
                  <a:lnTo>
                    <a:pt x="93610" y="3268"/>
                  </a:lnTo>
                  <a:lnTo>
                    <a:pt x="88218" y="4444"/>
                  </a:lnTo>
                  <a:lnTo>
                    <a:pt x="82868" y="5796"/>
                  </a:lnTo>
                  <a:lnTo>
                    <a:pt x="77565" y="7324"/>
                  </a:lnTo>
                  <a:lnTo>
                    <a:pt x="72316" y="9027"/>
                  </a:lnTo>
                  <a:lnTo>
                    <a:pt x="67125" y="10902"/>
                  </a:lnTo>
                  <a:lnTo>
                    <a:pt x="62000" y="12947"/>
                  </a:lnTo>
                  <a:lnTo>
                    <a:pt x="56944" y="15160"/>
                  </a:lnTo>
                  <a:lnTo>
                    <a:pt x="51965" y="17539"/>
                  </a:lnTo>
                  <a:lnTo>
                    <a:pt x="47067" y="20081"/>
                  </a:lnTo>
                  <a:lnTo>
                    <a:pt x="42255" y="22784"/>
                  </a:lnTo>
                  <a:lnTo>
                    <a:pt x="37535" y="25643"/>
                  </a:lnTo>
                  <a:lnTo>
                    <a:pt x="32912" y="28657"/>
                  </a:lnTo>
                  <a:lnTo>
                    <a:pt x="28391" y="31822"/>
                  </a:lnTo>
                  <a:lnTo>
                    <a:pt x="23977" y="35134"/>
                  </a:lnTo>
                  <a:lnTo>
                    <a:pt x="19675" y="38590"/>
                  </a:lnTo>
                  <a:lnTo>
                    <a:pt x="15489" y="42187"/>
                  </a:lnTo>
                  <a:lnTo>
                    <a:pt x="11424" y="45919"/>
                  </a:lnTo>
                  <a:lnTo>
                    <a:pt x="7485" y="49784"/>
                  </a:lnTo>
                  <a:lnTo>
                    <a:pt x="3675" y="53777"/>
                  </a:lnTo>
                  <a:lnTo>
                    <a:pt x="0" y="57893"/>
                  </a:lnTo>
                  <a:lnTo>
                    <a:pt x="12650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62213" y="1380465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62213" y="1380465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62213" y="1380465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62213" y="1380465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62213" y="1380465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62213" y="1380465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62213" y="1380465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62213" y="1380465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62213" y="1380465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62213" y="1380465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62213" y="1380465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62213" y="1380465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62213" y="1380465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62213" y="1380465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62213" y="1380465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62213" y="1380465"/>
              <a:ext cx="126507" cy="109274"/>
            </a:xfrm>
            <a:custGeom>
              <a:avLst/>
              <a:pathLst>
                <a:path w="126507" h="109274">
                  <a:moveTo>
                    <a:pt x="0" y="0"/>
                  </a:moveTo>
                  <a:lnTo>
                    <a:pt x="126507" y="1092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21565" y="1370523"/>
              <a:ext cx="334322" cy="286376"/>
            </a:xfrm>
            <a:custGeom>
              <a:avLst/>
              <a:pathLst>
                <a:path w="334322" h="286376">
                  <a:moveTo>
                    <a:pt x="40647" y="9941"/>
                  </a:moveTo>
                  <a:lnTo>
                    <a:pt x="37233" y="14023"/>
                  </a:lnTo>
                  <a:lnTo>
                    <a:pt x="33951" y="18212"/>
                  </a:lnTo>
                  <a:lnTo>
                    <a:pt x="30803" y="22503"/>
                  </a:lnTo>
                  <a:lnTo>
                    <a:pt x="27794" y="26892"/>
                  </a:lnTo>
                  <a:lnTo>
                    <a:pt x="24926" y="31375"/>
                  </a:lnTo>
                  <a:lnTo>
                    <a:pt x="22202" y="35946"/>
                  </a:lnTo>
                  <a:lnTo>
                    <a:pt x="19625" y="40602"/>
                  </a:lnTo>
                  <a:lnTo>
                    <a:pt x="17198" y="45338"/>
                  </a:lnTo>
                  <a:lnTo>
                    <a:pt x="14922" y="50149"/>
                  </a:lnTo>
                  <a:lnTo>
                    <a:pt x="12801" y="55029"/>
                  </a:lnTo>
                  <a:lnTo>
                    <a:pt x="10836" y="59975"/>
                  </a:lnTo>
                  <a:lnTo>
                    <a:pt x="9030" y="64981"/>
                  </a:lnTo>
                  <a:lnTo>
                    <a:pt x="7383" y="70041"/>
                  </a:lnTo>
                  <a:lnTo>
                    <a:pt x="5899" y="75152"/>
                  </a:lnTo>
                  <a:lnTo>
                    <a:pt x="4578" y="80307"/>
                  </a:lnTo>
                  <a:lnTo>
                    <a:pt x="3422" y="85502"/>
                  </a:lnTo>
                  <a:lnTo>
                    <a:pt x="2432" y="90730"/>
                  </a:lnTo>
                  <a:lnTo>
                    <a:pt x="1609" y="95988"/>
                  </a:lnTo>
                  <a:lnTo>
                    <a:pt x="953" y="101269"/>
                  </a:lnTo>
                  <a:lnTo>
                    <a:pt x="466" y="106569"/>
                  </a:lnTo>
                  <a:lnTo>
                    <a:pt x="148" y="111881"/>
                  </a:lnTo>
                  <a:lnTo>
                    <a:pt x="0" y="117200"/>
                  </a:lnTo>
                  <a:lnTo>
                    <a:pt x="20" y="122522"/>
                  </a:lnTo>
                  <a:lnTo>
                    <a:pt x="210" y="127840"/>
                  </a:lnTo>
                  <a:lnTo>
                    <a:pt x="569" y="133150"/>
                  </a:lnTo>
                  <a:lnTo>
                    <a:pt x="1097" y="138445"/>
                  </a:lnTo>
                  <a:lnTo>
                    <a:pt x="1793" y="143721"/>
                  </a:lnTo>
                  <a:lnTo>
                    <a:pt x="2657" y="148972"/>
                  </a:lnTo>
                  <a:lnTo>
                    <a:pt x="3688" y="154193"/>
                  </a:lnTo>
                  <a:lnTo>
                    <a:pt x="4884" y="159379"/>
                  </a:lnTo>
                  <a:lnTo>
                    <a:pt x="6245" y="164523"/>
                  </a:lnTo>
                  <a:lnTo>
                    <a:pt x="7768" y="169622"/>
                  </a:lnTo>
                  <a:lnTo>
                    <a:pt x="9454" y="174670"/>
                  </a:lnTo>
                  <a:lnTo>
                    <a:pt x="11299" y="179662"/>
                  </a:lnTo>
                  <a:lnTo>
                    <a:pt x="13302" y="184592"/>
                  </a:lnTo>
                  <a:lnTo>
                    <a:pt x="15461" y="189456"/>
                  </a:lnTo>
                  <a:lnTo>
                    <a:pt x="17773" y="194249"/>
                  </a:lnTo>
                  <a:lnTo>
                    <a:pt x="20237" y="198966"/>
                  </a:lnTo>
                  <a:lnTo>
                    <a:pt x="22850" y="203602"/>
                  </a:lnTo>
                  <a:lnTo>
                    <a:pt x="25609" y="208152"/>
                  </a:lnTo>
                  <a:lnTo>
                    <a:pt x="28512" y="212613"/>
                  </a:lnTo>
                  <a:lnTo>
                    <a:pt x="31555" y="216978"/>
                  </a:lnTo>
                  <a:lnTo>
                    <a:pt x="34736" y="221245"/>
                  </a:lnTo>
                  <a:lnTo>
                    <a:pt x="38050" y="225408"/>
                  </a:lnTo>
                  <a:lnTo>
                    <a:pt x="41496" y="229464"/>
                  </a:lnTo>
                  <a:lnTo>
                    <a:pt x="45069" y="233408"/>
                  </a:lnTo>
                  <a:lnTo>
                    <a:pt x="48766" y="237236"/>
                  </a:lnTo>
                  <a:lnTo>
                    <a:pt x="52582" y="240944"/>
                  </a:lnTo>
                  <a:lnTo>
                    <a:pt x="56515" y="244530"/>
                  </a:lnTo>
                  <a:lnTo>
                    <a:pt x="60560" y="247988"/>
                  </a:lnTo>
                  <a:lnTo>
                    <a:pt x="64713" y="251316"/>
                  </a:lnTo>
                  <a:lnTo>
                    <a:pt x="68969" y="254509"/>
                  </a:lnTo>
                  <a:lnTo>
                    <a:pt x="73326" y="257566"/>
                  </a:lnTo>
                  <a:lnTo>
                    <a:pt x="77777" y="260483"/>
                  </a:lnTo>
                  <a:lnTo>
                    <a:pt x="82319" y="263256"/>
                  </a:lnTo>
                  <a:lnTo>
                    <a:pt x="86947" y="265883"/>
                  </a:lnTo>
                  <a:lnTo>
                    <a:pt x="91656" y="268362"/>
                  </a:lnTo>
                  <a:lnTo>
                    <a:pt x="96441" y="270690"/>
                  </a:lnTo>
                  <a:lnTo>
                    <a:pt x="101299" y="272864"/>
                  </a:lnTo>
                  <a:lnTo>
                    <a:pt x="106223" y="274882"/>
                  </a:lnTo>
                  <a:lnTo>
                    <a:pt x="111209" y="276743"/>
                  </a:lnTo>
                  <a:lnTo>
                    <a:pt x="116251" y="278444"/>
                  </a:lnTo>
                  <a:lnTo>
                    <a:pt x="121345" y="279983"/>
                  </a:lnTo>
                  <a:lnTo>
                    <a:pt x="126486" y="281360"/>
                  </a:lnTo>
                  <a:lnTo>
                    <a:pt x="131668" y="282572"/>
                  </a:lnTo>
                  <a:lnTo>
                    <a:pt x="136885" y="283619"/>
                  </a:lnTo>
                  <a:lnTo>
                    <a:pt x="142134" y="284499"/>
                  </a:lnTo>
                  <a:lnTo>
                    <a:pt x="147407" y="285212"/>
                  </a:lnTo>
                  <a:lnTo>
                    <a:pt x="152701" y="285756"/>
                  </a:lnTo>
                  <a:lnTo>
                    <a:pt x="158009" y="286132"/>
                  </a:lnTo>
                  <a:lnTo>
                    <a:pt x="163327" y="286339"/>
                  </a:lnTo>
                  <a:lnTo>
                    <a:pt x="168649" y="286376"/>
                  </a:lnTo>
                  <a:lnTo>
                    <a:pt x="173969" y="286244"/>
                  </a:lnTo>
                  <a:lnTo>
                    <a:pt x="179282" y="285942"/>
                  </a:lnTo>
                  <a:lnTo>
                    <a:pt x="184583" y="285471"/>
                  </a:lnTo>
                  <a:lnTo>
                    <a:pt x="189866" y="284833"/>
                  </a:lnTo>
                  <a:lnTo>
                    <a:pt x="195126" y="284026"/>
                  </a:lnTo>
                  <a:lnTo>
                    <a:pt x="200358" y="283052"/>
                  </a:lnTo>
                  <a:lnTo>
                    <a:pt x="205556" y="281912"/>
                  </a:lnTo>
                  <a:lnTo>
                    <a:pt x="210715" y="280607"/>
                  </a:lnTo>
                  <a:lnTo>
                    <a:pt x="215830" y="279139"/>
                  </a:lnTo>
                  <a:lnTo>
                    <a:pt x="220896" y="277509"/>
                  </a:lnTo>
                  <a:lnTo>
                    <a:pt x="225907" y="275718"/>
                  </a:lnTo>
                  <a:lnTo>
                    <a:pt x="230859" y="273768"/>
                  </a:lnTo>
                  <a:lnTo>
                    <a:pt x="235746" y="271662"/>
                  </a:lnTo>
                  <a:lnTo>
                    <a:pt x="240564" y="269402"/>
                  </a:lnTo>
                  <a:lnTo>
                    <a:pt x="245307" y="266989"/>
                  </a:lnTo>
                  <a:lnTo>
                    <a:pt x="249971" y="264426"/>
                  </a:lnTo>
                  <a:lnTo>
                    <a:pt x="254551" y="261717"/>
                  </a:lnTo>
                  <a:lnTo>
                    <a:pt x="259043" y="258863"/>
                  </a:lnTo>
                  <a:lnTo>
                    <a:pt x="263442" y="255867"/>
                  </a:lnTo>
                  <a:lnTo>
                    <a:pt x="267742" y="252733"/>
                  </a:lnTo>
                  <a:lnTo>
                    <a:pt x="271941" y="249464"/>
                  </a:lnTo>
                  <a:lnTo>
                    <a:pt x="276034" y="246062"/>
                  </a:lnTo>
                  <a:lnTo>
                    <a:pt x="280017" y="242532"/>
                  </a:lnTo>
                  <a:lnTo>
                    <a:pt x="283885" y="238877"/>
                  </a:lnTo>
                  <a:lnTo>
                    <a:pt x="287634" y="235101"/>
                  </a:lnTo>
                  <a:lnTo>
                    <a:pt x="291262" y="231208"/>
                  </a:lnTo>
                  <a:lnTo>
                    <a:pt x="294764" y="227201"/>
                  </a:lnTo>
                  <a:lnTo>
                    <a:pt x="298136" y="223084"/>
                  </a:lnTo>
                  <a:lnTo>
                    <a:pt x="301376" y="218862"/>
                  </a:lnTo>
                  <a:lnTo>
                    <a:pt x="304480" y="214539"/>
                  </a:lnTo>
                  <a:lnTo>
                    <a:pt x="307445" y="210120"/>
                  </a:lnTo>
                  <a:lnTo>
                    <a:pt x="310267" y="205608"/>
                  </a:lnTo>
                  <a:lnTo>
                    <a:pt x="312945" y="201009"/>
                  </a:lnTo>
                  <a:lnTo>
                    <a:pt x="315474" y="196327"/>
                  </a:lnTo>
                  <a:lnTo>
                    <a:pt x="317854" y="191567"/>
                  </a:lnTo>
                  <a:lnTo>
                    <a:pt x="320080" y="186734"/>
                  </a:lnTo>
                  <a:lnTo>
                    <a:pt x="322152" y="181832"/>
                  </a:lnTo>
                  <a:lnTo>
                    <a:pt x="324066" y="176867"/>
                  </a:lnTo>
                  <a:lnTo>
                    <a:pt x="325822" y="171843"/>
                  </a:lnTo>
                  <a:lnTo>
                    <a:pt x="327417" y="166766"/>
                  </a:lnTo>
                  <a:lnTo>
                    <a:pt x="328849" y="161640"/>
                  </a:lnTo>
                  <a:lnTo>
                    <a:pt x="330118" y="156472"/>
                  </a:lnTo>
                  <a:lnTo>
                    <a:pt x="331221" y="151266"/>
                  </a:lnTo>
                  <a:lnTo>
                    <a:pt x="332158" y="146028"/>
                  </a:lnTo>
                  <a:lnTo>
                    <a:pt x="332928" y="140762"/>
                  </a:lnTo>
                  <a:lnTo>
                    <a:pt x="333530" y="135474"/>
                  </a:lnTo>
                  <a:lnTo>
                    <a:pt x="333963" y="130170"/>
                  </a:lnTo>
                  <a:lnTo>
                    <a:pt x="334227" y="124855"/>
                  </a:lnTo>
                  <a:lnTo>
                    <a:pt x="334322" y="119534"/>
                  </a:lnTo>
                  <a:lnTo>
                    <a:pt x="334247" y="114213"/>
                  </a:lnTo>
                  <a:lnTo>
                    <a:pt x="334004" y="108897"/>
                  </a:lnTo>
                  <a:lnTo>
                    <a:pt x="333591" y="103592"/>
                  </a:lnTo>
                  <a:lnTo>
                    <a:pt x="333009" y="98302"/>
                  </a:lnTo>
                  <a:lnTo>
                    <a:pt x="332259" y="93033"/>
                  </a:lnTo>
                  <a:lnTo>
                    <a:pt x="331342" y="87791"/>
                  </a:lnTo>
                  <a:lnTo>
                    <a:pt x="330259" y="82581"/>
                  </a:lnTo>
                  <a:lnTo>
                    <a:pt x="329010" y="77408"/>
                  </a:lnTo>
                  <a:lnTo>
                    <a:pt x="327597" y="72277"/>
                  </a:lnTo>
                  <a:lnTo>
                    <a:pt x="326022" y="67194"/>
                  </a:lnTo>
                  <a:lnTo>
                    <a:pt x="324286" y="62164"/>
                  </a:lnTo>
                  <a:lnTo>
                    <a:pt x="322390" y="57191"/>
                  </a:lnTo>
                  <a:lnTo>
                    <a:pt x="320337" y="52281"/>
                  </a:lnTo>
                  <a:lnTo>
                    <a:pt x="318129" y="47439"/>
                  </a:lnTo>
                  <a:lnTo>
                    <a:pt x="315768" y="42670"/>
                  </a:lnTo>
                  <a:lnTo>
                    <a:pt x="313256" y="37978"/>
                  </a:lnTo>
                  <a:lnTo>
                    <a:pt x="310596" y="33369"/>
                  </a:lnTo>
                  <a:lnTo>
                    <a:pt x="307791" y="28847"/>
                  </a:lnTo>
                  <a:lnTo>
                    <a:pt x="304843" y="24416"/>
                  </a:lnTo>
                  <a:lnTo>
                    <a:pt x="301756" y="20082"/>
                  </a:lnTo>
                  <a:lnTo>
                    <a:pt x="298532" y="15847"/>
                  </a:lnTo>
                  <a:lnTo>
                    <a:pt x="295176" y="11718"/>
                  </a:lnTo>
                  <a:lnTo>
                    <a:pt x="291689" y="7697"/>
                  </a:lnTo>
                  <a:lnTo>
                    <a:pt x="288076" y="3790"/>
                  </a:lnTo>
                  <a:lnTo>
                    <a:pt x="284341" y="0"/>
                  </a:lnTo>
                  <a:lnTo>
                    <a:pt x="167155" y="1192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488720" y="1322571"/>
              <a:ext cx="117186" cy="167167"/>
            </a:xfrm>
            <a:custGeom>
              <a:avLst/>
              <a:pathLst>
                <a:path w="117186" h="167167">
                  <a:moveTo>
                    <a:pt x="117186" y="47951"/>
                  </a:moveTo>
                  <a:lnTo>
                    <a:pt x="113093" y="44062"/>
                  </a:lnTo>
                  <a:lnTo>
                    <a:pt x="108872" y="40314"/>
                  </a:lnTo>
                  <a:lnTo>
                    <a:pt x="104526" y="36709"/>
                  </a:lnTo>
                  <a:lnTo>
                    <a:pt x="100061" y="33254"/>
                  </a:lnTo>
                  <a:lnTo>
                    <a:pt x="95482" y="29952"/>
                  </a:lnTo>
                  <a:lnTo>
                    <a:pt x="90794" y="26806"/>
                  </a:lnTo>
                  <a:lnTo>
                    <a:pt x="86003" y="23820"/>
                  </a:lnTo>
                  <a:lnTo>
                    <a:pt x="81113" y="20997"/>
                  </a:lnTo>
                  <a:lnTo>
                    <a:pt x="76131" y="18342"/>
                  </a:lnTo>
                  <a:lnTo>
                    <a:pt x="71062" y="15856"/>
                  </a:lnTo>
                  <a:lnTo>
                    <a:pt x="65912" y="13542"/>
                  </a:lnTo>
                  <a:lnTo>
                    <a:pt x="60687" y="11404"/>
                  </a:lnTo>
                  <a:lnTo>
                    <a:pt x="55392" y="9444"/>
                  </a:lnTo>
                  <a:lnTo>
                    <a:pt x="50035" y="7663"/>
                  </a:lnTo>
                  <a:lnTo>
                    <a:pt x="44620" y="6065"/>
                  </a:lnTo>
                  <a:lnTo>
                    <a:pt x="39154" y="4650"/>
                  </a:lnTo>
                  <a:lnTo>
                    <a:pt x="33644" y="3420"/>
                  </a:lnTo>
                  <a:lnTo>
                    <a:pt x="28096" y="2377"/>
                  </a:lnTo>
                  <a:lnTo>
                    <a:pt x="22515" y="1523"/>
                  </a:lnTo>
                  <a:lnTo>
                    <a:pt x="16909" y="857"/>
                  </a:lnTo>
                  <a:lnTo>
                    <a:pt x="11283" y="381"/>
                  </a:lnTo>
                  <a:lnTo>
                    <a:pt x="5644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16962" y="1681503"/>
              <a:ext cx="69562" cy="167167"/>
            </a:xfrm>
            <a:custGeom>
              <a:avLst/>
              <a:pathLst>
                <a:path w="69562" h="167167">
                  <a:moveTo>
                    <a:pt x="69562" y="0"/>
                  </a:moveTo>
                  <a:lnTo>
                    <a:pt x="63585" y="106"/>
                  </a:lnTo>
                  <a:lnTo>
                    <a:pt x="57615" y="427"/>
                  </a:lnTo>
                  <a:lnTo>
                    <a:pt x="51660" y="961"/>
                  </a:lnTo>
                  <a:lnTo>
                    <a:pt x="45729" y="1707"/>
                  </a:lnTo>
                  <a:lnTo>
                    <a:pt x="39827" y="2665"/>
                  </a:lnTo>
                  <a:lnTo>
                    <a:pt x="33964" y="3834"/>
                  </a:lnTo>
                  <a:lnTo>
                    <a:pt x="28147" y="5211"/>
                  </a:lnTo>
                  <a:lnTo>
                    <a:pt x="22382" y="6795"/>
                  </a:lnTo>
                  <a:lnTo>
                    <a:pt x="16678" y="8585"/>
                  </a:lnTo>
                  <a:lnTo>
                    <a:pt x="11041" y="10577"/>
                  </a:lnTo>
                  <a:lnTo>
                    <a:pt x="5479" y="12770"/>
                  </a:lnTo>
                  <a:lnTo>
                    <a:pt x="0" y="15160"/>
                  </a:lnTo>
                  <a:lnTo>
                    <a:pt x="6956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16962" y="1696664"/>
              <a:ext cx="69562" cy="152006"/>
            </a:xfrm>
            <a:custGeom>
              <a:avLst/>
              <a:pathLst>
                <a:path w="69562" h="152006">
                  <a:moveTo>
                    <a:pt x="0" y="0"/>
                  </a:moveTo>
                  <a:lnTo>
                    <a:pt x="69562" y="1520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16962" y="1696664"/>
              <a:ext cx="69562" cy="152006"/>
            </a:xfrm>
            <a:custGeom>
              <a:avLst/>
              <a:pathLst>
                <a:path w="69562" h="152006">
                  <a:moveTo>
                    <a:pt x="0" y="0"/>
                  </a:moveTo>
                  <a:lnTo>
                    <a:pt x="69562" y="1520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16962" y="1696664"/>
              <a:ext cx="69562" cy="152006"/>
            </a:xfrm>
            <a:custGeom>
              <a:avLst/>
              <a:pathLst>
                <a:path w="69562" h="152006">
                  <a:moveTo>
                    <a:pt x="0" y="0"/>
                  </a:moveTo>
                  <a:lnTo>
                    <a:pt x="69562" y="1520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16962" y="1696664"/>
              <a:ext cx="69562" cy="152006"/>
            </a:xfrm>
            <a:custGeom>
              <a:avLst/>
              <a:pathLst>
                <a:path w="69562" h="152006">
                  <a:moveTo>
                    <a:pt x="0" y="0"/>
                  </a:moveTo>
                  <a:lnTo>
                    <a:pt x="69562" y="1520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16962" y="1696664"/>
              <a:ext cx="69562" cy="152006"/>
            </a:xfrm>
            <a:custGeom>
              <a:avLst/>
              <a:pathLst>
                <a:path w="69562" h="152006">
                  <a:moveTo>
                    <a:pt x="0" y="0"/>
                  </a:moveTo>
                  <a:lnTo>
                    <a:pt x="69562" y="1520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16962" y="1696664"/>
              <a:ext cx="69562" cy="152006"/>
            </a:xfrm>
            <a:custGeom>
              <a:avLst/>
              <a:pathLst>
                <a:path w="69562" h="152006">
                  <a:moveTo>
                    <a:pt x="0" y="0"/>
                  </a:moveTo>
                  <a:lnTo>
                    <a:pt x="69562" y="1520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16962" y="1696664"/>
              <a:ext cx="69562" cy="152006"/>
            </a:xfrm>
            <a:custGeom>
              <a:avLst/>
              <a:pathLst>
                <a:path w="69562" h="152006">
                  <a:moveTo>
                    <a:pt x="0" y="0"/>
                  </a:moveTo>
                  <a:lnTo>
                    <a:pt x="69562" y="1520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16962" y="1696664"/>
              <a:ext cx="69562" cy="152006"/>
            </a:xfrm>
            <a:custGeom>
              <a:avLst/>
              <a:pathLst>
                <a:path w="69562" h="152006">
                  <a:moveTo>
                    <a:pt x="0" y="0"/>
                  </a:moveTo>
                  <a:lnTo>
                    <a:pt x="69562" y="1520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16962" y="1696664"/>
              <a:ext cx="69562" cy="152006"/>
            </a:xfrm>
            <a:custGeom>
              <a:avLst/>
              <a:pathLst>
                <a:path w="69562" h="152006">
                  <a:moveTo>
                    <a:pt x="0" y="0"/>
                  </a:moveTo>
                  <a:lnTo>
                    <a:pt x="69562" y="1520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016962" y="1696664"/>
              <a:ext cx="69562" cy="152006"/>
            </a:xfrm>
            <a:custGeom>
              <a:avLst/>
              <a:pathLst>
                <a:path w="69562" h="152006">
                  <a:moveTo>
                    <a:pt x="0" y="0"/>
                  </a:moveTo>
                  <a:lnTo>
                    <a:pt x="69562" y="1520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016962" y="1696664"/>
              <a:ext cx="69562" cy="152006"/>
            </a:xfrm>
            <a:custGeom>
              <a:avLst/>
              <a:pathLst>
                <a:path w="69562" h="152006">
                  <a:moveTo>
                    <a:pt x="0" y="0"/>
                  </a:moveTo>
                  <a:lnTo>
                    <a:pt x="69562" y="1520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016962" y="1696664"/>
              <a:ext cx="69562" cy="152006"/>
            </a:xfrm>
            <a:custGeom>
              <a:avLst/>
              <a:pathLst>
                <a:path w="69562" h="152006">
                  <a:moveTo>
                    <a:pt x="0" y="0"/>
                  </a:moveTo>
                  <a:lnTo>
                    <a:pt x="69562" y="1520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016962" y="1696664"/>
              <a:ext cx="69562" cy="152006"/>
            </a:xfrm>
            <a:custGeom>
              <a:avLst/>
              <a:pathLst>
                <a:path w="69562" h="152006">
                  <a:moveTo>
                    <a:pt x="0" y="0"/>
                  </a:moveTo>
                  <a:lnTo>
                    <a:pt x="69562" y="1520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3016962" y="1696664"/>
              <a:ext cx="69562" cy="152006"/>
            </a:xfrm>
            <a:custGeom>
              <a:avLst/>
              <a:pathLst>
                <a:path w="69562" h="152006">
                  <a:moveTo>
                    <a:pt x="0" y="0"/>
                  </a:moveTo>
                  <a:lnTo>
                    <a:pt x="69562" y="1520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3016962" y="1696664"/>
              <a:ext cx="69562" cy="152006"/>
            </a:xfrm>
            <a:custGeom>
              <a:avLst/>
              <a:pathLst>
                <a:path w="69562" h="152006">
                  <a:moveTo>
                    <a:pt x="0" y="0"/>
                  </a:moveTo>
                  <a:lnTo>
                    <a:pt x="69562" y="1520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3016962" y="1696664"/>
              <a:ext cx="69562" cy="152006"/>
            </a:xfrm>
            <a:custGeom>
              <a:avLst/>
              <a:pathLst>
                <a:path w="69562" h="152006">
                  <a:moveTo>
                    <a:pt x="0" y="0"/>
                  </a:moveTo>
                  <a:lnTo>
                    <a:pt x="69562" y="1520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19358" y="1681503"/>
              <a:ext cx="334323" cy="334328"/>
            </a:xfrm>
            <a:custGeom>
              <a:avLst/>
              <a:pathLst>
                <a:path w="334323" h="334328">
                  <a:moveTo>
                    <a:pt x="97604" y="15160"/>
                  </a:moveTo>
                  <a:lnTo>
                    <a:pt x="92830" y="17437"/>
                  </a:lnTo>
                  <a:lnTo>
                    <a:pt x="88130" y="19864"/>
                  </a:lnTo>
                  <a:lnTo>
                    <a:pt x="83509" y="22438"/>
                  </a:lnTo>
                  <a:lnTo>
                    <a:pt x="78972" y="25158"/>
                  </a:lnTo>
                  <a:lnTo>
                    <a:pt x="74523" y="28019"/>
                  </a:lnTo>
                  <a:lnTo>
                    <a:pt x="70167" y="31020"/>
                  </a:lnTo>
                  <a:lnTo>
                    <a:pt x="65908" y="34157"/>
                  </a:lnTo>
                  <a:lnTo>
                    <a:pt x="61751" y="37427"/>
                  </a:lnTo>
                  <a:lnTo>
                    <a:pt x="57699" y="40827"/>
                  </a:lnTo>
                  <a:lnTo>
                    <a:pt x="53756" y="44354"/>
                  </a:lnTo>
                  <a:lnTo>
                    <a:pt x="49928" y="48003"/>
                  </a:lnTo>
                  <a:lnTo>
                    <a:pt x="46216" y="51772"/>
                  </a:lnTo>
                  <a:lnTo>
                    <a:pt x="42626" y="55656"/>
                  </a:lnTo>
                  <a:lnTo>
                    <a:pt x="39160" y="59652"/>
                  </a:lnTo>
                  <a:lnTo>
                    <a:pt x="35823" y="63756"/>
                  </a:lnTo>
                  <a:lnTo>
                    <a:pt x="32617" y="67963"/>
                  </a:lnTo>
                  <a:lnTo>
                    <a:pt x="29546" y="72270"/>
                  </a:lnTo>
                  <a:lnTo>
                    <a:pt x="26612" y="76671"/>
                  </a:lnTo>
                  <a:lnTo>
                    <a:pt x="23819" y="81164"/>
                  </a:lnTo>
                  <a:lnTo>
                    <a:pt x="21170" y="85742"/>
                  </a:lnTo>
                  <a:lnTo>
                    <a:pt x="18667" y="90402"/>
                  </a:lnTo>
                  <a:lnTo>
                    <a:pt x="16313" y="95138"/>
                  </a:lnTo>
                  <a:lnTo>
                    <a:pt x="14109" y="99947"/>
                  </a:lnTo>
                  <a:lnTo>
                    <a:pt x="12059" y="104823"/>
                  </a:lnTo>
                  <a:lnTo>
                    <a:pt x="10165" y="109762"/>
                  </a:lnTo>
                  <a:lnTo>
                    <a:pt x="8427" y="114758"/>
                  </a:lnTo>
                  <a:lnTo>
                    <a:pt x="6848" y="119806"/>
                  </a:lnTo>
                  <a:lnTo>
                    <a:pt x="5430" y="124902"/>
                  </a:lnTo>
                  <a:lnTo>
                    <a:pt x="4174" y="130040"/>
                  </a:lnTo>
                  <a:lnTo>
                    <a:pt x="3081" y="135215"/>
                  </a:lnTo>
                  <a:lnTo>
                    <a:pt x="2152" y="140423"/>
                  </a:lnTo>
                  <a:lnTo>
                    <a:pt x="1389" y="145657"/>
                  </a:lnTo>
                  <a:lnTo>
                    <a:pt x="791" y="150912"/>
                  </a:lnTo>
                  <a:lnTo>
                    <a:pt x="360" y="156184"/>
                  </a:lnTo>
                  <a:lnTo>
                    <a:pt x="96" y="161467"/>
                  </a:lnTo>
                  <a:lnTo>
                    <a:pt x="0" y="166756"/>
                  </a:lnTo>
                  <a:lnTo>
                    <a:pt x="70" y="172045"/>
                  </a:lnTo>
                  <a:lnTo>
                    <a:pt x="308" y="177329"/>
                  </a:lnTo>
                  <a:lnTo>
                    <a:pt x="713" y="182603"/>
                  </a:lnTo>
                  <a:lnTo>
                    <a:pt x="1285" y="187862"/>
                  </a:lnTo>
                  <a:lnTo>
                    <a:pt x="2023" y="193099"/>
                  </a:lnTo>
                  <a:lnTo>
                    <a:pt x="2926" y="198311"/>
                  </a:lnTo>
                  <a:lnTo>
                    <a:pt x="3993" y="203492"/>
                  </a:lnTo>
                  <a:lnTo>
                    <a:pt x="5224" y="208636"/>
                  </a:lnTo>
                  <a:lnTo>
                    <a:pt x="6617" y="213739"/>
                  </a:lnTo>
                  <a:lnTo>
                    <a:pt x="8171" y="218795"/>
                  </a:lnTo>
                  <a:lnTo>
                    <a:pt x="9884" y="223799"/>
                  </a:lnTo>
                  <a:lnTo>
                    <a:pt x="11755" y="228747"/>
                  </a:lnTo>
                  <a:lnTo>
                    <a:pt x="13781" y="233633"/>
                  </a:lnTo>
                  <a:lnTo>
                    <a:pt x="15960" y="238453"/>
                  </a:lnTo>
                  <a:lnTo>
                    <a:pt x="18291" y="243201"/>
                  </a:lnTo>
                  <a:lnTo>
                    <a:pt x="20772" y="247873"/>
                  </a:lnTo>
                  <a:lnTo>
                    <a:pt x="23398" y="252464"/>
                  </a:lnTo>
                  <a:lnTo>
                    <a:pt x="26169" y="256970"/>
                  </a:lnTo>
                  <a:lnTo>
                    <a:pt x="29081" y="261386"/>
                  </a:lnTo>
                  <a:lnTo>
                    <a:pt x="32131" y="265708"/>
                  </a:lnTo>
                  <a:lnTo>
                    <a:pt x="35316" y="269931"/>
                  </a:lnTo>
                  <a:lnTo>
                    <a:pt x="38633" y="274051"/>
                  </a:lnTo>
                  <a:lnTo>
                    <a:pt x="42079" y="278064"/>
                  </a:lnTo>
                  <a:lnTo>
                    <a:pt x="45650" y="281966"/>
                  </a:lnTo>
                  <a:lnTo>
                    <a:pt x="49343" y="285753"/>
                  </a:lnTo>
                  <a:lnTo>
                    <a:pt x="53154" y="289421"/>
                  </a:lnTo>
                  <a:lnTo>
                    <a:pt x="57079" y="292967"/>
                  </a:lnTo>
                  <a:lnTo>
                    <a:pt x="61114" y="296387"/>
                  </a:lnTo>
                  <a:lnTo>
                    <a:pt x="65255" y="299678"/>
                  </a:lnTo>
                  <a:lnTo>
                    <a:pt x="69499" y="302835"/>
                  </a:lnTo>
                  <a:lnTo>
                    <a:pt x="73840" y="305858"/>
                  </a:lnTo>
                  <a:lnTo>
                    <a:pt x="78274" y="308741"/>
                  </a:lnTo>
                  <a:lnTo>
                    <a:pt x="82798" y="311482"/>
                  </a:lnTo>
                  <a:lnTo>
                    <a:pt x="87406" y="314079"/>
                  </a:lnTo>
                  <a:lnTo>
                    <a:pt x="92094" y="316529"/>
                  </a:lnTo>
                  <a:lnTo>
                    <a:pt x="96857" y="318830"/>
                  </a:lnTo>
                  <a:lnTo>
                    <a:pt x="101691" y="320978"/>
                  </a:lnTo>
                  <a:lnTo>
                    <a:pt x="106590" y="322973"/>
                  </a:lnTo>
                  <a:lnTo>
                    <a:pt x="111549" y="324811"/>
                  </a:lnTo>
                  <a:lnTo>
                    <a:pt x="116565" y="326492"/>
                  </a:lnTo>
                  <a:lnTo>
                    <a:pt x="121631" y="328013"/>
                  </a:lnTo>
                  <a:lnTo>
                    <a:pt x="126743" y="329373"/>
                  </a:lnTo>
                  <a:lnTo>
                    <a:pt x="131895" y="330571"/>
                  </a:lnTo>
                  <a:lnTo>
                    <a:pt x="137082" y="331605"/>
                  </a:lnTo>
                  <a:lnTo>
                    <a:pt x="142300" y="332475"/>
                  </a:lnTo>
                  <a:lnTo>
                    <a:pt x="147542" y="333179"/>
                  </a:lnTo>
                  <a:lnTo>
                    <a:pt x="152804" y="333716"/>
                  </a:lnTo>
                  <a:lnTo>
                    <a:pt x="158081" y="334087"/>
                  </a:lnTo>
                  <a:lnTo>
                    <a:pt x="163366" y="334291"/>
                  </a:lnTo>
                  <a:lnTo>
                    <a:pt x="168656" y="334328"/>
                  </a:lnTo>
                  <a:lnTo>
                    <a:pt x="173943" y="334197"/>
                  </a:lnTo>
                  <a:lnTo>
                    <a:pt x="179225" y="333899"/>
                  </a:lnTo>
                  <a:lnTo>
                    <a:pt x="184494" y="333434"/>
                  </a:lnTo>
                  <a:lnTo>
                    <a:pt x="189745" y="332803"/>
                  </a:lnTo>
                  <a:lnTo>
                    <a:pt x="194974" y="332005"/>
                  </a:lnTo>
                  <a:lnTo>
                    <a:pt x="200176" y="331043"/>
                  </a:lnTo>
                  <a:lnTo>
                    <a:pt x="205344" y="329917"/>
                  </a:lnTo>
                  <a:lnTo>
                    <a:pt x="210474" y="328627"/>
                  </a:lnTo>
                  <a:lnTo>
                    <a:pt x="215560" y="327176"/>
                  </a:lnTo>
                  <a:lnTo>
                    <a:pt x="220599" y="325565"/>
                  </a:lnTo>
                  <a:lnTo>
                    <a:pt x="225583" y="323795"/>
                  </a:lnTo>
                  <a:lnTo>
                    <a:pt x="230509" y="321869"/>
                  </a:lnTo>
                  <a:lnTo>
                    <a:pt x="235372" y="319787"/>
                  </a:lnTo>
                  <a:lnTo>
                    <a:pt x="240167" y="317553"/>
                  </a:lnTo>
                  <a:lnTo>
                    <a:pt x="244888" y="315168"/>
                  </a:lnTo>
                  <a:lnTo>
                    <a:pt x="249531" y="312635"/>
                  </a:lnTo>
                  <a:lnTo>
                    <a:pt x="254093" y="309956"/>
                  </a:lnTo>
                  <a:lnTo>
                    <a:pt x="258567" y="307135"/>
                  </a:lnTo>
                  <a:lnTo>
                    <a:pt x="262949" y="304173"/>
                  </a:lnTo>
                  <a:lnTo>
                    <a:pt x="267236" y="301074"/>
                  </a:lnTo>
                  <a:lnTo>
                    <a:pt x="271422" y="297841"/>
                  </a:lnTo>
                  <a:lnTo>
                    <a:pt x="275504" y="294477"/>
                  </a:lnTo>
                  <a:lnTo>
                    <a:pt x="279478" y="290986"/>
                  </a:lnTo>
                  <a:lnTo>
                    <a:pt x="283339" y="287370"/>
                  </a:lnTo>
                  <a:lnTo>
                    <a:pt x="287084" y="283635"/>
                  </a:lnTo>
                  <a:lnTo>
                    <a:pt x="290709" y="279783"/>
                  </a:lnTo>
                  <a:lnTo>
                    <a:pt x="294210" y="275818"/>
                  </a:lnTo>
                  <a:lnTo>
                    <a:pt x="297584" y="271744"/>
                  </a:lnTo>
                  <a:lnTo>
                    <a:pt x="300827" y="267565"/>
                  </a:lnTo>
                  <a:lnTo>
                    <a:pt x="303936" y="263286"/>
                  </a:lnTo>
                  <a:lnTo>
                    <a:pt x="306909" y="258911"/>
                  </a:lnTo>
                  <a:lnTo>
                    <a:pt x="309742" y="254444"/>
                  </a:lnTo>
                  <a:lnTo>
                    <a:pt x="312432" y="249889"/>
                  </a:lnTo>
                  <a:lnTo>
                    <a:pt x="314976" y="245252"/>
                  </a:lnTo>
                  <a:lnTo>
                    <a:pt x="317372" y="240537"/>
                  </a:lnTo>
                  <a:lnTo>
                    <a:pt x="319619" y="235748"/>
                  </a:lnTo>
                  <a:lnTo>
                    <a:pt x="321712" y="230890"/>
                  </a:lnTo>
                  <a:lnTo>
                    <a:pt x="323651" y="225969"/>
                  </a:lnTo>
                  <a:lnTo>
                    <a:pt x="325433" y="220988"/>
                  </a:lnTo>
                  <a:lnTo>
                    <a:pt x="327056" y="215954"/>
                  </a:lnTo>
                  <a:lnTo>
                    <a:pt x="328520" y="210871"/>
                  </a:lnTo>
                  <a:lnTo>
                    <a:pt x="329822" y="205744"/>
                  </a:lnTo>
                  <a:lnTo>
                    <a:pt x="330961" y="200579"/>
                  </a:lnTo>
                  <a:lnTo>
                    <a:pt x="331936" y="195380"/>
                  </a:lnTo>
                  <a:lnTo>
                    <a:pt x="332746" y="190153"/>
                  </a:lnTo>
                  <a:lnTo>
                    <a:pt x="333390" y="184903"/>
                  </a:lnTo>
                  <a:lnTo>
                    <a:pt x="333868" y="179635"/>
                  </a:lnTo>
                  <a:lnTo>
                    <a:pt x="334179" y="174355"/>
                  </a:lnTo>
                  <a:lnTo>
                    <a:pt x="334323" y="169067"/>
                  </a:lnTo>
                  <a:lnTo>
                    <a:pt x="334300" y="163778"/>
                  </a:lnTo>
                  <a:lnTo>
                    <a:pt x="334109" y="158492"/>
                  </a:lnTo>
                  <a:lnTo>
                    <a:pt x="333751" y="153214"/>
                  </a:lnTo>
                  <a:lnTo>
                    <a:pt x="333226" y="147951"/>
                  </a:lnTo>
                  <a:lnTo>
                    <a:pt x="332535" y="142707"/>
                  </a:lnTo>
                  <a:lnTo>
                    <a:pt x="331678" y="137487"/>
                  </a:lnTo>
                  <a:lnTo>
                    <a:pt x="330657" y="132297"/>
                  </a:lnTo>
                  <a:lnTo>
                    <a:pt x="329472" y="127142"/>
                  </a:lnTo>
                  <a:lnTo>
                    <a:pt x="328124" y="122027"/>
                  </a:lnTo>
                  <a:lnTo>
                    <a:pt x="326615" y="116957"/>
                  </a:lnTo>
                  <a:lnTo>
                    <a:pt x="324947" y="111938"/>
                  </a:lnTo>
                  <a:lnTo>
                    <a:pt x="323121" y="106974"/>
                  </a:lnTo>
                  <a:lnTo>
                    <a:pt x="321138" y="102070"/>
                  </a:lnTo>
                  <a:lnTo>
                    <a:pt x="319002" y="97231"/>
                  </a:lnTo>
                  <a:lnTo>
                    <a:pt x="316713" y="92462"/>
                  </a:lnTo>
                  <a:lnTo>
                    <a:pt x="314275" y="87768"/>
                  </a:lnTo>
                  <a:lnTo>
                    <a:pt x="311689" y="83154"/>
                  </a:lnTo>
                  <a:lnTo>
                    <a:pt x="308958" y="78623"/>
                  </a:lnTo>
                  <a:lnTo>
                    <a:pt x="306086" y="74182"/>
                  </a:lnTo>
                  <a:lnTo>
                    <a:pt x="303075" y="69833"/>
                  </a:lnTo>
                  <a:lnTo>
                    <a:pt x="299927" y="65582"/>
                  </a:lnTo>
                  <a:lnTo>
                    <a:pt x="296647" y="61432"/>
                  </a:lnTo>
                  <a:lnTo>
                    <a:pt x="293237" y="57389"/>
                  </a:lnTo>
                  <a:lnTo>
                    <a:pt x="289701" y="53455"/>
                  </a:lnTo>
                  <a:lnTo>
                    <a:pt x="286042" y="49635"/>
                  </a:lnTo>
                  <a:lnTo>
                    <a:pt x="282264" y="45933"/>
                  </a:lnTo>
                  <a:lnTo>
                    <a:pt x="278370" y="42353"/>
                  </a:lnTo>
                  <a:lnTo>
                    <a:pt x="274366" y="38897"/>
                  </a:lnTo>
                  <a:lnTo>
                    <a:pt x="270254" y="35569"/>
                  </a:lnTo>
                  <a:lnTo>
                    <a:pt x="266039" y="32374"/>
                  </a:lnTo>
                  <a:lnTo>
                    <a:pt x="261725" y="29313"/>
                  </a:lnTo>
                  <a:lnTo>
                    <a:pt x="257316" y="26391"/>
                  </a:lnTo>
                  <a:lnTo>
                    <a:pt x="252817" y="23609"/>
                  </a:lnTo>
                  <a:lnTo>
                    <a:pt x="248232" y="20971"/>
                  </a:lnTo>
                  <a:lnTo>
                    <a:pt x="243566" y="18479"/>
                  </a:lnTo>
                  <a:lnTo>
                    <a:pt x="238824" y="16137"/>
                  </a:lnTo>
                  <a:lnTo>
                    <a:pt x="234010" y="13945"/>
                  </a:lnTo>
                  <a:lnTo>
                    <a:pt x="229129" y="11907"/>
                  </a:lnTo>
                  <a:lnTo>
                    <a:pt x="224186" y="10024"/>
                  </a:lnTo>
                  <a:lnTo>
                    <a:pt x="219185" y="8299"/>
                  </a:lnTo>
                  <a:lnTo>
                    <a:pt x="214133" y="6733"/>
                  </a:lnTo>
                  <a:lnTo>
                    <a:pt x="209034" y="5327"/>
                  </a:lnTo>
                  <a:lnTo>
                    <a:pt x="203892" y="4084"/>
                  </a:lnTo>
                  <a:lnTo>
                    <a:pt x="198714" y="3003"/>
                  </a:lnTo>
                  <a:lnTo>
                    <a:pt x="193505" y="2087"/>
                  </a:lnTo>
                  <a:lnTo>
                    <a:pt x="188269" y="1337"/>
                  </a:lnTo>
                  <a:lnTo>
                    <a:pt x="183012" y="752"/>
                  </a:lnTo>
                  <a:lnTo>
                    <a:pt x="177739" y="334"/>
                  </a:lnTo>
                  <a:lnTo>
                    <a:pt x="172455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76420" y="2126963"/>
              <a:ext cx="104866" cy="167167"/>
            </a:xfrm>
            <a:custGeom>
              <a:avLst/>
              <a:pathLst>
                <a:path w="104866" h="167167">
                  <a:moveTo>
                    <a:pt x="104866" y="0"/>
                  </a:moveTo>
                  <a:lnTo>
                    <a:pt x="99200" y="96"/>
                  </a:lnTo>
                  <a:lnTo>
                    <a:pt x="93539" y="384"/>
                  </a:lnTo>
                  <a:lnTo>
                    <a:pt x="87892" y="864"/>
                  </a:lnTo>
                  <a:lnTo>
                    <a:pt x="82265" y="1534"/>
                  </a:lnTo>
                  <a:lnTo>
                    <a:pt x="76663" y="2396"/>
                  </a:lnTo>
                  <a:lnTo>
                    <a:pt x="71094" y="3447"/>
                  </a:lnTo>
                  <a:lnTo>
                    <a:pt x="65563" y="4686"/>
                  </a:lnTo>
                  <a:lnTo>
                    <a:pt x="60078" y="6111"/>
                  </a:lnTo>
                  <a:lnTo>
                    <a:pt x="54644" y="7722"/>
                  </a:lnTo>
                  <a:lnTo>
                    <a:pt x="49268" y="9516"/>
                  </a:lnTo>
                  <a:lnTo>
                    <a:pt x="43956" y="11492"/>
                  </a:lnTo>
                  <a:lnTo>
                    <a:pt x="38713" y="13646"/>
                  </a:lnTo>
                  <a:lnTo>
                    <a:pt x="33547" y="15977"/>
                  </a:lnTo>
                  <a:lnTo>
                    <a:pt x="28463" y="18481"/>
                  </a:lnTo>
                  <a:lnTo>
                    <a:pt x="23467" y="21157"/>
                  </a:lnTo>
                  <a:lnTo>
                    <a:pt x="18564" y="24000"/>
                  </a:lnTo>
                  <a:lnTo>
                    <a:pt x="13760" y="27008"/>
                  </a:lnTo>
                  <a:lnTo>
                    <a:pt x="9062" y="30177"/>
                  </a:lnTo>
                  <a:lnTo>
                    <a:pt x="4473" y="33503"/>
                  </a:lnTo>
                  <a:lnTo>
                    <a:pt x="0" y="36983"/>
                  </a:lnTo>
                  <a:lnTo>
                    <a:pt x="10486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76420" y="2163947"/>
              <a:ext cx="104866" cy="130183"/>
            </a:xfrm>
            <a:custGeom>
              <a:avLst/>
              <a:pathLst>
                <a:path w="104866" h="130183">
                  <a:moveTo>
                    <a:pt x="0" y="0"/>
                  </a:moveTo>
                  <a:lnTo>
                    <a:pt x="104866" y="1301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76420" y="2163947"/>
              <a:ext cx="104866" cy="130183"/>
            </a:xfrm>
            <a:custGeom>
              <a:avLst/>
              <a:pathLst>
                <a:path w="104866" h="130183">
                  <a:moveTo>
                    <a:pt x="0" y="0"/>
                  </a:moveTo>
                  <a:lnTo>
                    <a:pt x="104866" y="1301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76420" y="2163947"/>
              <a:ext cx="104866" cy="130183"/>
            </a:xfrm>
            <a:custGeom>
              <a:avLst/>
              <a:pathLst>
                <a:path w="104866" h="130183">
                  <a:moveTo>
                    <a:pt x="0" y="0"/>
                  </a:moveTo>
                  <a:lnTo>
                    <a:pt x="104866" y="1301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76420" y="2163947"/>
              <a:ext cx="104866" cy="130183"/>
            </a:xfrm>
            <a:custGeom>
              <a:avLst/>
              <a:pathLst>
                <a:path w="104866" h="130183">
                  <a:moveTo>
                    <a:pt x="0" y="0"/>
                  </a:moveTo>
                  <a:lnTo>
                    <a:pt x="104866" y="1301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76420" y="2163947"/>
              <a:ext cx="104866" cy="130183"/>
            </a:xfrm>
            <a:custGeom>
              <a:avLst/>
              <a:pathLst>
                <a:path w="104866" h="130183">
                  <a:moveTo>
                    <a:pt x="0" y="0"/>
                  </a:moveTo>
                  <a:lnTo>
                    <a:pt x="104866" y="13018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76420" y="2163947"/>
              <a:ext cx="104866" cy="130183"/>
            </a:xfrm>
            <a:custGeom>
              <a:avLst/>
              <a:pathLst>
                <a:path w="104866" h="130183">
                  <a:moveTo>
                    <a:pt x="0" y="0"/>
                  </a:moveTo>
                  <a:lnTo>
                    <a:pt x="104866" y="1301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76420" y="2163947"/>
              <a:ext cx="104866" cy="130183"/>
            </a:xfrm>
            <a:custGeom>
              <a:avLst/>
              <a:pathLst>
                <a:path w="104866" h="130183">
                  <a:moveTo>
                    <a:pt x="0" y="0"/>
                  </a:moveTo>
                  <a:lnTo>
                    <a:pt x="104866" y="1301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76420" y="2163947"/>
              <a:ext cx="104866" cy="130183"/>
            </a:xfrm>
            <a:custGeom>
              <a:avLst/>
              <a:pathLst>
                <a:path w="104866" h="130183">
                  <a:moveTo>
                    <a:pt x="0" y="0"/>
                  </a:moveTo>
                  <a:lnTo>
                    <a:pt x="104866" y="13018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76420" y="2163947"/>
              <a:ext cx="104866" cy="130183"/>
            </a:xfrm>
            <a:custGeom>
              <a:avLst/>
              <a:pathLst>
                <a:path w="104866" h="130183">
                  <a:moveTo>
                    <a:pt x="0" y="0"/>
                  </a:moveTo>
                  <a:lnTo>
                    <a:pt x="104866" y="1301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76420" y="2163947"/>
              <a:ext cx="104866" cy="130183"/>
            </a:xfrm>
            <a:custGeom>
              <a:avLst/>
              <a:pathLst>
                <a:path w="104866" h="130183">
                  <a:moveTo>
                    <a:pt x="0" y="0"/>
                  </a:moveTo>
                  <a:lnTo>
                    <a:pt x="104866" y="1301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76420" y="2163947"/>
              <a:ext cx="104866" cy="130183"/>
            </a:xfrm>
            <a:custGeom>
              <a:avLst/>
              <a:pathLst>
                <a:path w="104866" h="130183">
                  <a:moveTo>
                    <a:pt x="0" y="0"/>
                  </a:moveTo>
                  <a:lnTo>
                    <a:pt x="104866" y="1301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76420" y="2163947"/>
              <a:ext cx="104866" cy="130183"/>
            </a:xfrm>
            <a:custGeom>
              <a:avLst/>
              <a:pathLst>
                <a:path w="104866" h="130183">
                  <a:moveTo>
                    <a:pt x="0" y="0"/>
                  </a:moveTo>
                  <a:lnTo>
                    <a:pt x="104866" y="1301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76420" y="2163947"/>
              <a:ext cx="104866" cy="130183"/>
            </a:xfrm>
            <a:custGeom>
              <a:avLst/>
              <a:pathLst>
                <a:path w="104866" h="130183">
                  <a:moveTo>
                    <a:pt x="0" y="0"/>
                  </a:moveTo>
                  <a:lnTo>
                    <a:pt x="104866" y="1301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76420" y="2163947"/>
              <a:ext cx="104866" cy="130183"/>
            </a:xfrm>
            <a:custGeom>
              <a:avLst/>
              <a:pathLst>
                <a:path w="104866" h="130183">
                  <a:moveTo>
                    <a:pt x="0" y="0"/>
                  </a:moveTo>
                  <a:lnTo>
                    <a:pt x="104866" y="1301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14125" y="2127924"/>
              <a:ext cx="334321" cy="333373"/>
            </a:xfrm>
            <a:custGeom>
              <a:avLst/>
              <a:pathLst>
                <a:path w="334321" h="333373">
                  <a:moveTo>
                    <a:pt x="62295" y="36022"/>
                  </a:moveTo>
                  <a:lnTo>
                    <a:pt x="58234" y="39400"/>
                  </a:lnTo>
                  <a:lnTo>
                    <a:pt x="54283" y="42904"/>
                  </a:lnTo>
                  <a:lnTo>
                    <a:pt x="50444" y="46531"/>
                  </a:lnTo>
                  <a:lnTo>
                    <a:pt x="46721" y="50278"/>
                  </a:lnTo>
                  <a:lnTo>
                    <a:pt x="43119" y="54141"/>
                  </a:lnTo>
                  <a:lnTo>
                    <a:pt x="39641" y="58116"/>
                  </a:lnTo>
                  <a:lnTo>
                    <a:pt x="36290" y="62198"/>
                  </a:lnTo>
                  <a:lnTo>
                    <a:pt x="33069" y="66385"/>
                  </a:lnTo>
                  <a:lnTo>
                    <a:pt x="29983" y="70671"/>
                  </a:lnTo>
                  <a:lnTo>
                    <a:pt x="27033" y="75052"/>
                  </a:lnTo>
                  <a:lnTo>
                    <a:pt x="24224" y="79524"/>
                  </a:lnTo>
                  <a:lnTo>
                    <a:pt x="21557" y="84083"/>
                  </a:lnTo>
                  <a:lnTo>
                    <a:pt x="19035" y="88724"/>
                  </a:lnTo>
                  <a:lnTo>
                    <a:pt x="16661" y="93442"/>
                  </a:lnTo>
                  <a:lnTo>
                    <a:pt x="14437" y="98233"/>
                  </a:lnTo>
                  <a:lnTo>
                    <a:pt x="12366" y="103092"/>
                  </a:lnTo>
                  <a:lnTo>
                    <a:pt x="10450" y="108013"/>
                  </a:lnTo>
                  <a:lnTo>
                    <a:pt x="8690" y="112993"/>
                  </a:lnTo>
                  <a:lnTo>
                    <a:pt x="7088" y="118026"/>
                  </a:lnTo>
                  <a:lnTo>
                    <a:pt x="5646" y="123107"/>
                  </a:lnTo>
                  <a:lnTo>
                    <a:pt x="4365" y="128231"/>
                  </a:lnTo>
                  <a:lnTo>
                    <a:pt x="3246" y="133393"/>
                  </a:lnTo>
                  <a:lnTo>
                    <a:pt x="2291" y="138587"/>
                  </a:lnTo>
                  <a:lnTo>
                    <a:pt x="1501" y="143810"/>
                  </a:lnTo>
                  <a:lnTo>
                    <a:pt x="876" y="149054"/>
                  </a:lnTo>
                  <a:lnTo>
                    <a:pt x="418" y="154316"/>
                  </a:lnTo>
                  <a:lnTo>
                    <a:pt x="125" y="159590"/>
                  </a:lnTo>
                  <a:lnTo>
                    <a:pt x="0" y="164870"/>
                  </a:lnTo>
                  <a:lnTo>
                    <a:pt x="41" y="170151"/>
                  </a:lnTo>
                  <a:lnTo>
                    <a:pt x="249" y="175429"/>
                  </a:lnTo>
                  <a:lnTo>
                    <a:pt x="623" y="180697"/>
                  </a:lnTo>
                  <a:lnTo>
                    <a:pt x="1164" y="185951"/>
                  </a:lnTo>
                  <a:lnTo>
                    <a:pt x="1871" y="191185"/>
                  </a:lnTo>
                  <a:lnTo>
                    <a:pt x="2743" y="196395"/>
                  </a:lnTo>
                  <a:lnTo>
                    <a:pt x="3778" y="201574"/>
                  </a:lnTo>
                  <a:lnTo>
                    <a:pt x="4977" y="206718"/>
                  </a:lnTo>
                  <a:lnTo>
                    <a:pt x="6338" y="211821"/>
                  </a:lnTo>
                  <a:lnTo>
                    <a:pt x="7859" y="216879"/>
                  </a:lnTo>
                  <a:lnTo>
                    <a:pt x="9540" y="221886"/>
                  </a:lnTo>
                  <a:lnTo>
                    <a:pt x="11377" y="226838"/>
                  </a:lnTo>
                  <a:lnTo>
                    <a:pt x="13371" y="231729"/>
                  </a:lnTo>
                  <a:lnTo>
                    <a:pt x="15517" y="236555"/>
                  </a:lnTo>
                  <a:lnTo>
                    <a:pt x="17815" y="241310"/>
                  </a:lnTo>
                  <a:lnTo>
                    <a:pt x="20263" y="245991"/>
                  </a:lnTo>
                  <a:lnTo>
                    <a:pt x="22856" y="250592"/>
                  </a:lnTo>
                  <a:lnTo>
                    <a:pt x="25594" y="255108"/>
                  </a:lnTo>
                  <a:lnTo>
                    <a:pt x="28474" y="259536"/>
                  </a:lnTo>
                  <a:lnTo>
                    <a:pt x="31491" y="263871"/>
                  </a:lnTo>
                  <a:lnTo>
                    <a:pt x="34644" y="268108"/>
                  </a:lnTo>
                  <a:lnTo>
                    <a:pt x="37930" y="272244"/>
                  </a:lnTo>
                  <a:lnTo>
                    <a:pt x="41344" y="276273"/>
                  </a:lnTo>
                  <a:lnTo>
                    <a:pt x="44884" y="280193"/>
                  </a:lnTo>
                  <a:lnTo>
                    <a:pt x="48546" y="283999"/>
                  </a:lnTo>
                  <a:lnTo>
                    <a:pt x="52326" y="287687"/>
                  </a:lnTo>
                  <a:lnTo>
                    <a:pt x="56222" y="291255"/>
                  </a:lnTo>
                  <a:lnTo>
                    <a:pt x="60227" y="294697"/>
                  </a:lnTo>
                  <a:lnTo>
                    <a:pt x="64340" y="298011"/>
                  </a:lnTo>
                  <a:lnTo>
                    <a:pt x="68555" y="301193"/>
                  </a:lnTo>
                  <a:lnTo>
                    <a:pt x="72869" y="304241"/>
                  </a:lnTo>
                  <a:lnTo>
                    <a:pt x="77277" y="307151"/>
                  </a:lnTo>
                  <a:lnTo>
                    <a:pt x="81774" y="309920"/>
                  </a:lnTo>
                  <a:lnTo>
                    <a:pt x="86357" y="312546"/>
                  </a:lnTo>
                  <a:lnTo>
                    <a:pt x="91020" y="315026"/>
                  </a:lnTo>
                  <a:lnTo>
                    <a:pt x="95760" y="317357"/>
                  </a:lnTo>
                  <a:lnTo>
                    <a:pt x="100570" y="319537"/>
                  </a:lnTo>
                  <a:lnTo>
                    <a:pt x="105447" y="321564"/>
                  </a:lnTo>
                  <a:lnTo>
                    <a:pt x="110386" y="323436"/>
                  </a:lnTo>
                  <a:lnTo>
                    <a:pt x="115382" y="325152"/>
                  </a:lnTo>
                  <a:lnTo>
                    <a:pt x="120429" y="326708"/>
                  </a:lnTo>
                  <a:lnTo>
                    <a:pt x="125523" y="328104"/>
                  </a:lnTo>
                  <a:lnTo>
                    <a:pt x="130658" y="329339"/>
                  </a:lnTo>
                  <a:lnTo>
                    <a:pt x="135830" y="330411"/>
                  </a:lnTo>
                  <a:lnTo>
                    <a:pt x="141033" y="331318"/>
                  </a:lnTo>
                  <a:lnTo>
                    <a:pt x="146262" y="332061"/>
                  </a:lnTo>
                  <a:lnTo>
                    <a:pt x="151512" y="332639"/>
                  </a:lnTo>
                  <a:lnTo>
                    <a:pt x="156778" y="333050"/>
                  </a:lnTo>
                  <a:lnTo>
                    <a:pt x="162054" y="333295"/>
                  </a:lnTo>
                  <a:lnTo>
                    <a:pt x="167335" y="333373"/>
                  </a:lnTo>
                  <a:lnTo>
                    <a:pt x="172616" y="333284"/>
                  </a:lnTo>
                  <a:lnTo>
                    <a:pt x="177891" y="333028"/>
                  </a:lnTo>
                  <a:lnTo>
                    <a:pt x="183156" y="332606"/>
                  </a:lnTo>
                  <a:lnTo>
                    <a:pt x="188405" y="332018"/>
                  </a:lnTo>
                  <a:lnTo>
                    <a:pt x="193632" y="331264"/>
                  </a:lnTo>
                  <a:lnTo>
                    <a:pt x="198834" y="330345"/>
                  </a:lnTo>
                  <a:lnTo>
                    <a:pt x="204003" y="329263"/>
                  </a:lnTo>
                  <a:lnTo>
                    <a:pt x="209136" y="328018"/>
                  </a:lnTo>
                  <a:lnTo>
                    <a:pt x="214227" y="326611"/>
                  </a:lnTo>
                  <a:lnTo>
                    <a:pt x="219271" y="325044"/>
                  </a:lnTo>
                  <a:lnTo>
                    <a:pt x="224263" y="323318"/>
                  </a:lnTo>
                  <a:lnTo>
                    <a:pt x="229197" y="321436"/>
                  </a:lnTo>
                  <a:lnTo>
                    <a:pt x="234070" y="319399"/>
                  </a:lnTo>
                  <a:lnTo>
                    <a:pt x="238877" y="317209"/>
                  </a:lnTo>
                  <a:lnTo>
                    <a:pt x="243611" y="314868"/>
                  </a:lnTo>
                  <a:lnTo>
                    <a:pt x="248269" y="312378"/>
                  </a:lnTo>
                  <a:lnTo>
                    <a:pt x="252847" y="309743"/>
                  </a:lnTo>
                  <a:lnTo>
                    <a:pt x="257338" y="306965"/>
                  </a:lnTo>
                  <a:lnTo>
                    <a:pt x="261740" y="304046"/>
                  </a:lnTo>
                  <a:lnTo>
                    <a:pt x="266048" y="300989"/>
                  </a:lnTo>
                  <a:lnTo>
                    <a:pt x="270256" y="297798"/>
                  </a:lnTo>
                  <a:lnTo>
                    <a:pt x="274362" y="294475"/>
                  </a:lnTo>
                  <a:lnTo>
                    <a:pt x="278361" y="291024"/>
                  </a:lnTo>
                  <a:lnTo>
                    <a:pt x="282248" y="287449"/>
                  </a:lnTo>
                  <a:lnTo>
                    <a:pt x="286021" y="283753"/>
                  </a:lnTo>
                  <a:lnTo>
                    <a:pt x="289675" y="279939"/>
                  </a:lnTo>
                  <a:lnTo>
                    <a:pt x="293207" y="276012"/>
                  </a:lnTo>
                  <a:lnTo>
                    <a:pt x="296613" y="271976"/>
                  </a:lnTo>
                  <a:lnTo>
                    <a:pt x="299890" y="267833"/>
                  </a:lnTo>
                  <a:lnTo>
                    <a:pt x="303034" y="263590"/>
                  </a:lnTo>
                  <a:lnTo>
                    <a:pt x="306043" y="259249"/>
                  </a:lnTo>
                  <a:lnTo>
                    <a:pt x="308913" y="254815"/>
                  </a:lnTo>
                  <a:lnTo>
                    <a:pt x="311641" y="250292"/>
                  </a:lnTo>
                  <a:lnTo>
                    <a:pt x="314226" y="245686"/>
                  </a:lnTo>
                  <a:lnTo>
                    <a:pt x="316663" y="241000"/>
                  </a:lnTo>
                  <a:lnTo>
                    <a:pt x="318951" y="236240"/>
                  </a:lnTo>
                  <a:lnTo>
                    <a:pt x="321088" y="231410"/>
                  </a:lnTo>
                  <a:lnTo>
                    <a:pt x="323071" y="226515"/>
                  </a:lnTo>
                  <a:lnTo>
                    <a:pt x="324898" y="221559"/>
                  </a:lnTo>
                  <a:lnTo>
                    <a:pt x="326568" y="216549"/>
                  </a:lnTo>
                  <a:lnTo>
                    <a:pt x="328079" y="211488"/>
                  </a:lnTo>
                  <a:lnTo>
                    <a:pt x="329429" y="206381"/>
                  </a:lnTo>
                  <a:lnTo>
                    <a:pt x="330618" y="201235"/>
                  </a:lnTo>
                  <a:lnTo>
                    <a:pt x="331643" y="196054"/>
                  </a:lnTo>
                  <a:lnTo>
                    <a:pt x="332504" y="190843"/>
                  </a:lnTo>
                  <a:lnTo>
                    <a:pt x="333199" y="185607"/>
                  </a:lnTo>
                  <a:lnTo>
                    <a:pt x="333729" y="180352"/>
                  </a:lnTo>
                  <a:lnTo>
                    <a:pt x="334093" y="175083"/>
                  </a:lnTo>
                  <a:lnTo>
                    <a:pt x="334290" y="169805"/>
                  </a:lnTo>
                  <a:lnTo>
                    <a:pt x="334321" y="164523"/>
                  </a:lnTo>
                  <a:lnTo>
                    <a:pt x="334184" y="159243"/>
                  </a:lnTo>
                  <a:lnTo>
                    <a:pt x="333881" y="153970"/>
                  </a:lnTo>
                  <a:lnTo>
                    <a:pt x="333411" y="148710"/>
                  </a:lnTo>
                  <a:lnTo>
                    <a:pt x="332775" y="143466"/>
                  </a:lnTo>
                  <a:lnTo>
                    <a:pt x="331974" y="138246"/>
                  </a:lnTo>
                  <a:lnTo>
                    <a:pt x="331009" y="133053"/>
                  </a:lnTo>
                  <a:lnTo>
                    <a:pt x="329880" y="127894"/>
                  </a:lnTo>
                  <a:lnTo>
                    <a:pt x="328588" y="122772"/>
                  </a:lnTo>
                  <a:lnTo>
                    <a:pt x="327135" y="117694"/>
                  </a:lnTo>
                  <a:lnTo>
                    <a:pt x="325523" y="112665"/>
                  </a:lnTo>
                  <a:lnTo>
                    <a:pt x="323753" y="107689"/>
                  </a:lnTo>
                  <a:lnTo>
                    <a:pt x="321826" y="102771"/>
                  </a:lnTo>
                  <a:lnTo>
                    <a:pt x="319745" y="97917"/>
                  </a:lnTo>
                  <a:lnTo>
                    <a:pt x="317511" y="93130"/>
                  </a:lnTo>
                  <a:lnTo>
                    <a:pt x="315127" y="88417"/>
                  </a:lnTo>
                  <a:lnTo>
                    <a:pt x="312596" y="83782"/>
                  </a:lnTo>
                  <a:lnTo>
                    <a:pt x="309920" y="79228"/>
                  </a:lnTo>
                  <a:lnTo>
                    <a:pt x="307101" y="74762"/>
                  </a:lnTo>
                  <a:lnTo>
                    <a:pt x="304142" y="70387"/>
                  </a:lnTo>
                  <a:lnTo>
                    <a:pt x="301047" y="66107"/>
                  </a:lnTo>
                  <a:lnTo>
                    <a:pt x="297818" y="61927"/>
                  </a:lnTo>
                  <a:lnTo>
                    <a:pt x="294458" y="57852"/>
                  </a:lnTo>
                  <a:lnTo>
                    <a:pt x="290972" y="53884"/>
                  </a:lnTo>
                  <a:lnTo>
                    <a:pt x="287361" y="50029"/>
                  </a:lnTo>
                  <a:lnTo>
                    <a:pt x="283631" y="46290"/>
                  </a:lnTo>
                  <a:lnTo>
                    <a:pt x="279785" y="42670"/>
                  </a:lnTo>
                  <a:lnTo>
                    <a:pt x="275826" y="39174"/>
                  </a:lnTo>
                  <a:lnTo>
                    <a:pt x="271759" y="35805"/>
                  </a:lnTo>
                  <a:lnTo>
                    <a:pt x="267587" y="32565"/>
                  </a:lnTo>
                  <a:lnTo>
                    <a:pt x="263315" y="29460"/>
                  </a:lnTo>
                  <a:lnTo>
                    <a:pt x="258947" y="26490"/>
                  </a:lnTo>
                  <a:lnTo>
                    <a:pt x="254487" y="23660"/>
                  </a:lnTo>
                  <a:lnTo>
                    <a:pt x="249941" y="20973"/>
                  </a:lnTo>
                  <a:lnTo>
                    <a:pt x="245311" y="18430"/>
                  </a:lnTo>
                  <a:lnTo>
                    <a:pt x="240604" y="16035"/>
                  </a:lnTo>
                  <a:lnTo>
                    <a:pt x="235823" y="13790"/>
                  </a:lnTo>
                  <a:lnTo>
                    <a:pt x="230974" y="11697"/>
                  </a:lnTo>
                  <a:lnTo>
                    <a:pt x="226061" y="9758"/>
                  </a:lnTo>
                  <a:lnTo>
                    <a:pt x="221089" y="7975"/>
                  </a:lnTo>
                  <a:lnTo>
                    <a:pt x="216063" y="6351"/>
                  </a:lnTo>
                  <a:lnTo>
                    <a:pt x="210989" y="4886"/>
                  </a:lnTo>
                  <a:lnTo>
                    <a:pt x="205871" y="3582"/>
                  </a:lnTo>
                  <a:lnTo>
                    <a:pt x="200714" y="2440"/>
                  </a:lnTo>
                  <a:lnTo>
                    <a:pt x="195524" y="1462"/>
                  </a:lnTo>
                  <a:lnTo>
                    <a:pt x="190305" y="648"/>
                  </a:lnTo>
                  <a:lnTo>
                    <a:pt x="185063" y="0"/>
                  </a:lnTo>
                  <a:lnTo>
                    <a:pt x="167162" y="1662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781287" y="2126963"/>
              <a:ext cx="17901" cy="167167"/>
            </a:xfrm>
            <a:custGeom>
              <a:avLst/>
              <a:pathLst>
                <a:path w="17901" h="167167">
                  <a:moveTo>
                    <a:pt x="17901" y="961"/>
                  </a:moveTo>
                  <a:lnTo>
                    <a:pt x="8963" y="24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423600" y="2633064"/>
              <a:ext cx="334297" cy="334334"/>
            </a:xfrm>
            <a:custGeom>
              <a:avLst/>
              <a:pathLst>
                <a:path w="334297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2" y="336"/>
                  </a:lnTo>
                  <a:lnTo>
                    <a:pt x="151252" y="757"/>
                  </a:lnTo>
                  <a:lnTo>
                    <a:pt x="145979" y="1345"/>
                  </a:lnTo>
                  <a:lnTo>
                    <a:pt x="140727" y="2101"/>
                  </a:lnTo>
                  <a:lnTo>
                    <a:pt x="135501" y="3022"/>
                  </a:lnTo>
                  <a:lnTo>
                    <a:pt x="130308" y="4109"/>
                  </a:lnTo>
                  <a:lnTo>
                    <a:pt x="125151" y="5361"/>
                  </a:lnTo>
                  <a:lnTo>
                    <a:pt x="120037" y="6775"/>
                  </a:lnTo>
                  <a:lnTo>
                    <a:pt x="114971" y="8351"/>
                  </a:lnTo>
                  <a:lnTo>
                    <a:pt x="109956" y="10087"/>
                  </a:lnTo>
                  <a:lnTo>
                    <a:pt x="105000" y="11981"/>
                  </a:lnTo>
                  <a:lnTo>
                    <a:pt x="100106" y="14032"/>
                  </a:lnTo>
                  <a:lnTo>
                    <a:pt x="95280" y="16236"/>
                  </a:lnTo>
                  <a:lnTo>
                    <a:pt x="90526" y="18593"/>
                  </a:lnTo>
                  <a:lnTo>
                    <a:pt x="85849" y="21100"/>
                  </a:lnTo>
                  <a:lnTo>
                    <a:pt x="81254" y="23754"/>
                  </a:lnTo>
                  <a:lnTo>
                    <a:pt x="76746" y="26552"/>
                  </a:lnTo>
                  <a:lnTo>
                    <a:pt x="72329" y="29492"/>
                  </a:lnTo>
                  <a:lnTo>
                    <a:pt x="68007" y="32570"/>
                  </a:lnTo>
                  <a:lnTo>
                    <a:pt x="63785" y="35785"/>
                  </a:lnTo>
                  <a:lnTo>
                    <a:pt x="59668" y="39131"/>
                  </a:lnTo>
                  <a:lnTo>
                    <a:pt x="55658" y="42607"/>
                  </a:lnTo>
                  <a:lnTo>
                    <a:pt x="51761" y="46208"/>
                  </a:lnTo>
                  <a:lnTo>
                    <a:pt x="47981" y="49931"/>
                  </a:lnTo>
                  <a:lnTo>
                    <a:pt x="44320" y="53772"/>
                  </a:lnTo>
                  <a:lnTo>
                    <a:pt x="40783" y="57727"/>
                  </a:lnTo>
                  <a:lnTo>
                    <a:pt x="37373" y="61793"/>
                  </a:lnTo>
                  <a:lnTo>
                    <a:pt x="34094" y="65965"/>
                  </a:lnTo>
                  <a:lnTo>
                    <a:pt x="30949" y="70238"/>
                  </a:lnTo>
                  <a:lnTo>
                    <a:pt x="27942" y="74610"/>
                  </a:lnTo>
                  <a:lnTo>
                    <a:pt x="25074" y="79074"/>
                  </a:lnTo>
                  <a:lnTo>
                    <a:pt x="22350" y="83628"/>
                  </a:lnTo>
                  <a:lnTo>
                    <a:pt x="19772" y="88265"/>
                  </a:lnTo>
                  <a:lnTo>
                    <a:pt x="17342" y="92982"/>
                  </a:lnTo>
                  <a:lnTo>
                    <a:pt x="15063" y="97774"/>
                  </a:lnTo>
                  <a:lnTo>
                    <a:pt x="12937" y="102636"/>
                  </a:lnTo>
                  <a:lnTo>
                    <a:pt x="10967" y="107562"/>
                  </a:lnTo>
                  <a:lnTo>
                    <a:pt x="9154" y="112549"/>
                  </a:lnTo>
                  <a:lnTo>
                    <a:pt x="7500" y="117591"/>
                  </a:lnTo>
                  <a:lnTo>
                    <a:pt x="6007" y="122683"/>
                  </a:lnTo>
                  <a:lnTo>
                    <a:pt x="4676" y="127819"/>
                  </a:lnTo>
                  <a:lnTo>
                    <a:pt x="3510" y="132995"/>
                  </a:lnTo>
                  <a:lnTo>
                    <a:pt x="2507" y="138206"/>
                  </a:lnTo>
                  <a:lnTo>
                    <a:pt x="1671" y="143446"/>
                  </a:lnTo>
                  <a:lnTo>
                    <a:pt x="1002" y="148709"/>
                  </a:lnTo>
                  <a:lnTo>
                    <a:pt x="500" y="153992"/>
                  </a:lnTo>
                  <a:lnTo>
                    <a:pt x="165" y="159287"/>
                  </a:lnTo>
                  <a:lnTo>
                    <a:pt x="0" y="164591"/>
                  </a:lnTo>
                  <a:lnTo>
                    <a:pt x="2" y="169897"/>
                  </a:lnTo>
                  <a:lnTo>
                    <a:pt x="173" y="175200"/>
                  </a:lnTo>
                  <a:lnTo>
                    <a:pt x="512" y="180495"/>
                  </a:lnTo>
                  <a:lnTo>
                    <a:pt x="1019" y="185777"/>
                  </a:lnTo>
                  <a:lnTo>
                    <a:pt x="1693" y="191040"/>
                  </a:lnTo>
                  <a:lnTo>
                    <a:pt x="2534" y="196279"/>
                  </a:lnTo>
                  <a:lnTo>
                    <a:pt x="3541" y="201489"/>
                  </a:lnTo>
                  <a:lnTo>
                    <a:pt x="4713" y="206664"/>
                  </a:lnTo>
                  <a:lnTo>
                    <a:pt x="6048" y="211799"/>
                  </a:lnTo>
                  <a:lnTo>
                    <a:pt x="7546" y="216890"/>
                  </a:lnTo>
                  <a:lnTo>
                    <a:pt x="9204" y="221930"/>
                  </a:lnTo>
                  <a:lnTo>
                    <a:pt x="11022" y="226915"/>
                  </a:lnTo>
                  <a:lnTo>
                    <a:pt x="12997" y="231840"/>
                  </a:lnTo>
                  <a:lnTo>
                    <a:pt x="15127" y="236700"/>
                  </a:lnTo>
                  <a:lnTo>
                    <a:pt x="17410" y="241489"/>
                  </a:lnTo>
                  <a:lnTo>
                    <a:pt x="19844" y="246204"/>
                  </a:lnTo>
                  <a:lnTo>
                    <a:pt x="22427" y="250839"/>
                  </a:lnTo>
                  <a:lnTo>
                    <a:pt x="25156" y="255390"/>
                  </a:lnTo>
                  <a:lnTo>
                    <a:pt x="28027" y="259852"/>
                  </a:lnTo>
                  <a:lnTo>
                    <a:pt x="31039" y="264221"/>
                  </a:lnTo>
                  <a:lnTo>
                    <a:pt x="34187" y="268492"/>
                  </a:lnTo>
                  <a:lnTo>
                    <a:pt x="37470" y="272660"/>
                  </a:lnTo>
                  <a:lnTo>
                    <a:pt x="40884" y="276723"/>
                  </a:lnTo>
                  <a:lnTo>
                    <a:pt x="44424" y="280675"/>
                  </a:lnTo>
                  <a:lnTo>
                    <a:pt x="48088" y="284513"/>
                  </a:lnTo>
                  <a:lnTo>
                    <a:pt x="51873" y="288232"/>
                  </a:lnTo>
                  <a:lnTo>
                    <a:pt x="55773" y="291830"/>
                  </a:lnTo>
                  <a:lnTo>
                    <a:pt x="59786" y="295301"/>
                  </a:lnTo>
                  <a:lnTo>
                    <a:pt x="63906" y="298644"/>
                  </a:lnTo>
                  <a:lnTo>
                    <a:pt x="68131" y="301855"/>
                  </a:lnTo>
                  <a:lnTo>
                    <a:pt x="72455" y="304929"/>
                  </a:lnTo>
                  <a:lnTo>
                    <a:pt x="76875" y="307865"/>
                  </a:lnTo>
                  <a:lnTo>
                    <a:pt x="81386" y="310659"/>
                  </a:lnTo>
                  <a:lnTo>
                    <a:pt x="85983" y="313309"/>
                  </a:lnTo>
                  <a:lnTo>
                    <a:pt x="90663" y="315811"/>
                  </a:lnTo>
                  <a:lnTo>
                    <a:pt x="95419" y="318164"/>
                  </a:lnTo>
                  <a:lnTo>
                    <a:pt x="100247" y="320364"/>
                  </a:lnTo>
                  <a:lnTo>
                    <a:pt x="105143" y="322410"/>
                  </a:lnTo>
                  <a:lnTo>
                    <a:pt x="110101" y="324300"/>
                  </a:lnTo>
                  <a:lnTo>
                    <a:pt x="115117" y="326031"/>
                  </a:lnTo>
                  <a:lnTo>
                    <a:pt x="120185" y="327602"/>
                  </a:lnTo>
                  <a:lnTo>
                    <a:pt x="125300" y="329012"/>
                  </a:lnTo>
                  <a:lnTo>
                    <a:pt x="130458" y="330258"/>
                  </a:lnTo>
                  <a:lnTo>
                    <a:pt x="135652" y="331341"/>
                  </a:lnTo>
                  <a:lnTo>
                    <a:pt x="140879" y="332258"/>
                  </a:lnTo>
                  <a:lnTo>
                    <a:pt x="146131" y="333008"/>
                  </a:lnTo>
                  <a:lnTo>
                    <a:pt x="151405" y="333592"/>
                  </a:lnTo>
                  <a:lnTo>
                    <a:pt x="156695" y="334007"/>
                  </a:lnTo>
                  <a:lnTo>
                    <a:pt x="161995" y="334255"/>
                  </a:lnTo>
                  <a:lnTo>
                    <a:pt x="167301" y="334334"/>
                  </a:lnTo>
                  <a:lnTo>
                    <a:pt x="172606" y="334245"/>
                  </a:lnTo>
                  <a:lnTo>
                    <a:pt x="177906" y="333988"/>
                  </a:lnTo>
                  <a:lnTo>
                    <a:pt x="183195" y="333562"/>
                  </a:lnTo>
                  <a:lnTo>
                    <a:pt x="188468" y="332969"/>
                  </a:lnTo>
                  <a:lnTo>
                    <a:pt x="193719" y="332209"/>
                  </a:lnTo>
                  <a:lnTo>
                    <a:pt x="198944" y="331283"/>
                  </a:lnTo>
                  <a:lnTo>
                    <a:pt x="204136" y="330191"/>
                  </a:lnTo>
                  <a:lnTo>
                    <a:pt x="209292" y="328935"/>
                  </a:lnTo>
                  <a:lnTo>
                    <a:pt x="214404" y="327516"/>
                  </a:lnTo>
                  <a:lnTo>
                    <a:pt x="219470" y="325935"/>
                  </a:lnTo>
                  <a:lnTo>
                    <a:pt x="224482" y="324194"/>
                  </a:lnTo>
                  <a:lnTo>
                    <a:pt x="229437" y="322296"/>
                  </a:lnTo>
                  <a:lnTo>
                    <a:pt x="234329" y="320241"/>
                  </a:lnTo>
                  <a:lnTo>
                    <a:pt x="239153" y="318031"/>
                  </a:lnTo>
                  <a:lnTo>
                    <a:pt x="243905" y="315670"/>
                  </a:lnTo>
                  <a:lnTo>
                    <a:pt x="248579" y="313159"/>
                  </a:lnTo>
                  <a:lnTo>
                    <a:pt x="253172" y="310501"/>
                  </a:lnTo>
                  <a:lnTo>
                    <a:pt x="257677" y="307699"/>
                  </a:lnTo>
                  <a:lnTo>
                    <a:pt x="262092" y="304755"/>
                  </a:lnTo>
                  <a:lnTo>
                    <a:pt x="266411" y="301672"/>
                  </a:lnTo>
                  <a:lnTo>
                    <a:pt x="270630" y="298454"/>
                  </a:lnTo>
                  <a:lnTo>
                    <a:pt x="274744" y="295104"/>
                  </a:lnTo>
                  <a:lnTo>
                    <a:pt x="278750" y="291624"/>
                  </a:lnTo>
                  <a:lnTo>
                    <a:pt x="282644" y="288020"/>
                  </a:lnTo>
                  <a:lnTo>
                    <a:pt x="286421" y="284293"/>
                  </a:lnTo>
                  <a:lnTo>
                    <a:pt x="290079" y="280449"/>
                  </a:lnTo>
                  <a:lnTo>
                    <a:pt x="293612" y="276490"/>
                  </a:lnTo>
                  <a:lnTo>
                    <a:pt x="297018" y="272422"/>
                  </a:lnTo>
                  <a:lnTo>
                    <a:pt x="300293" y="268247"/>
                  </a:lnTo>
                  <a:lnTo>
                    <a:pt x="303434" y="263970"/>
                  </a:lnTo>
                  <a:lnTo>
                    <a:pt x="306437" y="259596"/>
                  </a:lnTo>
                  <a:lnTo>
                    <a:pt x="309301" y="255129"/>
                  </a:lnTo>
                  <a:lnTo>
                    <a:pt x="312021" y="250573"/>
                  </a:lnTo>
                  <a:lnTo>
                    <a:pt x="314595" y="245933"/>
                  </a:lnTo>
                  <a:lnTo>
                    <a:pt x="317020" y="241214"/>
                  </a:lnTo>
                  <a:lnTo>
                    <a:pt x="319295" y="236420"/>
                  </a:lnTo>
                  <a:lnTo>
                    <a:pt x="321416" y="231556"/>
                  </a:lnTo>
                  <a:lnTo>
                    <a:pt x="323382" y="226628"/>
                  </a:lnTo>
                  <a:lnTo>
                    <a:pt x="325190" y="221639"/>
                  </a:lnTo>
                  <a:lnTo>
                    <a:pt x="326840" y="216596"/>
                  </a:lnTo>
                  <a:lnTo>
                    <a:pt x="328328" y="211503"/>
                  </a:lnTo>
                  <a:lnTo>
                    <a:pt x="329654" y="206365"/>
                  </a:lnTo>
                  <a:lnTo>
                    <a:pt x="330816" y="201188"/>
                  </a:lnTo>
                  <a:lnTo>
                    <a:pt x="331813" y="195977"/>
                  </a:lnTo>
                  <a:lnTo>
                    <a:pt x="332645" y="190736"/>
                  </a:lnTo>
                  <a:lnTo>
                    <a:pt x="333309" y="185472"/>
                  </a:lnTo>
                  <a:lnTo>
                    <a:pt x="333807" y="180189"/>
                  </a:lnTo>
                  <a:lnTo>
                    <a:pt x="334136" y="174893"/>
                  </a:lnTo>
                  <a:lnTo>
                    <a:pt x="334297" y="169589"/>
                  </a:lnTo>
                  <a:lnTo>
                    <a:pt x="334290" y="164283"/>
                  </a:lnTo>
                  <a:lnTo>
                    <a:pt x="334114" y="158980"/>
                  </a:lnTo>
                  <a:lnTo>
                    <a:pt x="333770" y="153685"/>
                  </a:lnTo>
                  <a:lnTo>
                    <a:pt x="333258" y="148404"/>
                  </a:lnTo>
                  <a:lnTo>
                    <a:pt x="332579" y="143141"/>
                  </a:lnTo>
                  <a:lnTo>
                    <a:pt x="331733" y="137903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70967"/>
              <a:ext cx="164586" cy="29263"/>
            </a:xfrm>
            <a:custGeom>
              <a:avLst/>
              <a:pathLst>
                <a:path w="164586" h="29263">
                  <a:moveTo>
                    <a:pt x="164586" y="0"/>
                  </a:moveTo>
                  <a:lnTo>
                    <a:pt x="0" y="292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70967"/>
              <a:ext cx="164586" cy="29263"/>
            </a:xfrm>
            <a:custGeom>
              <a:avLst/>
              <a:pathLst>
                <a:path w="164586" h="29263">
                  <a:moveTo>
                    <a:pt x="164586" y="0"/>
                  </a:moveTo>
                  <a:lnTo>
                    <a:pt x="0" y="292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70967"/>
              <a:ext cx="164586" cy="29263"/>
            </a:xfrm>
            <a:custGeom>
              <a:avLst/>
              <a:pathLst>
                <a:path w="164586" h="29263">
                  <a:moveTo>
                    <a:pt x="164586" y="0"/>
                  </a:moveTo>
                  <a:lnTo>
                    <a:pt x="0" y="292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70967"/>
              <a:ext cx="164586" cy="29263"/>
            </a:xfrm>
            <a:custGeom>
              <a:avLst/>
              <a:pathLst>
                <a:path w="164586" h="29263">
                  <a:moveTo>
                    <a:pt x="164586" y="0"/>
                  </a:moveTo>
                  <a:lnTo>
                    <a:pt x="0" y="292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70967"/>
              <a:ext cx="164586" cy="29263"/>
            </a:xfrm>
            <a:custGeom>
              <a:avLst/>
              <a:pathLst>
                <a:path w="164586" h="29263">
                  <a:moveTo>
                    <a:pt x="164586" y="0"/>
                  </a:moveTo>
                  <a:lnTo>
                    <a:pt x="0" y="292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70967"/>
              <a:ext cx="164586" cy="29263"/>
            </a:xfrm>
            <a:custGeom>
              <a:avLst/>
              <a:pathLst>
                <a:path w="164586" h="29263">
                  <a:moveTo>
                    <a:pt x="164586" y="0"/>
                  </a:moveTo>
                  <a:lnTo>
                    <a:pt x="0" y="292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70967"/>
              <a:ext cx="164586" cy="29263"/>
            </a:xfrm>
            <a:custGeom>
              <a:avLst/>
              <a:pathLst>
                <a:path w="164586" h="29263">
                  <a:moveTo>
                    <a:pt x="164586" y="0"/>
                  </a:moveTo>
                  <a:lnTo>
                    <a:pt x="0" y="292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70967"/>
              <a:ext cx="164586" cy="29263"/>
            </a:xfrm>
            <a:custGeom>
              <a:avLst/>
              <a:pathLst>
                <a:path w="164586" h="29263">
                  <a:moveTo>
                    <a:pt x="164586" y="0"/>
                  </a:moveTo>
                  <a:lnTo>
                    <a:pt x="0" y="292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70967"/>
              <a:ext cx="164586" cy="29263"/>
            </a:xfrm>
            <a:custGeom>
              <a:avLst/>
              <a:pathLst>
                <a:path w="164586" h="29263">
                  <a:moveTo>
                    <a:pt x="164586" y="0"/>
                  </a:moveTo>
                  <a:lnTo>
                    <a:pt x="0" y="292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70967"/>
              <a:ext cx="164586" cy="29263"/>
            </a:xfrm>
            <a:custGeom>
              <a:avLst/>
              <a:pathLst>
                <a:path w="164586" h="29263">
                  <a:moveTo>
                    <a:pt x="164586" y="0"/>
                  </a:moveTo>
                  <a:lnTo>
                    <a:pt x="0" y="292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70967"/>
              <a:ext cx="164586" cy="29263"/>
            </a:xfrm>
            <a:custGeom>
              <a:avLst/>
              <a:pathLst>
                <a:path w="164586" h="29263">
                  <a:moveTo>
                    <a:pt x="164586" y="0"/>
                  </a:moveTo>
                  <a:lnTo>
                    <a:pt x="0" y="292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70967"/>
              <a:ext cx="164586" cy="29263"/>
            </a:xfrm>
            <a:custGeom>
              <a:avLst/>
              <a:pathLst>
                <a:path w="164586" h="29263">
                  <a:moveTo>
                    <a:pt x="164586" y="0"/>
                  </a:moveTo>
                  <a:lnTo>
                    <a:pt x="0" y="292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70967"/>
              <a:ext cx="164586" cy="29263"/>
            </a:xfrm>
            <a:custGeom>
              <a:avLst/>
              <a:pathLst>
                <a:path w="164586" h="29263">
                  <a:moveTo>
                    <a:pt x="164586" y="0"/>
                  </a:moveTo>
                  <a:lnTo>
                    <a:pt x="0" y="292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639330"/>
              <a:ext cx="164586" cy="160900"/>
            </a:xfrm>
            <a:custGeom>
              <a:avLst/>
              <a:pathLst>
                <a:path w="164586" h="160900">
                  <a:moveTo>
                    <a:pt x="164586" y="131637"/>
                  </a:moveTo>
                  <a:lnTo>
                    <a:pt x="163532" y="126231"/>
                  </a:lnTo>
                  <a:lnTo>
                    <a:pt x="162302" y="120863"/>
                  </a:lnTo>
                  <a:lnTo>
                    <a:pt x="160895" y="115539"/>
                  </a:lnTo>
                  <a:lnTo>
                    <a:pt x="159313" y="110263"/>
                  </a:lnTo>
                  <a:lnTo>
                    <a:pt x="157559" y="105043"/>
                  </a:lnTo>
                  <a:lnTo>
                    <a:pt x="155633" y="99883"/>
                  </a:lnTo>
                  <a:lnTo>
                    <a:pt x="153539" y="94790"/>
                  </a:lnTo>
                  <a:lnTo>
                    <a:pt x="151278" y="89768"/>
                  </a:lnTo>
                  <a:lnTo>
                    <a:pt x="148853" y="84824"/>
                  </a:lnTo>
                  <a:lnTo>
                    <a:pt x="146266" y="79962"/>
                  </a:lnTo>
                  <a:lnTo>
                    <a:pt x="143521" y="75188"/>
                  </a:lnTo>
                  <a:lnTo>
                    <a:pt x="140619" y="70507"/>
                  </a:lnTo>
                  <a:lnTo>
                    <a:pt x="137565" y="65924"/>
                  </a:lnTo>
                  <a:lnTo>
                    <a:pt x="134362" y="61444"/>
                  </a:lnTo>
                  <a:lnTo>
                    <a:pt x="131013" y="57072"/>
                  </a:lnTo>
                  <a:lnTo>
                    <a:pt x="127522" y="52813"/>
                  </a:lnTo>
                  <a:lnTo>
                    <a:pt x="123893" y="48671"/>
                  </a:lnTo>
                  <a:lnTo>
                    <a:pt x="120128" y="44651"/>
                  </a:lnTo>
                  <a:lnTo>
                    <a:pt x="116234" y="40757"/>
                  </a:lnTo>
                  <a:lnTo>
                    <a:pt x="112213" y="36993"/>
                  </a:lnTo>
                  <a:lnTo>
                    <a:pt x="108071" y="33364"/>
                  </a:lnTo>
                  <a:lnTo>
                    <a:pt x="103811" y="29874"/>
                  </a:lnTo>
                  <a:lnTo>
                    <a:pt x="99439" y="26525"/>
                  </a:lnTo>
                  <a:lnTo>
                    <a:pt x="94959" y="23322"/>
                  </a:lnTo>
                  <a:lnTo>
                    <a:pt x="90375" y="20269"/>
                  </a:lnTo>
                  <a:lnTo>
                    <a:pt x="85694" y="17369"/>
                  </a:lnTo>
                  <a:lnTo>
                    <a:pt x="80920" y="14624"/>
                  </a:lnTo>
                  <a:lnTo>
                    <a:pt x="76057" y="12038"/>
                  </a:lnTo>
                  <a:lnTo>
                    <a:pt x="71113" y="9613"/>
                  </a:lnTo>
                  <a:lnTo>
                    <a:pt x="66091" y="7353"/>
                  </a:lnTo>
                  <a:lnTo>
                    <a:pt x="60997" y="5259"/>
                  </a:lnTo>
                  <a:lnTo>
                    <a:pt x="55837" y="3334"/>
                  </a:lnTo>
                  <a:lnTo>
                    <a:pt x="50616" y="1580"/>
                  </a:lnTo>
                  <a:lnTo>
                    <a:pt x="45341" y="0"/>
                  </a:lnTo>
                  <a:lnTo>
                    <a:pt x="0" y="1609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633064"/>
              <a:ext cx="45341" cy="167167"/>
            </a:xfrm>
            <a:custGeom>
              <a:avLst/>
              <a:pathLst>
                <a:path w="45341" h="167167">
                  <a:moveTo>
                    <a:pt x="45341" y="6266"/>
                  </a:moveTo>
                  <a:lnTo>
                    <a:pt x="38994" y="4611"/>
                  </a:lnTo>
                  <a:lnTo>
                    <a:pt x="32587" y="3207"/>
                  </a:lnTo>
                  <a:lnTo>
                    <a:pt x="26130" y="2054"/>
                  </a:lnTo>
                  <a:lnTo>
                    <a:pt x="19633" y="1156"/>
                  </a:lnTo>
                  <a:lnTo>
                    <a:pt x="13105" y="514"/>
                  </a:lnTo>
                  <a:lnTo>
                    <a:pt x="6557" y="12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358834" y="3170392"/>
              <a:ext cx="334294" cy="334334"/>
            </a:xfrm>
            <a:custGeom>
              <a:avLst/>
              <a:pathLst>
                <a:path w="334294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5" y="757"/>
                  </a:lnTo>
                  <a:lnTo>
                    <a:pt x="145982" y="1345"/>
                  </a:lnTo>
                  <a:lnTo>
                    <a:pt x="140731" y="2100"/>
                  </a:lnTo>
                  <a:lnTo>
                    <a:pt x="135507" y="3021"/>
                  </a:lnTo>
                  <a:lnTo>
                    <a:pt x="130314" y="4108"/>
                  </a:lnTo>
                  <a:lnTo>
                    <a:pt x="125159" y="5358"/>
                  </a:lnTo>
                  <a:lnTo>
                    <a:pt x="120046" y="6772"/>
                  </a:lnTo>
                  <a:lnTo>
                    <a:pt x="114980" y="8347"/>
                  </a:lnTo>
                  <a:lnTo>
                    <a:pt x="109967" y="10083"/>
                  </a:lnTo>
                  <a:lnTo>
                    <a:pt x="105011" y="11976"/>
                  </a:lnTo>
                  <a:lnTo>
                    <a:pt x="100118" y="14026"/>
                  </a:lnTo>
                  <a:lnTo>
                    <a:pt x="95293" y="16230"/>
                  </a:lnTo>
                  <a:lnTo>
                    <a:pt x="90539" y="18586"/>
                  </a:lnTo>
                  <a:lnTo>
                    <a:pt x="85863" y="21091"/>
                  </a:lnTo>
                  <a:lnTo>
                    <a:pt x="81269" y="23744"/>
                  </a:lnTo>
                  <a:lnTo>
                    <a:pt x="76762" y="26541"/>
                  </a:lnTo>
                  <a:lnTo>
                    <a:pt x="72345" y="29480"/>
                  </a:lnTo>
                  <a:lnTo>
                    <a:pt x="68024" y="32558"/>
                  </a:lnTo>
                  <a:lnTo>
                    <a:pt x="63802" y="35771"/>
                  </a:lnTo>
                  <a:lnTo>
                    <a:pt x="59685" y="39116"/>
                  </a:lnTo>
                  <a:lnTo>
                    <a:pt x="55676" y="42590"/>
                  </a:lnTo>
                  <a:lnTo>
                    <a:pt x="51779" y="46190"/>
                  </a:lnTo>
                  <a:lnTo>
                    <a:pt x="47999" y="49912"/>
                  </a:lnTo>
                  <a:lnTo>
                    <a:pt x="44338" y="53751"/>
                  </a:lnTo>
                  <a:lnTo>
                    <a:pt x="40801" y="57705"/>
                  </a:lnTo>
                  <a:lnTo>
                    <a:pt x="37392" y="61769"/>
                  </a:lnTo>
                  <a:lnTo>
                    <a:pt x="34113" y="65940"/>
                  </a:lnTo>
                  <a:lnTo>
                    <a:pt x="30968" y="70212"/>
                  </a:lnTo>
                  <a:lnTo>
                    <a:pt x="27960" y="74582"/>
                  </a:lnTo>
                  <a:lnTo>
                    <a:pt x="25092" y="79045"/>
                  </a:lnTo>
                  <a:lnTo>
                    <a:pt x="22367" y="83597"/>
                  </a:lnTo>
                  <a:lnTo>
                    <a:pt x="19788" y="88233"/>
                  </a:lnTo>
                  <a:lnTo>
                    <a:pt x="17358" y="92948"/>
                  </a:lnTo>
                  <a:lnTo>
                    <a:pt x="15078" y="97738"/>
                  </a:lnTo>
                  <a:lnTo>
                    <a:pt x="12952" y="102599"/>
                  </a:lnTo>
                  <a:lnTo>
                    <a:pt x="10981" y="107524"/>
                  </a:lnTo>
                  <a:lnTo>
                    <a:pt x="9167" y="112509"/>
                  </a:lnTo>
                  <a:lnTo>
                    <a:pt x="7512" y="117549"/>
                  </a:lnTo>
                  <a:lnTo>
                    <a:pt x="6018" y="122640"/>
                  </a:lnTo>
                  <a:lnTo>
                    <a:pt x="4686" y="127775"/>
                  </a:lnTo>
                  <a:lnTo>
                    <a:pt x="3518" y="132950"/>
                  </a:lnTo>
                  <a:lnTo>
                    <a:pt x="2515" y="138159"/>
                  </a:lnTo>
                  <a:lnTo>
                    <a:pt x="1677" y="143397"/>
                  </a:lnTo>
                  <a:lnTo>
                    <a:pt x="1006" y="148660"/>
                  </a:lnTo>
                  <a:lnTo>
                    <a:pt x="503" y="153941"/>
                  </a:lnTo>
                  <a:lnTo>
                    <a:pt x="167" y="159235"/>
                  </a:lnTo>
                  <a:lnTo>
                    <a:pt x="0" y="164538"/>
                  </a:lnTo>
                  <a:lnTo>
                    <a:pt x="0" y="169843"/>
                  </a:lnTo>
                  <a:lnTo>
                    <a:pt x="169" y="175145"/>
                  </a:lnTo>
                  <a:lnTo>
                    <a:pt x="507" y="180439"/>
                  </a:lnTo>
                  <a:lnTo>
                    <a:pt x="1012" y="185720"/>
                  </a:lnTo>
                  <a:lnTo>
                    <a:pt x="1684" y="190982"/>
                  </a:lnTo>
                  <a:lnTo>
                    <a:pt x="2523" y="196221"/>
                  </a:lnTo>
                  <a:lnTo>
                    <a:pt x="3528" y="201430"/>
                  </a:lnTo>
                  <a:lnTo>
                    <a:pt x="4697" y="206604"/>
                  </a:lnTo>
                  <a:lnTo>
                    <a:pt x="6031" y="211739"/>
                  </a:lnTo>
                  <a:lnTo>
                    <a:pt x="7526" y="216829"/>
                  </a:lnTo>
                  <a:lnTo>
                    <a:pt x="9182" y="221869"/>
                  </a:lnTo>
                  <a:lnTo>
                    <a:pt x="10997" y="226853"/>
                  </a:lnTo>
                  <a:lnTo>
                    <a:pt x="12970" y="231778"/>
                  </a:lnTo>
                  <a:lnTo>
                    <a:pt x="15098" y="236638"/>
                  </a:lnTo>
                  <a:lnTo>
                    <a:pt x="17379" y="241427"/>
                  </a:lnTo>
                  <a:lnTo>
                    <a:pt x="19810" y="246142"/>
                  </a:lnTo>
                  <a:lnTo>
                    <a:pt x="22391" y="250778"/>
                  </a:lnTo>
                  <a:lnTo>
                    <a:pt x="25116" y="255329"/>
                  </a:lnTo>
                  <a:lnTo>
                    <a:pt x="27985" y="259791"/>
                  </a:lnTo>
                  <a:lnTo>
                    <a:pt x="30995" y="264160"/>
                  </a:lnTo>
                  <a:lnTo>
                    <a:pt x="34141" y="268431"/>
                  </a:lnTo>
                  <a:lnTo>
                    <a:pt x="37421" y="272601"/>
                  </a:lnTo>
                  <a:lnTo>
                    <a:pt x="40832" y="276664"/>
                  </a:lnTo>
                  <a:lnTo>
                    <a:pt x="44370" y="280617"/>
                  </a:lnTo>
                  <a:lnTo>
                    <a:pt x="48031" y="284455"/>
                  </a:lnTo>
                  <a:lnTo>
                    <a:pt x="51813" y="288176"/>
                  </a:lnTo>
                  <a:lnTo>
                    <a:pt x="55711" y="291775"/>
                  </a:lnTo>
                  <a:lnTo>
                    <a:pt x="59721" y="295248"/>
                  </a:lnTo>
                  <a:lnTo>
                    <a:pt x="63839" y="298592"/>
                  </a:lnTo>
                  <a:lnTo>
                    <a:pt x="68061" y="301804"/>
                  </a:lnTo>
                  <a:lnTo>
                    <a:pt x="72383" y="304880"/>
                  </a:lnTo>
                  <a:lnTo>
                    <a:pt x="76801" y="307818"/>
                  </a:lnTo>
                  <a:lnTo>
                    <a:pt x="81309" y="310614"/>
                  </a:lnTo>
                  <a:lnTo>
                    <a:pt x="85904" y="313265"/>
                  </a:lnTo>
                  <a:lnTo>
                    <a:pt x="90581" y="315769"/>
                  </a:lnTo>
                  <a:lnTo>
                    <a:pt x="95335" y="318124"/>
                  </a:lnTo>
                  <a:lnTo>
                    <a:pt x="100161" y="320327"/>
                  </a:lnTo>
                  <a:lnTo>
                    <a:pt x="105054" y="322375"/>
                  </a:lnTo>
                  <a:lnTo>
                    <a:pt x="110011" y="324267"/>
                  </a:lnTo>
                  <a:lnTo>
                    <a:pt x="115024" y="326001"/>
                  </a:lnTo>
                  <a:lnTo>
                    <a:pt x="120090" y="327575"/>
                  </a:lnTo>
                  <a:lnTo>
                    <a:pt x="125204" y="328987"/>
                  </a:lnTo>
                  <a:lnTo>
                    <a:pt x="130360" y="330237"/>
                  </a:lnTo>
                  <a:lnTo>
                    <a:pt x="135553" y="331322"/>
                  </a:lnTo>
                  <a:lnTo>
                    <a:pt x="140777" y="332242"/>
                  </a:lnTo>
                  <a:lnTo>
                    <a:pt x="146028" y="332995"/>
                  </a:lnTo>
                  <a:lnTo>
                    <a:pt x="151301" y="333582"/>
                  </a:lnTo>
                  <a:lnTo>
                    <a:pt x="156589" y="334001"/>
                  </a:lnTo>
                  <a:lnTo>
                    <a:pt x="161888" y="334252"/>
                  </a:lnTo>
                  <a:lnTo>
                    <a:pt x="167193" y="334334"/>
                  </a:lnTo>
                  <a:lnTo>
                    <a:pt x="172497" y="334249"/>
                  </a:lnTo>
                  <a:lnTo>
                    <a:pt x="177796" y="333995"/>
                  </a:lnTo>
                  <a:lnTo>
                    <a:pt x="183084" y="333573"/>
                  </a:lnTo>
                  <a:lnTo>
                    <a:pt x="188356" y="332983"/>
                  </a:lnTo>
                  <a:lnTo>
                    <a:pt x="193607" y="332227"/>
                  </a:lnTo>
                  <a:lnTo>
                    <a:pt x="198831" y="331304"/>
                  </a:lnTo>
                  <a:lnTo>
                    <a:pt x="204024" y="330216"/>
                  </a:lnTo>
                  <a:lnTo>
                    <a:pt x="209179" y="328964"/>
                  </a:lnTo>
                  <a:lnTo>
                    <a:pt x="214291" y="327549"/>
                  </a:lnTo>
                  <a:lnTo>
                    <a:pt x="219357" y="325972"/>
                  </a:lnTo>
                  <a:lnTo>
                    <a:pt x="224369" y="324235"/>
                  </a:lnTo>
                  <a:lnTo>
                    <a:pt x="229325" y="322340"/>
                  </a:lnTo>
                  <a:lnTo>
                    <a:pt x="234217" y="320289"/>
                  </a:lnTo>
                  <a:lnTo>
                    <a:pt x="239042" y="318084"/>
                  </a:lnTo>
                  <a:lnTo>
                    <a:pt x="243794" y="315727"/>
                  </a:lnTo>
                  <a:lnTo>
                    <a:pt x="248470" y="313220"/>
                  </a:lnTo>
                  <a:lnTo>
                    <a:pt x="253063" y="310566"/>
                  </a:lnTo>
                  <a:lnTo>
                    <a:pt x="257570" y="307767"/>
                  </a:lnTo>
                  <a:lnTo>
                    <a:pt x="261986" y="304827"/>
                  </a:lnTo>
                  <a:lnTo>
                    <a:pt x="266306" y="301749"/>
                  </a:lnTo>
                  <a:lnTo>
                    <a:pt x="270527" y="298535"/>
                  </a:lnTo>
                  <a:lnTo>
                    <a:pt x="274643" y="295188"/>
                  </a:lnTo>
                  <a:lnTo>
                    <a:pt x="278651" y="291713"/>
                  </a:lnTo>
                  <a:lnTo>
                    <a:pt x="282547" y="288112"/>
                  </a:lnTo>
                  <a:lnTo>
                    <a:pt x="286326" y="284389"/>
                  </a:lnTo>
                  <a:lnTo>
                    <a:pt x="289986" y="280548"/>
                  </a:lnTo>
                  <a:lnTo>
                    <a:pt x="293522" y="276594"/>
                  </a:lnTo>
                  <a:lnTo>
                    <a:pt x="296930" y="272528"/>
                  </a:lnTo>
                  <a:lnTo>
                    <a:pt x="300208" y="268357"/>
                  </a:lnTo>
                  <a:lnTo>
                    <a:pt x="303352" y="264084"/>
                  </a:lnTo>
                  <a:lnTo>
                    <a:pt x="306359" y="259713"/>
                  </a:lnTo>
                  <a:lnTo>
                    <a:pt x="309225" y="255250"/>
                  </a:lnTo>
                  <a:lnTo>
                    <a:pt x="311949" y="250697"/>
                  </a:lnTo>
                  <a:lnTo>
                    <a:pt x="314526" y="246060"/>
                  </a:lnTo>
                  <a:lnTo>
                    <a:pt x="316955" y="241344"/>
                  </a:lnTo>
                  <a:lnTo>
                    <a:pt x="319233" y="236553"/>
                  </a:lnTo>
                  <a:lnTo>
                    <a:pt x="321359" y="231692"/>
                  </a:lnTo>
                  <a:lnTo>
                    <a:pt x="323328" y="226767"/>
                  </a:lnTo>
                  <a:lnTo>
                    <a:pt x="325141" y="221781"/>
                  </a:lnTo>
                  <a:lnTo>
                    <a:pt x="326794" y="216740"/>
                  </a:lnTo>
                  <a:lnTo>
                    <a:pt x="328287" y="211649"/>
                  </a:lnTo>
                  <a:lnTo>
                    <a:pt x="329617" y="206514"/>
                  </a:lnTo>
                  <a:lnTo>
                    <a:pt x="330784" y="201339"/>
                  </a:lnTo>
                  <a:lnTo>
                    <a:pt x="331786" y="196129"/>
                  </a:lnTo>
                  <a:lnTo>
                    <a:pt x="332622" y="190890"/>
                  </a:lnTo>
                  <a:lnTo>
                    <a:pt x="333291" y="185628"/>
                  </a:lnTo>
                  <a:lnTo>
                    <a:pt x="333793" y="180347"/>
                  </a:lnTo>
                  <a:lnTo>
                    <a:pt x="334128" y="175052"/>
                  </a:lnTo>
                  <a:lnTo>
                    <a:pt x="334294" y="169750"/>
                  </a:lnTo>
                  <a:lnTo>
                    <a:pt x="334292" y="164445"/>
                  </a:lnTo>
                  <a:lnTo>
                    <a:pt x="334121" y="159142"/>
                  </a:lnTo>
                  <a:lnTo>
                    <a:pt x="333782" y="153848"/>
                  </a:lnTo>
                  <a:lnTo>
                    <a:pt x="333276" y="148567"/>
                  </a:lnTo>
                  <a:lnTo>
                    <a:pt x="332602" y="143305"/>
                  </a:lnTo>
                  <a:lnTo>
                    <a:pt x="331761" y="138067"/>
                  </a:lnTo>
                  <a:lnTo>
                    <a:pt x="330755" y="132859"/>
                  </a:lnTo>
                  <a:lnTo>
                    <a:pt x="329584" y="127684"/>
                  </a:lnTo>
                  <a:lnTo>
                    <a:pt x="328250" y="122550"/>
                  </a:lnTo>
                  <a:lnTo>
                    <a:pt x="326753" y="117461"/>
                  </a:lnTo>
                  <a:lnTo>
                    <a:pt x="325095" y="112421"/>
                  </a:lnTo>
                  <a:lnTo>
                    <a:pt x="323279" y="107437"/>
                  </a:lnTo>
                  <a:lnTo>
                    <a:pt x="321305" y="102513"/>
                  </a:lnTo>
                  <a:lnTo>
                    <a:pt x="319175" y="97654"/>
                  </a:lnTo>
                  <a:lnTo>
                    <a:pt x="316893" y="92865"/>
                  </a:lnTo>
                  <a:lnTo>
                    <a:pt x="314460" y="88151"/>
                  </a:lnTo>
                  <a:lnTo>
                    <a:pt x="311879" y="83516"/>
                  </a:lnTo>
                  <a:lnTo>
                    <a:pt x="309152" y="78966"/>
                  </a:lnTo>
                  <a:lnTo>
                    <a:pt x="306281" y="74504"/>
                  </a:lnTo>
                  <a:lnTo>
                    <a:pt x="303271" y="70136"/>
                  </a:lnTo>
                  <a:lnTo>
                    <a:pt x="300124" y="65866"/>
                  </a:lnTo>
                  <a:lnTo>
                    <a:pt x="296842" y="61697"/>
                  </a:lnTo>
                  <a:lnTo>
                    <a:pt x="293430" y="57635"/>
                  </a:lnTo>
                  <a:lnTo>
                    <a:pt x="289891" y="53683"/>
                  </a:lnTo>
                  <a:lnTo>
                    <a:pt x="286228" y="49845"/>
                  </a:lnTo>
                  <a:lnTo>
                    <a:pt x="282446" y="46126"/>
                  </a:lnTo>
                  <a:lnTo>
                    <a:pt x="278547" y="42528"/>
                  </a:lnTo>
                  <a:lnTo>
                    <a:pt x="274536" y="39056"/>
                  </a:lnTo>
                  <a:lnTo>
                    <a:pt x="270417" y="35713"/>
                  </a:lnTo>
                  <a:lnTo>
                    <a:pt x="266194" y="32502"/>
                  </a:lnTo>
                  <a:lnTo>
                    <a:pt x="261871" y="29427"/>
                  </a:lnTo>
                  <a:lnTo>
                    <a:pt x="257453" y="26491"/>
                  </a:lnTo>
                  <a:lnTo>
                    <a:pt x="252943" y="23696"/>
                  </a:lnTo>
                  <a:lnTo>
                    <a:pt x="248348" y="21046"/>
                  </a:lnTo>
                  <a:lnTo>
                    <a:pt x="243670" y="18543"/>
                  </a:lnTo>
                  <a:lnTo>
                    <a:pt x="238916" y="16190"/>
                  </a:lnTo>
                  <a:lnTo>
                    <a:pt x="234089" y="13989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184381"/>
              <a:ext cx="66942" cy="153178"/>
            </a:xfrm>
            <a:custGeom>
              <a:avLst/>
              <a:pathLst>
                <a:path w="66942" h="153178">
                  <a:moveTo>
                    <a:pt x="66942" y="0"/>
                  </a:moveTo>
                  <a:lnTo>
                    <a:pt x="0" y="1531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180638"/>
              <a:ext cx="66942" cy="156921"/>
            </a:xfrm>
            <a:custGeom>
              <a:avLst/>
              <a:pathLst>
                <a:path w="66942" h="156921">
                  <a:moveTo>
                    <a:pt x="66942" y="3743"/>
                  </a:moveTo>
                  <a:lnTo>
                    <a:pt x="57623" y="0"/>
                  </a:lnTo>
                  <a:lnTo>
                    <a:pt x="0" y="1569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170392"/>
              <a:ext cx="57623" cy="167167"/>
            </a:xfrm>
            <a:custGeom>
              <a:avLst/>
              <a:pathLst>
                <a:path w="57623" h="167167">
                  <a:moveTo>
                    <a:pt x="57623" y="10245"/>
                  </a:moveTo>
                  <a:lnTo>
                    <a:pt x="52066" y="8315"/>
                  </a:lnTo>
                  <a:lnTo>
                    <a:pt x="46445" y="6581"/>
                  </a:lnTo>
                  <a:lnTo>
                    <a:pt x="40766" y="5046"/>
                  </a:lnTo>
                  <a:lnTo>
                    <a:pt x="35036" y="3712"/>
                  </a:lnTo>
                  <a:lnTo>
                    <a:pt x="29263" y="2581"/>
                  </a:lnTo>
                  <a:lnTo>
                    <a:pt x="23454" y="1653"/>
                  </a:lnTo>
                  <a:lnTo>
                    <a:pt x="17616" y="930"/>
                  </a:lnTo>
                  <a:lnTo>
                    <a:pt x="11756" y="413"/>
                  </a:lnTo>
                  <a:lnTo>
                    <a:pt x="5881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423586" y="3707720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14125" y="4213821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20563" y="4659281"/>
              <a:ext cx="165961" cy="167167"/>
            </a:xfrm>
            <a:custGeom>
              <a:avLst/>
              <a:pathLst>
                <a:path w="165961" h="167167">
                  <a:moveTo>
                    <a:pt x="165961" y="0"/>
                  </a:moveTo>
                  <a:lnTo>
                    <a:pt x="160573" y="86"/>
                  </a:lnTo>
                  <a:lnTo>
                    <a:pt x="155191" y="347"/>
                  </a:lnTo>
                  <a:lnTo>
                    <a:pt x="149820" y="781"/>
                  </a:lnTo>
                  <a:lnTo>
                    <a:pt x="144466" y="1387"/>
                  </a:lnTo>
                  <a:lnTo>
                    <a:pt x="139134" y="2166"/>
                  </a:lnTo>
                  <a:lnTo>
                    <a:pt x="133830" y="3117"/>
                  </a:lnTo>
                  <a:lnTo>
                    <a:pt x="128559" y="4237"/>
                  </a:lnTo>
                  <a:lnTo>
                    <a:pt x="123327" y="5528"/>
                  </a:lnTo>
                  <a:lnTo>
                    <a:pt x="118139" y="6986"/>
                  </a:lnTo>
                  <a:lnTo>
                    <a:pt x="113002" y="8610"/>
                  </a:lnTo>
                  <a:lnTo>
                    <a:pt x="107919" y="10400"/>
                  </a:lnTo>
                  <a:lnTo>
                    <a:pt x="102896" y="12352"/>
                  </a:lnTo>
                  <a:lnTo>
                    <a:pt x="97939" y="14465"/>
                  </a:lnTo>
                  <a:lnTo>
                    <a:pt x="93053" y="16737"/>
                  </a:lnTo>
                  <a:lnTo>
                    <a:pt x="88242" y="19165"/>
                  </a:lnTo>
                  <a:lnTo>
                    <a:pt x="83512" y="21746"/>
                  </a:lnTo>
                  <a:lnTo>
                    <a:pt x="78868" y="24479"/>
                  </a:lnTo>
                  <a:lnTo>
                    <a:pt x="74315" y="27361"/>
                  </a:lnTo>
                  <a:lnTo>
                    <a:pt x="69856" y="30387"/>
                  </a:lnTo>
                  <a:lnTo>
                    <a:pt x="65498" y="33556"/>
                  </a:lnTo>
                  <a:lnTo>
                    <a:pt x="61243" y="36863"/>
                  </a:lnTo>
                  <a:lnTo>
                    <a:pt x="57098" y="40306"/>
                  </a:lnTo>
                  <a:lnTo>
                    <a:pt x="53066" y="43880"/>
                  </a:lnTo>
                  <a:lnTo>
                    <a:pt x="49151" y="47583"/>
                  </a:lnTo>
                  <a:lnTo>
                    <a:pt x="45357" y="51410"/>
                  </a:lnTo>
                  <a:lnTo>
                    <a:pt x="41689" y="55357"/>
                  </a:lnTo>
                  <a:lnTo>
                    <a:pt x="38150" y="59421"/>
                  </a:lnTo>
                  <a:lnTo>
                    <a:pt x="34744" y="63596"/>
                  </a:lnTo>
                  <a:lnTo>
                    <a:pt x="31474" y="67879"/>
                  </a:lnTo>
                  <a:lnTo>
                    <a:pt x="28343" y="72266"/>
                  </a:lnTo>
                  <a:lnTo>
                    <a:pt x="25356" y="76750"/>
                  </a:lnTo>
                  <a:lnTo>
                    <a:pt x="22515" y="81329"/>
                  </a:lnTo>
                  <a:lnTo>
                    <a:pt x="19823" y="85997"/>
                  </a:lnTo>
                  <a:lnTo>
                    <a:pt x="17283" y="90749"/>
                  </a:lnTo>
                  <a:lnTo>
                    <a:pt x="14897" y="95581"/>
                  </a:lnTo>
                  <a:lnTo>
                    <a:pt x="12668" y="100487"/>
                  </a:lnTo>
                  <a:lnTo>
                    <a:pt x="10599" y="105463"/>
                  </a:lnTo>
                  <a:lnTo>
                    <a:pt x="8691" y="110502"/>
                  </a:lnTo>
                  <a:lnTo>
                    <a:pt x="6946" y="115600"/>
                  </a:lnTo>
                  <a:lnTo>
                    <a:pt x="5367" y="120752"/>
                  </a:lnTo>
                  <a:lnTo>
                    <a:pt x="3954" y="125952"/>
                  </a:lnTo>
                  <a:lnTo>
                    <a:pt x="2710" y="131195"/>
                  </a:lnTo>
                  <a:lnTo>
                    <a:pt x="1635" y="136476"/>
                  </a:lnTo>
                  <a:lnTo>
                    <a:pt x="732" y="141788"/>
                  </a:lnTo>
                  <a:lnTo>
                    <a:pt x="0" y="147127"/>
                  </a:lnTo>
                  <a:lnTo>
                    <a:pt x="165961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20563" y="4806409"/>
              <a:ext cx="165961" cy="20040"/>
            </a:xfrm>
            <a:custGeom>
              <a:avLst/>
              <a:pathLst>
                <a:path w="165961" h="20040">
                  <a:moveTo>
                    <a:pt x="0" y="0"/>
                  </a:moveTo>
                  <a:lnTo>
                    <a:pt x="165961" y="20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0563" y="4806409"/>
              <a:ext cx="165961" cy="20040"/>
            </a:xfrm>
            <a:custGeom>
              <a:avLst/>
              <a:pathLst>
                <a:path w="165961" h="20040">
                  <a:moveTo>
                    <a:pt x="0" y="0"/>
                  </a:moveTo>
                  <a:lnTo>
                    <a:pt x="165961" y="20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20563" y="4806409"/>
              <a:ext cx="165961" cy="20040"/>
            </a:xfrm>
            <a:custGeom>
              <a:avLst/>
              <a:pathLst>
                <a:path w="165961" h="20040">
                  <a:moveTo>
                    <a:pt x="0" y="0"/>
                  </a:moveTo>
                  <a:lnTo>
                    <a:pt x="165961" y="200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20563" y="4806409"/>
              <a:ext cx="165961" cy="20040"/>
            </a:xfrm>
            <a:custGeom>
              <a:avLst/>
              <a:pathLst>
                <a:path w="165961" h="20040">
                  <a:moveTo>
                    <a:pt x="0" y="0"/>
                  </a:moveTo>
                  <a:lnTo>
                    <a:pt x="165961" y="20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20563" y="4806409"/>
              <a:ext cx="165961" cy="20040"/>
            </a:xfrm>
            <a:custGeom>
              <a:avLst/>
              <a:pathLst>
                <a:path w="165961" h="20040">
                  <a:moveTo>
                    <a:pt x="0" y="0"/>
                  </a:moveTo>
                  <a:lnTo>
                    <a:pt x="165961" y="20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20563" y="4806409"/>
              <a:ext cx="165961" cy="20040"/>
            </a:xfrm>
            <a:custGeom>
              <a:avLst/>
              <a:pathLst>
                <a:path w="165961" h="20040">
                  <a:moveTo>
                    <a:pt x="0" y="0"/>
                  </a:moveTo>
                  <a:lnTo>
                    <a:pt x="165961" y="20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20563" y="4806409"/>
              <a:ext cx="165961" cy="20040"/>
            </a:xfrm>
            <a:custGeom>
              <a:avLst/>
              <a:pathLst>
                <a:path w="165961" h="20040">
                  <a:moveTo>
                    <a:pt x="0" y="0"/>
                  </a:moveTo>
                  <a:lnTo>
                    <a:pt x="165961" y="20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20563" y="4806409"/>
              <a:ext cx="165961" cy="20040"/>
            </a:xfrm>
            <a:custGeom>
              <a:avLst/>
              <a:pathLst>
                <a:path w="165961" h="20040">
                  <a:moveTo>
                    <a:pt x="0" y="0"/>
                  </a:moveTo>
                  <a:lnTo>
                    <a:pt x="165961" y="200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20563" y="4806409"/>
              <a:ext cx="165961" cy="20040"/>
            </a:xfrm>
            <a:custGeom>
              <a:avLst/>
              <a:pathLst>
                <a:path w="165961" h="20040">
                  <a:moveTo>
                    <a:pt x="0" y="0"/>
                  </a:moveTo>
                  <a:lnTo>
                    <a:pt x="165961" y="200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19432" y="4806409"/>
              <a:ext cx="167092" cy="20040"/>
            </a:xfrm>
            <a:custGeom>
              <a:avLst/>
              <a:pathLst>
                <a:path w="167092" h="20040">
                  <a:moveTo>
                    <a:pt x="1130" y="0"/>
                  </a:moveTo>
                  <a:lnTo>
                    <a:pt x="0" y="15018"/>
                  </a:lnTo>
                  <a:lnTo>
                    <a:pt x="167092" y="200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19357" y="4659281"/>
              <a:ext cx="334324" cy="334327"/>
            </a:xfrm>
            <a:custGeom>
              <a:avLst/>
              <a:pathLst>
                <a:path w="334324" h="334327">
                  <a:moveTo>
                    <a:pt x="75" y="162146"/>
                  </a:moveTo>
                  <a:lnTo>
                    <a:pt x="0" y="167465"/>
                  </a:lnTo>
                  <a:lnTo>
                    <a:pt x="94" y="172785"/>
                  </a:lnTo>
                  <a:lnTo>
                    <a:pt x="357" y="178099"/>
                  </a:lnTo>
                  <a:lnTo>
                    <a:pt x="789" y="183402"/>
                  </a:lnTo>
                  <a:lnTo>
                    <a:pt x="1390" y="188688"/>
                  </a:lnTo>
                  <a:lnTo>
                    <a:pt x="2159" y="193953"/>
                  </a:lnTo>
                  <a:lnTo>
                    <a:pt x="3095" y="199190"/>
                  </a:lnTo>
                  <a:lnTo>
                    <a:pt x="4197" y="204395"/>
                  </a:lnTo>
                  <a:lnTo>
                    <a:pt x="5465" y="209563"/>
                  </a:lnTo>
                  <a:lnTo>
                    <a:pt x="6896" y="214687"/>
                  </a:lnTo>
                  <a:lnTo>
                    <a:pt x="8489" y="219763"/>
                  </a:lnTo>
                  <a:lnTo>
                    <a:pt x="10243" y="224786"/>
                  </a:lnTo>
                  <a:lnTo>
                    <a:pt x="12156" y="229751"/>
                  </a:lnTo>
                  <a:lnTo>
                    <a:pt x="14226" y="234652"/>
                  </a:lnTo>
                  <a:lnTo>
                    <a:pt x="16451" y="239485"/>
                  </a:lnTo>
                  <a:lnTo>
                    <a:pt x="18829" y="244244"/>
                  </a:lnTo>
                  <a:lnTo>
                    <a:pt x="21357" y="248926"/>
                  </a:lnTo>
                  <a:lnTo>
                    <a:pt x="24033" y="253525"/>
                  </a:lnTo>
                  <a:lnTo>
                    <a:pt x="26854" y="258036"/>
                  </a:lnTo>
                  <a:lnTo>
                    <a:pt x="29816" y="262455"/>
                  </a:lnTo>
                  <a:lnTo>
                    <a:pt x="32918" y="266778"/>
                  </a:lnTo>
                  <a:lnTo>
                    <a:pt x="36156" y="270999"/>
                  </a:lnTo>
                  <a:lnTo>
                    <a:pt x="39527" y="275116"/>
                  </a:lnTo>
                  <a:lnTo>
                    <a:pt x="43027" y="279123"/>
                  </a:lnTo>
                  <a:lnTo>
                    <a:pt x="46652" y="283017"/>
                  </a:lnTo>
                  <a:lnTo>
                    <a:pt x="50400" y="286793"/>
                  </a:lnTo>
                  <a:lnTo>
                    <a:pt x="54266" y="290449"/>
                  </a:lnTo>
                  <a:lnTo>
                    <a:pt x="58246" y="293979"/>
                  </a:lnTo>
                  <a:lnTo>
                    <a:pt x="62337" y="297381"/>
                  </a:lnTo>
                  <a:lnTo>
                    <a:pt x="66534" y="300651"/>
                  </a:lnTo>
                  <a:lnTo>
                    <a:pt x="70833" y="303786"/>
                  </a:lnTo>
                  <a:lnTo>
                    <a:pt x="75229" y="306782"/>
                  </a:lnTo>
                  <a:lnTo>
                    <a:pt x="79719" y="309637"/>
                  </a:lnTo>
                  <a:lnTo>
                    <a:pt x="84297" y="312348"/>
                  </a:lnTo>
                  <a:lnTo>
                    <a:pt x="88959" y="314912"/>
                  </a:lnTo>
                  <a:lnTo>
                    <a:pt x="93700" y="317326"/>
                  </a:lnTo>
                  <a:lnTo>
                    <a:pt x="98516" y="319588"/>
                  </a:lnTo>
                  <a:lnTo>
                    <a:pt x="103401" y="321695"/>
                  </a:lnTo>
                  <a:lnTo>
                    <a:pt x="108351" y="323646"/>
                  </a:lnTo>
                  <a:lnTo>
                    <a:pt x="113361" y="325438"/>
                  </a:lnTo>
                  <a:lnTo>
                    <a:pt x="118425" y="327071"/>
                  </a:lnTo>
                  <a:lnTo>
                    <a:pt x="123538" y="328541"/>
                  </a:lnTo>
                  <a:lnTo>
                    <a:pt x="128695" y="329847"/>
                  </a:lnTo>
                  <a:lnTo>
                    <a:pt x="133892" y="330989"/>
                  </a:lnTo>
                  <a:lnTo>
                    <a:pt x="139122" y="331965"/>
                  </a:lnTo>
                  <a:lnTo>
                    <a:pt x="144381" y="332774"/>
                  </a:lnTo>
                  <a:lnTo>
                    <a:pt x="149662" y="333415"/>
                  </a:lnTo>
                  <a:lnTo>
                    <a:pt x="154962" y="333888"/>
                  </a:lnTo>
                  <a:lnTo>
                    <a:pt x="160273" y="334192"/>
                  </a:lnTo>
                  <a:lnTo>
                    <a:pt x="165592" y="334327"/>
                  </a:lnTo>
                  <a:lnTo>
                    <a:pt x="170913" y="334292"/>
                  </a:lnTo>
                  <a:lnTo>
                    <a:pt x="176229" y="334089"/>
                  </a:lnTo>
                  <a:lnTo>
                    <a:pt x="181536" y="333716"/>
                  </a:lnTo>
                  <a:lnTo>
                    <a:pt x="186829" y="333174"/>
                  </a:lnTo>
                  <a:lnTo>
                    <a:pt x="192102" y="332464"/>
                  </a:lnTo>
                  <a:lnTo>
                    <a:pt x="197350" y="331587"/>
                  </a:lnTo>
                  <a:lnTo>
                    <a:pt x="202567" y="330543"/>
                  </a:lnTo>
                  <a:lnTo>
                    <a:pt x="207748" y="329334"/>
                  </a:lnTo>
                  <a:lnTo>
                    <a:pt x="212888" y="327960"/>
                  </a:lnTo>
                  <a:lnTo>
                    <a:pt x="217982" y="326424"/>
                  </a:lnTo>
                  <a:lnTo>
                    <a:pt x="223024" y="324726"/>
                  </a:lnTo>
                  <a:lnTo>
                    <a:pt x="228010" y="322869"/>
                  </a:lnTo>
                  <a:lnTo>
                    <a:pt x="232934" y="320854"/>
                  </a:lnTo>
                  <a:lnTo>
                    <a:pt x="237791" y="318683"/>
                  </a:lnTo>
                  <a:lnTo>
                    <a:pt x="242577" y="316359"/>
                  </a:lnTo>
                  <a:lnTo>
                    <a:pt x="247287" y="313883"/>
                  </a:lnTo>
                  <a:lnTo>
                    <a:pt x="251915" y="311259"/>
                  </a:lnTo>
                  <a:lnTo>
                    <a:pt x="256458" y="308489"/>
                  </a:lnTo>
                  <a:lnTo>
                    <a:pt x="260910" y="305576"/>
                  </a:lnTo>
                  <a:lnTo>
                    <a:pt x="265267" y="302523"/>
                  </a:lnTo>
                  <a:lnTo>
                    <a:pt x="269525" y="299333"/>
                  </a:lnTo>
                  <a:lnTo>
                    <a:pt x="273679" y="296008"/>
                  </a:lnTo>
                  <a:lnTo>
                    <a:pt x="277725" y="292554"/>
                  </a:lnTo>
                  <a:lnTo>
                    <a:pt x="281659" y="288972"/>
                  </a:lnTo>
                  <a:lnTo>
                    <a:pt x="285477" y="285267"/>
                  </a:lnTo>
                  <a:lnTo>
                    <a:pt x="289176" y="281442"/>
                  </a:lnTo>
                  <a:lnTo>
                    <a:pt x="292751" y="277501"/>
                  </a:lnTo>
                  <a:lnTo>
                    <a:pt x="296198" y="273449"/>
                  </a:lnTo>
                  <a:lnTo>
                    <a:pt x="299515" y="269289"/>
                  </a:lnTo>
                  <a:lnTo>
                    <a:pt x="302698" y="265025"/>
                  </a:lnTo>
                  <a:lnTo>
                    <a:pt x="305743" y="260663"/>
                  </a:lnTo>
                  <a:lnTo>
                    <a:pt x="308648" y="256206"/>
                  </a:lnTo>
                  <a:lnTo>
                    <a:pt x="311410" y="251658"/>
                  </a:lnTo>
                  <a:lnTo>
                    <a:pt x="314026" y="247025"/>
                  </a:lnTo>
                  <a:lnTo>
                    <a:pt x="316493" y="242311"/>
                  </a:lnTo>
                  <a:lnTo>
                    <a:pt x="318809" y="237521"/>
                  </a:lnTo>
                  <a:lnTo>
                    <a:pt x="320971" y="232660"/>
                  </a:lnTo>
                  <a:lnTo>
                    <a:pt x="322977" y="227732"/>
                  </a:lnTo>
                  <a:lnTo>
                    <a:pt x="324825" y="222743"/>
                  </a:lnTo>
                  <a:lnTo>
                    <a:pt x="326514" y="217698"/>
                  </a:lnTo>
                  <a:lnTo>
                    <a:pt x="328041" y="212601"/>
                  </a:lnTo>
                  <a:lnTo>
                    <a:pt x="329406" y="207459"/>
                  </a:lnTo>
                  <a:lnTo>
                    <a:pt x="330606" y="202275"/>
                  </a:lnTo>
                  <a:lnTo>
                    <a:pt x="331640" y="197056"/>
                  </a:lnTo>
                  <a:lnTo>
                    <a:pt x="332508" y="191807"/>
                  </a:lnTo>
                  <a:lnTo>
                    <a:pt x="333209" y="186533"/>
                  </a:lnTo>
                  <a:lnTo>
                    <a:pt x="333741" y="181239"/>
                  </a:lnTo>
                  <a:lnTo>
                    <a:pt x="334104" y="175931"/>
                  </a:lnTo>
                  <a:lnTo>
                    <a:pt x="334299" y="170614"/>
                  </a:lnTo>
                  <a:lnTo>
                    <a:pt x="334324" y="165294"/>
                  </a:lnTo>
                  <a:lnTo>
                    <a:pt x="334179" y="159975"/>
                  </a:lnTo>
                  <a:lnTo>
                    <a:pt x="333866" y="154664"/>
                  </a:lnTo>
                  <a:lnTo>
                    <a:pt x="333384" y="149366"/>
                  </a:lnTo>
                  <a:lnTo>
                    <a:pt x="332733" y="144085"/>
                  </a:lnTo>
                  <a:lnTo>
                    <a:pt x="331915" y="138828"/>
                  </a:lnTo>
                  <a:lnTo>
                    <a:pt x="330929" y="133600"/>
                  </a:lnTo>
                  <a:lnTo>
                    <a:pt x="329778" y="128405"/>
                  </a:lnTo>
                  <a:lnTo>
                    <a:pt x="328462" y="123250"/>
                  </a:lnTo>
                  <a:lnTo>
                    <a:pt x="326983" y="118139"/>
                  </a:lnTo>
                  <a:lnTo>
                    <a:pt x="325342" y="113078"/>
                  </a:lnTo>
                  <a:lnTo>
                    <a:pt x="323540" y="108072"/>
                  </a:lnTo>
                  <a:lnTo>
                    <a:pt x="321581" y="103126"/>
                  </a:lnTo>
                  <a:lnTo>
                    <a:pt x="319464" y="98244"/>
                  </a:lnTo>
                  <a:lnTo>
                    <a:pt x="317194" y="93433"/>
                  </a:lnTo>
                  <a:lnTo>
                    <a:pt x="314772" y="88696"/>
                  </a:lnTo>
                  <a:lnTo>
                    <a:pt x="312200" y="84038"/>
                  </a:lnTo>
                  <a:lnTo>
                    <a:pt x="309481" y="79465"/>
                  </a:lnTo>
                  <a:lnTo>
                    <a:pt x="306618" y="74980"/>
                  </a:lnTo>
                  <a:lnTo>
                    <a:pt x="303613" y="70589"/>
                  </a:lnTo>
                  <a:lnTo>
                    <a:pt x="300471" y="66296"/>
                  </a:lnTo>
                  <a:lnTo>
                    <a:pt x="297193" y="62105"/>
                  </a:lnTo>
                  <a:lnTo>
                    <a:pt x="293784" y="58020"/>
                  </a:lnTo>
                  <a:lnTo>
                    <a:pt x="290247" y="54046"/>
                  </a:lnTo>
                  <a:lnTo>
                    <a:pt x="286585" y="50187"/>
                  </a:lnTo>
                  <a:lnTo>
                    <a:pt x="282801" y="46446"/>
                  </a:lnTo>
                  <a:lnTo>
                    <a:pt x="278901" y="42827"/>
                  </a:lnTo>
                  <a:lnTo>
                    <a:pt x="274888" y="39334"/>
                  </a:lnTo>
                  <a:lnTo>
                    <a:pt x="270765" y="35971"/>
                  </a:lnTo>
                  <a:lnTo>
                    <a:pt x="266538" y="32741"/>
                  </a:lnTo>
                  <a:lnTo>
                    <a:pt x="262209" y="29647"/>
                  </a:lnTo>
                  <a:lnTo>
                    <a:pt x="257785" y="26692"/>
                  </a:lnTo>
                  <a:lnTo>
                    <a:pt x="253269" y="23879"/>
                  </a:lnTo>
                  <a:lnTo>
                    <a:pt x="248665" y="21212"/>
                  </a:lnTo>
                  <a:lnTo>
                    <a:pt x="243979" y="18692"/>
                  </a:lnTo>
                  <a:lnTo>
                    <a:pt x="239215" y="16323"/>
                  </a:lnTo>
                  <a:lnTo>
                    <a:pt x="234379" y="14106"/>
                  </a:lnTo>
                  <a:lnTo>
                    <a:pt x="229474" y="12045"/>
                  </a:lnTo>
                  <a:lnTo>
                    <a:pt x="224506" y="10141"/>
                  </a:lnTo>
                  <a:lnTo>
                    <a:pt x="219480" y="8396"/>
                  </a:lnTo>
                  <a:lnTo>
                    <a:pt x="214401" y="6811"/>
                  </a:lnTo>
                  <a:lnTo>
                    <a:pt x="209274" y="5389"/>
                  </a:lnTo>
                  <a:lnTo>
                    <a:pt x="204104" y="4131"/>
                  </a:lnTo>
                  <a:lnTo>
                    <a:pt x="198897" y="3039"/>
                  </a:lnTo>
                  <a:lnTo>
                    <a:pt x="193658" y="2112"/>
                  </a:lnTo>
                  <a:lnTo>
                    <a:pt x="188392" y="1352"/>
                  </a:lnTo>
                  <a:lnTo>
                    <a:pt x="183104" y="761"/>
                  </a:lnTo>
                  <a:lnTo>
                    <a:pt x="177801" y="338"/>
                  </a:lnTo>
                  <a:lnTo>
                    <a:pt x="172486" y="84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6568" y="5018213"/>
              <a:ext cx="2152" cy="167167"/>
            </a:xfrm>
            <a:custGeom>
              <a:avLst/>
              <a:pathLst>
                <a:path w="2152" h="167167">
                  <a:moveTo>
                    <a:pt x="2152" y="0"/>
                  </a:moveTo>
                  <a:lnTo>
                    <a:pt x="0" y="13"/>
                  </a:lnTo>
                  <a:lnTo>
                    <a:pt x="215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321559" y="5018219"/>
              <a:ext cx="334315" cy="334328"/>
            </a:xfrm>
            <a:custGeom>
              <a:avLst/>
              <a:pathLst>
                <a:path w="334315" h="334328">
                  <a:moveTo>
                    <a:pt x="165009" y="7"/>
                  </a:moveTo>
                  <a:lnTo>
                    <a:pt x="159725" y="159"/>
                  </a:lnTo>
                  <a:lnTo>
                    <a:pt x="154448" y="477"/>
                  </a:lnTo>
                  <a:lnTo>
                    <a:pt x="149184" y="963"/>
                  </a:lnTo>
                  <a:lnTo>
                    <a:pt x="143938" y="1614"/>
                  </a:lnTo>
                  <a:lnTo>
                    <a:pt x="138715" y="2431"/>
                  </a:lnTo>
                  <a:lnTo>
                    <a:pt x="133520" y="3413"/>
                  </a:lnTo>
                  <a:lnTo>
                    <a:pt x="128359" y="4559"/>
                  </a:lnTo>
                  <a:lnTo>
                    <a:pt x="123237" y="5867"/>
                  </a:lnTo>
                  <a:lnTo>
                    <a:pt x="118159" y="7337"/>
                  </a:lnTo>
                  <a:lnTo>
                    <a:pt x="113130" y="8966"/>
                  </a:lnTo>
                  <a:lnTo>
                    <a:pt x="108155" y="10753"/>
                  </a:lnTo>
                  <a:lnTo>
                    <a:pt x="103239" y="12697"/>
                  </a:lnTo>
                  <a:lnTo>
                    <a:pt x="98387" y="14796"/>
                  </a:lnTo>
                  <a:lnTo>
                    <a:pt x="93604" y="17047"/>
                  </a:lnTo>
                  <a:lnTo>
                    <a:pt x="88894" y="19448"/>
                  </a:lnTo>
                  <a:lnTo>
                    <a:pt x="84262" y="21996"/>
                  </a:lnTo>
                  <a:lnTo>
                    <a:pt x="79714" y="24690"/>
                  </a:lnTo>
                  <a:lnTo>
                    <a:pt x="75253" y="27526"/>
                  </a:lnTo>
                  <a:lnTo>
                    <a:pt x="70884" y="30502"/>
                  </a:lnTo>
                  <a:lnTo>
                    <a:pt x="66611" y="33615"/>
                  </a:lnTo>
                  <a:lnTo>
                    <a:pt x="62438" y="36861"/>
                  </a:lnTo>
                  <a:lnTo>
                    <a:pt x="58370" y="40237"/>
                  </a:lnTo>
                  <a:lnTo>
                    <a:pt x="54412" y="43741"/>
                  </a:lnTo>
                  <a:lnTo>
                    <a:pt x="50566" y="47368"/>
                  </a:lnTo>
                  <a:lnTo>
                    <a:pt x="46836" y="51114"/>
                  </a:lnTo>
                  <a:lnTo>
                    <a:pt x="43227" y="54977"/>
                  </a:lnTo>
                  <a:lnTo>
                    <a:pt x="39742" y="58952"/>
                  </a:lnTo>
                  <a:lnTo>
                    <a:pt x="36384" y="63035"/>
                  </a:lnTo>
                  <a:lnTo>
                    <a:pt x="33157" y="67222"/>
                  </a:lnTo>
                  <a:lnTo>
                    <a:pt x="30064" y="71509"/>
                  </a:lnTo>
                  <a:lnTo>
                    <a:pt x="27108" y="75892"/>
                  </a:lnTo>
                  <a:lnTo>
                    <a:pt x="24292" y="80366"/>
                  </a:lnTo>
                  <a:lnTo>
                    <a:pt x="21619" y="84927"/>
                  </a:lnTo>
                  <a:lnTo>
                    <a:pt x="19092" y="89570"/>
                  </a:lnTo>
                  <a:lnTo>
                    <a:pt x="16712" y="94291"/>
                  </a:lnTo>
                  <a:lnTo>
                    <a:pt x="14483" y="99084"/>
                  </a:lnTo>
                  <a:lnTo>
                    <a:pt x="12407" y="103946"/>
                  </a:lnTo>
                  <a:lnTo>
                    <a:pt x="10486" y="108871"/>
                  </a:lnTo>
                  <a:lnTo>
                    <a:pt x="8721" y="113854"/>
                  </a:lnTo>
                  <a:lnTo>
                    <a:pt x="7115" y="118890"/>
                  </a:lnTo>
                  <a:lnTo>
                    <a:pt x="5668" y="123975"/>
                  </a:lnTo>
                  <a:lnTo>
                    <a:pt x="4384" y="129103"/>
                  </a:lnTo>
                  <a:lnTo>
                    <a:pt x="3262" y="134269"/>
                  </a:lnTo>
                  <a:lnTo>
                    <a:pt x="2303" y="139468"/>
                  </a:lnTo>
                  <a:lnTo>
                    <a:pt x="1510" y="144695"/>
                  </a:lnTo>
                  <a:lnTo>
                    <a:pt x="883" y="149944"/>
                  </a:lnTo>
                  <a:lnTo>
                    <a:pt x="421" y="155210"/>
                  </a:lnTo>
                  <a:lnTo>
                    <a:pt x="127" y="160488"/>
                  </a:lnTo>
                  <a:lnTo>
                    <a:pt x="0" y="165773"/>
                  </a:lnTo>
                  <a:lnTo>
                    <a:pt x="39" y="171059"/>
                  </a:lnTo>
                  <a:lnTo>
                    <a:pt x="246" y="176342"/>
                  </a:lnTo>
                  <a:lnTo>
                    <a:pt x="620" y="181615"/>
                  </a:lnTo>
                  <a:lnTo>
                    <a:pt x="1160" y="186874"/>
                  </a:lnTo>
                  <a:lnTo>
                    <a:pt x="1866" y="192113"/>
                  </a:lnTo>
                  <a:lnTo>
                    <a:pt x="2738" y="197327"/>
                  </a:lnTo>
                  <a:lnTo>
                    <a:pt x="3774" y="202511"/>
                  </a:lnTo>
                  <a:lnTo>
                    <a:pt x="4974" y="207659"/>
                  </a:lnTo>
                  <a:lnTo>
                    <a:pt x="6335" y="212767"/>
                  </a:lnTo>
                  <a:lnTo>
                    <a:pt x="7858" y="217830"/>
                  </a:lnTo>
                  <a:lnTo>
                    <a:pt x="9539" y="222841"/>
                  </a:lnTo>
                  <a:lnTo>
                    <a:pt x="11379" y="227798"/>
                  </a:lnTo>
                  <a:lnTo>
                    <a:pt x="13374" y="232693"/>
                  </a:lnTo>
                  <a:lnTo>
                    <a:pt x="15523" y="237523"/>
                  </a:lnTo>
                  <a:lnTo>
                    <a:pt x="17824" y="242283"/>
                  </a:lnTo>
                  <a:lnTo>
                    <a:pt x="20274" y="246967"/>
                  </a:lnTo>
                  <a:lnTo>
                    <a:pt x="22871" y="251572"/>
                  </a:lnTo>
                  <a:lnTo>
                    <a:pt x="25612" y="256092"/>
                  </a:lnTo>
                  <a:lnTo>
                    <a:pt x="28495" y="260523"/>
                  </a:lnTo>
                  <a:lnTo>
                    <a:pt x="31516" y="264861"/>
                  </a:lnTo>
                  <a:lnTo>
                    <a:pt x="34673" y="269101"/>
                  </a:lnTo>
                  <a:lnTo>
                    <a:pt x="37963" y="273239"/>
                  </a:lnTo>
                  <a:lnTo>
                    <a:pt x="41381" y="277272"/>
                  </a:lnTo>
                  <a:lnTo>
                    <a:pt x="44926" y="281194"/>
                  </a:lnTo>
                  <a:lnTo>
                    <a:pt x="48593" y="285002"/>
                  </a:lnTo>
                  <a:lnTo>
                    <a:pt x="52378" y="288692"/>
                  </a:lnTo>
                  <a:lnTo>
                    <a:pt x="56278" y="292260"/>
                  </a:lnTo>
                  <a:lnTo>
                    <a:pt x="60289" y="295704"/>
                  </a:lnTo>
                  <a:lnTo>
                    <a:pt x="64407" y="299019"/>
                  </a:lnTo>
                  <a:lnTo>
                    <a:pt x="68628" y="302202"/>
                  </a:lnTo>
                  <a:lnTo>
                    <a:pt x="72947" y="305250"/>
                  </a:lnTo>
                  <a:lnTo>
                    <a:pt x="77361" y="308160"/>
                  </a:lnTo>
                  <a:lnTo>
                    <a:pt x="81864" y="310929"/>
                  </a:lnTo>
                  <a:lnTo>
                    <a:pt x="86452" y="313554"/>
                  </a:lnTo>
                  <a:lnTo>
                    <a:pt x="91122" y="316033"/>
                  </a:lnTo>
                  <a:lnTo>
                    <a:pt x="95867" y="318363"/>
                  </a:lnTo>
                  <a:lnTo>
                    <a:pt x="100683" y="320542"/>
                  </a:lnTo>
                  <a:lnTo>
                    <a:pt x="105567" y="322567"/>
                  </a:lnTo>
                  <a:lnTo>
                    <a:pt x="110511" y="324437"/>
                  </a:lnTo>
                  <a:lnTo>
                    <a:pt x="115513" y="326149"/>
                  </a:lnTo>
                  <a:lnTo>
                    <a:pt x="120566" y="327703"/>
                  </a:lnTo>
                  <a:lnTo>
                    <a:pt x="125665" y="329096"/>
                  </a:lnTo>
                  <a:lnTo>
                    <a:pt x="130806" y="330327"/>
                  </a:lnTo>
                  <a:lnTo>
                    <a:pt x="135984" y="331395"/>
                  </a:lnTo>
                  <a:lnTo>
                    <a:pt x="141192" y="332299"/>
                  </a:lnTo>
                  <a:lnTo>
                    <a:pt x="146427" y="333037"/>
                  </a:lnTo>
                  <a:lnTo>
                    <a:pt x="151682" y="333610"/>
                  </a:lnTo>
                  <a:lnTo>
                    <a:pt x="156953" y="334016"/>
                  </a:lnTo>
                  <a:lnTo>
                    <a:pt x="162234" y="334256"/>
                  </a:lnTo>
                  <a:lnTo>
                    <a:pt x="167520" y="334328"/>
                  </a:lnTo>
                  <a:lnTo>
                    <a:pt x="172805" y="334233"/>
                  </a:lnTo>
                  <a:lnTo>
                    <a:pt x="178085" y="333971"/>
                  </a:lnTo>
                  <a:lnTo>
                    <a:pt x="183354" y="333542"/>
                  </a:lnTo>
                  <a:lnTo>
                    <a:pt x="188607" y="332947"/>
                  </a:lnTo>
                  <a:lnTo>
                    <a:pt x="193839" y="332186"/>
                  </a:lnTo>
                  <a:lnTo>
                    <a:pt x="199043" y="331260"/>
                  </a:lnTo>
                  <a:lnTo>
                    <a:pt x="204216" y="330170"/>
                  </a:lnTo>
                  <a:lnTo>
                    <a:pt x="209352" y="328916"/>
                  </a:lnTo>
                  <a:lnTo>
                    <a:pt x="214445" y="327502"/>
                  </a:lnTo>
                  <a:lnTo>
                    <a:pt x="219492" y="325926"/>
                  </a:lnTo>
                  <a:lnTo>
                    <a:pt x="224486" y="324192"/>
                  </a:lnTo>
                  <a:lnTo>
                    <a:pt x="229422" y="322301"/>
                  </a:lnTo>
                  <a:lnTo>
                    <a:pt x="234297" y="320255"/>
                  </a:lnTo>
                  <a:lnTo>
                    <a:pt x="239104" y="318056"/>
                  </a:lnTo>
                  <a:lnTo>
                    <a:pt x="243839" y="315705"/>
                  </a:lnTo>
                  <a:lnTo>
                    <a:pt x="248498" y="313206"/>
                  </a:lnTo>
                  <a:lnTo>
                    <a:pt x="253075" y="310562"/>
                  </a:lnTo>
                  <a:lnTo>
                    <a:pt x="257566" y="307773"/>
                  </a:lnTo>
                  <a:lnTo>
                    <a:pt x="261967" y="304844"/>
                  </a:lnTo>
                  <a:lnTo>
                    <a:pt x="266273" y="301778"/>
                  </a:lnTo>
                  <a:lnTo>
                    <a:pt x="270480" y="298577"/>
                  </a:lnTo>
                  <a:lnTo>
                    <a:pt x="274584" y="295244"/>
                  </a:lnTo>
                  <a:lnTo>
                    <a:pt x="278580" y="291783"/>
                  </a:lnTo>
                  <a:lnTo>
                    <a:pt x="282465" y="288198"/>
                  </a:lnTo>
                  <a:lnTo>
                    <a:pt x="286234" y="284492"/>
                  </a:lnTo>
                  <a:lnTo>
                    <a:pt x="289885" y="280668"/>
                  </a:lnTo>
                  <a:lnTo>
                    <a:pt x="293412" y="276731"/>
                  </a:lnTo>
                  <a:lnTo>
                    <a:pt x="296814" y="272684"/>
                  </a:lnTo>
                  <a:lnTo>
                    <a:pt x="300086" y="268532"/>
                  </a:lnTo>
                  <a:lnTo>
                    <a:pt x="303224" y="264278"/>
                  </a:lnTo>
                  <a:lnTo>
                    <a:pt x="306227" y="259927"/>
                  </a:lnTo>
                  <a:lnTo>
                    <a:pt x="309091" y="255483"/>
                  </a:lnTo>
                  <a:lnTo>
                    <a:pt x="311813" y="250952"/>
                  </a:lnTo>
                  <a:lnTo>
                    <a:pt x="314390" y="246336"/>
                  </a:lnTo>
                  <a:lnTo>
                    <a:pt x="316820" y="241641"/>
                  </a:lnTo>
                  <a:lnTo>
                    <a:pt x="319100" y="236872"/>
                  </a:lnTo>
                  <a:lnTo>
                    <a:pt x="321228" y="232032"/>
                  </a:lnTo>
                  <a:lnTo>
                    <a:pt x="323202" y="227128"/>
                  </a:lnTo>
                  <a:lnTo>
                    <a:pt x="325020" y="222165"/>
                  </a:lnTo>
                  <a:lnTo>
                    <a:pt x="326681" y="217146"/>
                  </a:lnTo>
                  <a:lnTo>
                    <a:pt x="328181" y="212077"/>
                  </a:lnTo>
                  <a:lnTo>
                    <a:pt x="329521" y="206963"/>
                  </a:lnTo>
                  <a:lnTo>
                    <a:pt x="330698" y="201809"/>
                  </a:lnTo>
                  <a:lnTo>
                    <a:pt x="331712" y="196621"/>
                  </a:lnTo>
                  <a:lnTo>
                    <a:pt x="332562" y="191403"/>
                  </a:lnTo>
                  <a:lnTo>
                    <a:pt x="333245" y="186161"/>
                  </a:lnTo>
                  <a:lnTo>
                    <a:pt x="333763" y="180900"/>
                  </a:lnTo>
                  <a:lnTo>
                    <a:pt x="334114" y="175625"/>
                  </a:lnTo>
                  <a:lnTo>
                    <a:pt x="334298" y="170342"/>
                  </a:lnTo>
                  <a:lnTo>
                    <a:pt x="334315" y="165056"/>
                  </a:lnTo>
                  <a:lnTo>
                    <a:pt x="334165" y="159771"/>
                  </a:lnTo>
                  <a:lnTo>
                    <a:pt x="333848" y="154494"/>
                  </a:lnTo>
                  <a:lnTo>
                    <a:pt x="333364" y="149230"/>
                  </a:lnTo>
                  <a:lnTo>
                    <a:pt x="332714" y="143984"/>
                  </a:lnTo>
                  <a:lnTo>
                    <a:pt x="331899" y="138761"/>
                  </a:lnTo>
                  <a:lnTo>
                    <a:pt x="330918" y="133566"/>
                  </a:lnTo>
                  <a:lnTo>
                    <a:pt x="329774" y="128405"/>
                  </a:lnTo>
                  <a:lnTo>
                    <a:pt x="328467" y="123282"/>
                  </a:lnTo>
                  <a:lnTo>
                    <a:pt x="326999" y="118204"/>
                  </a:lnTo>
                  <a:lnTo>
                    <a:pt x="325371" y="113174"/>
                  </a:lnTo>
                  <a:lnTo>
                    <a:pt x="323585" y="108199"/>
                  </a:lnTo>
                  <a:lnTo>
                    <a:pt x="321643" y="103282"/>
                  </a:lnTo>
                  <a:lnTo>
                    <a:pt x="319546" y="98430"/>
                  </a:lnTo>
                  <a:lnTo>
                    <a:pt x="317296" y="93646"/>
                  </a:lnTo>
                  <a:lnTo>
                    <a:pt x="314896" y="88935"/>
                  </a:lnTo>
                  <a:lnTo>
                    <a:pt x="312349" y="84303"/>
                  </a:lnTo>
                  <a:lnTo>
                    <a:pt x="309657" y="79754"/>
                  </a:lnTo>
                  <a:lnTo>
                    <a:pt x="306822" y="75292"/>
                  </a:lnTo>
                  <a:lnTo>
                    <a:pt x="303847" y="70922"/>
                  </a:lnTo>
                  <a:lnTo>
                    <a:pt x="300735" y="66648"/>
                  </a:lnTo>
                  <a:lnTo>
                    <a:pt x="297491" y="62474"/>
                  </a:lnTo>
                  <a:lnTo>
                    <a:pt x="294115" y="58406"/>
                  </a:lnTo>
                  <a:lnTo>
                    <a:pt x="290613" y="54446"/>
                  </a:lnTo>
                  <a:lnTo>
                    <a:pt x="286987" y="50599"/>
                  </a:lnTo>
                  <a:lnTo>
                    <a:pt x="283242" y="46868"/>
                  </a:lnTo>
                  <a:lnTo>
                    <a:pt x="279380" y="43258"/>
                  </a:lnTo>
                  <a:lnTo>
                    <a:pt x="275406" y="39772"/>
                  </a:lnTo>
                  <a:lnTo>
                    <a:pt x="271324" y="36413"/>
                  </a:lnTo>
                  <a:lnTo>
                    <a:pt x="267138" y="33185"/>
                  </a:lnTo>
                  <a:lnTo>
                    <a:pt x="262851" y="30090"/>
                  </a:lnTo>
                  <a:lnTo>
                    <a:pt x="258469" y="27133"/>
                  </a:lnTo>
                  <a:lnTo>
                    <a:pt x="253996" y="24316"/>
                  </a:lnTo>
                  <a:lnTo>
                    <a:pt x="249436" y="21642"/>
                  </a:lnTo>
                  <a:lnTo>
                    <a:pt x="244794" y="19113"/>
                  </a:lnTo>
                  <a:lnTo>
                    <a:pt x="240074" y="16732"/>
                  </a:lnTo>
                  <a:lnTo>
                    <a:pt x="235281" y="14502"/>
                  </a:lnTo>
                  <a:lnTo>
                    <a:pt x="230420" y="12424"/>
                  </a:lnTo>
                  <a:lnTo>
                    <a:pt x="225495" y="10502"/>
                  </a:lnTo>
                  <a:lnTo>
                    <a:pt x="220513" y="8735"/>
                  </a:lnTo>
                  <a:lnTo>
                    <a:pt x="215477" y="7128"/>
                  </a:lnTo>
                  <a:lnTo>
                    <a:pt x="210392" y="5680"/>
                  </a:lnTo>
                  <a:lnTo>
                    <a:pt x="205265" y="4394"/>
                  </a:lnTo>
                  <a:lnTo>
                    <a:pt x="200099" y="3270"/>
                  </a:lnTo>
                  <a:lnTo>
                    <a:pt x="194900" y="2311"/>
                  </a:lnTo>
                  <a:lnTo>
                    <a:pt x="189674" y="1516"/>
                  </a:lnTo>
                  <a:lnTo>
                    <a:pt x="184425" y="887"/>
                  </a:lnTo>
                  <a:lnTo>
                    <a:pt x="179159" y="424"/>
                  </a:lnTo>
                  <a:lnTo>
                    <a:pt x="173881" y="128"/>
                  </a:lnTo>
                  <a:lnTo>
                    <a:pt x="168596" y="0"/>
                  </a:lnTo>
                  <a:lnTo>
                    <a:pt x="167161" y="1671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8720" y="5018213"/>
              <a:ext cx="1434" cy="167167"/>
            </a:xfrm>
            <a:custGeom>
              <a:avLst/>
              <a:pathLst>
                <a:path w="1434" h="167167">
                  <a:moveTo>
                    <a:pt x="1434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798220" y="5269756"/>
              <a:ext cx="166281" cy="167167"/>
            </a:xfrm>
            <a:custGeom>
              <a:avLst/>
              <a:pathLst>
                <a:path w="166281" h="167167">
                  <a:moveTo>
                    <a:pt x="166281" y="0"/>
                  </a:moveTo>
                  <a:lnTo>
                    <a:pt x="160829" y="88"/>
                  </a:lnTo>
                  <a:lnTo>
                    <a:pt x="155383" y="355"/>
                  </a:lnTo>
                  <a:lnTo>
                    <a:pt x="149949" y="799"/>
                  </a:lnTo>
                  <a:lnTo>
                    <a:pt x="144532" y="1420"/>
                  </a:lnTo>
                  <a:lnTo>
                    <a:pt x="139139" y="2218"/>
                  </a:lnTo>
                  <a:lnTo>
                    <a:pt x="133774" y="3191"/>
                  </a:lnTo>
                  <a:lnTo>
                    <a:pt x="128443" y="4338"/>
                  </a:lnTo>
                  <a:lnTo>
                    <a:pt x="123153" y="5659"/>
                  </a:lnTo>
                  <a:lnTo>
                    <a:pt x="117909" y="7151"/>
                  </a:lnTo>
                  <a:lnTo>
                    <a:pt x="112717" y="8813"/>
                  </a:lnTo>
                  <a:lnTo>
                    <a:pt x="107581" y="10645"/>
                  </a:lnTo>
                  <a:lnTo>
                    <a:pt x="102508" y="12642"/>
                  </a:lnTo>
                  <a:lnTo>
                    <a:pt x="97502" y="14804"/>
                  </a:lnTo>
                  <a:lnTo>
                    <a:pt x="92570" y="17128"/>
                  </a:lnTo>
                  <a:lnTo>
                    <a:pt x="87716" y="19612"/>
                  </a:lnTo>
                  <a:lnTo>
                    <a:pt x="82946" y="22252"/>
                  </a:lnTo>
                  <a:lnTo>
                    <a:pt x="78264" y="25047"/>
                  </a:lnTo>
                  <a:lnTo>
                    <a:pt x="73676" y="27993"/>
                  </a:lnTo>
                  <a:lnTo>
                    <a:pt x="69187" y="31087"/>
                  </a:lnTo>
                  <a:lnTo>
                    <a:pt x="64801" y="34326"/>
                  </a:lnTo>
                  <a:lnTo>
                    <a:pt x="60522" y="37706"/>
                  </a:lnTo>
                  <a:lnTo>
                    <a:pt x="56357" y="41224"/>
                  </a:lnTo>
                  <a:lnTo>
                    <a:pt x="52308" y="44876"/>
                  </a:lnTo>
                  <a:lnTo>
                    <a:pt x="48380" y="48658"/>
                  </a:lnTo>
                  <a:lnTo>
                    <a:pt x="44578" y="52566"/>
                  </a:lnTo>
                  <a:lnTo>
                    <a:pt x="40906" y="56596"/>
                  </a:lnTo>
                  <a:lnTo>
                    <a:pt x="37367" y="60743"/>
                  </a:lnTo>
                  <a:lnTo>
                    <a:pt x="33964" y="65004"/>
                  </a:lnTo>
                  <a:lnTo>
                    <a:pt x="30703" y="69373"/>
                  </a:lnTo>
                  <a:lnTo>
                    <a:pt x="27586" y="73847"/>
                  </a:lnTo>
                  <a:lnTo>
                    <a:pt x="24616" y="78420"/>
                  </a:lnTo>
                  <a:lnTo>
                    <a:pt x="21798" y="83087"/>
                  </a:lnTo>
                  <a:lnTo>
                    <a:pt x="19132" y="87843"/>
                  </a:lnTo>
                  <a:lnTo>
                    <a:pt x="16624" y="92684"/>
                  </a:lnTo>
                  <a:lnTo>
                    <a:pt x="14274" y="97604"/>
                  </a:lnTo>
                  <a:lnTo>
                    <a:pt x="12087" y="102599"/>
                  </a:lnTo>
                  <a:lnTo>
                    <a:pt x="10063" y="107662"/>
                  </a:lnTo>
                  <a:lnTo>
                    <a:pt x="8205" y="112788"/>
                  </a:lnTo>
                  <a:lnTo>
                    <a:pt x="6516" y="117972"/>
                  </a:lnTo>
                  <a:lnTo>
                    <a:pt x="4997" y="123208"/>
                  </a:lnTo>
                  <a:lnTo>
                    <a:pt x="3649" y="128491"/>
                  </a:lnTo>
                  <a:lnTo>
                    <a:pt x="2474" y="133816"/>
                  </a:lnTo>
                  <a:lnTo>
                    <a:pt x="1474" y="139175"/>
                  </a:lnTo>
                  <a:lnTo>
                    <a:pt x="648" y="144565"/>
                  </a:lnTo>
                  <a:lnTo>
                    <a:pt x="0" y="149979"/>
                  </a:lnTo>
                  <a:lnTo>
                    <a:pt x="16628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797339" y="5269756"/>
              <a:ext cx="334314" cy="334332"/>
            </a:xfrm>
            <a:custGeom>
              <a:avLst/>
              <a:pathLst>
                <a:path w="334314" h="334332">
                  <a:moveTo>
                    <a:pt x="880" y="149979"/>
                  </a:moveTo>
                  <a:lnTo>
                    <a:pt x="419" y="155254"/>
                  </a:lnTo>
                  <a:lnTo>
                    <a:pt x="126" y="160542"/>
                  </a:lnTo>
                  <a:lnTo>
                    <a:pt x="0" y="165836"/>
                  </a:lnTo>
                  <a:lnTo>
                    <a:pt x="41" y="171131"/>
                  </a:lnTo>
                  <a:lnTo>
                    <a:pt x="251" y="176423"/>
                  </a:lnTo>
                  <a:lnTo>
                    <a:pt x="628" y="181705"/>
                  </a:lnTo>
                  <a:lnTo>
                    <a:pt x="1172" y="186973"/>
                  </a:lnTo>
                  <a:lnTo>
                    <a:pt x="1882" y="192221"/>
                  </a:lnTo>
                  <a:lnTo>
                    <a:pt x="2759" y="197443"/>
                  </a:lnTo>
                  <a:lnTo>
                    <a:pt x="3800" y="202636"/>
                  </a:lnTo>
                  <a:lnTo>
                    <a:pt x="5006" y="207792"/>
                  </a:lnTo>
                  <a:lnTo>
                    <a:pt x="6374" y="212908"/>
                  </a:lnTo>
                  <a:lnTo>
                    <a:pt x="7903" y="217978"/>
                  </a:lnTo>
                  <a:lnTo>
                    <a:pt x="9593" y="222997"/>
                  </a:lnTo>
                  <a:lnTo>
                    <a:pt x="11440" y="227960"/>
                  </a:lnTo>
                  <a:lnTo>
                    <a:pt x="13444" y="232862"/>
                  </a:lnTo>
                  <a:lnTo>
                    <a:pt x="15602" y="237698"/>
                  </a:lnTo>
                  <a:lnTo>
                    <a:pt x="17912" y="242463"/>
                  </a:lnTo>
                  <a:lnTo>
                    <a:pt x="20372" y="247153"/>
                  </a:lnTo>
                  <a:lnTo>
                    <a:pt x="22979" y="251762"/>
                  </a:lnTo>
                  <a:lnTo>
                    <a:pt x="25731" y="256287"/>
                  </a:lnTo>
                  <a:lnTo>
                    <a:pt x="28625" y="260722"/>
                  </a:lnTo>
                  <a:lnTo>
                    <a:pt x="31658" y="265063"/>
                  </a:lnTo>
                  <a:lnTo>
                    <a:pt x="34827" y="269306"/>
                  </a:lnTo>
                  <a:lnTo>
                    <a:pt x="38128" y="273447"/>
                  </a:lnTo>
                  <a:lnTo>
                    <a:pt x="41559" y="277480"/>
                  </a:lnTo>
                  <a:lnTo>
                    <a:pt x="45117" y="281403"/>
                  </a:lnTo>
                  <a:lnTo>
                    <a:pt x="48796" y="285212"/>
                  </a:lnTo>
                  <a:lnTo>
                    <a:pt x="52595" y="288902"/>
                  </a:lnTo>
                  <a:lnTo>
                    <a:pt x="56508" y="292470"/>
                  </a:lnTo>
                  <a:lnTo>
                    <a:pt x="60533" y="295912"/>
                  </a:lnTo>
                  <a:lnTo>
                    <a:pt x="64664" y="299225"/>
                  </a:lnTo>
                  <a:lnTo>
                    <a:pt x="68899" y="302405"/>
                  </a:lnTo>
                  <a:lnTo>
                    <a:pt x="73231" y="305450"/>
                  </a:lnTo>
                  <a:lnTo>
                    <a:pt x="77659" y="308355"/>
                  </a:lnTo>
                  <a:lnTo>
                    <a:pt x="82176" y="311120"/>
                  </a:lnTo>
                  <a:lnTo>
                    <a:pt x="86778" y="313739"/>
                  </a:lnTo>
                  <a:lnTo>
                    <a:pt x="91461" y="316212"/>
                  </a:lnTo>
                  <a:lnTo>
                    <a:pt x="96220" y="318535"/>
                  </a:lnTo>
                  <a:lnTo>
                    <a:pt x="101050" y="320706"/>
                  </a:lnTo>
                  <a:lnTo>
                    <a:pt x="105947" y="322723"/>
                  </a:lnTo>
                  <a:lnTo>
                    <a:pt x="110905" y="324584"/>
                  </a:lnTo>
                  <a:lnTo>
                    <a:pt x="115919" y="326287"/>
                  </a:lnTo>
                  <a:lnTo>
                    <a:pt x="120985" y="327830"/>
                  </a:lnTo>
                  <a:lnTo>
                    <a:pt x="126097" y="329212"/>
                  </a:lnTo>
                  <a:lnTo>
                    <a:pt x="131250" y="330432"/>
                  </a:lnTo>
                  <a:lnTo>
                    <a:pt x="136440" y="331487"/>
                  </a:lnTo>
                  <a:lnTo>
                    <a:pt x="141660" y="332378"/>
                  </a:lnTo>
                  <a:lnTo>
                    <a:pt x="146906" y="333103"/>
                  </a:lnTo>
                  <a:lnTo>
                    <a:pt x="152172" y="333661"/>
                  </a:lnTo>
                  <a:lnTo>
                    <a:pt x="157453" y="334052"/>
                  </a:lnTo>
                  <a:lnTo>
                    <a:pt x="162744" y="334276"/>
                  </a:lnTo>
                  <a:lnTo>
                    <a:pt x="168040" y="334332"/>
                  </a:lnTo>
                  <a:lnTo>
                    <a:pt x="173334" y="334220"/>
                  </a:lnTo>
                  <a:lnTo>
                    <a:pt x="178622" y="333941"/>
                  </a:lnTo>
                  <a:lnTo>
                    <a:pt x="183899" y="333494"/>
                  </a:lnTo>
                  <a:lnTo>
                    <a:pt x="189159" y="332881"/>
                  </a:lnTo>
                  <a:lnTo>
                    <a:pt x="194397" y="332101"/>
                  </a:lnTo>
                  <a:lnTo>
                    <a:pt x="199608" y="331155"/>
                  </a:lnTo>
                  <a:lnTo>
                    <a:pt x="204786" y="330045"/>
                  </a:lnTo>
                  <a:lnTo>
                    <a:pt x="209926" y="328772"/>
                  </a:lnTo>
                  <a:lnTo>
                    <a:pt x="215023" y="327336"/>
                  </a:lnTo>
                  <a:lnTo>
                    <a:pt x="220073" y="325740"/>
                  </a:lnTo>
                  <a:lnTo>
                    <a:pt x="225069" y="323984"/>
                  </a:lnTo>
                  <a:lnTo>
                    <a:pt x="230007" y="322071"/>
                  </a:lnTo>
                  <a:lnTo>
                    <a:pt x="234882" y="320003"/>
                  </a:lnTo>
                  <a:lnTo>
                    <a:pt x="239689" y="317781"/>
                  </a:lnTo>
                  <a:lnTo>
                    <a:pt x="244424" y="315408"/>
                  </a:lnTo>
                  <a:lnTo>
                    <a:pt x="249080" y="312887"/>
                  </a:lnTo>
                  <a:lnTo>
                    <a:pt x="253655" y="310219"/>
                  </a:lnTo>
                  <a:lnTo>
                    <a:pt x="258143" y="307408"/>
                  </a:lnTo>
                  <a:lnTo>
                    <a:pt x="262539" y="304455"/>
                  </a:lnTo>
                  <a:lnTo>
                    <a:pt x="266840" y="301365"/>
                  </a:lnTo>
                  <a:lnTo>
                    <a:pt x="271041" y="298141"/>
                  </a:lnTo>
                  <a:lnTo>
                    <a:pt x="275137" y="294785"/>
                  </a:lnTo>
                  <a:lnTo>
                    <a:pt x="279125" y="291301"/>
                  </a:lnTo>
                  <a:lnTo>
                    <a:pt x="283001" y="287692"/>
                  </a:lnTo>
                  <a:lnTo>
                    <a:pt x="286760" y="283962"/>
                  </a:lnTo>
                  <a:lnTo>
                    <a:pt x="290400" y="280115"/>
                  </a:lnTo>
                  <a:lnTo>
                    <a:pt x="293916" y="276155"/>
                  </a:lnTo>
                  <a:lnTo>
                    <a:pt x="297304" y="272085"/>
                  </a:lnTo>
                  <a:lnTo>
                    <a:pt x="300562" y="267910"/>
                  </a:lnTo>
                  <a:lnTo>
                    <a:pt x="303686" y="263634"/>
                  </a:lnTo>
                  <a:lnTo>
                    <a:pt x="306673" y="259262"/>
                  </a:lnTo>
                  <a:lnTo>
                    <a:pt x="309520" y="254796"/>
                  </a:lnTo>
                  <a:lnTo>
                    <a:pt x="312225" y="250243"/>
                  </a:lnTo>
                  <a:lnTo>
                    <a:pt x="314783" y="245607"/>
                  </a:lnTo>
                  <a:lnTo>
                    <a:pt x="317194" y="240891"/>
                  </a:lnTo>
                  <a:lnTo>
                    <a:pt x="319454" y="236102"/>
                  </a:lnTo>
                  <a:lnTo>
                    <a:pt x="321561" y="231244"/>
                  </a:lnTo>
                  <a:lnTo>
                    <a:pt x="323513" y="226321"/>
                  </a:lnTo>
                  <a:lnTo>
                    <a:pt x="325308" y="221339"/>
                  </a:lnTo>
                  <a:lnTo>
                    <a:pt x="326945" y="216303"/>
                  </a:lnTo>
                  <a:lnTo>
                    <a:pt x="328421" y="211217"/>
                  </a:lnTo>
                  <a:lnTo>
                    <a:pt x="329735" y="206087"/>
                  </a:lnTo>
                  <a:lnTo>
                    <a:pt x="330887" y="200918"/>
                  </a:lnTo>
                  <a:lnTo>
                    <a:pt x="331873" y="195715"/>
                  </a:lnTo>
                  <a:lnTo>
                    <a:pt x="332695" y="190483"/>
                  </a:lnTo>
                  <a:lnTo>
                    <a:pt x="333351" y="185228"/>
                  </a:lnTo>
                  <a:lnTo>
                    <a:pt x="333839" y="179955"/>
                  </a:lnTo>
                  <a:lnTo>
                    <a:pt x="334161" y="174669"/>
                  </a:lnTo>
                  <a:lnTo>
                    <a:pt x="334314" y="169376"/>
                  </a:lnTo>
                  <a:lnTo>
                    <a:pt x="334301" y="164080"/>
                  </a:lnTo>
                  <a:lnTo>
                    <a:pt x="334119" y="158788"/>
                  </a:lnTo>
                  <a:lnTo>
                    <a:pt x="333770" y="153503"/>
                  </a:lnTo>
                  <a:lnTo>
                    <a:pt x="333253" y="148233"/>
                  </a:lnTo>
                  <a:lnTo>
                    <a:pt x="332570" y="142982"/>
                  </a:lnTo>
                  <a:lnTo>
                    <a:pt x="331721" y="137754"/>
                  </a:lnTo>
                  <a:lnTo>
                    <a:pt x="330707" y="132557"/>
                  </a:lnTo>
                  <a:lnTo>
                    <a:pt x="329529" y="127394"/>
                  </a:lnTo>
                  <a:lnTo>
                    <a:pt x="328187" y="122271"/>
                  </a:lnTo>
                  <a:lnTo>
                    <a:pt x="326685" y="117193"/>
                  </a:lnTo>
                  <a:lnTo>
                    <a:pt x="325022" y="112165"/>
                  </a:lnTo>
                  <a:lnTo>
                    <a:pt x="323200" y="107193"/>
                  </a:lnTo>
                  <a:lnTo>
                    <a:pt x="321222" y="102280"/>
                  </a:lnTo>
                  <a:lnTo>
                    <a:pt x="319090" y="97433"/>
                  </a:lnTo>
                  <a:lnTo>
                    <a:pt x="316805" y="92655"/>
                  </a:lnTo>
                  <a:lnTo>
                    <a:pt x="314369" y="87953"/>
                  </a:lnTo>
                  <a:lnTo>
                    <a:pt x="311786" y="83330"/>
                  </a:lnTo>
                  <a:lnTo>
                    <a:pt x="309058" y="78791"/>
                  </a:lnTo>
                  <a:lnTo>
                    <a:pt x="306188" y="74341"/>
                  </a:lnTo>
                  <a:lnTo>
                    <a:pt x="303178" y="69984"/>
                  </a:lnTo>
                  <a:lnTo>
                    <a:pt x="300031" y="65724"/>
                  </a:lnTo>
                  <a:lnTo>
                    <a:pt x="296751" y="61566"/>
                  </a:lnTo>
                  <a:lnTo>
                    <a:pt x="293341" y="57515"/>
                  </a:lnTo>
                  <a:lnTo>
                    <a:pt x="289805" y="53573"/>
                  </a:lnTo>
                  <a:lnTo>
                    <a:pt x="286145" y="49745"/>
                  </a:lnTo>
                  <a:lnTo>
                    <a:pt x="282366" y="46035"/>
                  </a:lnTo>
                  <a:lnTo>
                    <a:pt x="278472" y="42447"/>
                  </a:lnTo>
                  <a:lnTo>
                    <a:pt x="274465" y="38984"/>
                  </a:lnTo>
                  <a:lnTo>
                    <a:pt x="270351" y="35649"/>
                  </a:lnTo>
                  <a:lnTo>
                    <a:pt x="266134" y="32447"/>
                  </a:lnTo>
                  <a:lnTo>
                    <a:pt x="261817" y="29380"/>
                  </a:lnTo>
                  <a:lnTo>
                    <a:pt x="257405" y="26451"/>
                  </a:lnTo>
                  <a:lnTo>
                    <a:pt x="252902" y="23663"/>
                  </a:lnTo>
                  <a:lnTo>
                    <a:pt x="248314" y="21019"/>
                  </a:lnTo>
                  <a:lnTo>
                    <a:pt x="243644" y="18522"/>
                  </a:lnTo>
                  <a:lnTo>
                    <a:pt x="238897" y="16174"/>
                  </a:lnTo>
                  <a:lnTo>
                    <a:pt x="234079" y="13977"/>
                  </a:lnTo>
                  <a:lnTo>
                    <a:pt x="229193" y="11935"/>
                  </a:lnTo>
                  <a:lnTo>
                    <a:pt x="224245" y="10048"/>
                  </a:lnTo>
                  <a:lnTo>
                    <a:pt x="219239" y="8318"/>
                  </a:lnTo>
                  <a:lnTo>
                    <a:pt x="214182" y="6748"/>
                  </a:lnTo>
                  <a:lnTo>
                    <a:pt x="209077" y="5340"/>
                  </a:lnTo>
                  <a:lnTo>
                    <a:pt x="203930" y="4093"/>
                  </a:lnTo>
                  <a:lnTo>
                    <a:pt x="198746" y="3010"/>
                  </a:lnTo>
                  <a:lnTo>
                    <a:pt x="193531" y="2092"/>
                  </a:lnTo>
                  <a:lnTo>
                    <a:pt x="188289" y="1340"/>
                  </a:lnTo>
                  <a:lnTo>
                    <a:pt x="183025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50618" y="5399291"/>
              <a:ext cx="35597" cy="167167"/>
            </a:xfrm>
            <a:custGeom>
              <a:avLst/>
              <a:pathLst>
                <a:path w="35597" h="167167">
                  <a:moveTo>
                    <a:pt x="35597" y="0"/>
                  </a:moveTo>
                  <a:lnTo>
                    <a:pt x="28425" y="153"/>
                  </a:lnTo>
                  <a:lnTo>
                    <a:pt x="21266" y="615"/>
                  </a:lnTo>
                  <a:lnTo>
                    <a:pt x="14133" y="1383"/>
                  </a:lnTo>
                  <a:lnTo>
                    <a:pt x="7040" y="2457"/>
                  </a:lnTo>
                  <a:lnTo>
                    <a:pt x="0" y="3834"/>
                  </a:lnTo>
                  <a:lnTo>
                    <a:pt x="35597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50618" y="5403125"/>
              <a:ext cx="35597" cy="163333"/>
            </a:xfrm>
            <a:custGeom>
              <a:avLst/>
              <a:pathLst>
                <a:path w="35597" h="163333">
                  <a:moveTo>
                    <a:pt x="0" y="0"/>
                  </a:moveTo>
                  <a:lnTo>
                    <a:pt x="35597" y="1633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50618" y="5403125"/>
              <a:ext cx="35597" cy="163333"/>
            </a:xfrm>
            <a:custGeom>
              <a:avLst/>
              <a:pathLst>
                <a:path w="35597" h="163333">
                  <a:moveTo>
                    <a:pt x="0" y="0"/>
                  </a:moveTo>
                  <a:lnTo>
                    <a:pt x="35597" y="1633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50618" y="5403125"/>
              <a:ext cx="35597" cy="163333"/>
            </a:xfrm>
            <a:custGeom>
              <a:avLst/>
              <a:pathLst>
                <a:path w="35597" h="163333">
                  <a:moveTo>
                    <a:pt x="0" y="0"/>
                  </a:moveTo>
                  <a:lnTo>
                    <a:pt x="35597" y="1633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50618" y="5403125"/>
              <a:ext cx="35597" cy="163333"/>
            </a:xfrm>
            <a:custGeom>
              <a:avLst/>
              <a:pathLst>
                <a:path w="35597" h="163333">
                  <a:moveTo>
                    <a:pt x="0" y="0"/>
                  </a:moveTo>
                  <a:lnTo>
                    <a:pt x="35597" y="1633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50618" y="5403125"/>
              <a:ext cx="35597" cy="163333"/>
            </a:xfrm>
            <a:custGeom>
              <a:avLst/>
              <a:pathLst>
                <a:path w="35597" h="163333">
                  <a:moveTo>
                    <a:pt x="0" y="0"/>
                  </a:moveTo>
                  <a:lnTo>
                    <a:pt x="35597" y="1633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50618" y="5403125"/>
              <a:ext cx="35597" cy="163333"/>
            </a:xfrm>
            <a:custGeom>
              <a:avLst/>
              <a:pathLst>
                <a:path w="35597" h="163333">
                  <a:moveTo>
                    <a:pt x="0" y="0"/>
                  </a:moveTo>
                  <a:lnTo>
                    <a:pt x="35597" y="1633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319050" y="5402974"/>
              <a:ext cx="334332" cy="330636"/>
            </a:xfrm>
            <a:custGeom>
              <a:avLst/>
              <a:pathLst>
                <a:path w="334332" h="330636">
                  <a:moveTo>
                    <a:pt x="131567" y="151"/>
                  </a:moveTo>
                  <a:lnTo>
                    <a:pt x="126413" y="1360"/>
                  </a:lnTo>
                  <a:lnTo>
                    <a:pt x="121301" y="2731"/>
                  </a:lnTo>
                  <a:lnTo>
                    <a:pt x="116234" y="4264"/>
                  </a:lnTo>
                  <a:lnTo>
                    <a:pt x="111218" y="5956"/>
                  </a:lnTo>
                  <a:lnTo>
                    <a:pt x="106259" y="7807"/>
                  </a:lnTo>
                  <a:lnTo>
                    <a:pt x="101361" y="9813"/>
                  </a:lnTo>
                  <a:lnTo>
                    <a:pt x="96528" y="11973"/>
                  </a:lnTo>
                  <a:lnTo>
                    <a:pt x="91767" y="14286"/>
                  </a:lnTo>
                  <a:lnTo>
                    <a:pt x="87081" y="16748"/>
                  </a:lnTo>
                  <a:lnTo>
                    <a:pt x="82475" y="19357"/>
                  </a:lnTo>
                  <a:lnTo>
                    <a:pt x="77954" y="22111"/>
                  </a:lnTo>
                  <a:lnTo>
                    <a:pt x="73523" y="25006"/>
                  </a:lnTo>
                  <a:lnTo>
                    <a:pt x="69185" y="28040"/>
                  </a:lnTo>
                  <a:lnTo>
                    <a:pt x="64946" y="31210"/>
                  </a:lnTo>
                  <a:lnTo>
                    <a:pt x="60809" y="34513"/>
                  </a:lnTo>
                  <a:lnTo>
                    <a:pt x="56779" y="37945"/>
                  </a:lnTo>
                  <a:lnTo>
                    <a:pt x="52860" y="41503"/>
                  </a:lnTo>
                  <a:lnTo>
                    <a:pt x="49055" y="45183"/>
                  </a:lnTo>
                  <a:lnTo>
                    <a:pt x="45369" y="48982"/>
                  </a:lnTo>
                  <a:lnTo>
                    <a:pt x="41805" y="52895"/>
                  </a:lnTo>
                  <a:lnTo>
                    <a:pt x="38366" y="56920"/>
                  </a:lnTo>
                  <a:lnTo>
                    <a:pt x="35057" y="61051"/>
                  </a:lnTo>
                  <a:lnTo>
                    <a:pt x="31880" y="65285"/>
                  </a:lnTo>
                  <a:lnTo>
                    <a:pt x="28839" y="69618"/>
                  </a:lnTo>
                  <a:lnTo>
                    <a:pt x="25936" y="74044"/>
                  </a:lnTo>
                  <a:lnTo>
                    <a:pt x="23175" y="78561"/>
                  </a:lnTo>
                  <a:lnTo>
                    <a:pt x="20558" y="83162"/>
                  </a:lnTo>
                  <a:lnTo>
                    <a:pt x="18089" y="87844"/>
                  </a:lnTo>
                  <a:lnTo>
                    <a:pt x="15769" y="92602"/>
                  </a:lnTo>
                  <a:lnTo>
                    <a:pt x="13600" y="97431"/>
                  </a:lnTo>
                  <a:lnTo>
                    <a:pt x="11586" y="102326"/>
                  </a:lnTo>
                  <a:lnTo>
                    <a:pt x="9728" y="107282"/>
                  </a:lnTo>
                  <a:lnTo>
                    <a:pt x="8027" y="112295"/>
                  </a:lnTo>
                  <a:lnTo>
                    <a:pt x="6486" y="117359"/>
                  </a:lnTo>
                  <a:lnTo>
                    <a:pt x="5107" y="122470"/>
                  </a:lnTo>
                  <a:lnTo>
                    <a:pt x="3889" y="127621"/>
                  </a:lnTo>
                  <a:lnTo>
                    <a:pt x="2836" y="132809"/>
                  </a:lnTo>
                  <a:lnTo>
                    <a:pt x="1947" y="138027"/>
                  </a:lnTo>
                  <a:lnTo>
                    <a:pt x="1224" y="143271"/>
                  </a:lnTo>
                  <a:lnTo>
                    <a:pt x="667" y="148535"/>
                  </a:lnTo>
                  <a:lnTo>
                    <a:pt x="277" y="153814"/>
                  </a:lnTo>
                  <a:lnTo>
                    <a:pt x="54" y="159102"/>
                  </a:lnTo>
                  <a:lnTo>
                    <a:pt x="0" y="164395"/>
                  </a:lnTo>
                  <a:lnTo>
                    <a:pt x="112" y="169688"/>
                  </a:lnTo>
                  <a:lnTo>
                    <a:pt x="392" y="174974"/>
                  </a:lnTo>
                  <a:lnTo>
                    <a:pt x="840" y="180248"/>
                  </a:lnTo>
                  <a:lnTo>
                    <a:pt x="1454" y="185506"/>
                  </a:lnTo>
                  <a:lnTo>
                    <a:pt x="2234" y="190741"/>
                  </a:lnTo>
                  <a:lnTo>
                    <a:pt x="3180" y="195949"/>
                  </a:lnTo>
                  <a:lnTo>
                    <a:pt x="4290" y="201125"/>
                  </a:lnTo>
                  <a:lnTo>
                    <a:pt x="5563" y="206263"/>
                  </a:lnTo>
                  <a:lnTo>
                    <a:pt x="6999" y="211358"/>
                  </a:lnTo>
                  <a:lnTo>
                    <a:pt x="8595" y="216405"/>
                  </a:lnTo>
                  <a:lnTo>
                    <a:pt x="10350" y="221399"/>
                  </a:lnTo>
                  <a:lnTo>
                    <a:pt x="12262" y="226335"/>
                  </a:lnTo>
                  <a:lnTo>
                    <a:pt x="14330" y="231208"/>
                  </a:lnTo>
                  <a:lnTo>
                    <a:pt x="16551" y="236013"/>
                  </a:lnTo>
                  <a:lnTo>
                    <a:pt x="18922" y="240745"/>
                  </a:lnTo>
                  <a:lnTo>
                    <a:pt x="21443" y="245400"/>
                  </a:lnTo>
                  <a:lnTo>
                    <a:pt x="24110" y="249972"/>
                  </a:lnTo>
                  <a:lnTo>
                    <a:pt x="26920" y="254458"/>
                  </a:lnTo>
                  <a:lnTo>
                    <a:pt x="29870" y="258853"/>
                  </a:lnTo>
                  <a:lnTo>
                    <a:pt x="32959" y="263152"/>
                  </a:lnTo>
                  <a:lnTo>
                    <a:pt x="36181" y="267351"/>
                  </a:lnTo>
                  <a:lnTo>
                    <a:pt x="39536" y="271446"/>
                  </a:lnTo>
                  <a:lnTo>
                    <a:pt x="43018" y="275433"/>
                  </a:lnTo>
                  <a:lnTo>
                    <a:pt x="46625" y="279308"/>
                  </a:lnTo>
                  <a:lnTo>
                    <a:pt x="50352" y="283066"/>
                  </a:lnTo>
                  <a:lnTo>
                    <a:pt x="54197" y="286704"/>
                  </a:lnTo>
                  <a:lnTo>
                    <a:pt x="58155" y="290219"/>
                  </a:lnTo>
                  <a:lnTo>
                    <a:pt x="62222" y="293607"/>
                  </a:lnTo>
                  <a:lnTo>
                    <a:pt x="66394" y="296865"/>
                  </a:lnTo>
                  <a:lnTo>
                    <a:pt x="70668" y="299988"/>
                  </a:lnTo>
                  <a:lnTo>
                    <a:pt x="75038" y="302975"/>
                  </a:lnTo>
                  <a:lnTo>
                    <a:pt x="79501" y="305822"/>
                  </a:lnTo>
                  <a:lnTo>
                    <a:pt x="84051" y="308526"/>
                  </a:lnTo>
                  <a:lnTo>
                    <a:pt x="88685" y="311085"/>
                  </a:lnTo>
                  <a:lnTo>
                    <a:pt x="93398" y="313495"/>
                  </a:lnTo>
                  <a:lnTo>
                    <a:pt x="98184" y="315756"/>
                  </a:lnTo>
                  <a:lnTo>
                    <a:pt x="103040" y="317863"/>
                  </a:lnTo>
                  <a:lnTo>
                    <a:pt x="107960" y="319816"/>
                  </a:lnTo>
                  <a:lnTo>
                    <a:pt x="112939" y="321612"/>
                  </a:lnTo>
                  <a:lnTo>
                    <a:pt x="117973" y="323250"/>
                  </a:lnTo>
                  <a:lnTo>
                    <a:pt x="123056" y="324727"/>
                  </a:lnTo>
                  <a:lnTo>
                    <a:pt x="128183" y="326043"/>
                  </a:lnTo>
                  <a:lnTo>
                    <a:pt x="133350" y="327196"/>
                  </a:lnTo>
                  <a:lnTo>
                    <a:pt x="138550" y="328184"/>
                  </a:lnTo>
                  <a:lnTo>
                    <a:pt x="143779" y="329008"/>
                  </a:lnTo>
                  <a:lnTo>
                    <a:pt x="149031" y="329665"/>
                  </a:lnTo>
                  <a:lnTo>
                    <a:pt x="154302" y="330156"/>
                  </a:lnTo>
                  <a:lnTo>
                    <a:pt x="159585" y="330480"/>
                  </a:lnTo>
                  <a:lnTo>
                    <a:pt x="164876" y="330636"/>
                  </a:lnTo>
                  <a:lnTo>
                    <a:pt x="170170" y="330624"/>
                  </a:lnTo>
                  <a:lnTo>
                    <a:pt x="175460" y="330446"/>
                  </a:lnTo>
                  <a:lnTo>
                    <a:pt x="180742" y="330099"/>
                  </a:lnTo>
                  <a:lnTo>
                    <a:pt x="186011" y="329586"/>
                  </a:lnTo>
                  <a:lnTo>
                    <a:pt x="191260" y="328906"/>
                  </a:lnTo>
                  <a:lnTo>
                    <a:pt x="196486" y="328060"/>
                  </a:lnTo>
                  <a:lnTo>
                    <a:pt x="201682" y="327049"/>
                  </a:lnTo>
                  <a:lnTo>
                    <a:pt x="206843" y="325874"/>
                  </a:lnTo>
                  <a:lnTo>
                    <a:pt x="211964" y="324537"/>
                  </a:lnTo>
                  <a:lnTo>
                    <a:pt x="217041" y="323037"/>
                  </a:lnTo>
                  <a:lnTo>
                    <a:pt x="222068" y="321378"/>
                  </a:lnTo>
                  <a:lnTo>
                    <a:pt x="227039" y="319561"/>
                  </a:lnTo>
                  <a:lnTo>
                    <a:pt x="231951" y="317587"/>
                  </a:lnTo>
                  <a:lnTo>
                    <a:pt x="236797" y="315458"/>
                  </a:lnTo>
                  <a:lnTo>
                    <a:pt x="241574" y="313178"/>
                  </a:lnTo>
                  <a:lnTo>
                    <a:pt x="246276" y="310747"/>
                  </a:lnTo>
                  <a:lnTo>
                    <a:pt x="250899" y="308168"/>
                  </a:lnTo>
                  <a:lnTo>
                    <a:pt x="255438" y="305444"/>
                  </a:lnTo>
                  <a:lnTo>
                    <a:pt x="259889" y="302578"/>
                  </a:lnTo>
                  <a:lnTo>
                    <a:pt x="264246" y="299573"/>
                  </a:lnTo>
                  <a:lnTo>
                    <a:pt x="268506" y="296431"/>
                  </a:lnTo>
                  <a:lnTo>
                    <a:pt x="272664" y="293156"/>
                  </a:lnTo>
                  <a:lnTo>
                    <a:pt x="276717" y="289750"/>
                  </a:lnTo>
                  <a:lnTo>
                    <a:pt x="280660" y="286218"/>
                  </a:lnTo>
                  <a:lnTo>
                    <a:pt x="284489" y="282564"/>
                  </a:lnTo>
                  <a:lnTo>
                    <a:pt x="288200" y="278789"/>
                  </a:lnTo>
                  <a:lnTo>
                    <a:pt x="291790" y="274899"/>
                  </a:lnTo>
                  <a:lnTo>
                    <a:pt x="295255" y="270898"/>
                  </a:lnTo>
                  <a:lnTo>
                    <a:pt x="298592" y="266788"/>
                  </a:lnTo>
                  <a:lnTo>
                    <a:pt x="301797" y="262575"/>
                  </a:lnTo>
                  <a:lnTo>
                    <a:pt x="304867" y="258263"/>
                  </a:lnTo>
                  <a:lnTo>
                    <a:pt x="307798" y="253856"/>
                  </a:lnTo>
                  <a:lnTo>
                    <a:pt x="310589" y="249358"/>
                  </a:lnTo>
                  <a:lnTo>
                    <a:pt x="313236" y="244774"/>
                  </a:lnTo>
                  <a:lnTo>
                    <a:pt x="315737" y="240108"/>
                  </a:lnTo>
                  <a:lnTo>
                    <a:pt x="318088" y="235366"/>
                  </a:lnTo>
                  <a:lnTo>
                    <a:pt x="320288" y="230551"/>
                  </a:lnTo>
                  <a:lnTo>
                    <a:pt x="322335" y="225670"/>
                  </a:lnTo>
                  <a:lnTo>
                    <a:pt x="324226" y="220725"/>
                  </a:lnTo>
                  <a:lnTo>
                    <a:pt x="325960" y="215724"/>
                  </a:lnTo>
                  <a:lnTo>
                    <a:pt x="327534" y="210670"/>
                  </a:lnTo>
                  <a:lnTo>
                    <a:pt x="328948" y="205569"/>
                  </a:lnTo>
                  <a:lnTo>
                    <a:pt x="330199" y="200426"/>
                  </a:lnTo>
                  <a:lnTo>
                    <a:pt x="331287" y="195245"/>
                  </a:lnTo>
                  <a:lnTo>
                    <a:pt x="332210" y="190033"/>
                  </a:lnTo>
                  <a:lnTo>
                    <a:pt x="332968" y="184794"/>
                  </a:lnTo>
                  <a:lnTo>
                    <a:pt x="333560" y="179534"/>
                  </a:lnTo>
                  <a:lnTo>
                    <a:pt x="333984" y="174258"/>
                  </a:lnTo>
                  <a:lnTo>
                    <a:pt x="334242" y="168971"/>
                  </a:lnTo>
                  <a:lnTo>
                    <a:pt x="334332" y="163678"/>
                  </a:lnTo>
                  <a:lnTo>
                    <a:pt x="334254" y="158385"/>
                  </a:lnTo>
                  <a:lnTo>
                    <a:pt x="334009" y="153097"/>
                  </a:lnTo>
                  <a:lnTo>
                    <a:pt x="333596" y="147820"/>
                  </a:lnTo>
                  <a:lnTo>
                    <a:pt x="333017" y="142559"/>
                  </a:lnTo>
                  <a:lnTo>
                    <a:pt x="332271" y="137318"/>
                  </a:lnTo>
                  <a:lnTo>
                    <a:pt x="331360" y="132104"/>
                  </a:lnTo>
                  <a:lnTo>
                    <a:pt x="330284" y="126921"/>
                  </a:lnTo>
                  <a:lnTo>
                    <a:pt x="329045" y="121774"/>
                  </a:lnTo>
                  <a:lnTo>
                    <a:pt x="327643" y="116670"/>
                  </a:lnTo>
                  <a:lnTo>
                    <a:pt x="326080" y="111613"/>
                  </a:lnTo>
                  <a:lnTo>
                    <a:pt x="324359" y="106607"/>
                  </a:lnTo>
                  <a:lnTo>
                    <a:pt x="322479" y="101659"/>
                  </a:lnTo>
                  <a:lnTo>
                    <a:pt x="320444" y="96772"/>
                  </a:lnTo>
                  <a:lnTo>
                    <a:pt x="318255" y="91953"/>
                  </a:lnTo>
                  <a:lnTo>
                    <a:pt x="315914" y="87205"/>
                  </a:lnTo>
                  <a:lnTo>
                    <a:pt x="313424" y="82534"/>
                  </a:lnTo>
                  <a:lnTo>
                    <a:pt x="310788" y="77943"/>
                  </a:lnTo>
                  <a:lnTo>
                    <a:pt x="308008" y="73439"/>
                  </a:lnTo>
                  <a:lnTo>
                    <a:pt x="305086" y="69025"/>
                  </a:lnTo>
                  <a:lnTo>
                    <a:pt x="302026" y="64705"/>
                  </a:lnTo>
                  <a:lnTo>
                    <a:pt x="298831" y="60485"/>
                  </a:lnTo>
                  <a:lnTo>
                    <a:pt x="295504" y="56368"/>
                  </a:lnTo>
                  <a:lnTo>
                    <a:pt x="292048" y="52358"/>
                  </a:lnTo>
                  <a:lnTo>
                    <a:pt x="288467" y="48460"/>
                  </a:lnTo>
                  <a:lnTo>
                    <a:pt x="284765" y="44677"/>
                  </a:lnTo>
                  <a:lnTo>
                    <a:pt x="280944" y="41013"/>
                  </a:lnTo>
                  <a:lnTo>
                    <a:pt x="277010" y="37472"/>
                  </a:lnTo>
                  <a:lnTo>
                    <a:pt x="272965" y="34058"/>
                  </a:lnTo>
                  <a:lnTo>
                    <a:pt x="268814" y="30773"/>
                  </a:lnTo>
                  <a:lnTo>
                    <a:pt x="264561" y="27621"/>
                  </a:lnTo>
                  <a:lnTo>
                    <a:pt x="260211" y="24605"/>
                  </a:lnTo>
                  <a:lnTo>
                    <a:pt x="255767" y="21729"/>
                  </a:lnTo>
                  <a:lnTo>
                    <a:pt x="251235" y="18995"/>
                  </a:lnTo>
                  <a:lnTo>
                    <a:pt x="246618" y="16405"/>
                  </a:lnTo>
                  <a:lnTo>
                    <a:pt x="241921" y="13964"/>
                  </a:lnTo>
                  <a:lnTo>
                    <a:pt x="237150" y="11672"/>
                  </a:lnTo>
                  <a:lnTo>
                    <a:pt x="232308" y="9532"/>
                  </a:lnTo>
                  <a:lnTo>
                    <a:pt x="227401" y="7547"/>
                  </a:lnTo>
                  <a:lnTo>
                    <a:pt x="222434" y="5718"/>
                  </a:lnTo>
                  <a:lnTo>
                    <a:pt x="217411" y="4047"/>
                  </a:lnTo>
                  <a:lnTo>
                    <a:pt x="212338" y="2536"/>
                  </a:lnTo>
                  <a:lnTo>
                    <a:pt x="207219" y="1186"/>
                  </a:lnTo>
                  <a:lnTo>
                    <a:pt x="202061" y="0"/>
                  </a:lnTo>
                  <a:lnTo>
                    <a:pt x="167164" y="1634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86215" y="5399291"/>
              <a:ext cx="34896" cy="167167"/>
            </a:xfrm>
            <a:custGeom>
              <a:avLst/>
              <a:pathLst>
                <a:path w="34896" h="167167">
                  <a:moveTo>
                    <a:pt x="34896" y="3682"/>
                  </a:moveTo>
                  <a:lnTo>
                    <a:pt x="27991" y="2360"/>
                  </a:lnTo>
                  <a:lnTo>
                    <a:pt x="21037" y="1328"/>
                  </a:lnTo>
                  <a:lnTo>
                    <a:pt x="14045" y="591"/>
                  </a:lnTo>
                  <a:lnTo>
                    <a:pt x="7028" y="1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856378" y="5399291"/>
              <a:ext cx="167165" cy="328451"/>
            </a:xfrm>
            <a:custGeom>
              <a:avLst/>
              <a:pathLst>
                <a:path w="167165" h="328451">
                  <a:moveTo>
                    <a:pt x="167165" y="0"/>
                  </a:moveTo>
                  <a:lnTo>
                    <a:pt x="161825" y="85"/>
                  </a:lnTo>
                  <a:lnTo>
                    <a:pt x="156490" y="341"/>
                  </a:lnTo>
                  <a:lnTo>
                    <a:pt x="151166" y="767"/>
                  </a:lnTo>
                  <a:lnTo>
                    <a:pt x="145859" y="1363"/>
                  </a:lnTo>
                  <a:lnTo>
                    <a:pt x="140573" y="2128"/>
                  </a:lnTo>
                  <a:lnTo>
                    <a:pt x="135315" y="3062"/>
                  </a:lnTo>
                  <a:lnTo>
                    <a:pt x="130089" y="4163"/>
                  </a:lnTo>
                  <a:lnTo>
                    <a:pt x="124900" y="5430"/>
                  </a:lnTo>
                  <a:lnTo>
                    <a:pt x="119755" y="6863"/>
                  </a:lnTo>
                  <a:lnTo>
                    <a:pt x="114659" y="8459"/>
                  </a:lnTo>
                  <a:lnTo>
                    <a:pt x="109616" y="10218"/>
                  </a:lnTo>
                  <a:lnTo>
                    <a:pt x="104631" y="12136"/>
                  </a:lnTo>
                  <a:lnTo>
                    <a:pt x="99711" y="14213"/>
                  </a:lnTo>
                  <a:lnTo>
                    <a:pt x="94859" y="16446"/>
                  </a:lnTo>
                  <a:lnTo>
                    <a:pt x="90081" y="18832"/>
                  </a:lnTo>
                  <a:lnTo>
                    <a:pt x="85382" y="21371"/>
                  </a:lnTo>
                  <a:lnTo>
                    <a:pt x="80767" y="24057"/>
                  </a:lnTo>
                  <a:lnTo>
                    <a:pt x="76239" y="26890"/>
                  </a:lnTo>
                  <a:lnTo>
                    <a:pt x="71804" y="29867"/>
                  </a:lnTo>
                  <a:lnTo>
                    <a:pt x="67467" y="32983"/>
                  </a:lnTo>
                  <a:lnTo>
                    <a:pt x="63232" y="36236"/>
                  </a:lnTo>
                  <a:lnTo>
                    <a:pt x="59102" y="39623"/>
                  </a:lnTo>
                  <a:lnTo>
                    <a:pt x="55083" y="43140"/>
                  </a:lnTo>
                  <a:lnTo>
                    <a:pt x="51178" y="46784"/>
                  </a:lnTo>
                  <a:lnTo>
                    <a:pt x="47392" y="50551"/>
                  </a:lnTo>
                  <a:lnTo>
                    <a:pt x="43728" y="54436"/>
                  </a:lnTo>
                  <a:lnTo>
                    <a:pt x="40189" y="58437"/>
                  </a:lnTo>
                  <a:lnTo>
                    <a:pt x="36781" y="62548"/>
                  </a:lnTo>
                  <a:lnTo>
                    <a:pt x="33505" y="66767"/>
                  </a:lnTo>
                  <a:lnTo>
                    <a:pt x="30366" y="71088"/>
                  </a:lnTo>
                  <a:lnTo>
                    <a:pt x="27367" y="75507"/>
                  </a:lnTo>
                  <a:lnTo>
                    <a:pt x="24510" y="80019"/>
                  </a:lnTo>
                  <a:lnTo>
                    <a:pt x="21799" y="84621"/>
                  </a:lnTo>
                  <a:lnTo>
                    <a:pt x="19237" y="89307"/>
                  </a:lnTo>
                  <a:lnTo>
                    <a:pt x="16825" y="94072"/>
                  </a:lnTo>
                  <a:lnTo>
                    <a:pt x="14567" y="98912"/>
                  </a:lnTo>
                  <a:lnTo>
                    <a:pt x="12464" y="103821"/>
                  </a:lnTo>
                  <a:lnTo>
                    <a:pt x="10519" y="108795"/>
                  </a:lnTo>
                  <a:lnTo>
                    <a:pt x="8735" y="113829"/>
                  </a:lnTo>
                  <a:lnTo>
                    <a:pt x="7112" y="118917"/>
                  </a:lnTo>
                  <a:lnTo>
                    <a:pt x="5652" y="124055"/>
                  </a:lnTo>
                  <a:lnTo>
                    <a:pt x="4357" y="129236"/>
                  </a:lnTo>
                  <a:lnTo>
                    <a:pt x="3229" y="134456"/>
                  </a:lnTo>
                  <a:lnTo>
                    <a:pt x="2267" y="139710"/>
                  </a:lnTo>
                  <a:lnTo>
                    <a:pt x="1475" y="144992"/>
                  </a:lnTo>
                  <a:lnTo>
                    <a:pt x="851" y="150296"/>
                  </a:lnTo>
                  <a:lnTo>
                    <a:pt x="397" y="155617"/>
                  </a:lnTo>
                  <a:lnTo>
                    <a:pt x="113" y="160950"/>
                  </a:lnTo>
                  <a:lnTo>
                    <a:pt x="0" y="166290"/>
                  </a:lnTo>
                  <a:lnTo>
                    <a:pt x="57" y="171631"/>
                  </a:lnTo>
                  <a:lnTo>
                    <a:pt x="285" y="176966"/>
                  </a:lnTo>
                  <a:lnTo>
                    <a:pt x="683" y="182292"/>
                  </a:lnTo>
                  <a:lnTo>
                    <a:pt x="1251" y="187603"/>
                  </a:lnTo>
                  <a:lnTo>
                    <a:pt x="1989" y="192892"/>
                  </a:lnTo>
                  <a:lnTo>
                    <a:pt x="2895" y="198156"/>
                  </a:lnTo>
                  <a:lnTo>
                    <a:pt x="3968" y="203388"/>
                  </a:lnTo>
                  <a:lnTo>
                    <a:pt x="5209" y="208582"/>
                  </a:lnTo>
                  <a:lnTo>
                    <a:pt x="6614" y="213735"/>
                  </a:lnTo>
                  <a:lnTo>
                    <a:pt x="8184" y="218840"/>
                  </a:lnTo>
                  <a:lnTo>
                    <a:pt x="9916" y="223892"/>
                  </a:lnTo>
                  <a:lnTo>
                    <a:pt x="11808" y="228886"/>
                  </a:lnTo>
                  <a:lnTo>
                    <a:pt x="13859" y="233817"/>
                  </a:lnTo>
                  <a:lnTo>
                    <a:pt x="16066" y="238681"/>
                  </a:lnTo>
                  <a:lnTo>
                    <a:pt x="18428" y="243471"/>
                  </a:lnTo>
                  <a:lnTo>
                    <a:pt x="20941" y="248183"/>
                  </a:lnTo>
                  <a:lnTo>
                    <a:pt x="23604" y="252813"/>
                  </a:lnTo>
                  <a:lnTo>
                    <a:pt x="26413" y="257355"/>
                  </a:lnTo>
                  <a:lnTo>
                    <a:pt x="29366" y="261806"/>
                  </a:lnTo>
                  <a:lnTo>
                    <a:pt x="32459" y="266159"/>
                  </a:lnTo>
                  <a:lnTo>
                    <a:pt x="35691" y="270412"/>
                  </a:lnTo>
                  <a:lnTo>
                    <a:pt x="39056" y="274559"/>
                  </a:lnTo>
                  <a:lnTo>
                    <a:pt x="42552" y="278597"/>
                  </a:lnTo>
                  <a:lnTo>
                    <a:pt x="46175" y="282520"/>
                  </a:lnTo>
                  <a:lnTo>
                    <a:pt x="49922" y="286327"/>
                  </a:lnTo>
                  <a:lnTo>
                    <a:pt x="53788" y="290011"/>
                  </a:lnTo>
                  <a:lnTo>
                    <a:pt x="57770" y="293570"/>
                  </a:lnTo>
                  <a:lnTo>
                    <a:pt x="61864" y="297000"/>
                  </a:lnTo>
                  <a:lnTo>
                    <a:pt x="66065" y="300298"/>
                  </a:lnTo>
                  <a:lnTo>
                    <a:pt x="70369" y="303459"/>
                  </a:lnTo>
                  <a:lnTo>
                    <a:pt x="74772" y="306482"/>
                  </a:lnTo>
                  <a:lnTo>
                    <a:pt x="79270" y="309362"/>
                  </a:lnTo>
                  <a:lnTo>
                    <a:pt x="83857" y="312097"/>
                  </a:lnTo>
                  <a:lnTo>
                    <a:pt x="88529" y="314685"/>
                  </a:lnTo>
                  <a:lnTo>
                    <a:pt x="93282" y="317121"/>
                  </a:lnTo>
                  <a:lnTo>
                    <a:pt x="98110" y="319405"/>
                  </a:lnTo>
                  <a:lnTo>
                    <a:pt x="103008" y="321533"/>
                  </a:lnTo>
                  <a:lnTo>
                    <a:pt x="107972" y="323504"/>
                  </a:lnTo>
                  <a:lnTo>
                    <a:pt x="112997" y="325315"/>
                  </a:lnTo>
                  <a:lnTo>
                    <a:pt x="118076" y="326965"/>
                  </a:lnTo>
                  <a:lnTo>
                    <a:pt x="123206" y="328451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979585" y="5566459"/>
              <a:ext cx="43958" cy="161284"/>
            </a:xfrm>
            <a:custGeom>
              <a:avLst/>
              <a:pathLst>
                <a:path w="43958" h="161284">
                  <a:moveTo>
                    <a:pt x="0" y="161284"/>
                  </a:moveTo>
                  <a:lnTo>
                    <a:pt x="439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79585" y="5566459"/>
              <a:ext cx="43958" cy="161284"/>
            </a:xfrm>
            <a:custGeom>
              <a:avLst/>
              <a:pathLst>
                <a:path w="43958" h="161284">
                  <a:moveTo>
                    <a:pt x="0" y="161284"/>
                  </a:moveTo>
                  <a:lnTo>
                    <a:pt x="439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79585" y="5566459"/>
              <a:ext cx="43958" cy="161284"/>
            </a:xfrm>
            <a:custGeom>
              <a:avLst/>
              <a:pathLst>
                <a:path w="43958" h="161284">
                  <a:moveTo>
                    <a:pt x="0" y="161284"/>
                  </a:moveTo>
                  <a:lnTo>
                    <a:pt x="439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79585" y="5566459"/>
              <a:ext cx="43958" cy="161284"/>
            </a:xfrm>
            <a:custGeom>
              <a:avLst/>
              <a:pathLst>
                <a:path w="43958" h="161284">
                  <a:moveTo>
                    <a:pt x="0" y="161284"/>
                  </a:moveTo>
                  <a:lnTo>
                    <a:pt x="4395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79585" y="5566459"/>
              <a:ext cx="43958" cy="161284"/>
            </a:xfrm>
            <a:custGeom>
              <a:avLst/>
              <a:pathLst>
                <a:path w="43958" h="161284">
                  <a:moveTo>
                    <a:pt x="0" y="161284"/>
                  </a:moveTo>
                  <a:lnTo>
                    <a:pt x="4395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79585" y="5566459"/>
              <a:ext cx="85837" cy="167157"/>
            </a:xfrm>
            <a:custGeom>
              <a:avLst/>
              <a:pathLst>
                <a:path w="85837" h="167157">
                  <a:moveTo>
                    <a:pt x="0" y="161284"/>
                  </a:moveTo>
                  <a:lnTo>
                    <a:pt x="5608" y="162709"/>
                  </a:lnTo>
                  <a:lnTo>
                    <a:pt x="11263" y="163939"/>
                  </a:lnTo>
                  <a:lnTo>
                    <a:pt x="16957" y="164972"/>
                  </a:lnTo>
                  <a:lnTo>
                    <a:pt x="22684" y="165808"/>
                  </a:lnTo>
                  <a:lnTo>
                    <a:pt x="28436" y="166445"/>
                  </a:lnTo>
                  <a:lnTo>
                    <a:pt x="34206" y="166882"/>
                  </a:lnTo>
                  <a:lnTo>
                    <a:pt x="39989" y="167120"/>
                  </a:lnTo>
                  <a:lnTo>
                    <a:pt x="45776" y="167157"/>
                  </a:lnTo>
                  <a:lnTo>
                    <a:pt x="51561" y="166994"/>
                  </a:lnTo>
                  <a:lnTo>
                    <a:pt x="57336" y="166631"/>
                  </a:lnTo>
                  <a:lnTo>
                    <a:pt x="63096" y="166068"/>
                  </a:lnTo>
                  <a:lnTo>
                    <a:pt x="68833" y="165306"/>
                  </a:lnTo>
                  <a:lnTo>
                    <a:pt x="74540" y="164346"/>
                  </a:lnTo>
                  <a:lnTo>
                    <a:pt x="80210" y="163189"/>
                  </a:lnTo>
                  <a:lnTo>
                    <a:pt x="85837" y="161836"/>
                  </a:lnTo>
                  <a:lnTo>
                    <a:pt x="4395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23544" y="5399291"/>
              <a:ext cx="167167" cy="329004"/>
            </a:xfrm>
            <a:custGeom>
              <a:avLst/>
              <a:pathLst>
                <a:path w="167167" h="329004">
                  <a:moveTo>
                    <a:pt x="41878" y="329004"/>
                  </a:moveTo>
                  <a:lnTo>
                    <a:pt x="47049" y="327577"/>
                  </a:lnTo>
                  <a:lnTo>
                    <a:pt x="52172" y="325984"/>
                  </a:lnTo>
                  <a:lnTo>
                    <a:pt x="57242" y="324228"/>
                  </a:lnTo>
                  <a:lnTo>
                    <a:pt x="62252" y="322311"/>
                  </a:lnTo>
                  <a:lnTo>
                    <a:pt x="67198" y="320233"/>
                  </a:lnTo>
                  <a:lnTo>
                    <a:pt x="72075" y="317998"/>
                  </a:lnTo>
                  <a:lnTo>
                    <a:pt x="76878" y="315608"/>
                  </a:lnTo>
                  <a:lnTo>
                    <a:pt x="81601" y="313065"/>
                  </a:lnTo>
                  <a:lnTo>
                    <a:pt x="86241" y="310371"/>
                  </a:lnTo>
                  <a:lnTo>
                    <a:pt x="90791" y="307530"/>
                  </a:lnTo>
                  <a:lnTo>
                    <a:pt x="95248" y="304545"/>
                  </a:lnTo>
                  <a:lnTo>
                    <a:pt x="99607" y="301417"/>
                  </a:lnTo>
                  <a:lnTo>
                    <a:pt x="103864" y="298152"/>
                  </a:lnTo>
                  <a:lnTo>
                    <a:pt x="108013" y="294752"/>
                  </a:lnTo>
                  <a:lnTo>
                    <a:pt x="112052" y="291220"/>
                  </a:lnTo>
                  <a:lnTo>
                    <a:pt x="115975" y="287561"/>
                  </a:lnTo>
                  <a:lnTo>
                    <a:pt x="119778" y="283778"/>
                  </a:lnTo>
                  <a:lnTo>
                    <a:pt x="123458" y="279874"/>
                  </a:lnTo>
                  <a:lnTo>
                    <a:pt x="127011" y="275855"/>
                  </a:lnTo>
                  <a:lnTo>
                    <a:pt x="130433" y="271723"/>
                  </a:lnTo>
                  <a:lnTo>
                    <a:pt x="133721" y="267484"/>
                  </a:lnTo>
                  <a:lnTo>
                    <a:pt x="136871" y="263142"/>
                  </a:lnTo>
                  <a:lnTo>
                    <a:pt x="139880" y="258700"/>
                  </a:lnTo>
                  <a:lnTo>
                    <a:pt x="142745" y="254165"/>
                  </a:lnTo>
                  <a:lnTo>
                    <a:pt x="145463" y="249540"/>
                  </a:lnTo>
                  <a:lnTo>
                    <a:pt x="148031" y="244830"/>
                  </a:lnTo>
                  <a:lnTo>
                    <a:pt x="150447" y="240040"/>
                  </a:lnTo>
                  <a:lnTo>
                    <a:pt x="152708" y="235175"/>
                  </a:lnTo>
                  <a:lnTo>
                    <a:pt x="154812" y="230240"/>
                  </a:lnTo>
                  <a:lnTo>
                    <a:pt x="156756" y="225240"/>
                  </a:lnTo>
                  <a:lnTo>
                    <a:pt x="158538" y="220180"/>
                  </a:lnTo>
                  <a:lnTo>
                    <a:pt x="160158" y="215065"/>
                  </a:lnTo>
                  <a:lnTo>
                    <a:pt x="161612" y="209902"/>
                  </a:lnTo>
                  <a:lnTo>
                    <a:pt x="162900" y="204694"/>
                  </a:lnTo>
                  <a:lnTo>
                    <a:pt x="164021" y="199447"/>
                  </a:lnTo>
                  <a:lnTo>
                    <a:pt x="164972" y="194168"/>
                  </a:lnTo>
                  <a:lnTo>
                    <a:pt x="165753" y="188860"/>
                  </a:lnTo>
                  <a:lnTo>
                    <a:pt x="166364" y="183530"/>
                  </a:lnTo>
                  <a:lnTo>
                    <a:pt x="166804" y="178184"/>
                  </a:lnTo>
                  <a:lnTo>
                    <a:pt x="167071" y="172826"/>
                  </a:lnTo>
                  <a:lnTo>
                    <a:pt x="167167" y="167462"/>
                  </a:lnTo>
                  <a:lnTo>
                    <a:pt x="167090" y="162098"/>
                  </a:lnTo>
                  <a:lnTo>
                    <a:pt x="166841" y="156739"/>
                  </a:lnTo>
                  <a:lnTo>
                    <a:pt x="166421" y="151391"/>
                  </a:lnTo>
                  <a:lnTo>
                    <a:pt x="165829" y="146059"/>
                  </a:lnTo>
                  <a:lnTo>
                    <a:pt x="165066" y="140749"/>
                  </a:lnTo>
                  <a:lnTo>
                    <a:pt x="164134" y="135466"/>
                  </a:lnTo>
                  <a:lnTo>
                    <a:pt x="163032" y="130215"/>
                  </a:lnTo>
                  <a:lnTo>
                    <a:pt x="161762" y="125003"/>
                  </a:lnTo>
                  <a:lnTo>
                    <a:pt x="160326" y="119834"/>
                  </a:lnTo>
                  <a:lnTo>
                    <a:pt x="158725" y="114714"/>
                  </a:lnTo>
                  <a:lnTo>
                    <a:pt x="156960" y="109648"/>
                  </a:lnTo>
                  <a:lnTo>
                    <a:pt x="155033" y="104641"/>
                  </a:lnTo>
                  <a:lnTo>
                    <a:pt x="152947" y="99699"/>
                  </a:lnTo>
                  <a:lnTo>
                    <a:pt x="150703" y="94826"/>
                  </a:lnTo>
                  <a:lnTo>
                    <a:pt x="148305" y="90027"/>
                  </a:lnTo>
                  <a:lnTo>
                    <a:pt x="145753" y="85308"/>
                  </a:lnTo>
                  <a:lnTo>
                    <a:pt x="143051" y="80673"/>
                  </a:lnTo>
                  <a:lnTo>
                    <a:pt x="140202" y="76128"/>
                  </a:lnTo>
                  <a:lnTo>
                    <a:pt x="137209" y="71676"/>
                  </a:lnTo>
                  <a:lnTo>
                    <a:pt x="134074" y="67322"/>
                  </a:lnTo>
                  <a:lnTo>
                    <a:pt x="130801" y="63072"/>
                  </a:lnTo>
                  <a:lnTo>
                    <a:pt x="127394" y="58928"/>
                  </a:lnTo>
                  <a:lnTo>
                    <a:pt x="123855" y="54896"/>
                  </a:lnTo>
                  <a:lnTo>
                    <a:pt x="120189" y="50980"/>
                  </a:lnTo>
                  <a:lnTo>
                    <a:pt x="116399" y="47183"/>
                  </a:lnTo>
                  <a:lnTo>
                    <a:pt x="112489" y="43510"/>
                  </a:lnTo>
                  <a:lnTo>
                    <a:pt x="108463" y="39964"/>
                  </a:lnTo>
                  <a:lnTo>
                    <a:pt x="104325" y="36549"/>
                  </a:lnTo>
                  <a:lnTo>
                    <a:pt x="100081" y="33269"/>
                  </a:lnTo>
                  <a:lnTo>
                    <a:pt x="95733" y="30126"/>
                  </a:lnTo>
                  <a:lnTo>
                    <a:pt x="91286" y="27125"/>
                  </a:lnTo>
                  <a:lnTo>
                    <a:pt x="86745" y="24268"/>
                  </a:lnTo>
                  <a:lnTo>
                    <a:pt x="82115" y="21558"/>
                  </a:lnTo>
                  <a:lnTo>
                    <a:pt x="77401" y="18998"/>
                  </a:lnTo>
                  <a:lnTo>
                    <a:pt x="72607" y="16591"/>
                  </a:lnTo>
                  <a:lnTo>
                    <a:pt x="67738" y="14339"/>
                  </a:lnTo>
                  <a:lnTo>
                    <a:pt x="62799" y="12244"/>
                  </a:lnTo>
                  <a:lnTo>
                    <a:pt x="57795" y="10308"/>
                  </a:lnTo>
                  <a:lnTo>
                    <a:pt x="52732" y="8535"/>
                  </a:lnTo>
                  <a:lnTo>
                    <a:pt x="47615" y="6924"/>
                  </a:lnTo>
                  <a:lnTo>
                    <a:pt x="42449" y="5479"/>
                  </a:lnTo>
                  <a:lnTo>
                    <a:pt x="37239" y="4200"/>
                  </a:lnTo>
                  <a:lnTo>
                    <a:pt x="31990" y="3089"/>
                  </a:lnTo>
                  <a:lnTo>
                    <a:pt x="26709" y="2147"/>
                  </a:lnTo>
                  <a:lnTo>
                    <a:pt x="21400" y="1375"/>
                  </a:lnTo>
                  <a:lnTo>
                    <a:pt x="16069" y="774"/>
                  </a:lnTo>
                  <a:lnTo>
                    <a:pt x="10722" y="344"/>
                  </a:lnTo>
                  <a:lnTo>
                    <a:pt x="5363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408597" y="5269756"/>
              <a:ext cx="136660" cy="167167"/>
            </a:xfrm>
            <a:custGeom>
              <a:avLst/>
              <a:pathLst>
                <a:path w="136660" h="167167">
                  <a:moveTo>
                    <a:pt x="136660" y="0"/>
                  </a:moveTo>
                  <a:lnTo>
                    <a:pt x="131144" y="91"/>
                  </a:lnTo>
                  <a:lnTo>
                    <a:pt x="125634" y="364"/>
                  </a:lnTo>
                  <a:lnTo>
                    <a:pt x="120136" y="818"/>
                  </a:lnTo>
                  <a:lnTo>
                    <a:pt x="114656" y="1454"/>
                  </a:lnTo>
                  <a:lnTo>
                    <a:pt x="109201" y="2270"/>
                  </a:lnTo>
                  <a:lnTo>
                    <a:pt x="103774" y="3266"/>
                  </a:lnTo>
                  <a:lnTo>
                    <a:pt x="98384" y="4440"/>
                  </a:lnTo>
                  <a:lnTo>
                    <a:pt x="93036" y="5792"/>
                  </a:lnTo>
                  <a:lnTo>
                    <a:pt x="87735" y="7319"/>
                  </a:lnTo>
                  <a:lnTo>
                    <a:pt x="82487" y="9021"/>
                  </a:lnTo>
                  <a:lnTo>
                    <a:pt x="77298" y="10894"/>
                  </a:lnTo>
                  <a:lnTo>
                    <a:pt x="72174" y="12938"/>
                  </a:lnTo>
                  <a:lnTo>
                    <a:pt x="67120" y="15150"/>
                  </a:lnTo>
                  <a:lnTo>
                    <a:pt x="62142" y="17527"/>
                  </a:lnTo>
                  <a:lnTo>
                    <a:pt x="57245" y="20068"/>
                  </a:lnTo>
                  <a:lnTo>
                    <a:pt x="52435" y="22768"/>
                  </a:lnTo>
                  <a:lnTo>
                    <a:pt x="47716" y="25626"/>
                  </a:lnTo>
                  <a:lnTo>
                    <a:pt x="43094" y="28638"/>
                  </a:lnTo>
                  <a:lnTo>
                    <a:pt x="38574" y="31801"/>
                  </a:lnTo>
                  <a:lnTo>
                    <a:pt x="34161" y="35111"/>
                  </a:lnTo>
                  <a:lnTo>
                    <a:pt x="29859" y="38565"/>
                  </a:lnTo>
                  <a:lnTo>
                    <a:pt x="25674" y="42159"/>
                  </a:lnTo>
                  <a:lnTo>
                    <a:pt x="21609" y="45889"/>
                  </a:lnTo>
                  <a:lnTo>
                    <a:pt x="17670" y="49752"/>
                  </a:lnTo>
                  <a:lnTo>
                    <a:pt x="13861" y="53742"/>
                  </a:lnTo>
                  <a:lnTo>
                    <a:pt x="10185" y="57855"/>
                  </a:lnTo>
                  <a:lnTo>
                    <a:pt x="6647" y="62088"/>
                  </a:lnTo>
                  <a:lnTo>
                    <a:pt x="3251" y="66435"/>
                  </a:lnTo>
                  <a:lnTo>
                    <a:pt x="0" y="70892"/>
                  </a:lnTo>
                  <a:lnTo>
                    <a:pt x="1366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08597" y="5340648"/>
              <a:ext cx="136660" cy="96274"/>
            </a:xfrm>
            <a:custGeom>
              <a:avLst/>
              <a:pathLst>
                <a:path w="136660" h="96274">
                  <a:moveTo>
                    <a:pt x="0" y="0"/>
                  </a:moveTo>
                  <a:lnTo>
                    <a:pt x="136660" y="962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408597" y="5340648"/>
              <a:ext cx="136660" cy="96274"/>
            </a:xfrm>
            <a:custGeom>
              <a:avLst/>
              <a:pathLst>
                <a:path w="136660" h="96274">
                  <a:moveTo>
                    <a:pt x="0" y="0"/>
                  </a:moveTo>
                  <a:lnTo>
                    <a:pt x="136660" y="962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408597" y="5340648"/>
              <a:ext cx="136660" cy="96274"/>
            </a:xfrm>
            <a:custGeom>
              <a:avLst/>
              <a:pathLst>
                <a:path w="136660" h="96274">
                  <a:moveTo>
                    <a:pt x="0" y="0"/>
                  </a:moveTo>
                  <a:lnTo>
                    <a:pt x="136660" y="962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408597" y="5340648"/>
              <a:ext cx="136660" cy="96274"/>
            </a:xfrm>
            <a:custGeom>
              <a:avLst/>
              <a:pathLst>
                <a:path w="136660" h="96274">
                  <a:moveTo>
                    <a:pt x="0" y="0"/>
                  </a:moveTo>
                  <a:lnTo>
                    <a:pt x="136660" y="962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389609" y="5340648"/>
              <a:ext cx="155649" cy="96274"/>
            </a:xfrm>
            <a:custGeom>
              <a:avLst/>
              <a:pathLst>
                <a:path w="155649" h="96274">
                  <a:moveTo>
                    <a:pt x="18988" y="0"/>
                  </a:moveTo>
                  <a:lnTo>
                    <a:pt x="15242" y="5549"/>
                  </a:lnTo>
                  <a:lnTo>
                    <a:pt x="11722" y="11245"/>
                  </a:lnTo>
                  <a:lnTo>
                    <a:pt x="8432" y="17077"/>
                  </a:lnTo>
                  <a:lnTo>
                    <a:pt x="5379" y="23036"/>
                  </a:lnTo>
                  <a:lnTo>
                    <a:pt x="2566" y="29112"/>
                  </a:lnTo>
                  <a:lnTo>
                    <a:pt x="0" y="35297"/>
                  </a:lnTo>
                  <a:lnTo>
                    <a:pt x="155649" y="962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378096" y="5269756"/>
              <a:ext cx="334314" cy="334332"/>
            </a:xfrm>
            <a:custGeom>
              <a:avLst/>
              <a:pathLst>
                <a:path w="334314" h="334332">
                  <a:moveTo>
                    <a:pt x="11512" y="106189"/>
                  </a:moveTo>
                  <a:lnTo>
                    <a:pt x="9653" y="111167"/>
                  </a:lnTo>
                  <a:lnTo>
                    <a:pt x="7953" y="116201"/>
                  </a:lnTo>
                  <a:lnTo>
                    <a:pt x="6414" y="121286"/>
                  </a:lnTo>
                  <a:lnTo>
                    <a:pt x="5037" y="126418"/>
                  </a:lnTo>
                  <a:lnTo>
                    <a:pt x="3823" y="131591"/>
                  </a:lnTo>
                  <a:lnTo>
                    <a:pt x="2775" y="136800"/>
                  </a:lnTo>
                  <a:lnTo>
                    <a:pt x="1893" y="142040"/>
                  </a:lnTo>
                  <a:lnTo>
                    <a:pt x="1178" y="147305"/>
                  </a:lnTo>
                  <a:lnTo>
                    <a:pt x="631" y="152590"/>
                  </a:lnTo>
                  <a:lnTo>
                    <a:pt x="252" y="157890"/>
                  </a:lnTo>
                  <a:lnTo>
                    <a:pt x="41" y="163199"/>
                  </a:lnTo>
                  <a:lnTo>
                    <a:pt x="0" y="168512"/>
                  </a:lnTo>
                  <a:lnTo>
                    <a:pt x="127" y="173824"/>
                  </a:lnTo>
                  <a:lnTo>
                    <a:pt x="423" y="179129"/>
                  </a:lnTo>
                  <a:lnTo>
                    <a:pt x="887" y="184422"/>
                  </a:lnTo>
                  <a:lnTo>
                    <a:pt x="1519" y="189698"/>
                  </a:lnTo>
                  <a:lnTo>
                    <a:pt x="2319" y="194951"/>
                  </a:lnTo>
                  <a:lnTo>
                    <a:pt x="3285" y="200175"/>
                  </a:lnTo>
                  <a:lnTo>
                    <a:pt x="4417" y="205367"/>
                  </a:lnTo>
                  <a:lnTo>
                    <a:pt x="5713" y="210520"/>
                  </a:lnTo>
                  <a:lnTo>
                    <a:pt x="7173" y="215629"/>
                  </a:lnTo>
                  <a:lnTo>
                    <a:pt x="8794" y="220689"/>
                  </a:lnTo>
                  <a:lnTo>
                    <a:pt x="10575" y="225695"/>
                  </a:lnTo>
                  <a:lnTo>
                    <a:pt x="12514" y="230642"/>
                  </a:lnTo>
                  <a:lnTo>
                    <a:pt x="14609" y="235524"/>
                  </a:lnTo>
                  <a:lnTo>
                    <a:pt x="16859" y="240338"/>
                  </a:lnTo>
                  <a:lnTo>
                    <a:pt x="19260" y="245078"/>
                  </a:lnTo>
                  <a:lnTo>
                    <a:pt x="21811" y="249739"/>
                  </a:lnTo>
                  <a:lnTo>
                    <a:pt x="24508" y="254317"/>
                  </a:lnTo>
                  <a:lnTo>
                    <a:pt x="27350" y="258806"/>
                  </a:lnTo>
                  <a:lnTo>
                    <a:pt x="30333" y="263203"/>
                  </a:lnTo>
                  <a:lnTo>
                    <a:pt x="33454" y="267503"/>
                  </a:lnTo>
                  <a:lnTo>
                    <a:pt x="36711" y="271702"/>
                  </a:lnTo>
                  <a:lnTo>
                    <a:pt x="40099" y="275795"/>
                  </a:lnTo>
                  <a:lnTo>
                    <a:pt x="43615" y="279778"/>
                  </a:lnTo>
                  <a:lnTo>
                    <a:pt x="47257" y="283648"/>
                  </a:lnTo>
                  <a:lnTo>
                    <a:pt x="51019" y="287399"/>
                  </a:lnTo>
                  <a:lnTo>
                    <a:pt x="54899" y="291030"/>
                  </a:lnTo>
                  <a:lnTo>
                    <a:pt x="58892" y="294535"/>
                  </a:lnTo>
                  <a:lnTo>
                    <a:pt x="62994" y="297912"/>
                  </a:lnTo>
                  <a:lnTo>
                    <a:pt x="67202" y="301156"/>
                  </a:lnTo>
                  <a:lnTo>
                    <a:pt x="71511" y="304265"/>
                  </a:lnTo>
                  <a:lnTo>
                    <a:pt x="75916" y="307236"/>
                  </a:lnTo>
                  <a:lnTo>
                    <a:pt x="80414" y="310065"/>
                  </a:lnTo>
                  <a:lnTo>
                    <a:pt x="84999" y="312750"/>
                  </a:lnTo>
                  <a:lnTo>
                    <a:pt x="89667" y="315287"/>
                  </a:lnTo>
                  <a:lnTo>
                    <a:pt x="94414" y="317675"/>
                  </a:lnTo>
                  <a:lnTo>
                    <a:pt x="99234" y="319911"/>
                  </a:lnTo>
                  <a:lnTo>
                    <a:pt x="104123" y="321993"/>
                  </a:lnTo>
                  <a:lnTo>
                    <a:pt x="109075" y="323918"/>
                  </a:lnTo>
                  <a:lnTo>
                    <a:pt x="114086" y="325685"/>
                  </a:lnTo>
                  <a:lnTo>
                    <a:pt x="119151" y="327292"/>
                  </a:lnTo>
                  <a:lnTo>
                    <a:pt x="124264" y="328737"/>
                  </a:lnTo>
                  <a:lnTo>
                    <a:pt x="129420" y="330018"/>
                  </a:lnTo>
                  <a:lnTo>
                    <a:pt x="134615" y="331135"/>
                  </a:lnTo>
                  <a:lnTo>
                    <a:pt x="139842" y="332087"/>
                  </a:lnTo>
                  <a:lnTo>
                    <a:pt x="145097" y="332872"/>
                  </a:lnTo>
                  <a:lnTo>
                    <a:pt x="150375" y="333489"/>
                  </a:lnTo>
                  <a:lnTo>
                    <a:pt x="155669" y="333939"/>
                  </a:lnTo>
                  <a:lnTo>
                    <a:pt x="160975" y="334220"/>
                  </a:lnTo>
                  <a:lnTo>
                    <a:pt x="166287" y="334332"/>
                  </a:lnTo>
                  <a:lnTo>
                    <a:pt x="171600" y="334275"/>
                  </a:lnTo>
                  <a:lnTo>
                    <a:pt x="176909" y="334050"/>
                  </a:lnTo>
                  <a:lnTo>
                    <a:pt x="182208" y="333656"/>
                  </a:lnTo>
                  <a:lnTo>
                    <a:pt x="187491" y="333094"/>
                  </a:lnTo>
                  <a:lnTo>
                    <a:pt x="192754" y="332364"/>
                  </a:lnTo>
                  <a:lnTo>
                    <a:pt x="197991" y="331467"/>
                  </a:lnTo>
                  <a:lnTo>
                    <a:pt x="203197" y="330404"/>
                  </a:lnTo>
                  <a:lnTo>
                    <a:pt x="208367" y="329176"/>
                  </a:lnTo>
                  <a:lnTo>
                    <a:pt x="213495" y="327785"/>
                  </a:lnTo>
                  <a:lnTo>
                    <a:pt x="218576" y="326231"/>
                  </a:lnTo>
                  <a:lnTo>
                    <a:pt x="223605" y="324517"/>
                  </a:lnTo>
                  <a:lnTo>
                    <a:pt x="228577" y="322644"/>
                  </a:lnTo>
                  <a:lnTo>
                    <a:pt x="233488" y="320613"/>
                  </a:lnTo>
                  <a:lnTo>
                    <a:pt x="238331" y="318428"/>
                  </a:lnTo>
                  <a:lnTo>
                    <a:pt x="243102" y="316090"/>
                  </a:lnTo>
                  <a:lnTo>
                    <a:pt x="247796" y="313601"/>
                  </a:lnTo>
                  <a:lnTo>
                    <a:pt x="252409" y="310965"/>
                  </a:lnTo>
                  <a:lnTo>
                    <a:pt x="256936" y="308183"/>
                  </a:lnTo>
                  <a:lnTo>
                    <a:pt x="261373" y="305258"/>
                  </a:lnTo>
                  <a:lnTo>
                    <a:pt x="265714" y="302194"/>
                  </a:lnTo>
                  <a:lnTo>
                    <a:pt x="269955" y="298994"/>
                  </a:lnTo>
                  <a:lnTo>
                    <a:pt x="274093" y="295661"/>
                  </a:lnTo>
                  <a:lnTo>
                    <a:pt x="278122" y="292197"/>
                  </a:lnTo>
                  <a:lnTo>
                    <a:pt x="282040" y="288608"/>
                  </a:lnTo>
                  <a:lnTo>
                    <a:pt x="285841" y="284896"/>
                  </a:lnTo>
                  <a:lnTo>
                    <a:pt x="289523" y="281064"/>
                  </a:lnTo>
                  <a:lnTo>
                    <a:pt x="293081" y="277118"/>
                  </a:lnTo>
                  <a:lnTo>
                    <a:pt x="296512" y="273061"/>
                  </a:lnTo>
                  <a:lnTo>
                    <a:pt x="299812" y="268896"/>
                  </a:lnTo>
                  <a:lnTo>
                    <a:pt x="302978" y="264629"/>
                  </a:lnTo>
                  <a:lnTo>
                    <a:pt x="306007" y="260264"/>
                  </a:lnTo>
                  <a:lnTo>
                    <a:pt x="308895" y="255804"/>
                  </a:lnTo>
                  <a:lnTo>
                    <a:pt x="311640" y="251255"/>
                  </a:lnTo>
                  <a:lnTo>
                    <a:pt x="314240" y="246621"/>
                  </a:lnTo>
                  <a:lnTo>
                    <a:pt x="316691" y="241906"/>
                  </a:lnTo>
                  <a:lnTo>
                    <a:pt x="318990" y="237117"/>
                  </a:lnTo>
                  <a:lnTo>
                    <a:pt x="321137" y="232256"/>
                  </a:lnTo>
                  <a:lnTo>
                    <a:pt x="323128" y="227330"/>
                  </a:lnTo>
                  <a:lnTo>
                    <a:pt x="324961" y="222343"/>
                  </a:lnTo>
                  <a:lnTo>
                    <a:pt x="326635" y="217300"/>
                  </a:lnTo>
                  <a:lnTo>
                    <a:pt x="328147" y="212206"/>
                  </a:lnTo>
                  <a:lnTo>
                    <a:pt x="329497" y="207067"/>
                  </a:lnTo>
                  <a:lnTo>
                    <a:pt x="330683" y="201888"/>
                  </a:lnTo>
                  <a:lnTo>
                    <a:pt x="331704" y="196674"/>
                  </a:lnTo>
                  <a:lnTo>
                    <a:pt x="332559" y="191429"/>
                  </a:lnTo>
                  <a:lnTo>
                    <a:pt x="333246" y="186161"/>
                  </a:lnTo>
                  <a:lnTo>
                    <a:pt x="333766" y="180873"/>
                  </a:lnTo>
                  <a:lnTo>
                    <a:pt x="334118" y="175571"/>
                  </a:lnTo>
                  <a:lnTo>
                    <a:pt x="334300" y="170261"/>
                  </a:lnTo>
                  <a:lnTo>
                    <a:pt x="334314" y="164947"/>
                  </a:lnTo>
                  <a:lnTo>
                    <a:pt x="334159" y="159636"/>
                  </a:lnTo>
                  <a:lnTo>
                    <a:pt x="333836" y="154333"/>
                  </a:lnTo>
                  <a:lnTo>
                    <a:pt x="333344" y="149042"/>
                  </a:lnTo>
                  <a:lnTo>
                    <a:pt x="332684" y="143770"/>
                  </a:lnTo>
                  <a:lnTo>
                    <a:pt x="331856" y="138521"/>
                  </a:lnTo>
                  <a:lnTo>
                    <a:pt x="330863" y="133302"/>
                  </a:lnTo>
                  <a:lnTo>
                    <a:pt x="329704" y="128116"/>
                  </a:lnTo>
                  <a:lnTo>
                    <a:pt x="328381" y="122970"/>
                  </a:lnTo>
                  <a:lnTo>
                    <a:pt x="326895" y="117869"/>
                  </a:lnTo>
                  <a:lnTo>
                    <a:pt x="325247" y="112817"/>
                  </a:lnTo>
                  <a:lnTo>
                    <a:pt x="323440" y="107821"/>
                  </a:lnTo>
                  <a:lnTo>
                    <a:pt x="321475" y="102884"/>
                  </a:lnTo>
                  <a:lnTo>
                    <a:pt x="319354" y="98012"/>
                  </a:lnTo>
                  <a:lnTo>
                    <a:pt x="317080" y="93211"/>
                  </a:lnTo>
                  <a:lnTo>
                    <a:pt x="314653" y="88483"/>
                  </a:lnTo>
                  <a:lnTo>
                    <a:pt x="312078" y="83836"/>
                  </a:lnTo>
                  <a:lnTo>
                    <a:pt x="309357" y="79272"/>
                  </a:lnTo>
                  <a:lnTo>
                    <a:pt x="306492" y="74798"/>
                  </a:lnTo>
                  <a:lnTo>
                    <a:pt x="303486" y="70416"/>
                  </a:lnTo>
                  <a:lnTo>
                    <a:pt x="300342" y="66133"/>
                  </a:lnTo>
                  <a:lnTo>
                    <a:pt x="297064" y="61951"/>
                  </a:lnTo>
                  <a:lnTo>
                    <a:pt x="293654" y="57876"/>
                  </a:lnTo>
                  <a:lnTo>
                    <a:pt x="290117" y="53911"/>
                  </a:lnTo>
                  <a:lnTo>
                    <a:pt x="286456" y="50061"/>
                  </a:lnTo>
                  <a:lnTo>
                    <a:pt x="282674" y="46329"/>
                  </a:lnTo>
                  <a:lnTo>
                    <a:pt x="278775" y="42719"/>
                  </a:lnTo>
                  <a:lnTo>
                    <a:pt x="274763" y="39234"/>
                  </a:lnTo>
                  <a:lnTo>
                    <a:pt x="270643" y="35879"/>
                  </a:lnTo>
                  <a:lnTo>
                    <a:pt x="266419" y="32657"/>
                  </a:lnTo>
                  <a:lnTo>
                    <a:pt x="262094" y="29570"/>
                  </a:lnTo>
                  <a:lnTo>
                    <a:pt x="257673" y="26623"/>
                  </a:lnTo>
                  <a:lnTo>
                    <a:pt x="253160" y="23817"/>
                  </a:lnTo>
                  <a:lnTo>
                    <a:pt x="248561" y="21157"/>
                  </a:lnTo>
                  <a:lnTo>
                    <a:pt x="243880" y="18643"/>
                  </a:lnTo>
                  <a:lnTo>
                    <a:pt x="239121" y="16280"/>
                  </a:lnTo>
                  <a:lnTo>
                    <a:pt x="234289" y="14070"/>
                  </a:lnTo>
                  <a:lnTo>
                    <a:pt x="229390" y="12013"/>
                  </a:lnTo>
                  <a:lnTo>
                    <a:pt x="224427" y="10114"/>
                  </a:lnTo>
                  <a:lnTo>
                    <a:pt x="219407" y="8374"/>
                  </a:lnTo>
                  <a:lnTo>
                    <a:pt x="214334" y="6793"/>
                  </a:lnTo>
                  <a:lnTo>
                    <a:pt x="209214" y="5375"/>
                  </a:lnTo>
                  <a:lnTo>
                    <a:pt x="204051" y="4120"/>
                  </a:lnTo>
                  <a:lnTo>
                    <a:pt x="198850" y="3030"/>
                  </a:lnTo>
                  <a:lnTo>
                    <a:pt x="193618" y="2106"/>
                  </a:lnTo>
                  <a:lnTo>
                    <a:pt x="188359" y="1349"/>
                  </a:lnTo>
                  <a:lnTo>
                    <a:pt x="183078" y="759"/>
                  </a:lnTo>
                  <a:lnTo>
                    <a:pt x="177782" y="337"/>
                  </a:lnTo>
                  <a:lnTo>
                    <a:pt x="172474" y="84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66187" y="5018213"/>
              <a:ext cx="154851" cy="167167"/>
            </a:xfrm>
            <a:custGeom>
              <a:avLst/>
              <a:pathLst>
                <a:path w="154851" h="167167">
                  <a:moveTo>
                    <a:pt x="154851" y="0"/>
                  </a:moveTo>
                  <a:lnTo>
                    <a:pt x="149351" y="90"/>
                  </a:lnTo>
                  <a:lnTo>
                    <a:pt x="143858" y="361"/>
                  </a:lnTo>
                  <a:lnTo>
                    <a:pt x="138376" y="813"/>
                  </a:lnTo>
                  <a:lnTo>
                    <a:pt x="132912" y="1445"/>
                  </a:lnTo>
                  <a:lnTo>
                    <a:pt x="127472" y="2257"/>
                  </a:lnTo>
                  <a:lnTo>
                    <a:pt x="122062" y="3247"/>
                  </a:lnTo>
                  <a:lnTo>
                    <a:pt x="116687" y="4414"/>
                  </a:lnTo>
                  <a:lnTo>
                    <a:pt x="111354" y="5758"/>
                  </a:lnTo>
                  <a:lnTo>
                    <a:pt x="106067" y="7276"/>
                  </a:lnTo>
                  <a:lnTo>
                    <a:pt x="100834" y="8967"/>
                  </a:lnTo>
                  <a:lnTo>
                    <a:pt x="95658" y="10830"/>
                  </a:lnTo>
                  <a:lnTo>
                    <a:pt x="90547" y="12862"/>
                  </a:lnTo>
                  <a:lnTo>
                    <a:pt x="85506" y="15061"/>
                  </a:lnTo>
                  <a:lnTo>
                    <a:pt x="80539" y="17425"/>
                  </a:lnTo>
                  <a:lnTo>
                    <a:pt x="75653" y="19950"/>
                  </a:lnTo>
                  <a:lnTo>
                    <a:pt x="70853" y="22635"/>
                  </a:lnTo>
                  <a:lnTo>
                    <a:pt x="66144" y="25477"/>
                  </a:lnTo>
                  <a:lnTo>
                    <a:pt x="61531" y="28472"/>
                  </a:lnTo>
                  <a:lnTo>
                    <a:pt x="57018" y="31617"/>
                  </a:lnTo>
                  <a:lnTo>
                    <a:pt x="52612" y="34909"/>
                  </a:lnTo>
                  <a:lnTo>
                    <a:pt x="48316" y="38344"/>
                  </a:lnTo>
                  <a:lnTo>
                    <a:pt x="44136" y="41918"/>
                  </a:lnTo>
                  <a:lnTo>
                    <a:pt x="40075" y="45628"/>
                  </a:lnTo>
                  <a:lnTo>
                    <a:pt x="36139" y="49470"/>
                  </a:lnTo>
                  <a:lnTo>
                    <a:pt x="32332" y="53439"/>
                  </a:lnTo>
                  <a:lnTo>
                    <a:pt x="28656" y="57531"/>
                  </a:lnTo>
                  <a:lnTo>
                    <a:pt x="25118" y="61742"/>
                  </a:lnTo>
                  <a:lnTo>
                    <a:pt x="21720" y="66067"/>
                  </a:lnTo>
                  <a:lnTo>
                    <a:pt x="18466" y="70502"/>
                  </a:lnTo>
                  <a:lnTo>
                    <a:pt x="15360" y="75041"/>
                  </a:lnTo>
                  <a:lnTo>
                    <a:pt x="12405" y="79680"/>
                  </a:lnTo>
                  <a:lnTo>
                    <a:pt x="9604" y="84413"/>
                  </a:lnTo>
                  <a:lnTo>
                    <a:pt x="6960" y="89236"/>
                  </a:lnTo>
                  <a:lnTo>
                    <a:pt x="4476" y="94144"/>
                  </a:lnTo>
                  <a:lnTo>
                    <a:pt x="2155" y="99130"/>
                  </a:lnTo>
                  <a:lnTo>
                    <a:pt x="0" y="104190"/>
                  </a:lnTo>
                  <a:lnTo>
                    <a:pt x="1548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66187" y="5122404"/>
              <a:ext cx="154851" cy="62976"/>
            </a:xfrm>
            <a:custGeom>
              <a:avLst/>
              <a:pathLst>
                <a:path w="154851" h="62976">
                  <a:moveTo>
                    <a:pt x="0" y="0"/>
                  </a:moveTo>
                  <a:lnTo>
                    <a:pt x="154851" y="629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66187" y="5122404"/>
              <a:ext cx="154851" cy="62976"/>
            </a:xfrm>
            <a:custGeom>
              <a:avLst/>
              <a:pathLst>
                <a:path w="154851" h="62976">
                  <a:moveTo>
                    <a:pt x="0" y="0"/>
                  </a:moveTo>
                  <a:lnTo>
                    <a:pt x="154851" y="629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66187" y="5122404"/>
              <a:ext cx="154851" cy="62976"/>
            </a:xfrm>
            <a:custGeom>
              <a:avLst/>
              <a:pathLst>
                <a:path w="154851" h="62976">
                  <a:moveTo>
                    <a:pt x="0" y="0"/>
                  </a:moveTo>
                  <a:lnTo>
                    <a:pt x="154851" y="629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55255" y="5122404"/>
              <a:ext cx="165783" cy="62976"/>
            </a:xfrm>
            <a:custGeom>
              <a:avLst/>
              <a:pathLst>
                <a:path w="165783" h="62976">
                  <a:moveTo>
                    <a:pt x="10932" y="0"/>
                  </a:moveTo>
                  <a:lnTo>
                    <a:pt x="8721" y="5737"/>
                  </a:lnTo>
                  <a:lnTo>
                    <a:pt x="6722" y="11553"/>
                  </a:lnTo>
                  <a:lnTo>
                    <a:pt x="4938" y="17437"/>
                  </a:lnTo>
                  <a:lnTo>
                    <a:pt x="3372" y="23384"/>
                  </a:lnTo>
                  <a:lnTo>
                    <a:pt x="2026" y="29384"/>
                  </a:lnTo>
                  <a:lnTo>
                    <a:pt x="901" y="35429"/>
                  </a:lnTo>
                  <a:lnTo>
                    <a:pt x="0" y="41512"/>
                  </a:lnTo>
                  <a:lnTo>
                    <a:pt x="165783" y="629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53872" y="5018213"/>
              <a:ext cx="334323" cy="334327"/>
            </a:xfrm>
            <a:custGeom>
              <a:avLst/>
              <a:pathLst>
                <a:path w="334323" h="334327">
                  <a:moveTo>
                    <a:pt x="1383" y="145703"/>
                  </a:moveTo>
                  <a:lnTo>
                    <a:pt x="787" y="150958"/>
                  </a:lnTo>
                  <a:lnTo>
                    <a:pt x="357" y="156230"/>
                  </a:lnTo>
                  <a:lnTo>
                    <a:pt x="95" y="161513"/>
                  </a:lnTo>
                  <a:lnTo>
                    <a:pt x="0" y="166801"/>
                  </a:lnTo>
                  <a:lnTo>
                    <a:pt x="72" y="172090"/>
                  </a:lnTo>
                  <a:lnTo>
                    <a:pt x="311" y="177374"/>
                  </a:lnTo>
                  <a:lnTo>
                    <a:pt x="717" y="182647"/>
                  </a:lnTo>
                  <a:lnTo>
                    <a:pt x="1290" y="187905"/>
                  </a:lnTo>
                  <a:lnTo>
                    <a:pt x="2030" y="193143"/>
                  </a:lnTo>
                  <a:lnTo>
                    <a:pt x="2934" y="198354"/>
                  </a:lnTo>
                  <a:lnTo>
                    <a:pt x="4003" y="203534"/>
                  </a:lnTo>
                  <a:lnTo>
                    <a:pt x="5235" y="208678"/>
                  </a:lnTo>
                  <a:lnTo>
                    <a:pt x="6629" y="213780"/>
                  </a:lnTo>
                  <a:lnTo>
                    <a:pt x="8184" y="218835"/>
                  </a:lnTo>
                  <a:lnTo>
                    <a:pt x="9899" y="223839"/>
                  </a:lnTo>
                  <a:lnTo>
                    <a:pt x="11770" y="228786"/>
                  </a:lnTo>
                  <a:lnTo>
                    <a:pt x="13797" y="233671"/>
                  </a:lnTo>
                  <a:lnTo>
                    <a:pt x="15978" y="238490"/>
                  </a:lnTo>
                  <a:lnTo>
                    <a:pt x="18310" y="243237"/>
                  </a:lnTo>
                  <a:lnTo>
                    <a:pt x="20791" y="247908"/>
                  </a:lnTo>
                  <a:lnTo>
                    <a:pt x="23419" y="252499"/>
                  </a:lnTo>
                  <a:lnTo>
                    <a:pt x="26190" y="257004"/>
                  </a:lnTo>
                  <a:lnTo>
                    <a:pt x="29103" y="261419"/>
                  </a:lnTo>
                  <a:lnTo>
                    <a:pt x="32154" y="265739"/>
                  </a:lnTo>
                  <a:lnTo>
                    <a:pt x="35340" y="269961"/>
                  </a:lnTo>
                  <a:lnTo>
                    <a:pt x="38658" y="274080"/>
                  </a:lnTo>
                  <a:lnTo>
                    <a:pt x="42105" y="278092"/>
                  </a:lnTo>
                  <a:lnTo>
                    <a:pt x="45676" y="281993"/>
                  </a:lnTo>
                  <a:lnTo>
                    <a:pt x="49370" y="285779"/>
                  </a:lnTo>
                  <a:lnTo>
                    <a:pt x="53181" y="289447"/>
                  </a:lnTo>
                  <a:lnTo>
                    <a:pt x="57107" y="292991"/>
                  </a:lnTo>
                  <a:lnTo>
                    <a:pt x="61142" y="296410"/>
                  </a:lnTo>
                  <a:lnTo>
                    <a:pt x="65284" y="299700"/>
                  </a:lnTo>
                  <a:lnTo>
                    <a:pt x="69528" y="302857"/>
                  </a:lnTo>
                  <a:lnTo>
                    <a:pt x="73870" y="305878"/>
                  </a:lnTo>
                  <a:lnTo>
                    <a:pt x="78305" y="308760"/>
                  </a:lnTo>
                  <a:lnTo>
                    <a:pt x="82829" y="311500"/>
                  </a:lnTo>
                  <a:lnTo>
                    <a:pt x="87437" y="314096"/>
                  </a:lnTo>
                  <a:lnTo>
                    <a:pt x="92125" y="316545"/>
                  </a:lnTo>
                  <a:lnTo>
                    <a:pt x="96888" y="318844"/>
                  </a:lnTo>
                  <a:lnTo>
                    <a:pt x="101722" y="320991"/>
                  </a:lnTo>
                  <a:lnTo>
                    <a:pt x="106621" y="322985"/>
                  </a:lnTo>
                  <a:lnTo>
                    <a:pt x="111581" y="324822"/>
                  </a:lnTo>
                  <a:lnTo>
                    <a:pt x="116597" y="326502"/>
                  </a:lnTo>
                  <a:lnTo>
                    <a:pt x="121663" y="328022"/>
                  </a:lnTo>
                  <a:lnTo>
                    <a:pt x="126774" y="329381"/>
                  </a:lnTo>
                  <a:lnTo>
                    <a:pt x="131926" y="330578"/>
                  </a:lnTo>
                  <a:lnTo>
                    <a:pt x="137114" y="331611"/>
                  </a:lnTo>
                  <a:lnTo>
                    <a:pt x="142331" y="332479"/>
                  </a:lnTo>
                  <a:lnTo>
                    <a:pt x="147573" y="333182"/>
                  </a:lnTo>
                  <a:lnTo>
                    <a:pt x="152835" y="333719"/>
                  </a:lnTo>
                  <a:lnTo>
                    <a:pt x="158111" y="334089"/>
                  </a:lnTo>
                  <a:lnTo>
                    <a:pt x="163397" y="334292"/>
                  </a:lnTo>
                  <a:lnTo>
                    <a:pt x="168686" y="334327"/>
                  </a:lnTo>
                  <a:lnTo>
                    <a:pt x="173973" y="334196"/>
                  </a:lnTo>
                  <a:lnTo>
                    <a:pt x="179254" y="333897"/>
                  </a:lnTo>
                  <a:lnTo>
                    <a:pt x="184523" y="333431"/>
                  </a:lnTo>
                  <a:lnTo>
                    <a:pt x="189774" y="332799"/>
                  </a:lnTo>
                  <a:lnTo>
                    <a:pt x="195003" y="332001"/>
                  </a:lnTo>
                  <a:lnTo>
                    <a:pt x="200203" y="331037"/>
                  </a:lnTo>
                  <a:lnTo>
                    <a:pt x="205371" y="329910"/>
                  </a:lnTo>
                  <a:lnTo>
                    <a:pt x="210501" y="328620"/>
                  </a:lnTo>
                  <a:lnTo>
                    <a:pt x="215587" y="327168"/>
                  </a:lnTo>
                  <a:lnTo>
                    <a:pt x="220624" y="325556"/>
                  </a:lnTo>
                  <a:lnTo>
                    <a:pt x="225608" y="323786"/>
                  </a:lnTo>
                  <a:lnTo>
                    <a:pt x="230534" y="321859"/>
                  </a:lnTo>
                  <a:lnTo>
                    <a:pt x="235396" y="319777"/>
                  </a:lnTo>
                  <a:lnTo>
                    <a:pt x="240190" y="317542"/>
                  </a:lnTo>
                  <a:lnTo>
                    <a:pt x="244911" y="315156"/>
                  </a:lnTo>
                  <a:lnTo>
                    <a:pt x="249554" y="312623"/>
                  </a:lnTo>
                  <a:lnTo>
                    <a:pt x="254114" y="309943"/>
                  </a:lnTo>
                  <a:lnTo>
                    <a:pt x="258587" y="307121"/>
                  </a:lnTo>
                  <a:lnTo>
                    <a:pt x="262969" y="304159"/>
                  </a:lnTo>
                  <a:lnTo>
                    <a:pt x="267255" y="301060"/>
                  </a:lnTo>
                  <a:lnTo>
                    <a:pt x="271441" y="297826"/>
                  </a:lnTo>
                  <a:lnTo>
                    <a:pt x="275522" y="294462"/>
                  </a:lnTo>
                  <a:lnTo>
                    <a:pt x="279495" y="290970"/>
                  </a:lnTo>
                  <a:lnTo>
                    <a:pt x="283356" y="287355"/>
                  </a:lnTo>
                  <a:lnTo>
                    <a:pt x="287100" y="283619"/>
                  </a:lnTo>
                  <a:lnTo>
                    <a:pt x="290724" y="279766"/>
                  </a:lnTo>
                  <a:lnTo>
                    <a:pt x="294224" y="275801"/>
                  </a:lnTo>
                  <a:lnTo>
                    <a:pt x="297597" y="271727"/>
                  </a:lnTo>
                  <a:lnTo>
                    <a:pt x="300840" y="267548"/>
                  </a:lnTo>
                  <a:lnTo>
                    <a:pt x="303949" y="263269"/>
                  </a:lnTo>
                  <a:lnTo>
                    <a:pt x="306920" y="258894"/>
                  </a:lnTo>
                  <a:lnTo>
                    <a:pt x="309752" y="254427"/>
                  </a:lnTo>
                  <a:lnTo>
                    <a:pt x="312442" y="249872"/>
                  </a:lnTo>
                  <a:lnTo>
                    <a:pt x="314985" y="245235"/>
                  </a:lnTo>
                  <a:lnTo>
                    <a:pt x="317381" y="240519"/>
                  </a:lnTo>
                  <a:lnTo>
                    <a:pt x="319626" y="235730"/>
                  </a:lnTo>
                  <a:lnTo>
                    <a:pt x="321719" y="230873"/>
                  </a:lnTo>
                  <a:lnTo>
                    <a:pt x="323657" y="225951"/>
                  </a:lnTo>
                  <a:lnTo>
                    <a:pt x="325439" y="220971"/>
                  </a:lnTo>
                  <a:lnTo>
                    <a:pt x="327062" y="215937"/>
                  </a:lnTo>
                  <a:lnTo>
                    <a:pt x="328524" y="210854"/>
                  </a:lnTo>
                  <a:lnTo>
                    <a:pt x="329826" y="205728"/>
                  </a:lnTo>
                  <a:lnTo>
                    <a:pt x="330964" y="200562"/>
                  </a:lnTo>
                  <a:lnTo>
                    <a:pt x="331939" y="195364"/>
                  </a:lnTo>
                  <a:lnTo>
                    <a:pt x="332748" y="190137"/>
                  </a:lnTo>
                  <a:lnTo>
                    <a:pt x="333392" y="184887"/>
                  </a:lnTo>
                  <a:lnTo>
                    <a:pt x="333870" y="179619"/>
                  </a:lnTo>
                  <a:lnTo>
                    <a:pt x="334180" y="174339"/>
                  </a:lnTo>
                  <a:lnTo>
                    <a:pt x="334323" y="169052"/>
                  </a:lnTo>
                  <a:lnTo>
                    <a:pt x="334299" y="163763"/>
                  </a:lnTo>
                  <a:lnTo>
                    <a:pt x="334108" y="158477"/>
                  </a:lnTo>
                  <a:lnTo>
                    <a:pt x="333749" y="153200"/>
                  </a:lnTo>
                  <a:lnTo>
                    <a:pt x="333224" y="147937"/>
                  </a:lnTo>
                  <a:lnTo>
                    <a:pt x="332533" y="142693"/>
                  </a:lnTo>
                  <a:lnTo>
                    <a:pt x="331676" y="137474"/>
                  </a:lnTo>
                  <a:lnTo>
                    <a:pt x="330654" y="132284"/>
                  </a:lnTo>
                  <a:lnTo>
                    <a:pt x="329469" y="127130"/>
                  </a:lnTo>
                  <a:lnTo>
                    <a:pt x="328121" y="122015"/>
                  </a:lnTo>
                  <a:lnTo>
                    <a:pt x="326612" y="116946"/>
                  </a:lnTo>
                  <a:lnTo>
                    <a:pt x="324943" y="111927"/>
                  </a:lnTo>
                  <a:lnTo>
                    <a:pt x="323117" y="106963"/>
                  </a:lnTo>
                  <a:lnTo>
                    <a:pt x="321134" y="102059"/>
                  </a:lnTo>
                  <a:lnTo>
                    <a:pt x="318997" y="97221"/>
                  </a:lnTo>
                  <a:lnTo>
                    <a:pt x="316708" y="92453"/>
                  </a:lnTo>
                  <a:lnTo>
                    <a:pt x="314270" y="87759"/>
                  </a:lnTo>
                  <a:lnTo>
                    <a:pt x="311684" y="83145"/>
                  </a:lnTo>
                  <a:lnTo>
                    <a:pt x="308953" y="78615"/>
                  </a:lnTo>
                  <a:lnTo>
                    <a:pt x="306081" y="74174"/>
                  </a:lnTo>
                  <a:lnTo>
                    <a:pt x="303070" y="69826"/>
                  </a:lnTo>
                  <a:lnTo>
                    <a:pt x="299922" y="65575"/>
                  </a:lnTo>
                  <a:lnTo>
                    <a:pt x="296642" y="61426"/>
                  </a:lnTo>
                  <a:lnTo>
                    <a:pt x="293232" y="57383"/>
                  </a:lnTo>
                  <a:lnTo>
                    <a:pt x="289695" y="53449"/>
                  </a:lnTo>
                  <a:lnTo>
                    <a:pt x="286036" y="49630"/>
                  </a:lnTo>
                  <a:lnTo>
                    <a:pt x="282258" y="45928"/>
                  </a:lnTo>
                  <a:lnTo>
                    <a:pt x="278365" y="42348"/>
                  </a:lnTo>
                  <a:lnTo>
                    <a:pt x="274361" y="38892"/>
                  </a:lnTo>
                  <a:lnTo>
                    <a:pt x="270249" y="35565"/>
                  </a:lnTo>
                  <a:lnTo>
                    <a:pt x="266034" y="32370"/>
                  </a:lnTo>
                  <a:lnTo>
                    <a:pt x="261720" y="29310"/>
                  </a:lnTo>
                  <a:lnTo>
                    <a:pt x="257312" y="26388"/>
                  </a:lnTo>
                  <a:lnTo>
                    <a:pt x="252813" y="23606"/>
                  </a:lnTo>
                  <a:lnTo>
                    <a:pt x="248228" y="20969"/>
                  </a:lnTo>
                  <a:lnTo>
                    <a:pt x="243562" y="18477"/>
                  </a:lnTo>
                  <a:lnTo>
                    <a:pt x="238820" y="16135"/>
                  </a:lnTo>
                  <a:lnTo>
                    <a:pt x="234006" y="13944"/>
                  </a:lnTo>
                  <a:lnTo>
                    <a:pt x="229125" y="11906"/>
                  </a:lnTo>
                  <a:lnTo>
                    <a:pt x="224183" y="10023"/>
                  </a:lnTo>
                  <a:lnTo>
                    <a:pt x="219183" y="8298"/>
                  </a:lnTo>
                  <a:lnTo>
                    <a:pt x="214131" y="6732"/>
                  </a:lnTo>
                  <a:lnTo>
                    <a:pt x="209031" y="5327"/>
                  </a:lnTo>
                  <a:lnTo>
                    <a:pt x="203890" y="4083"/>
                  </a:lnTo>
                  <a:lnTo>
                    <a:pt x="198713" y="3003"/>
                  </a:lnTo>
                  <a:lnTo>
                    <a:pt x="193503" y="2087"/>
                  </a:lnTo>
                  <a:lnTo>
                    <a:pt x="188268" y="1337"/>
                  </a:lnTo>
                  <a:lnTo>
                    <a:pt x="183011" y="752"/>
                  </a:lnTo>
                  <a:lnTo>
                    <a:pt x="177738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256080" y="4659281"/>
              <a:ext cx="334266" cy="334331"/>
            </a:xfrm>
            <a:custGeom>
              <a:avLst/>
              <a:pathLst>
                <a:path w="334266" h="334331">
                  <a:moveTo>
                    <a:pt x="167154" y="0"/>
                  </a:moveTo>
                  <a:lnTo>
                    <a:pt x="161861" y="83"/>
                  </a:lnTo>
                  <a:lnTo>
                    <a:pt x="156574" y="335"/>
                  </a:lnTo>
                  <a:lnTo>
                    <a:pt x="151297" y="753"/>
                  </a:lnTo>
                  <a:lnTo>
                    <a:pt x="146036" y="1339"/>
                  </a:lnTo>
                  <a:lnTo>
                    <a:pt x="140796" y="2090"/>
                  </a:lnTo>
                  <a:lnTo>
                    <a:pt x="135583" y="3008"/>
                  </a:lnTo>
                  <a:lnTo>
                    <a:pt x="130401" y="4090"/>
                  </a:lnTo>
                  <a:lnTo>
                    <a:pt x="125257" y="5335"/>
                  </a:lnTo>
                  <a:lnTo>
                    <a:pt x="120154" y="6743"/>
                  </a:lnTo>
                  <a:lnTo>
                    <a:pt x="115098" y="8311"/>
                  </a:lnTo>
                  <a:lnTo>
                    <a:pt x="110095" y="10039"/>
                  </a:lnTo>
                  <a:lnTo>
                    <a:pt x="105148" y="11924"/>
                  </a:lnTo>
                  <a:lnTo>
                    <a:pt x="100264" y="13965"/>
                  </a:lnTo>
                  <a:lnTo>
                    <a:pt x="95447" y="16160"/>
                  </a:lnTo>
                  <a:lnTo>
                    <a:pt x="90702" y="18506"/>
                  </a:lnTo>
                  <a:lnTo>
                    <a:pt x="86034" y="21001"/>
                  </a:lnTo>
                  <a:lnTo>
                    <a:pt x="81447" y="23643"/>
                  </a:lnTo>
                  <a:lnTo>
                    <a:pt x="76945" y="26428"/>
                  </a:lnTo>
                  <a:lnTo>
                    <a:pt x="72535" y="29355"/>
                  </a:lnTo>
                  <a:lnTo>
                    <a:pt x="68219" y="32420"/>
                  </a:lnTo>
                  <a:lnTo>
                    <a:pt x="64002" y="35620"/>
                  </a:lnTo>
                  <a:lnTo>
                    <a:pt x="59889" y="38952"/>
                  </a:lnTo>
                  <a:lnTo>
                    <a:pt x="55883" y="42412"/>
                  </a:lnTo>
                  <a:lnTo>
                    <a:pt x="51989" y="45997"/>
                  </a:lnTo>
                  <a:lnTo>
                    <a:pt x="48211" y="49704"/>
                  </a:lnTo>
                  <a:lnTo>
                    <a:pt x="44551" y="53529"/>
                  </a:lnTo>
                  <a:lnTo>
                    <a:pt x="41015" y="57468"/>
                  </a:lnTo>
                  <a:lnTo>
                    <a:pt x="37605" y="61517"/>
                  </a:lnTo>
                  <a:lnTo>
                    <a:pt x="34325" y="65671"/>
                  </a:lnTo>
                  <a:lnTo>
                    <a:pt x="31178" y="69928"/>
                  </a:lnTo>
                  <a:lnTo>
                    <a:pt x="28167" y="74282"/>
                  </a:lnTo>
                  <a:lnTo>
                    <a:pt x="25296" y="78729"/>
                  </a:lnTo>
                  <a:lnTo>
                    <a:pt x="22567" y="83264"/>
                  </a:lnTo>
                  <a:lnTo>
                    <a:pt x="19983" y="87884"/>
                  </a:lnTo>
                  <a:lnTo>
                    <a:pt x="17547" y="92584"/>
                  </a:lnTo>
                  <a:lnTo>
                    <a:pt x="15260" y="97358"/>
                  </a:lnTo>
                  <a:lnTo>
                    <a:pt x="13126" y="102202"/>
                  </a:lnTo>
                  <a:lnTo>
                    <a:pt x="11147" y="107111"/>
                  </a:lnTo>
                  <a:lnTo>
                    <a:pt x="9323" y="112081"/>
                  </a:lnTo>
                  <a:lnTo>
                    <a:pt x="7658" y="117105"/>
                  </a:lnTo>
                  <a:lnTo>
                    <a:pt x="6153" y="122180"/>
                  </a:lnTo>
                  <a:lnTo>
                    <a:pt x="4810" y="127300"/>
                  </a:lnTo>
                  <a:lnTo>
                    <a:pt x="3629" y="132460"/>
                  </a:lnTo>
                  <a:lnTo>
                    <a:pt x="2612" y="137655"/>
                  </a:lnTo>
                  <a:lnTo>
                    <a:pt x="1760" y="142879"/>
                  </a:lnTo>
                  <a:lnTo>
                    <a:pt x="1074" y="148128"/>
                  </a:lnTo>
                  <a:lnTo>
                    <a:pt x="555" y="153396"/>
                  </a:lnTo>
                  <a:lnTo>
                    <a:pt x="202" y="158678"/>
                  </a:lnTo>
                  <a:lnTo>
                    <a:pt x="17" y="163968"/>
                  </a:lnTo>
                  <a:lnTo>
                    <a:pt x="0" y="169261"/>
                  </a:lnTo>
                  <a:lnTo>
                    <a:pt x="150" y="174552"/>
                  </a:lnTo>
                  <a:lnTo>
                    <a:pt x="467" y="179836"/>
                  </a:lnTo>
                  <a:lnTo>
                    <a:pt x="952" y="185107"/>
                  </a:lnTo>
                  <a:lnTo>
                    <a:pt x="1603" y="190360"/>
                  </a:lnTo>
                  <a:lnTo>
                    <a:pt x="2421" y="195590"/>
                  </a:lnTo>
                  <a:lnTo>
                    <a:pt x="3403" y="200792"/>
                  </a:lnTo>
                  <a:lnTo>
                    <a:pt x="4550" y="205959"/>
                  </a:lnTo>
                  <a:lnTo>
                    <a:pt x="5859" y="211088"/>
                  </a:lnTo>
                  <a:lnTo>
                    <a:pt x="7331" y="216173"/>
                  </a:lnTo>
                  <a:lnTo>
                    <a:pt x="8963" y="221209"/>
                  </a:lnTo>
                  <a:lnTo>
                    <a:pt x="10753" y="226190"/>
                  </a:lnTo>
                  <a:lnTo>
                    <a:pt x="12700" y="231112"/>
                  </a:lnTo>
                  <a:lnTo>
                    <a:pt x="14802" y="235970"/>
                  </a:lnTo>
                  <a:lnTo>
                    <a:pt x="17057" y="240760"/>
                  </a:lnTo>
                  <a:lnTo>
                    <a:pt x="19462" y="245475"/>
                  </a:lnTo>
                  <a:lnTo>
                    <a:pt x="22016" y="250112"/>
                  </a:lnTo>
                  <a:lnTo>
                    <a:pt x="24714" y="254665"/>
                  </a:lnTo>
                  <a:lnTo>
                    <a:pt x="27556" y="259131"/>
                  </a:lnTo>
                  <a:lnTo>
                    <a:pt x="30538" y="263505"/>
                  </a:lnTo>
                  <a:lnTo>
                    <a:pt x="33657" y="267782"/>
                  </a:lnTo>
                  <a:lnTo>
                    <a:pt x="36909" y="271958"/>
                  </a:lnTo>
                  <a:lnTo>
                    <a:pt x="40292" y="276030"/>
                  </a:lnTo>
                  <a:lnTo>
                    <a:pt x="43802" y="279992"/>
                  </a:lnTo>
                  <a:lnTo>
                    <a:pt x="47436" y="283840"/>
                  </a:lnTo>
                  <a:lnTo>
                    <a:pt x="51191" y="287572"/>
                  </a:lnTo>
                  <a:lnTo>
                    <a:pt x="55061" y="291184"/>
                  </a:lnTo>
                  <a:lnTo>
                    <a:pt x="59044" y="294670"/>
                  </a:lnTo>
                  <a:lnTo>
                    <a:pt x="63135" y="298029"/>
                  </a:lnTo>
                  <a:lnTo>
                    <a:pt x="67330" y="301257"/>
                  </a:lnTo>
                  <a:lnTo>
                    <a:pt x="71626" y="304350"/>
                  </a:lnTo>
                  <a:lnTo>
                    <a:pt x="76017" y="307306"/>
                  </a:lnTo>
                  <a:lnTo>
                    <a:pt x="80500" y="310121"/>
                  </a:lnTo>
                  <a:lnTo>
                    <a:pt x="85069" y="312793"/>
                  </a:lnTo>
                  <a:lnTo>
                    <a:pt x="89721" y="315319"/>
                  </a:lnTo>
                  <a:lnTo>
                    <a:pt x="94450" y="317697"/>
                  </a:lnTo>
                  <a:lnTo>
                    <a:pt x="99253" y="319923"/>
                  </a:lnTo>
                  <a:lnTo>
                    <a:pt x="104123" y="321996"/>
                  </a:lnTo>
                  <a:lnTo>
                    <a:pt x="109057" y="323914"/>
                  </a:lnTo>
                  <a:lnTo>
                    <a:pt x="114049" y="325675"/>
                  </a:lnTo>
                  <a:lnTo>
                    <a:pt x="119094" y="327277"/>
                  </a:lnTo>
                  <a:lnTo>
                    <a:pt x="124187" y="328718"/>
                  </a:lnTo>
                  <a:lnTo>
                    <a:pt x="129324" y="329998"/>
                  </a:lnTo>
                  <a:lnTo>
                    <a:pt x="134498" y="331114"/>
                  </a:lnTo>
                  <a:lnTo>
                    <a:pt x="139705" y="332066"/>
                  </a:lnTo>
                  <a:lnTo>
                    <a:pt x="144940" y="332852"/>
                  </a:lnTo>
                  <a:lnTo>
                    <a:pt x="150197" y="333472"/>
                  </a:lnTo>
                  <a:lnTo>
                    <a:pt x="155471" y="333926"/>
                  </a:lnTo>
                  <a:lnTo>
                    <a:pt x="160757" y="334212"/>
                  </a:lnTo>
                  <a:lnTo>
                    <a:pt x="166049" y="334331"/>
                  </a:lnTo>
                  <a:lnTo>
                    <a:pt x="171342" y="334282"/>
                  </a:lnTo>
                  <a:lnTo>
                    <a:pt x="176631" y="334066"/>
                  </a:lnTo>
                  <a:lnTo>
                    <a:pt x="181910" y="333682"/>
                  </a:lnTo>
                  <a:lnTo>
                    <a:pt x="187175" y="333131"/>
                  </a:lnTo>
                  <a:lnTo>
                    <a:pt x="192419" y="332414"/>
                  </a:lnTo>
                  <a:lnTo>
                    <a:pt x="197639" y="331531"/>
                  </a:lnTo>
                  <a:lnTo>
                    <a:pt x="202827" y="330484"/>
                  </a:lnTo>
                  <a:lnTo>
                    <a:pt x="207980" y="329272"/>
                  </a:lnTo>
                  <a:lnTo>
                    <a:pt x="213092" y="327898"/>
                  </a:lnTo>
                  <a:lnTo>
                    <a:pt x="218158" y="326363"/>
                  </a:lnTo>
                  <a:lnTo>
                    <a:pt x="223173" y="324669"/>
                  </a:lnTo>
                  <a:lnTo>
                    <a:pt x="228132" y="322816"/>
                  </a:lnTo>
                  <a:lnTo>
                    <a:pt x="233029" y="320807"/>
                  </a:lnTo>
                  <a:lnTo>
                    <a:pt x="237860" y="318645"/>
                  </a:lnTo>
                  <a:lnTo>
                    <a:pt x="242621" y="316330"/>
                  </a:lnTo>
                  <a:lnTo>
                    <a:pt x="247306" y="313866"/>
                  </a:lnTo>
                  <a:lnTo>
                    <a:pt x="251910" y="311255"/>
                  </a:lnTo>
                  <a:lnTo>
                    <a:pt x="256430" y="308499"/>
                  </a:lnTo>
                  <a:lnTo>
                    <a:pt x="260860" y="305602"/>
                  </a:lnTo>
                  <a:lnTo>
                    <a:pt x="265196" y="302565"/>
                  </a:lnTo>
                  <a:lnTo>
                    <a:pt x="269433" y="299393"/>
                  </a:lnTo>
                  <a:lnTo>
                    <a:pt x="273569" y="296089"/>
                  </a:lnTo>
                  <a:lnTo>
                    <a:pt x="277597" y="292655"/>
                  </a:lnTo>
                  <a:lnTo>
                    <a:pt x="281515" y="289095"/>
                  </a:lnTo>
                  <a:lnTo>
                    <a:pt x="285318" y="285413"/>
                  </a:lnTo>
                  <a:lnTo>
                    <a:pt x="289002" y="281613"/>
                  </a:lnTo>
                  <a:lnTo>
                    <a:pt x="292565" y="277698"/>
                  </a:lnTo>
                  <a:lnTo>
                    <a:pt x="296002" y="273671"/>
                  </a:lnTo>
                  <a:lnTo>
                    <a:pt x="299309" y="269539"/>
                  </a:lnTo>
                  <a:lnTo>
                    <a:pt x="302484" y="265303"/>
                  </a:lnTo>
                  <a:lnTo>
                    <a:pt x="305523" y="260969"/>
                  </a:lnTo>
                  <a:lnTo>
                    <a:pt x="308424" y="256541"/>
                  </a:lnTo>
                  <a:lnTo>
                    <a:pt x="311183" y="252024"/>
                  </a:lnTo>
                  <a:lnTo>
                    <a:pt x="313797" y="247421"/>
                  </a:lnTo>
                  <a:lnTo>
                    <a:pt x="316264" y="242738"/>
                  </a:lnTo>
                  <a:lnTo>
                    <a:pt x="318582" y="237979"/>
                  </a:lnTo>
                  <a:lnTo>
                    <a:pt x="320748" y="233149"/>
                  </a:lnTo>
                  <a:lnTo>
                    <a:pt x="322761" y="228253"/>
                  </a:lnTo>
                  <a:lnTo>
                    <a:pt x="324617" y="223296"/>
                  </a:lnTo>
                  <a:lnTo>
                    <a:pt x="326315" y="218282"/>
                  </a:lnTo>
                  <a:lnTo>
                    <a:pt x="327853" y="213217"/>
                  </a:lnTo>
                  <a:lnTo>
                    <a:pt x="329231" y="208106"/>
                  </a:lnTo>
                  <a:lnTo>
                    <a:pt x="330446" y="202954"/>
                  </a:lnTo>
                  <a:lnTo>
                    <a:pt x="331497" y="197766"/>
                  </a:lnTo>
                  <a:lnTo>
                    <a:pt x="332383" y="192548"/>
                  </a:lnTo>
                  <a:lnTo>
                    <a:pt x="333104" y="187303"/>
                  </a:lnTo>
                  <a:lnTo>
                    <a:pt x="333658" y="182039"/>
                  </a:lnTo>
                  <a:lnTo>
                    <a:pt x="334046" y="176760"/>
                  </a:lnTo>
                  <a:lnTo>
                    <a:pt x="334266" y="171471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826449"/>
              <a:ext cx="167112" cy="4304"/>
            </a:xfrm>
            <a:custGeom>
              <a:avLst/>
              <a:pathLst>
                <a:path w="167112" h="4304">
                  <a:moveTo>
                    <a:pt x="167112" y="43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826449"/>
              <a:ext cx="167112" cy="4304"/>
            </a:xfrm>
            <a:custGeom>
              <a:avLst/>
              <a:pathLst>
                <a:path w="167112" h="4304">
                  <a:moveTo>
                    <a:pt x="167112" y="43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729005"/>
              <a:ext cx="167161" cy="101748"/>
            </a:xfrm>
            <a:custGeom>
              <a:avLst/>
              <a:pathLst>
                <a:path w="167161" h="101748">
                  <a:moveTo>
                    <a:pt x="167112" y="101748"/>
                  </a:moveTo>
                  <a:lnTo>
                    <a:pt x="167161" y="96047"/>
                  </a:lnTo>
                  <a:lnTo>
                    <a:pt x="167016" y="90347"/>
                  </a:lnTo>
                  <a:lnTo>
                    <a:pt x="166677" y="84655"/>
                  </a:lnTo>
                  <a:lnTo>
                    <a:pt x="166144" y="78979"/>
                  </a:lnTo>
                  <a:lnTo>
                    <a:pt x="165418" y="73324"/>
                  </a:lnTo>
                  <a:lnTo>
                    <a:pt x="164499" y="67697"/>
                  </a:lnTo>
                  <a:lnTo>
                    <a:pt x="163389" y="62104"/>
                  </a:lnTo>
                  <a:lnTo>
                    <a:pt x="162089" y="56553"/>
                  </a:lnTo>
                  <a:lnTo>
                    <a:pt x="160600" y="51049"/>
                  </a:lnTo>
                  <a:lnTo>
                    <a:pt x="158924" y="45599"/>
                  </a:lnTo>
                  <a:lnTo>
                    <a:pt x="157064" y="40210"/>
                  </a:lnTo>
                  <a:lnTo>
                    <a:pt x="155021" y="34887"/>
                  </a:lnTo>
                  <a:lnTo>
                    <a:pt x="152797" y="29637"/>
                  </a:lnTo>
                  <a:lnTo>
                    <a:pt x="150396" y="24466"/>
                  </a:lnTo>
                  <a:lnTo>
                    <a:pt x="147820" y="19379"/>
                  </a:lnTo>
                  <a:lnTo>
                    <a:pt x="145072" y="14384"/>
                  </a:lnTo>
                  <a:lnTo>
                    <a:pt x="142155" y="9485"/>
                  </a:lnTo>
                  <a:lnTo>
                    <a:pt x="139073" y="4688"/>
                  </a:lnTo>
                  <a:lnTo>
                    <a:pt x="135829" y="0"/>
                  </a:lnTo>
                  <a:lnTo>
                    <a:pt x="0" y="974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135829" cy="167167"/>
            </a:xfrm>
            <a:custGeom>
              <a:avLst/>
              <a:pathLst>
                <a:path w="135829" h="167167">
                  <a:moveTo>
                    <a:pt x="135829" y="69723"/>
                  </a:moveTo>
                  <a:lnTo>
                    <a:pt x="132570" y="65333"/>
                  </a:lnTo>
                  <a:lnTo>
                    <a:pt x="129169" y="61053"/>
                  </a:lnTo>
                  <a:lnTo>
                    <a:pt x="125630" y="56885"/>
                  </a:lnTo>
                  <a:lnTo>
                    <a:pt x="121956" y="52836"/>
                  </a:lnTo>
                  <a:lnTo>
                    <a:pt x="118152" y="48909"/>
                  </a:lnTo>
                  <a:lnTo>
                    <a:pt x="114222" y="45109"/>
                  </a:lnTo>
                  <a:lnTo>
                    <a:pt x="110169" y="41439"/>
                  </a:lnTo>
                  <a:lnTo>
                    <a:pt x="105999" y="37904"/>
                  </a:lnTo>
                  <a:lnTo>
                    <a:pt x="101716" y="34506"/>
                  </a:lnTo>
                  <a:lnTo>
                    <a:pt x="97323" y="31251"/>
                  </a:lnTo>
                  <a:lnTo>
                    <a:pt x="92826" y="28141"/>
                  </a:lnTo>
                  <a:lnTo>
                    <a:pt x="88231" y="25180"/>
                  </a:lnTo>
                  <a:lnTo>
                    <a:pt x="83540" y="22371"/>
                  </a:lnTo>
                  <a:lnTo>
                    <a:pt x="78761" y="19717"/>
                  </a:lnTo>
                  <a:lnTo>
                    <a:pt x="73897" y="17220"/>
                  </a:lnTo>
                  <a:lnTo>
                    <a:pt x="68954" y="14884"/>
                  </a:lnTo>
                  <a:lnTo>
                    <a:pt x="63937" y="12710"/>
                  </a:lnTo>
                  <a:lnTo>
                    <a:pt x="58852" y="10702"/>
                  </a:lnTo>
                  <a:lnTo>
                    <a:pt x="53704" y="8861"/>
                  </a:lnTo>
                  <a:lnTo>
                    <a:pt x="48499" y="7190"/>
                  </a:lnTo>
                  <a:lnTo>
                    <a:pt x="43242" y="5689"/>
                  </a:lnTo>
                  <a:lnTo>
                    <a:pt x="37938" y="4362"/>
                  </a:lnTo>
                  <a:lnTo>
                    <a:pt x="32594" y="3208"/>
                  </a:lnTo>
                  <a:lnTo>
                    <a:pt x="27215" y="2230"/>
                  </a:lnTo>
                  <a:lnTo>
                    <a:pt x="21807" y="1428"/>
                  </a:lnTo>
                  <a:lnTo>
                    <a:pt x="16376" y="804"/>
                  </a:lnTo>
                  <a:lnTo>
                    <a:pt x="10927" y="357"/>
                  </a:lnTo>
                  <a:lnTo>
                    <a:pt x="5466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561317" y="4213821"/>
              <a:ext cx="317633" cy="334330"/>
            </a:xfrm>
            <a:custGeom>
              <a:avLst/>
              <a:pathLst>
                <a:path w="317633" h="334330">
                  <a:moveTo>
                    <a:pt x="167154" y="0"/>
                  </a:moveTo>
                  <a:lnTo>
                    <a:pt x="161838" y="84"/>
                  </a:lnTo>
                  <a:lnTo>
                    <a:pt x="156528" y="338"/>
                  </a:lnTo>
                  <a:lnTo>
                    <a:pt x="151228" y="760"/>
                  </a:lnTo>
                  <a:lnTo>
                    <a:pt x="145945" y="1350"/>
                  </a:lnTo>
                  <a:lnTo>
                    <a:pt x="140683" y="2109"/>
                  </a:lnTo>
                  <a:lnTo>
                    <a:pt x="135448" y="3034"/>
                  </a:lnTo>
                  <a:lnTo>
                    <a:pt x="130244" y="4125"/>
                  </a:lnTo>
                  <a:lnTo>
                    <a:pt x="125079" y="5381"/>
                  </a:lnTo>
                  <a:lnTo>
                    <a:pt x="119955" y="6801"/>
                  </a:lnTo>
                  <a:lnTo>
                    <a:pt x="114880" y="8383"/>
                  </a:lnTo>
                  <a:lnTo>
                    <a:pt x="109857" y="10126"/>
                  </a:lnTo>
                  <a:lnTo>
                    <a:pt x="104892" y="12027"/>
                  </a:lnTo>
                  <a:lnTo>
                    <a:pt x="99991" y="14085"/>
                  </a:lnTo>
                  <a:lnTo>
                    <a:pt x="95157" y="16298"/>
                  </a:lnTo>
                  <a:lnTo>
                    <a:pt x="90396" y="18664"/>
                  </a:lnTo>
                  <a:lnTo>
                    <a:pt x="85712" y="21180"/>
                  </a:lnTo>
                  <a:lnTo>
                    <a:pt x="81111" y="23844"/>
                  </a:lnTo>
                  <a:lnTo>
                    <a:pt x="76597" y="26652"/>
                  </a:lnTo>
                  <a:lnTo>
                    <a:pt x="72175" y="29603"/>
                  </a:lnTo>
                  <a:lnTo>
                    <a:pt x="67849" y="32693"/>
                  </a:lnTo>
                  <a:lnTo>
                    <a:pt x="63623" y="35918"/>
                  </a:lnTo>
                  <a:lnTo>
                    <a:pt x="59501" y="39277"/>
                  </a:lnTo>
                  <a:lnTo>
                    <a:pt x="55489" y="42765"/>
                  </a:lnTo>
                  <a:lnTo>
                    <a:pt x="51590" y="46379"/>
                  </a:lnTo>
                  <a:lnTo>
                    <a:pt x="47807" y="50114"/>
                  </a:lnTo>
                  <a:lnTo>
                    <a:pt x="44146" y="53969"/>
                  </a:lnTo>
                  <a:lnTo>
                    <a:pt x="40608" y="57937"/>
                  </a:lnTo>
                  <a:lnTo>
                    <a:pt x="37199" y="62017"/>
                  </a:lnTo>
                  <a:lnTo>
                    <a:pt x="33921" y="66202"/>
                  </a:lnTo>
                  <a:lnTo>
                    <a:pt x="30778" y="70490"/>
                  </a:lnTo>
                  <a:lnTo>
                    <a:pt x="27772" y="74875"/>
                  </a:lnTo>
                  <a:lnTo>
                    <a:pt x="24908" y="79354"/>
                  </a:lnTo>
                  <a:lnTo>
                    <a:pt x="22188" y="83922"/>
                  </a:lnTo>
                  <a:lnTo>
                    <a:pt x="19614" y="88574"/>
                  </a:lnTo>
                  <a:lnTo>
                    <a:pt x="17189" y="93305"/>
                  </a:lnTo>
                  <a:lnTo>
                    <a:pt x="14917" y="98111"/>
                  </a:lnTo>
                  <a:lnTo>
                    <a:pt x="12798" y="102987"/>
                  </a:lnTo>
                  <a:lnTo>
                    <a:pt x="10835" y="107928"/>
                  </a:lnTo>
                  <a:lnTo>
                    <a:pt x="9030" y="112929"/>
                  </a:lnTo>
                  <a:lnTo>
                    <a:pt x="7386" y="117984"/>
                  </a:lnTo>
                  <a:lnTo>
                    <a:pt x="5902" y="123089"/>
                  </a:lnTo>
                  <a:lnTo>
                    <a:pt x="4582" y="128239"/>
                  </a:lnTo>
                  <a:lnTo>
                    <a:pt x="3427" y="133429"/>
                  </a:lnTo>
                  <a:lnTo>
                    <a:pt x="2437" y="138652"/>
                  </a:lnTo>
                  <a:lnTo>
                    <a:pt x="1613" y="143904"/>
                  </a:lnTo>
                  <a:lnTo>
                    <a:pt x="957" y="149180"/>
                  </a:lnTo>
                  <a:lnTo>
                    <a:pt x="469" y="154474"/>
                  </a:lnTo>
                  <a:lnTo>
                    <a:pt x="150" y="159781"/>
                  </a:lnTo>
                  <a:lnTo>
                    <a:pt x="0" y="165095"/>
                  </a:lnTo>
                  <a:lnTo>
                    <a:pt x="18" y="170411"/>
                  </a:lnTo>
                  <a:lnTo>
                    <a:pt x="206" y="175724"/>
                  </a:lnTo>
                  <a:lnTo>
                    <a:pt x="562" y="181029"/>
                  </a:lnTo>
                  <a:lnTo>
                    <a:pt x="1087" y="186319"/>
                  </a:lnTo>
                  <a:lnTo>
                    <a:pt x="1780" y="191590"/>
                  </a:lnTo>
                  <a:lnTo>
                    <a:pt x="2641" y="196837"/>
                  </a:lnTo>
                  <a:lnTo>
                    <a:pt x="3667" y="202053"/>
                  </a:lnTo>
                  <a:lnTo>
                    <a:pt x="4859" y="207234"/>
                  </a:lnTo>
                  <a:lnTo>
                    <a:pt x="6215" y="212374"/>
                  </a:lnTo>
                  <a:lnTo>
                    <a:pt x="7734" y="217469"/>
                  </a:lnTo>
                  <a:lnTo>
                    <a:pt x="9415" y="222513"/>
                  </a:lnTo>
                  <a:lnTo>
                    <a:pt x="11254" y="227501"/>
                  </a:lnTo>
                  <a:lnTo>
                    <a:pt x="13252" y="232428"/>
                  </a:lnTo>
                  <a:lnTo>
                    <a:pt x="15405" y="237289"/>
                  </a:lnTo>
                  <a:lnTo>
                    <a:pt x="17711" y="242079"/>
                  </a:lnTo>
                  <a:lnTo>
                    <a:pt x="20169" y="246793"/>
                  </a:lnTo>
                  <a:lnTo>
                    <a:pt x="22775" y="251427"/>
                  </a:lnTo>
                  <a:lnTo>
                    <a:pt x="25528" y="255975"/>
                  </a:lnTo>
                  <a:lnTo>
                    <a:pt x="28423" y="260434"/>
                  </a:lnTo>
                  <a:lnTo>
                    <a:pt x="31459" y="264798"/>
                  </a:lnTo>
                  <a:lnTo>
                    <a:pt x="34632" y="269064"/>
                  </a:lnTo>
                  <a:lnTo>
                    <a:pt x="37940" y="273226"/>
                  </a:lnTo>
                  <a:lnTo>
                    <a:pt x="41377" y="277281"/>
                  </a:lnTo>
                  <a:lnTo>
                    <a:pt x="44943" y="281225"/>
                  </a:lnTo>
                  <a:lnTo>
                    <a:pt x="48631" y="285054"/>
                  </a:lnTo>
                  <a:lnTo>
                    <a:pt x="52440" y="288763"/>
                  </a:lnTo>
                  <a:lnTo>
                    <a:pt x="56364" y="292349"/>
                  </a:lnTo>
                  <a:lnTo>
                    <a:pt x="60401" y="295809"/>
                  </a:lnTo>
                  <a:lnTo>
                    <a:pt x="64546" y="299138"/>
                  </a:lnTo>
                  <a:lnTo>
                    <a:pt x="68794" y="302335"/>
                  </a:lnTo>
                  <a:lnTo>
                    <a:pt x="73142" y="305394"/>
                  </a:lnTo>
                  <a:lnTo>
                    <a:pt x="77585" y="308313"/>
                  </a:lnTo>
                  <a:lnTo>
                    <a:pt x="82119" y="311090"/>
                  </a:lnTo>
                  <a:lnTo>
                    <a:pt x="86738" y="313722"/>
                  </a:lnTo>
                  <a:lnTo>
                    <a:pt x="91439" y="316205"/>
                  </a:lnTo>
                  <a:lnTo>
                    <a:pt x="96217" y="318537"/>
                  </a:lnTo>
                  <a:lnTo>
                    <a:pt x="101066" y="320716"/>
                  </a:lnTo>
                  <a:lnTo>
                    <a:pt x="105982" y="322740"/>
                  </a:lnTo>
                  <a:lnTo>
                    <a:pt x="110960" y="324606"/>
                  </a:lnTo>
                  <a:lnTo>
                    <a:pt x="115995" y="326314"/>
                  </a:lnTo>
                  <a:lnTo>
                    <a:pt x="121081" y="327860"/>
                  </a:lnTo>
                  <a:lnTo>
                    <a:pt x="126214" y="329244"/>
                  </a:lnTo>
                  <a:lnTo>
                    <a:pt x="131389" y="330464"/>
                  </a:lnTo>
                  <a:lnTo>
                    <a:pt x="136600" y="331518"/>
                  </a:lnTo>
                  <a:lnTo>
                    <a:pt x="141841" y="332407"/>
                  </a:lnTo>
                  <a:lnTo>
                    <a:pt x="147109" y="333128"/>
                  </a:lnTo>
                  <a:lnTo>
                    <a:pt x="152396" y="333682"/>
                  </a:lnTo>
                  <a:lnTo>
                    <a:pt x="157698" y="334067"/>
                  </a:lnTo>
                  <a:lnTo>
                    <a:pt x="163010" y="334283"/>
                  </a:lnTo>
                  <a:lnTo>
                    <a:pt x="168327" y="334330"/>
                  </a:lnTo>
                  <a:lnTo>
                    <a:pt x="173642" y="334208"/>
                  </a:lnTo>
                  <a:lnTo>
                    <a:pt x="178950" y="333918"/>
                  </a:lnTo>
                  <a:lnTo>
                    <a:pt x="184247" y="333458"/>
                  </a:lnTo>
                  <a:lnTo>
                    <a:pt x="189526" y="332831"/>
                  </a:lnTo>
                  <a:lnTo>
                    <a:pt x="194782" y="332035"/>
                  </a:lnTo>
                  <a:lnTo>
                    <a:pt x="200011" y="331074"/>
                  </a:lnTo>
                  <a:lnTo>
                    <a:pt x="205206" y="329946"/>
                  </a:lnTo>
                  <a:lnTo>
                    <a:pt x="210363" y="328654"/>
                  </a:lnTo>
                  <a:lnTo>
                    <a:pt x="215477" y="327198"/>
                  </a:lnTo>
                  <a:lnTo>
                    <a:pt x="220541" y="325580"/>
                  </a:lnTo>
                  <a:lnTo>
                    <a:pt x="225551" y="323803"/>
                  </a:lnTo>
                  <a:lnTo>
                    <a:pt x="230503" y="321866"/>
                  </a:lnTo>
                  <a:lnTo>
                    <a:pt x="235390" y="319774"/>
                  </a:lnTo>
                  <a:lnTo>
                    <a:pt x="240208" y="317527"/>
                  </a:lnTo>
                  <a:lnTo>
                    <a:pt x="244952" y="315128"/>
                  </a:lnTo>
                  <a:lnTo>
                    <a:pt x="249618" y="312579"/>
                  </a:lnTo>
                  <a:lnTo>
                    <a:pt x="254200" y="309883"/>
                  </a:lnTo>
                  <a:lnTo>
                    <a:pt x="258694" y="307043"/>
                  </a:lnTo>
                  <a:lnTo>
                    <a:pt x="263096" y="304062"/>
                  </a:lnTo>
                  <a:lnTo>
                    <a:pt x="267400" y="300941"/>
                  </a:lnTo>
                  <a:lnTo>
                    <a:pt x="271604" y="297686"/>
                  </a:lnTo>
                  <a:lnTo>
                    <a:pt x="275701" y="294299"/>
                  </a:lnTo>
                  <a:lnTo>
                    <a:pt x="279689" y="290783"/>
                  </a:lnTo>
                  <a:lnTo>
                    <a:pt x="283563" y="287142"/>
                  </a:lnTo>
                  <a:lnTo>
                    <a:pt x="287319" y="283379"/>
                  </a:lnTo>
                  <a:lnTo>
                    <a:pt x="290954" y="279500"/>
                  </a:lnTo>
                  <a:lnTo>
                    <a:pt x="294463" y="275506"/>
                  </a:lnTo>
                  <a:lnTo>
                    <a:pt x="297844" y="271403"/>
                  </a:lnTo>
                  <a:lnTo>
                    <a:pt x="301092" y="267195"/>
                  </a:lnTo>
                  <a:lnTo>
                    <a:pt x="304205" y="262885"/>
                  </a:lnTo>
                  <a:lnTo>
                    <a:pt x="307180" y="258479"/>
                  </a:lnTo>
                  <a:lnTo>
                    <a:pt x="310012" y="253980"/>
                  </a:lnTo>
                  <a:lnTo>
                    <a:pt x="312701" y="249393"/>
                  </a:lnTo>
                  <a:lnTo>
                    <a:pt x="315242" y="244723"/>
                  </a:lnTo>
                  <a:lnTo>
                    <a:pt x="317633" y="239975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380988"/>
              <a:ext cx="150478" cy="72808"/>
            </a:xfrm>
            <a:custGeom>
              <a:avLst/>
              <a:pathLst>
                <a:path w="150478" h="72808">
                  <a:moveTo>
                    <a:pt x="150478" y="7280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351725"/>
              <a:ext cx="167167" cy="102071"/>
            </a:xfrm>
            <a:custGeom>
              <a:avLst/>
              <a:pathLst>
                <a:path w="167167" h="102071">
                  <a:moveTo>
                    <a:pt x="150478" y="102071"/>
                  </a:moveTo>
                  <a:lnTo>
                    <a:pt x="152921" y="96790"/>
                  </a:lnTo>
                  <a:lnTo>
                    <a:pt x="155179" y="91427"/>
                  </a:lnTo>
                  <a:lnTo>
                    <a:pt x="157248" y="85988"/>
                  </a:lnTo>
                  <a:lnTo>
                    <a:pt x="159127" y="80481"/>
                  </a:lnTo>
                  <a:lnTo>
                    <a:pt x="160814" y="74912"/>
                  </a:lnTo>
                  <a:lnTo>
                    <a:pt x="162305" y="69287"/>
                  </a:lnTo>
                  <a:lnTo>
                    <a:pt x="163600" y="63614"/>
                  </a:lnTo>
                  <a:lnTo>
                    <a:pt x="164696" y="57899"/>
                  </a:lnTo>
                  <a:lnTo>
                    <a:pt x="165593" y="52150"/>
                  </a:lnTo>
                  <a:lnTo>
                    <a:pt x="166289" y="46372"/>
                  </a:lnTo>
                  <a:lnTo>
                    <a:pt x="166784" y="40574"/>
                  </a:lnTo>
                  <a:lnTo>
                    <a:pt x="167076" y="34763"/>
                  </a:lnTo>
                  <a:lnTo>
                    <a:pt x="167167" y="28944"/>
                  </a:lnTo>
                  <a:lnTo>
                    <a:pt x="167054" y="23127"/>
                  </a:lnTo>
                  <a:lnTo>
                    <a:pt x="166739" y="17316"/>
                  </a:lnTo>
                  <a:lnTo>
                    <a:pt x="166223" y="11520"/>
                  </a:lnTo>
                  <a:lnTo>
                    <a:pt x="165504" y="5746"/>
                  </a:lnTo>
                  <a:lnTo>
                    <a:pt x="164586" y="0"/>
                  </a:lnTo>
                  <a:lnTo>
                    <a:pt x="0" y="292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164586" cy="167167"/>
            </a:xfrm>
            <a:custGeom>
              <a:avLst/>
              <a:pathLst>
                <a:path w="164586" h="167167">
                  <a:moveTo>
                    <a:pt x="164586" y="137903"/>
                  </a:moveTo>
                  <a:lnTo>
                    <a:pt x="163550" y="132581"/>
                  </a:lnTo>
                  <a:lnTo>
                    <a:pt x="162342" y="127295"/>
                  </a:lnTo>
                  <a:lnTo>
                    <a:pt x="160964" y="122050"/>
                  </a:lnTo>
                  <a:lnTo>
                    <a:pt x="159416" y="116854"/>
                  </a:lnTo>
                  <a:lnTo>
                    <a:pt x="157700" y="111710"/>
                  </a:lnTo>
                  <a:lnTo>
                    <a:pt x="155819" y="106624"/>
                  </a:lnTo>
                  <a:lnTo>
                    <a:pt x="153773" y="101603"/>
                  </a:lnTo>
                  <a:lnTo>
                    <a:pt x="151566" y="96650"/>
                  </a:lnTo>
                  <a:lnTo>
                    <a:pt x="149199" y="91771"/>
                  </a:lnTo>
                  <a:lnTo>
                    <a:pt x="146675" y="86972"/>
                  </a:lnTo>
                  <a:lnTo>
                    <a:pt x="143997" y="82257"/>
                  </a:lnTo>
                  <a:lnTo>
                    <a:pt x="141168" y="77632"/>
                  </a:lnTo>
                  <a:lnTo>
                    <a:pt x="138190" y="73101"/>
                  </a:lnTo>
                  <a:lnTo>
                    <a:pt x="135066" y="68668"/>
                  </a:lnTo>
                  <a:lnTo>
                    <a:pt x="131800" y="64340"/>
                  </a:lnTo>
                  <a:lnTo>
                    <a:pt x="128396" y="60119"/>
                  </a:lnTo>
                  <a:lnTo>
                    <a:pt x="124857" y="56011"/>
                  </a:lnTo>
                  <a:lnTo>
                    <a:pt x="121186" y="52020"/>
                  </a:lnTo>
                  <a:lnTo>
                    <a:pt x="117388" y="48150"/>
                  </a:lnTo>
                  <a:lnTo>
                    <a:pt x="113466" y="44406"/>
                  </a:lnTo>
                  <a:lnTo>
                    <a:pt x="109425" y="40790"/>
                  </a:lnTo>
                  <a:lnTo>
                    <a:pt x="105269" y="37308"/>
                  </a:lnTo>
                  <a:lnTo>
                    <a:pt x="101002" y="33962"/>
                  </a:lnTo>
                  <a:lnTo>
                    <a:pt x="96629" y="30757"/>
                  </a:lnTo>
                  <a:lnTo>
                    <a:pt x="92154" y="27694"/>
                  </a:lnTo>
                  <a:lnTo>
                    <a:pt x="87582" y="24779"/>
                  </a:lnTo>
                  <a:lnTo>
                    <a:pt x="82918" y="22013"/>
                  </a:lnTo>
                  <a:lnTo>
                    <a:pt x="78166" y="19401"/>
                  </a:lnTo>
                  <a:lnTo>
                    <a:pt x="73333" y="16943"/>
                  </a:lnTo>
                  <a:lnTo>
                    <a:pt x="68422" y="14644"/>
                  </a:lnTo>
                  <a:lnTo>
                    <a:pt x="63440" y="12505"/>
                  </a:lnTo>
                  <a:lnTo>
                    <a:pt x="58390" y="10529"/>
                  </a:lnTo>
                  <a:lnTo>
                    <a:pt x="53279" y="8718"/>
                  </a:lnTo>
                  <a:lnTo>
                    <a:pt x="48112" y="7073"/>
                  </a:lnTo>
                  <a:lnTo>
                    <a:pt x="42895" y="5597"/>
                  </a:lnTo>
                  <a:lnTo>
                    <a:pt x="37632" y="4290"/>
                  </a:lnTo>
                  <a:lnTo>
                    <a:pt x="32330" y="3156"/>
                  </a:lnTo>
                  <a:lnTo>
                    <a:pt x="26994" y="2193"/>
                  </a:lnTo>
                  <a:lnTo>
                    <a:pt x="21629" y="1405"/>
                  </a:lnTo>
                  <a:lnTo>
                    <a:pt x="16242" y="790"/>
                  </a:lnTo>
                  <a:lnTo>
                    <a:pt x="10837" y="351"/>
                  </a:lnTo>
                  <a:lnTo>
                    <a:pt x="5421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751862" y="3707720"/>
              <a:ext cx="188612" cy="334334"/>
            </a:xfrm>
            <a:custGeom>
              <a:avLst/>
              <a:pathLst>
                <a:path w="188612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49" y="757"/>
                  </a:lnTo>
                  <a:lnTo>
                    <a:pt x="145974" y="1346"/>
                  </a:lnTo>
                  <a:lnTo>
                    <a:pt x="140721" y="2102"/>
                  </a:lnTo>
                  <a:lnTo>
                    <a:pt x="135494" y="3024"/>
                  </a:lnTo>
                  <a:lnTo>
                    <a:pt x="130299" y="4111"/>
                  </a:lnTo>
                  <a:lnTo>
                    <a:pt x="125141" y="5363"/>
                  </a:lnTo>
                  <a:lnTo>
                    <a:pt x="120026" y="6778"/>
                  </a:lnTo>
                  <a:lnTo>
                    <a:pt x="114958" y="8355"/>
                  </a:lnTo>
                  <a:lnTo>
                    <a:pt x="109943" y="10092"/>
                  </a:lnTo>
                  <a:lnTo>
                    <a:pt x="104985" y="11987"/>
                  </a:lnTo>
                  <a:lnTo>
                    <a:pt x="100090" y="14039"/>
                  </a:lnTo>
                  <a:lnTo>
                    <a:pt x="95263" y="16245"/>
                  </a:lnTo>
                  <a:lnTo>
                    <a:pt x="90508" y="18603"/>
                  </a:lnTo>
                  <a:lnTo>
                    <a:pt x="85831" y="21111"/>
                  </a:lnTo>
                  <a:lnTo>
                    <a:pt x="81235" y="23766"/>
                  </a:lnTo>
                  <a:lnTo>
                    <a:pt x="76726" y="26566"/>
                  </a:lnTo>
                  <a:lnTo>
                    <a:pt x="72308" y="29507"/>
                  </a:lnTo>
                  <a:lnTo>
                    <a:pt x="67986" y="32587"/>
                  </a:lnTo>
                  <a:lnTo>
                    <a:pt x="63763" y="35803"/>
                  </a:lnTo>
                  <a:lnTo>
                    <a:pt x="59645" y="39151"/>
                  </a:lnTo>
                  <a:lnTo>
                    <a:pt x="55635" y="42628"/>
                  </a:lnTo>
                  <a:lnTo>
                    <a:pt x="51738" y="46231"/>
                  </a:lnTo>
                  <a:lnTo>
                    <a:pt x="47957" y="49956"/>
                  </a:lnTo>
                  <a:lnTo>
                    <a:pt x="44296" y="53799"/>
                  </a:lnTo>
                  <a:lnTo>
                    <a:pt x="40759" y="57756"/>
                  </a:lnTo>
                  <a:lnTo>
                    <a:pt x="37350" y="61823"/>
                  </a:lnTo>
                  <a:lnTo>
                    <a:pt x="34071" y="65997"/>
                  </a:lnTo>
                  <a:lnTo>
                    <a:pt x="30926" y="70273"/>
                  </a:lnTo>
                  <a:lnTo>
                    <a:pt x="27919" y="74646"/>
                  </a:lnTo>
                  <a:lnTo>
                    <a:pt x="25052" y="79112"/>
                  </a:lnTo>
                  <a:lnTo>
                    <a:pt x="22328" y="83668"/>
                  </a:lnTo>
                  <a:lnTo>
                    <a:pt x="19750" y="88307"/>
                  </a:lnTo>
                  <a:lnTo>
                    <a:pt x="17321" y="93026"/>
                  </a:lnTo>
                  <a:lnTo>
                    <a:pt x="15043" y="97820"/>
                  </a:lnTo>
                  <a:lnTo>
                    <a:pt x="12918" y="102683"/>
                  </a:lnTo>
                  <a:lnTo>
                    <a:pt x="10949" y="107612"/>
                  </a:lnTo>
                  <a:lnTo>
                    <a:pt x="9137" y="112601"/>
                  </a:lnTo>
                  <a:lnTo>
                    <a:pt x="7485" y="117644"/>
                  </a:lnTo>
                  <a:lnTo>
                    <a:pt x="5993" y="122738"/>
                  </a:lnTo>
                  <a:lnTo>
                    <a:pt x="4664" y="127876"/>
                  </a:lnTo>
                  <a:lnTo>
                    <a:pt x="3498" y="133054"/>
                  </a:lnTo>
                  <a:lnTo>
                    <a:pt x="2498" y="138267"/>
                  </a:lnTo>
                  <a:lnTo>
                    <a:pt x="1663" y="143508"/>
                  </a:lnTo>
                  <a:lnTo>
                    <a:pt x="996" y="148774"/>
                  </a:lnTo>
                  <a:lnTo>
                    <a:pt x="496" y="154057"/>
                  </a:lnTo>
                  <a:lnTo>
                    <a:pt x="163" y="159354"/>
                  </a:lnTo>
                  <a:lnTo>
                    <a:pt x="0" y="164659"/>
                  </a:lnTo>
                  <a:lnTo>
                    <a:pt x="4" y="169967"/>
                  </a:lnTo>
                  <a:lnTo>
                    <a:pt x="177" y="175272"/>
                  </a:lnTo>
                  <a:lnTo>
                    <a:pt x="519" y="180568"/>
                  </a:lnTo>
                  <a:lnTo>
                    <a:pt x="1028" y="185851"/>
                  </a:lnTo>
                  <a:lnTo>
                    <a:pt x="1705" y="191115"/>
                  </a:lnTo>
                  <a:lnTo>
                    <a:pt x="2549" y="196355"/>
                  </a:lnTo>
                  <a:lnTo>
                    <a:pt x="3558" y="201566"/>
                  </a:lnTo>
                  <a:lnTo>
                    <a:pt x="4733" y="206742"/>
                  </a:lnTo>
                  <a:lnTo>
                    <a:pt x="6071" y="211878"/>
                  </a:lnTo>
                  <a:lnTo>
                    <a:pt x="7571" y="216969"/>
                  </a:lnTo>
                  <a:lnTo>
                    <a:pt x="9233" y="222010"/>
                  </a:lnTo>
                  <a:lnTo>
                    <a:pt x="11053" y="226995"/>
                  </a:lnTo>
                  <a:lnTo>
                    <a:pt x="13031" y="231920"/>
                  </a:lnTo>
                  <a:lnTo>
                    <a:pt x="15165" y="236780"/>
                  </a:lnTo>
                  <a:lnTo>
                    <a:pt x="17451" y="241570"/>
                  </a:lnTo>
                  <a:lnTo>
                    <a:pt x="19889" y="246285"/>
                  </a:lnTo>
                  <a:lnTo>
                    <a:pt x="22474" y="250920"/>
                  </a:lnTo>
                  <a:lnTo>
                    <a:pt x="25206" y="255470"/>
                  </a:lnTo>
                  <a:lnTo>
                    <a:pt x="28081" y="259932"/>
                  </a:lnTo>
                  <a:lnTo>
                    <a:pt x="31096" y="264300"/>
                  </a:lnTo>
                  <a:lnTo>
                    <a:pt x="34248" y="268570"/>
                  </a:lnTo>
                  <a:lnTo>
                    <a:pt x="37534" y="272738"/>
                  </a:lnTo>
                  <a:lnTo>
                    <a:pt x="40951" y="276799"/>
                  </a:lnTo>
                  <a:lnTo>
                    <a:pt x="44495" y="280750"/>
                  </a:lnTo>
                  <a:lnTo>
                    <a:pt x="48162" y="284586"/>
                  </a:lnTo>
                  <a:lnTo>
                    <a:pt x="51950" y="288305"/>
                  </a:lnTo>
                  <a:lnTo>
                    <a:pt x="55854" y="291901"/>
                  </a:lnTo>
                  <a:lnTo>
                    <a:pt x="59869" y="295371"/>
                  </a:lnTo>
                  <a:lnTo>
                    <a:pt x="63993" y="298712"/>
                  </a:lnTo>
                  <a:lnTo>
                    <a:pt x="68221" y="301920"/>
                  </a:lnTo>
                  <a:lnTo>
                    <a:pt x="72549" y="304993"/>
                  </a:lnTo>
                  <a:lnTo>
                    <a:pt x="76972" y="307926"/>
                  </a:lnTo>
                  <a:lnTo>
                    <a:pt x="81486" y="310718"/>
                  </a:lnTo>
                  <a:lnTo>
                    <a:pt x="86086" y="313365"/>
                  </a:lnTo>
                  <a:lnTo>
                    <a:pt x="90768" y="315865"/>
                  </a:lnTo>
                  <a:lnTo>
                    <a:pt x="95527" y="318215"/>
                  </a:lnTo>
                  <a:lnTo>
                    <a:pt x="100358" y="320412"/>
                  </a:lnTo>
                  <a:lnTo>
                    <a:pt x="105257" y="322455"/>
                  </a:lnTo>
                  <a:lnTo>
                    <a:pt x="110218" y="324342"/>
                  </a:lnTo>
                  <a:lnTo>
                    <a:pt x="115236" y="326070"/>
                  </a:lnTo>
                  <a:lnTo>
                    <a:pt x="120307" y="327638"/>
                  </a:lnTo>
                  <a:lnTo>
                    <a:pt x="125425" y="329044"/>
                  </a:lnTo>
                  <a:lnTo>
                    <a:pt x="130585" y="330287"/>
                  </a:lnTo>
                  <a:lnTo>
                    <a:pt x="135781" y="331365"/>
                  </a:lnTo>
                  <a:lnTo>
                    <a:pt x="141010" y="332278"/>
                  </a:lnTo>
                  <a:lnTo>
                    <a:pt x="146265" y="333025"/>
                  </a:lnTo>
                  <a:lnTo>
                    <a:pt x="151540" y="333604"/>
                  </a:lnTo>
                  <a:lnTo>
                    <a:pt x="156832" y="334016"/>
                  </a:lnTo>
                  <a:lnTo>
                    <a:pt x="162134" y="334259"/>
                  </a:lnTo>
                  <a:lnTo>
                    <a:pt x="167441" y="334334"/>
                  </a:lnTo>
                  <a:lnTo>
                    <a:pt x="172747" y="334241"/>
                  </a:lnTo>
                  <a:lnTo>
                    <a:pt x="178048" y="333979"/>
                  </a:lnTo>
                  <a:lnTo>
                    <a:pt x="183338" y="333549"/>
                  </a:lnTo>
                  <a:lnTo>
                    <a:pt x="188612" y="332951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980"/>
              <a:ext cx="167156" cy="332691"/>
            </a:xfrm>
            <a:custGeom>
              <a:avLst/>
              <a:pathLst>
                <a:path w="167156" h="332691">
                  <a:moveTo>
                    <a:pt x="21464" y="332691"/>
                  </a:moveTo>
                  <a:lnTo>
                    <a:pt x="26723" y="331924"/>
                  </a:lnTo>
                  <a:lnTo>
                    <a:pt x="31956" y="330991"/>
                  </a:lnTo>
                  <a:lnTo>
                    <a:pt x="37156" y="329893"/>
                  </a:lnTo>
                  <a:lnTo>
                    <a:pt x="42319" y="328629"/>
                  </a:lnTo>
                  <a:lnTo>
                    <a:pt x="47438" y="327202"/>
                  </a:lnTo>
                  <a:lnTo>
                    <a:pt x="52510" y="325613"/>
                  </a:lnTo>
                  <a:lnTo>
                    <a:pt x="57529" y="323863"/>
                  </a:lnTo>
                  <a:lnTo>
                    <a:pt x="62490" y="321955"/>
                  </a:lnTo>
                  <a:lnTo>
                    <a:pt x="67387" y="319890"/>
                  </a:lnTo>
                  <a:lnTo>
                    <a:pt x="72217" y="317670"/>
                  </a:lnTo>
                  <a:lnTo>
                    <a:pt x="76973" y="315298"/>
                  </a:lnTo>
                  <a:lnTo>
                    <a:pt x="81652" y="312776"/>
                  </a:lnTo>
                  <a:lnTo>
                    <a:pt x="86248" y="310107"/>
                  </a:lnTo>
                  <a:lnTo>
                    <a:pt x="90757" y="307292"/>
                  </a:lnTo>
                  <a:lnTo>
                    <a:pt x="95174" y="304336"/>
                  </a:lnTo>
                  <a:lnTo>
                    <a:pt x="99495" y="301241"/>
                  </a:lnTo>
                  <a:lnTo>
                    <a:pt x="103715" y="298010"/>
                  </a:lnTo>
                  <a:lnTo>
                    <a:pt x="107830" y="294647"/>
                  </a:lnTo>
                  <a:lnTo>
                    <a:pt x="111837" y="291154"/>
                  </a:lnTo>
                  <a:lnTo>
                    <a:pt x="115730" y="287536"/>
                  </a:lnTo>
                  <a:lnTo>
                    <a:pt x="119507" y="283796"/>
                  </a:lnTo>
                  <a:lnTo>
                    <a:pt x="123162" y="279937"/>
                  </a:lnTo>
                  <a:lnTo>
                    <a:pt x="126693" y="275965"/>
                  </a:lnTo>
                  <a:lnTo>
                    <a:pt x="130096" y="271882"/>
                  </a:lnTo>
                  <a:lnTo>
                    <a:pt x="133368" y="267693"/>
                  </a:lnTo>
                  <a:lnTo>
                    <a:pt x="136504" y="263402"/>
                  </a:lnTo>
                  <a:lnTo>
                    <a:pt x="139503" y="259014"/>
                  </a:lnTo>
                  <a:lnTo>
                    <a:pt x="142361" y="254532"/>
                  </a:lnTo>
                  <a:lnTo>
                    <a:pt x="145075" y="249962"/>
                  </a:lnTo>
                  <a:lnTo>
                    <a:pt x="147642" y="245308"/>
                  </a:lnTo>
                  <a:lnTo>
                    <a:pt x="150059" y="240575"/>
                  </a:lnTo>
                  <a:lnTo>
                    <a:pt x="152326" y="235767"/>
                  </a:lnTo>
                  <a:lnTo>
                    <a:pt x="154438" y="230890"/>
                  </a:lnTo>
                  <a:lnTo>
                    <a:pt x="156394" y="225948"/>
                  </a:lnTo>
                  <a:lnTo>
                    <a:pt x="158192" y="220946"/>
                  </a:lnTo>
                  <a:lnTo>
                    <a:pt x="159830" y="215890"/>
                  </a:lnTo>
                  <a:lnTo>
                    <a:pt x="161306" y="210784"/>
                  </a:lnTo>
                  <a:lnTo>
                    <a:pt x="162619" y="205633"/>
                  </a:lnTo>
                  <a:lnTo>
                    <a:pt x="163768" y="200444"/>
                  </a:lnTo>
                  <a:lnTo>
                    <a:pt x="164752" y="195221"/>
                  </a:lnTo>
                  <a:lnTo>
                    <a:pt x="165569" y="189969"/>
                  </a:lnTo>
                  <a:lnTo>
                    <a:pt x="166218" y="184694"/>
                  </a:lnTo>
                  <a:lnTo>
                    <a:pt x="166699" y="179400"/>
                  </a:lnTo>
                  <a:lnTo>
                    <a:pt x="167012" y="174095"/>
                  </a:lnTo>
                  <a:lnTo>
                    <a:pt x="167156" y="168781"/>
                  </a:lnTo>
                  <a:lnTo>
                    <a:pt x="167132" y="163466"/>
                  </a:lnTo>
                  <a:lnTo>
                    <a:pt x="166938" y="158155"/>
                  </a:lnTo>
                  <a:lnTo>
                    <a:pt x="166575" y="152852"/>
                  </a:lnTo>
                  <a:lnTo>
                    <a:pt x="166044" y="147564"/>
                  </a:lnTo>
                  <a:lnTo>
                    <a:pt x="165345" y="142295"/>
                  </a:lnTo>
                  <a:lnTo>
                    <a:pt x="164479" y="137051"/>
                  </a:lnTo>
                  <a:lnTo>
                    <a:pt x="163447" y="131837"/>
                  </a:lnTo>
                  <a:lnTo>
                    <a:pt x="162249" y="126659"/>
                  </a:lnTo>
                  <a:lnTo>
                    <a:pt x="160888" y="121521"/>
                  </a:lnTo>
                  <a:lnTo>
                    <a:pt x="159364" y="116429"/>
                  </a:lnTo>
                  <a:lnTo>
                    <a:pt x="157678" y="111388"/>
                  </a:lnTo>
                  <a:lnTo>
                    <a:pt x="155834" y="106403"/>
                  </a:lnTo>
                  <a:lnTo>
                    <a:pt x="153831" y="101480"/>
                  </a:lnTo>
                  <a:lnTo>
                    <a:pt x="151674" y="96623"/>
                  </a:lnTo>
                  <a:lnTo>
                    <a:pt x="149363" y="91836"/>
                  </a:lnTo>
                  <a:lnTo>
                    <a:pt x="146901" y="87126"/>
                  </a:lnTo>
                  <a:lnTo>
                    <a:pt x="144290" y="82496"/>
                  </a:lnTo>
                  <a:lnTo>
                    <a:pt x="141534" y="77952"/>
                  </a:lnTo>
                  <a:lnTo>
                    <a:pt x="138634" y="73497"/>
                  </a:lnTo>
                  <a:lnTo>
                    <a:pt x="135595" y="69137"/>
                  </a:lnTo>
                  <a:lnTo>
                    <a:pt x="132418" y="64876"/>
                  </a:lnTo>
                  <a:lnTo>
                    <a:pt x="129107" y="60718"/>
                  </a:lnTo>
                  <a:lnTo>
                    <a:pt x="125666" y="56667"/>
                  </a:lnTo>
                  <a:lnTo>
                    <a:pt x="122098" y="52727"/>
                  </a:lnTo>
                  <a:lnTo>
                    <a:pt x="118406" y="48904"/>
                  </a:lnTo>
                  <a:lnTo>
                    <a:pt x="114595" y="45199"/>
                  </a:lnTo>
                  <a:lnTo>
                    <a:pt x="110668" y="41617"/>
                  </a:lnTo>
                  <a:lnTo>
                    <a:pt x="106629" y="38163"/>
                  </a:lnTo>
                  <a:lnTo>
                    <a:pt x="102482" y="34838"/>
                  </a:lnTo>
                  <a:lnTo>
                    <a:pt x="98232" y="31646"/>
                  </a:lnTo>
                  <a:lnTo>
                    <a:pt x="93882" y="28592"/>
                  </a:lnTo>
                  <a:lnTo>
                    <a:pt x="89438" y="25677"/>
                  </a:lnTo>
                  <a:lnTo>
                    <a:pt x="84903" y="22905"/>
                  </a:lnTo>
                  <a:lnTo>
                    <a:pt x="80282" y="20279"/>
                  </a:lnTo>
                  <a:lnTo>
                    <a:pt x="75580" y="17801"/>
                  </a:lnTo>
                  <a:lnTo>
                    <a:pt x="70801" y="15473"/>
                  </a:lnTo>
                  <a:lnTo>
                    <a:pt x="65951" y="13299"/>
                  </a:lnTo>
                  <a:lnTo>
                    <a:pt x="61035" y="11280"/>
                  </a:lnTo>
                  <a:lnTo>
                    <a:pt x="56056" y="9418"/>
                  </a:lnTo>
                  <a:lnTo>
                    <a:pt x="51021" y="7716"/>
                  </a:lnTo>
                  <a:lnTo>
                    <a:pt x="45935" y="6174"/>
                  </a:lnTo>
                  <a:lnTo>
                    <a:pt x="40802" y="4795"/>
                  </a:lnTo>
                  <a:lnTo>
                    <a:pt x="35627" y="3580"/>
                  </a:lnTo>
                  <a:lnTo>
                    <a:pt x="30417" y="2530"/>
                  </a:lnTo>
                  <a:lnTo>
                    <a:pt x="25176" y="1646"/>
                  </a:lnTo>
                  <a:lnTo>
                    <a:pt x="19910" y="929"/>
                  </a:lnTo>
                  <a:lnTo>
                    <a:pt x="14623" y="380"/>
                  </a:lnTo>
                  <a:lnTo>
                    <a:pt x="9321" y="0"/>
                  </a:lnTo>
                  <a:lnTo>
                    <a:pt x="0" y="1669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9321" cy="167167"/>
            </a:xfrm>
            <a:custGeom>
              <a:avLst/>
              <a:pathLst>
                <a:path w="9321" h="167167">
                  <a:moveTo>
                    <a:pt x="9321" y="26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tx815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2025-06-05T15:15:12Z</dcterms:modified>
  <cp:category/>
</cp:coreProperties>
</file>