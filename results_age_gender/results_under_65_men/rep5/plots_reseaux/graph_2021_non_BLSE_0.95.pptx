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252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32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17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47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6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517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307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381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6238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126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66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082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478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74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78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784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423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832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754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698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473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81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204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315" y="3170392"/>
              <a:ext cx="2464" cy="167167"/>
            </a:xfrm>
            <a:custGeom>
              <a:avLst/>
              <a:pathLst>
                <a:path w="2464" h="167167">
                  <a:moveTo>
                    <a:pt x="2464" y="0"/>
                  </a:moveTo>
                  <a:lnTo>
                    <a:pt x="0" y="18"/>
                  </a:lnTo>
                  <a:lnTo>
                    <a:pt x="246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315" y="3170410"/>
              <a:ext cx="2464" cy="167149"/>
            </a:xfrm>
            <a:custGeom>
              <a:avLst/>
              <a:pathLst>
                <a:path w="2464" h="167149">
                  <a:moveTo>
                    <a:pt x="0" y="0"/>
                  </a:moveTo>
                  <a:lnTo>
                    <a:pt x="2464" y="1671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16611" y="3170410"/>
              <a:ext cx="334334" cy="334300"/>
            </a:xfrm>
            <a:custGeom>
              <a:avLst/>
              <a:pathLst>
                <a:path w="334334" h="334300">
                  <a:moveTo>
                    <a:pt x="164703" y="0"/>
                  </a:moveTo>
                  <a:lnTo>
                    <a:pt x="159402" y="162"/>
                  </a:lnTo>
                  <a:lnTo>
                    <a:pt x="154109" y="492"/>
                  </a:lnTo>
                  <a:lnTo>
                    <a:pt x="148829" y="990"/>
                  </a:lnTo>
                  <a:lnTo>
                    <a:pt x="143568" y="1655"/>
                  </a:lnTo>
                  <a:lnTo>
                    <a:pt x="138330" y="2487"/>
                  </a:lnTo>
                  <a:lnTo>
                    <a:pt x="133121" y="3485"/>
                  </a:lnTo>
                  <a:lnTo>
                    <a:pt x="127947" y="4647"/>
                  </a:lnTo>
                  <a:lnTo>
                    <a:pt x="122812" y="5973"/>
                  </a:lnTo>
                  <a:lnTo>
                    <a:pt x="117722" y="7461"/>
                  </a:lnTo>
                  <a:lnTo>
                    <a:pt x="112681" y="9110"/>
                  </a:lnTo>
                  <a:lnTo>
                    <a:pt x="107696" y="10918"/>
                  </a:lnTo>
                  <a:lnTo>
                    <a:pt x="102770" y="12883"/>
                  </a:lnTo>
                  <a:lnTo>
                    <a:pt x="97909" y="15003"/>
                  </a:lnTo>
                  <a:lnTo>
                    <a:pt x="93118" y="17276"/>
                  </a:lnTo>
                  <a:lnTo>
                    <a:pt x="88401" y="19701"/>
                  </a:lnTo>
                  <a:lnTo>
                    <a:pt x="83764" y="22273"/>
                  </a:lnTo>
                  <a:lnTo>
                    <a:pt x="79210" y="24992"/>
                  </a:lnTo>
                  <a:lnTo>
                    <a:pt x="74745" y="27854"/>
                  </a:lnTo>
                  <a:lnTo>
                    <a:pt x="70373" y="30855"/>
                  </a:lnTo>
                  <a:lnTo>
                    <a:pt x="66098" y="33994"/>
                  </a:lnTo>
                  <a:lnTo>
                    <a:pt x="61926" y="37267"/>
                  </a:lnTo>
                  <a:lnTo>
                    <a:pt x="57859" y="40671"/>
                  </a:lnTo>
                  <a:lnTo>
                    <a:pt x="53902" y="44202"/>
                  </a:lnTo>
                  <a:lnTo>
                    <a:pt x="50059" y="47856"/>
                  </a:lnTo>
                  <a:lnTo>
                    <a:pt x="46334" y="51631"/>
                  </a:lnTo>
                  <a:lnTo>
                    <a:pt x="42730" y="55522"/>
                  </a:lnTo>
                  <a:lnTo>
                    <a:pt x="39252" y="59525"/>
                  </a:lnTo>
                  <a:lnTo>
                    <a:pt x="35903" y="63637"/>
                  </a:lnTo>
                  <a:lnTo>
                    <a:pt x="32685" y="67853"/>
                  </a:lnTo>
                  <a:lnTo>
                    <a:pt x="29603" y="72169"/>
                  </a:lnTo>
                  <a:lnTo>
                    <a:pt x="26660" y="76580"/>
                  </a:lnTo>
                  <a:lnTo>
                    <a:pt x="23857" y="81083"/>
                  </a:lnTo>
                  <a:lnTo>
                    <a:pt x="21199" y="85672"/>
                  </a:lnTo>
                  <a:lnTo>
                    <a:pt x="18688" y="90343"/>
                  </a:lnTo>
                  <a:lnTo>
                    <a:pt x="16327" y="95091"/>
                  </a:lnTo>
                  <a:lnTo>
                    <a:pt x="14117" y="99912"/>
                  </a:lnTo>
                  <a:lnTo>
                    <a:pt x="12061" y="104801"/>
                  </a:lnTo>
                  <a:lnTo>
                    <a:pt x="10162" y="109752"/>
                  </a:lnTo>
                  <a:lnTo>
                    <a:pt x="8420" y="114762"/>
                  </a:lnTo>
                  <a:lnTo>
                    <a:pt x="6838" y="119823"/>
                  </a:lnTo>
                  <a:lnTo>
                    <a:pt x="5418" y="124933"/>
                  </a:lnTo>
                  <a:lnTo>
                    <a:pt x="4160" y="130085"/>
                  </a:lnTo>
                  <a:lnTo>
                    <a:pt x="3066" y="135274"/>
                  </a:lnTo>
                  <a:lnTo>
                    <a:pt x="2138" y="140496"/>
                  </a:lnTo>
                  <a:lnTo>
                    <a:pt x="1375" y="145744"/>
                  </a:lnTo>
                  <a:lnTo>
                    <a:pt x="780" y="151014"/>
                  </a:lnTo>
                  <a:lnTo>
                    <a:pt x="352" y="156300"/>
                  </a:lnTo>
                  <a:lnTo>
                    <a:pt x="92" y="161596"/>
                  </a:lnTo>
                  <a:lnTo>
                    <a:pt x="0" y="166899"/>
                  </a:lnTo>
                  <a:lnTo>
                    <a:pt x="76" y="172202"/>
                  </a:lnTo>
                  <a:lnTo>
                    <a:pt x="320" y="177499"/>
                  </a:lnTo>
                  <a:lnTo>
                    <a:pt x="732" y="182787"/>
                  </a:lnTo>
                  <a:lnTo>
                    <a:pt x="1312" y="188058"/>
                  </a:lnTo>
                  <a:lnTo>
                    <a:pt x="2059" y="193308"/>
                  </a:lnTo>
                  <a:lnTo>
                    <a:pt x="2972" y="198533"/>
                  </a:lnTo>
                  <a:lnTo>
                    <a:pt x="4050" y="203725"/>
                  </a:lnTo>
                  <a:lnTo>
                    <a:pt x="5292" y="208881"/>
                  </a:lnTo>
                  <a:lnTo>
                    <a:pt x="6697" y="213995"/>
                  </a:lnTo>
                  <a:lnTo>
                    <a:pt x="8264" y="219061"/>
                  </a:lnTo>
                  <a:lnTo>
                    <a:pt x="9991" y="224076"/>
                  </a:lnTo>
                  <a:lnTo>
                    <a:pt x="11876" y="229033"/>
                  </a:lnTo>
                  <a:lnTo>
                    <a:pt x="13917" y="233927"/>
                  </a:lnTo>
                  <a:lnTo>
                    <a:pt x="16112" y="238755"/>
                  </a:lnTo>
                  <a:lnTo>
                    <a:pt x="18459" y="243510"/>
                  </a:lnTo>
                  <a:lnTo>
                    <a:pt x="20957" y="248189"/>
                  </a:lnTo>
                  <a:lnTo>
                    <a:pt x="23601" y="252786"/>
                  </a:lnTo>
                  <a:lnTo>
                    <a:pt x="26389" y="257297"/>
                  </a:lnTo>
                  <a:lnTo>
                    <a:pt x="29320" y="261717"/>
                  </a:lnTo>
                  <a:lnTo>
                    <a:pt x="32389" y="266042"/>
                  </a:lnTo>
                  <a:lnTo>
                    <a:pt x="35594" y="270268"/>
                  </a:lnTo>
                  <a:lnTo>
                    <a:pt x="38931" y="274389"/>
                  </a:lnTo>
                  <a:lnTo>
                    <a:pt x="42397" y="278403"/>
                  </a:lnTo>
                  <a:lnTo>
                    <a:pt x="45989" y="282305"/>
                  </a:lnTo>
                  <a:lnTo>
                    <a:pt x="49703" y="286091"/>
                  </a:lnTo>
                  <a:lnTo>
                    <a:pt x="53535" y="289757"/>
                  </a:lnTo>
                  <a:lnTo>
                    <a:pt x="57481" y="293299"/>
                  </a:lnTo>
                  <a:lnTo>
                    <a:pt x="61538" y="296715"/>
                  </a:lnTo>
                  <a:lnTo>
                    <a:pt x="65701" y="300001"/>
                  </a:lnTo>
                  <a:lnTo>
                    <a:pt x="69966" y="303152"/>
                  </a:lnTo>
                  <a:lnTo>
                    <a:pt x="74329" y="306167"/>
                  </a:lnTo>
                  <a:lnTo>
                    <a:pt x="78785" y="309042"/>
                  </a:lnTo>
                  <a:lnTo>
                    <a:pt x="83331" y="311774"/>
                  </a:lnTo>
                  <a:lnTo>
                    <a:pt x="87961" y="314361"/>
                  </a:lnTo>
                  <a:lnTo>
                    <a:pt x="92670" y="316799"/>
                  </a:lnTo>
                  <a:lnTo>
                    <a:pt x="97455" y="319087"/>
                  </a:lnTo>
                  <a:lnTo>
                    <a:pt x="102309" y="321222"/>
                  </a:lnTo>
                  <a:lnTo>
                    <a:pt x="107229" y="323201"/>
                  </a:lnTo>
                  <a:lnTo>
                    <a:pt x="112209" y="325024"/>
                  </a:lnTo>
                  <a:lnTo>
                    <a:pt x="117245" y="326688"/>
                  </a:lnTo>
                  <a:lnTo>
                    <a:pt x="122331" y="328191"/>
                  </a:lnTo>
                  <a:lnTo>
                    <a:pt x="127461" y="329532"/>
                  </a:lnTo>
                  <a:lnTo>
                    <a:pt x="132632" y="330710"/>
                  </a:lnTo>
                  <a:lnTo>
                    <a:pt x="137838" y="331723"/>
                  </a:lnTo>
                  <a:lnTo>
                    <a:pt x="143073" y="332571"/>
                  </a:lnTo>
                  <a:lnTo>
                    <a:pt x="148332" y="333252"/>
                  </a:lnTo>
                  <a:lnTo>
                    <a:pt x="153611" y="333766"/>
                  </a:lnTo>
                  <a:lnTo>
                    <a:pt x="158903" y="334112"/>
                  </a:lnTo>
                  <a:lnTo>
                    <a:pt x="164203" y="334290"/>
                  </a:lnTo>
                  <a:lnTo>
                    <a:pt x="169506" y="334300"/>
                  </a:lnTo>
                  <a:lnTo>
                    <a:pt x="174807" y="334142"/>
                  </a:lnTo>
                  <a:lnTo>
                    <a:pt x="180100" y="333815"/>
                  </a:lnTo>
                  <a:lnTo>
                    <a:pt x="185381" y="333321"/>
                  </a:lnTo>
                  <a:lnTo>
                    <a:pt x="190643" y="332660"/>
                  </a:lnTo>
                  <a:lnTo>
                    <a:pt x="195881" y="331832"/>
                  </a:lnTo>
                  <a:lnTo>
                    <a:pt x="201090" y="330838"/>
                  </a:lnTo>
                  <a:lnTo>
                    <a:pt x="206265" y="329680"/>
                  </a:lnTo>
                  <a:lnTo>
                    <a:pt x="211401" y="328358"/>
                  </a:lnTo>
                  <a:lnTo>
                    <a:pt x="216493" y="326873"/>
                  </a:lnTo>
                  <a:lnTo>
                    <a:pt x="221534" y="325228"/>
                  </a:lnTo>
                  <a:lnTo>
                    <a:pt x="226521" y="323424"/>
                  </a:lnTo>
                  <a:lnTo>
                    <a:pt x="231449" y="321463"/>
                  </a:lnTo>
                  <a:lnTo>
                    <a:pt x="236311" y="319346"/>
                  </a:lnTo>
                  <a:lnTo>
                    <a:pt x="241104" y="317076"/>
                  </a:lnTo>
                  <a:lnTo>
                    <a:pt x="245823" y="314655"/>
                  </a:lnTo>
                  <a:lnTo>
                    <a:pt x="250462" y="312086"/>
                  </a:lnTo>
                  <a:lnTo>
                    <a:pt x="255018" y="309371"/>
                  </a:lnTo>
                  <a:lnTo>
                    <a:pt x="259485" y="306513"/>
                  </a:lnTo>
                  <a:lnTo>
                    <a:pt x="263859" y="303514"/>
                  </a:lnTo>
                  <a:lnTo>
                    <a:pt x="268136" y="300379"/>
                  </a:lnTo>
                  <a:lnTo>
                    <a:pt x="272311" y="297109"/>
                  </a:lnTo>
                  <a:lnTo>
                    <a:pt x="276381" y="293708"/>
                  </a:lnTo>
                  <a:lnTo>
                    <a:pt x="280340" y="290180"/>
                  </a:lnTo>
                  <a:lnTo>
                    <a:pt x="284186" y="286528"/>
                  </a:lnTo>
                  <a:lnTo>
                    <a:pt x="287914" y="282756"/>
                  </a:lnTo>
                  <a:lnTo>
                    <a:pt x="291520" y="278868"/>
                  </a:lnTo>
                  <a:lnTo>
                    <a:pt x="295001" y="274867"/>
                  </a:lnTo>
                  <a:lnTo>
                    <a:pt x="298354" y="270758"/>
                  </a:lnTo>
                  <a:lnTo>
                    <a:pt x="301574" y="266545"/>
                  </a:lnTo>
                  <a:lnTo>
                    <a:pt x="304660" y="262231"/>
                  </a:lnTo>
                  <a:lnTo>
                    <a:pt x="307606" y="257822"/>
                  </a:lnTo>
                  <a:lnTo>
                    <a:pt x="310412" y="253322"/>
                  </a:lnTo>
                  <a:lnTo>
                    <a:pt x="313073" y="248734"/>
                  </a:lnTo>
                  <a:lnTo>
                    <a:pt x="315588" y="244065"/>
                  </a:lnTo>
                  <a:lnTo>
                    <a:pt x="317953" y="239318"/>
                  </a:lnTo>
                  <a:lnTo>
                    <a:pt x="320166" y="234499"/>
                  </a:lnTo>
                  <a:lnTo>
                    <a:pt x="322226" y="229612"/>
                  </a:lnTo>
                  <a:lnTo>
                    <a:pt x="324129" y="224662"/>
                  </a:lnTo>
                  <a:lnTo>
                    <a:pt x="325874" y="219654"/>
                  </a:lnTo>
                  <a:lnTo>
                    <a:pt x="327460" y="214594"/>
                  </a:lnTo>
                  <a:lnTo>
                    <a:pt x="328884" y="209485"/>
                  </a:lnTo>
                  <a:lnTo>
                    <a:pt x="330146" y="204334"/>
                  </a:lnTo>
                  <a:lnTo>
                    <a:pt x="331243" y="199146"/>
                  </a:lnTo>
                  <a:lnTo>
                    <a:pt x="332176" y="193925"/>
                  </a:lnTo>
                  <a:lnTo>
                    <a:pt x="332942" y="188677"/>
                  </a:lnTo>
                  <a:lnTo>
                    <a:pt x="333542" y="183408"/>
                  </a:lnTo>
                  <a:lnTo>
                    <a:pt x="333974" y="178122"/>
                  </a:lnTo>
                  <a:lnTo>
                    <a:pt x="334238" y="172826"/>
                  </a:lnTo>
                  <a:lnTo>
                    <a:pt x="334334" y="167523"/>
                  </a:lnTo>
                  <a:lnTo>
                    <a:pt x="334262" y="162220"/>
                  </a:lnTo>
                  <a:lnTo>
                    <a:pt x="334021" y="156923"/>
                  </a:lnTo>
                  <a:lnTo>
                    <a:pt x="333613" y="151635"/>
                  </a:lnTo>
                  <a:lnTo>
                    <a:pt x="333037" y="146363"/>
                  </a:lnTo>
                  <a:lnTo>
                    <a:pt x="332294" y="141112"/>
                  </a:lnTo>
                  <a:lnTo>
                    <a:pt x="331385" y="135887"/>
                  </a:lnTo>
                  <a:lnTo>
                    <a:pt x="330311" y="130694"/>
                  </a:lnTo>
                  <a:lnTo>
                    <a:pt x="329072" y="125537"/>
                  </a:lnTo>
                  <a:lnTo>
                    <a:pt x="327671" y="120422"/>
                  </a:lnTo>
                  <a:lnTo>
                    <a:pt x="326108" y="115355"/>
                  </a:lnTo>
                  <a:lnTo>
                    <a:pt x="324385" y="110339"/>
                  </a:lnTo>
                  <a:lnTo>
                    <a:pt x="322504" y="105381"/>
                  </a:lnTo>
                  <a:lnTo>
                    <a:pt x="320466" y="100484"/>
                  </a:lnTo>
                  <a:lnTo>
                    <a:pt x="318275" y="95655"/>
                  </a:lnTo>
                  <a:lnTo>
                    <a:pt x="315931" y="90898"/>
                  </a:lnTo>
                  <a:lnTo>
                    <a:pt x="313437" y="86217"/>
                  </a:lnTo>
                  <a:lnTo>
                    <a:pt x="310797" y="81618"/>
                  </a:lnTo>
                  <a:lnTo>
                    <a:pt x="308011" y="77105"/>
                  </a:lnTo>
                  <a:lnTo>
                    <a:pt x="305084" y="72683"/>
                  </a:lnTo>
                  <a:lnTo>
                    <a:pt x="302018" y="68356"/>
                  </a:lnTo>
                  <a:lnTo>
                    <a:pt x="298817" y="64128"/>
                  </a:lnTo>
                  <a:lnTo>
                    <a:pt x="295483" y="60004"/>
                  </a:lnTo>
                  <a:lnTo>
                    <a:pt x="292019" y="55988"/>
                  </a:lnTo>
                  <a:lnTo>
                    <a:pt x="288430" y="52083"/>
                  </a:lnTo>
                  <a:lnTo>
                    <a:pt x="284719" y="48295"/>
                  </a:lnTo>
                  <a:lnTo>
                    <a:pt x="280890" y="44626"/>
                  </a:lnTo>
                  <a:lnTo>
                    <a:pt x="276946" y="41080"/>
                  </a:lnTo>
                  <a:lnTo>
                    <a:pt x="272892" y="37661"/>
                  </a:lnTo>
                  <a:lnTo>
                    <a:pt x="268732" y="34373"/>
                  </a:lnTo>
                  <a:lnTo>
                    <a:pt x="264469" y="31218"/>
                  </a:lnTo>
                  <a:lnTo>
                    <a:pt x="260108" y="28200"/>
                  </a:lnTo>
                  <a:lnTo>
                    <a:pt x="255654" y="25321"/>
                  </a:lnTo>
                  <a:lnTo>
                    <a:pt x="251110" y="22586"/>
                  </a:lnTo>
                  <a:lnTo>
                    <a:pt x="246483" y="19996"/>
                  </a:lnTo>
                  <a:lnTo>
                    <a:pt x="241775" y="17554"/>
                  </a:lnTo>
                  <a:lnTo>
                    <a:pt x="236992" y="15263"/>
                  </a:lnTo>
                  <a:lnTo>
                    <a:pt x="232139" y="13124"/>
                  </a:lnTo>
                  <a:lnTo>
                    <a:pt x="227221" y="11141"/>
                  </a:lnTo>
                  <a:lnTo>
                    <a:pt x="222242" y="9314"/>
                  </a:lnTo>
                  <a:lnTo>
                    <a:pt x="217208" y="7647"/>
                  </a:lnTo>
                  <a:lnTo>
                    <a:pt x="212123" y="6140"/>
                  </a:lnTo>
                  <a:lnTo>
                    <a:pt x="206993" y="4795"/>
                  </a:lnTo>
                  <a:lnTo>
                    <a:pt x="201823" y="3613"/>
                  </a:lnTo>
                  <a:lnTo>
                    <a:pt x="196618" y="2596"/>
                  </a:lnTo>
                  <a:lnTo>
                    <a:pt x="191384" y="1745"/>
                  </a:lnTo>
                  <a:lnTo>
                    <a:pt x="186125" y="1060"/>
                  </a:lnTo>
                  <a:lnTo>
                    <a:pt x="180847" y="542"/>
                  </a:lnTo>
                  <a:lnTo>
                    <a:pt x="175555" y="192"/>
                  </a:lnTo>
                  <a:lnTo>
                    <a:pt x="170255" y="10"/>
                  </a:lnTo>
                  <a:lnTo>
                    <a:pt x="167167" y="1671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3779" y="3170392"/>
              <a:ext cx="3088" cy="167167"/>
            </a:xfrm>
            <a:custGeom>
              <a:avLst/>
              <a:pathLst>
                <a:path w="3088" h="167167">
                  <a:moveTo>
                    <a:pt x="3088" y="2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86238" y="2633064"/>
              <a:ext cx="32772" cy="167167"/>
            </a:xfrm>
            <a:custGeom>
              <a:avLst/>
              <a:pathLst>
                <a:path w="32772" h="167167">
                  <a:moveTo>
                    <a:pt x="32772" y="0"/>
                  </a:moveTo>
                  <a:lnTo>
                    <a:pt x="26177" y="130"/>
                  </a:lnTo>
                  <a:lnTo>
                    <a:pt x="19591" y="520"/>
                  </a:lnTo>
                  <a:lnTo>
                    <a:pt x="13027" y="1170"/>
                  </a:lnTo>
                  <a:lnTo>
                    <a:pt x="6493" y="2078"/>
                  </a:lnTo>
                  <a:lnTo>
                    <a:pt x="0" y="3244"/>
                  </a:lnTo>
                  <a:lnTo>
                    <a:pt x="3277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6238" y="2636308"/>
              <a:ext cx="32772" cy="163923"/>
            </a:xfrm>
            <a:custGeom>
              <a:avLst/>
              <a:pathLst>
                <a:path w="32772" h="163923">
                  <a:moveTo>
                    <a:pt x="0" y="0"/>
                  </a:moveTo>
                  <a:lnTo>
                    <a:pt x="32772" y="1639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1856" y="2636308"/>
              <a:ext cx="334311" cy="331090"/>
            </a:xfrm>
            <a:custGeom>
              <a:avLst/>
              <a:pathLst>
                <a:path w="334311" h="331090">
                  <a:moveTo>
                    <a:pt x="134381" y="0"/>
                  </a:moveTo>
                  <a:lnTo>
                    <a:pt x="129210" y="1119"/>
                  </a:lnTo>
                  <a:lnTo>
                    <a:pt x="124076" y="2401"/>
                  </a:lnTo>
                  <a:lnTo>
                    <a:pt x="118986" y="3846"/>
                  </a:lnTo>
                  <a:lnTo>
                    <a:pt x="113943" y="5450"/>
                  </a:lnTo>
                  <a:lnTo>
                    <a:pt x="108954" y="7214"/>
                  </a:lnTo>
                  <a:lnTo>
                    <a:pt x="104024" y="9134"/>
                  </a:lnTo>
                  <a:lnTo>
                    <a:pt x="99156" y="11210"/>
                  </a:lnTo>
                  <a:lnTo>
                    <a:pt x="94357" y="13439"/>
                  </a:lnTo>
                  <a:lnTo>
                    <a:pt x="89631" y="15818"/>
                  </a:lnTo>
                  <a:lnTo>
                    <a:pt x="84982" y="18346"/>
                  </a:lnTo>
                  <a:lnTo>
                    <a:pt x="80416" y="21019"/>
                  </a:lnTo>
                  <a:lnTo>
                    <a:pt x="75937" y="23836"/>
                  </a:lnTo>
                  <a:lnTo>
                    <a:pt x="71549" y="26793"/>
                  </a:lnTo>
                  <a:lnTo>
                    <a:pt x="67256" y="29888"/>
                  </a:lnTo>
                  <a:lnTo>
                    <a:pt x="63064" y="33117"/>
                  </a:lnTo>
                  <a:lnTo>
                    <a:pt x="58977" y="36477"/>
                  </a:lnTo>
                  <a:lnTo>
                    <a:pt x="54997" y="39964"/>
                  </a:lnTo>
                  <a:lnTo>
                    <a:pt x="51130" y="43576"/>
                  </a:lnTo>
                  <a:lnTo>
                    <a:pt x="47379" y="47309"/>
                  </a:lnTo>
                  <a:lnTo>
                    <a:pt x="43749" y="51158"/>
                  </a:lnTo>
                  <a:lnTo>
                    <a:pt x="40241" y="55120"/>
                  </a:lnTo>
                  <a:lnTo>
                    <a:pt x="36861" y="59191"/>
                  </a:lnTo>
                  <a:lnTo>
                    <a:pt x="33612" y="63367"/>
                  </a:lnTo>
                  <a:lnTo>
                    <a:pt x="30496" y="67644"/>
                  </a:lnTo>
                  <a:lnTo>
                    <a:pt x="27518" y="72018"/>
                  </a:lnTo>
                  <a:lnTo>
                    <a:pt x="24679" y="76483"/>
                  </a:lnTo>
                  <a:lnTo>
                    <a:pt x="21983" y="81036"/>
                  </a:lnTo>
                  <a:lnTo>
                    <a:pt x="19432" y="85672"/>
                  </a:lnTo>
                  <a:lnTo>
                    <a:pt x="17030" y="90387"/>
                  </a:lnTo>
                  <a:lnTo>
                    <a:pt x="14777" y="95175"/>
                  </a:lnTo>
                  <a:lnTo>
                    <a:pt x="12678" y="100032"/>
                  </a:lnTo>
                  <a:lnTo>
                    <a:pt x="10733" y="104953"/>
                  </a:lnTo>
                  <a:lnTo>
                    <a:pt x="8945" y="109934"/>
                  </a:lnTo>
                  <a:lnTo>
                    <a:pt x="7316" y="114968"/>
                  </a:lnTo>
                  <a:lnTo>
                    <a:pt x="5846" y="120051"/>
                  </a:lnTo>
                  <a:lnTo>
                    <a:pt x="4539" y="125178"/>
                  </a:lnTo>
                  <a:lnTo>
                    <a:pt x="3394" y="130345"/>
                  </a:lnTo>
                  <a:lnTo>
                    <a:pt x="2413" y="135544"/>
                  </a:lnTo>
                  <a:lnTo>
                    <a:pt x="1598" y="140773"/>
                  </a:lnTo>
                  <a:lnTo>
                    <a:pt x="948" y="146024"/>
                  </a:lnTo>
                  <a:lnTo>
                    <a:pt x="465" y="151293"/>
                  </a:lnTo>
                  <a:lnTo>
                    <a:pt x="148" y="156575"/>
                  </a:lnTo>
                  <a:lnTo>
                    <a:pt x="0" y="161865"/>
                  </a:lnTo>
                  <a:lnTo>
                    <a:pt x="18" y="167156"/>
                  </a:lnTo>
                  <a:lnTo>
                    <a:pt x="204" y="172444"/>
                  </a:lnTo>
                  <a:lnTo>
                    <a:pt x="557" y="177724"/>
                  </a:lnTo>
                  <a:lnTo>
                    <a:pt x="1078" y="182990"/>
                  </a:lnTo>
                  <a:lnTo>
                    <a:pt x="1764" y="188236"/>
                  </a:lnTo>
                  <a:lnTo>
                    <a:pt x="2617" y="193459"/>
                  </a:lnTo>
                  <a:lnTo>
                    <a:pt x="3634" y="198651"/>
                  </a:lnTo>
                  <a:lnTo>
                    <a:pt x="4815" y="203809"/>
                  </a:lnTo>
                  <a:lnTo>
                    <a:pt x="6159" y="208927"/>
                  </a:lnTo>
                  <a:lnTo>
                    <a:pt x="7664" y="214000"/>
                  </a:lnTo>
                  <a:lnTo>
                    <a:pt x="9329" y="219023"/>
                  </a:lnTo>
                  <a:lnTo>
                    <a:pt x="11152" y="223990"/>
                  </a:lnTo>
                  <a:lnTo>
                    <a:pt x="13131" y="228898"/>
                  </a:lnTo>
                  <a:lnTo>
                    <a:pt x="15264" y="233740"/>
                  </a:lnTo>
                  <a:lnTo>
                    <a:pt x="17550" y="238512"/>
                  </a:lnTo>
                  <a:lnTo>
                    <a:pt x="19986" y="243210"/>
                  </a:lnTo>
                  <a:lnTo>
                    <a:pt x="22569" y="247828"/>
                  </a:lnTo>
                  <a:lnTo>
                    <a:pt x="25297" y="252362"/>
                  </a:lnTo>
                  <a:lnTo>
                    <a:pt x="28167" y="256807"/>
                  </a:lnTo>
                  <a:lnTo>
                    <a:pt x="31176" y="261160"/>
                  </a:lnTo>
                  <a:lnTo>
                    <a:pt x="34322" y="265414"/>
                  </a:lnTo>
                  <a:lnTo>
                    <a:pt x="37601" y="269568"/>
                  </a:lnTo>
                  <a:lnTo>
                    <a:pt x="41009" y="273615"/>
                  </a:lnTo>
                  <a:lnTo>
                    <a:pt x="44544" y="277553"/>
                  </a:lnTo>
                  <a:lnTo>
                    <a:pt x="48202" y="281376"/>
                  </a:lnTo>
                  <a:lnTo>
                    <a:pt x="51979" y="285082"/>
                  </a:lnTo>
                  <a:lnTo>
                    <a:pt x="55871" y="288667"/>
                  </a:lnTo>
                  <a:lnTo>
                    <a:pt x="59875" y="292126"/>
                  </a:lnTo>
                  <a:lnTo>
                    <a:pt x="63986" y="295457"/>
                  </a:lnTo>
                  <a:lnTo>
                    <a:pt x="68201" y="298657"/>
                  </a:lnTo>
                  <a:lnTo>
                    <a:pt x="72515" y="301721"/>
                  </a:lnTo>
                  <a:lnTo>
                    <a:pt x="76923" y="304647"/>
                  </a:lnTo>
                  <a:lnTo>
                    <a:pt x="81422" y="307433"/>
                  </a:lnTo>
                  <a:lnTo>
                    <a:pt x="86007" y="310074"/>
                  </a:lnTo>
                  <a:lnTo>
                    <a:pt x="90674" y="312569"/>
                  </a:lnTo>
                  <a:lnTo>
                    <a:pt x="95417" y="314915"/>
                  </a:lnTo>
                  <a:lnTo>
                    <a:pt x="100231" y="317110"/>
                  </a:lnTo>
                  <a:lnTo>
                    <a:pt x="105113" y="319151"/>
                  </a:lnTo>
                  <a:lnTo>
                    <a:pt x="110057" y="321037"/>
                  </a:lnTo>
                  <a:lnTo>
                    <a:pt x="115058" y="322766"/>
                  </a:lnTo>
                  <a:lnTo>
                    <a:pt x="120112" y="324335"/>
                  </a:lnTo>
                  <a:lnTo>
                    <a:pt x="125212" y="325743"/>
                  </a:lnTo>
                  <a:lnTo>
                    <a:pt x="130355" y="326990"/>
                  </a:lnTo>
                  <a:lnTo>
                    <a:pt x="135534" y="328073"/>
                  </a:lnTo>
                  <a:lnTo>
                    <a:pt x="140745" y="328991"/>
                  </a:lnTo>
                  <a:lnTo>
                    <a:pt x="145983" y="329744"/>
                  </a:lnTo>
                  <a:lnTo>
                    <a:pt x="151242" y="330331"/>
                  </a:lnTo>
                  <a:lnTo>
                    <a:pt x="156516" y="330752"/>
                  </a:lnTo>
                  <a:lnTo>
                    <a:pt x="161802" y="331005"/>
                  </a:lnTo>
                  <a:lnTo>
                    <a:pt x="167093" y="331090"/>
                  </a:lnTo>
                  <a:lnTo>
                    <a:pt x="172383" y="331009"/>
                  </a:lnTo>
                  <a:lnTo>
                    <a:pt x="177669" y="330759"/>
                  </a:lnTo>
                  <a:lnTo>
                    <a:pt x="182944" y="330343"/>
                  </a:lnTo>
                  <a:lnTo>
                    <a:pt x="188203" y="329760"/>
                  </a:lnTo>
                  <a:lnTo>
                    <a:pt x="193441" y="329011"/>
                  </a:lnTo>
                  <a:lnTo>
                    <a:pt x="198653" y="328096"/>
                  </a:lnTo>
                  <a:lnTo>
                    <a:pt x="203833" y="327017"/>
                  </a:lnTo>
                  <a:lnTo>
                    <a:pt x="208977" y="325774"/>
                  </a:lnTo>
                  <a:lnTo>
                    <a:pt x="214078" y="324369"/>
                  </a:lnTo>
                  <a:lnTo>
                    <a:pt x="219133" y="322804"/>
                  </a:lnTo>
                  <a:lnTo>
                    <a:pt x="224135" y="321079"/>
                  </a:lnTo>
                  <a:lnTo>
                    <a:pt x="229081" y="319197"/>
                  </a:lnTo>
                  <a:lnTo>
                    <a:pt x="233964" y="317159"/>
                  </a:lnTo>
                  <a:lnTo>
                    <a:pt x="238780" y="314968"/>
                  </a:lnTo>
                  <a:lnTo>
                    <a:pt x="243525" y="312626"/>
                  </a:lnTo>
                  <a:lnTo>
                    <a:pt x="248193" y="310134"/>
                  </a:lnTo>
                  <a:lnTo>
                    <a:pt x="252780" y="307496"/>
                  </a:lnTo>
                  <a:lnTo>
                    <a:pt x="257281" y="304714"/>
                  </a:lnTo>
                  <a:lnTo>
                    <a:pt x="261692" y="301791"/>
                  </a:lnTo>
                  <a:lnTo>
                    <a:pt x="266008" y="298730"/>
                  </a:lnTo>
                  <a:lnTo>
                    <a:pt x="270225" y="295534"/>
                  </a:lnTo>
                  <a:lnTo>
                    <a:pt x="274339" y="292205"/>
                  </a:lnTo>
                  <a:lnTo>
                    <a:pt x="278345" y="288749"/>
                  </a:lnTo>
                  <a:lnTo>
                    <a:pt x="282240" y="285167"/>
                  </a:lnTo>
                  <a:lnTo>
                    <a:pt x="286020" y="281464"/>
                  </a:lnTo>
                  <a:lnTo>
                    <a:pt x="289680" y="277643"/>
                  </a:lnTo>
                  <a:lnTo>
                    <a:pt x="293218" y="273708"/>
                  </a:lnTo>
                  <a:lnTo>
                    <a:pt x="296630" y="269663"/>
                  </a:lnTo>
                  <a:lnTo>
                    <a:pt x="299912" y="265513"/>
                  </a:lnTo>
                  <a:lnTo>
                    <a:pt x="303060" y="261260"/>
                  </a:lnTo>
                  <a:lnTo>
                    <a:pt x="306073" y="256910"/>
                  </a:lnTo>
                  <a:lnTo>
                    <a:pt x="308946" y="252467"/>
                  </a:lnTo>
                  <a:lnTo>
                    <a:pt x="311678" y="247935"/>
                  </a:lnTo>
                  <a:lnTo>
                    <a:pt x="314264" y="243318"/>
                  </a:lnTo>
                  <a:lnTo>
                    <a:pt x="316703" y="238623"/>
                  </a:lnTo>
                  <a:lnTo>
                    <a:pt x="318993" y="233852"/>
                  </a:lnTo>
                  <a:lnTo>
                    <a:pt x="321130" y="229011"/>
                  </a:lnTo>
                  <a:lnTo>
                    <a:pt x="323113" y="224106"/>
                  </a:lnTo>
                  <a:lnTo>
                    <a:pt x="324939" y="219139"/>
                  </a:lnTo>
                  <a:lnTo>
                    <a:pt x="326608" y="214118"/>
                  </a:lnTo>
                  <a:lnTo>
                    <a:pt x="328117" y="209046"/>
                  </a:lnTo>
                  <a:lnTo>
                    <a:pt x="329464" y="203929"/>
                  </a:lnTo>
                  <a:lnTo>
                    <a:pt x="330649" y="198772"/>
                  </a:lnTo>
                  <a:lnTo>
                    <a:pt x="331670" y="193580"/>
                  </a:lnTo>
                  <a:lnTo>
                    <a:pt x="332526" y="188358"/>
                  </a:lnTo>
                  <a:lnTo>
                    <a:pt x="333217" y="183112"/>
                  </a:lnTo>
                  <a:lnTo>
                    <a:pt x="333741" y="177847"/>
                  </a:lnTo>
                  <a:lnTo>
                    <a:pt x="334098" y="172567"/>
                  </a:lnTo>
                  <a:lnTo>
                    <a:pt x="334288" y="167279"/>
                  </a:lnTo>
                  <a:lnTo>
                    <a:pt x="334311" y="161988"/>
                  </a:lnTo>
                  <a:lnTo>
                    <a:pt x="334166" y="156699"/>
                  </a:lnTo>
                  <a:lnTo>
                    <a:pt x="333853" y="151416"/>
                  </a:lnTo>
                  <a:lnTo>
                    <a:pt x="333374" y="146147"/>
                  </a:lnTo>
                  <a:lnTo>
                    <a:pt x="332728" y="140895"/>
                  </a:lnTo>
                  <a:lnTo>
                    <a:pt x="331916" y="135666"/>
                  </a:lnTo>
                  <a:lnTo>
                    <a:pt x="330939" y="130466"/>
                  </a:lnTo>
                  <a:lnTo>
                    <a:pt x="329798" y="125299"/>
                  </a:lnTo>
                  <a:lnTo>
                    <a:pt x="328494" y="120170"/>
                  </a:lnTo>
                  <a:lnTo>
                    <a:pt x="327029" y="115086"/>
                  </a:lnTo>
                  <a:lnTo>
                    <a:pt x="325403" y="110050"/>
                  </a:lnTo>
                  <a:lnTo>
                    <a:pt x="323619" y="105069"/>
                  </a:lnTo>
                  <a:lnTo>
                    <a:pt x="321678" y="100146"/>
                  </a:lnTo>
                  <a:lnTo>
                    <a:pt x="319582" y="95288"/>
                  </a:lnTo>
                  <a:lnTo>
                    <a:pt x="317333" y="90498"/>
                  </a:lnTo>
                  <a:lnTo>
                    <a:pt x="314934" y="85782"/>
                  </a:lnTo>
                  <a:lnTo>
                    <a:pt x="312387" y="81144"/>
                  </a:lnTo>
                  <a:lnTo>
                    <a:pt x="309694" y="76588"/>
                  </a:lnTo>
                  <a:lnTo>
                    <a:pt x="306859" y="72121"/>
                  </a:lnTo>
                  <a:lnTo>
                    <a:pt x="303883" y="67745"/>
                  </a:lnTo>
                  <a:lnTo>
                    <a:pt x="300771" y="63466"/>
                  </a:lnTo>
                  <a:lnTo>
                    <a:pt x="297524" y="59288"/>
                  </a:lnTo>
                  <a:lnTo>
                    <a:pt x="294147" y="55214"/>
                  </a:lnTo>
                  <a:lnTo>
                    <a:pt x="290643" y="51249"/>
                  </a:lnTo>
                  <a:lnTo>
                    <a:pt x="287015" y="47397"/>
                  </a:lnTo>
                  <a:lnTo>
                    <a:pt x="283267" y="43662"/>
                  </a:lnTo>
                  <a:lnTo>
                    <a:pt x="279403" y="40047"/>
                  </a:lnTo>
                  <a:lnTo>
                    <a:pt x="275426" y="36557"/>
                  </a:lnTo>
                  <a:lnTo>
                    <a:pt x="271341" y="33194"/>
                  </a:lnTo>
                  <a:lnTo>
                    <a:pt x="267151" y="29962"/>
                  </a:lnTo>
                  <a:lnTo>
                    <a:pt x="262861" y="26864"/>
                  </a:lnTo>
                  <a:lnTo>
                    <a:pt x="258475" y="23904"/>
                  </a:lnTo>
                  <a:lnTo>
                    <a:pt x="253998" y="21083"/>
                  </a:lnTo>
                  <a:lnTo>
                    <a:pt x="249434" y="18406"/>
                  </a:lnTo>
                  <a:lnTo>
                    <a:pt x="244787" y="15875"/>
                  </a:lnTo>
                  <a:lnTo>
                    <a:pt x="240062" y="13492"/>
                  </a:lnTo>
                  <a:lnTo>
                    <a:pt x="235265" y="11260"/>
                  </a:lnTo>
                  <a:lnTo>
                    <a:pt x="230399" y="9181"/>
                  </a:lnTo>
                  <a:lnTo>
                    <a:pt x="225470" y="7257"/>
                  </a:lnTo>
                  <a:lnTo>
                    <a:pt x="220482" y="5490"/>
                  </a:lnTo>
                  <a:lnTo>
                    <a:pt x="167154" y="1639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9011" y="2633064"/>
              <a:ext cx="53327" cy="167167"/>
            </a:xfrm>
            <a:custGeom>
              <a:avLst/>
              <a:pathLst>
                <a:path w="53327" h="167167">
                  <a:moveTo>
                    <a:pt x="53327" y="8734"/>
                  </a:moveTo>
                  <a:lnTo>
                    <a:pt x="47578" y="6913"/>
                  </a:lnTo>
                  <a:lnTo>
                    <a:pt x="41767" y="5302"/>
                  </a:lnTo>
                  <a:lnTo>
                    <a:pt x="35902" y="3900"/>
                  </a:lnTo>
                  <a:lnTo>
                    <a:pt x="29990" y="2712"/>
                  </a:lnTo>
                  <a:lnTo>
                    <a:pt x="24039" y="1737"/>
                  </a:lnTo>
                  <a:lnTo>
                    <a:pt x="18056" y="978"/>
                  </a:lnTo>
                  <a:lnTo>
                    <a:pt x="12051" y="434"/>
                  </a:lnTo>
                  <a:lnTo>
                    <a:pt x="6029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479" y="2126963"/>
              <a:ext cx="4993" cy="167167"/>
            </a:xfrm>
            <a:custGeom>
              <a:avLst/>
              <a:pathLst>
                <a:path w="4993" h="167167">
                  <a:moveTo>
                    <a:pt x="4993" y="0"/>
                  </a:moveTo>
                  <a:lnTo>
                    <a:pt x="0" y="74"/>
                  </a:lnTo>
                  <a:lnTo>
                    <a:pt x="499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3479" y="2127038"/>
              <a:ext cx="4993" cy="167092"/>
            </a:xfrm>
            <a:custGeom>
              <a:avLst/>
              <a:pathLst>
                <a:path w="4993" h="167092">
                  <a:moveTo>
                    <a:pt x="0" y="0"/>
                  </a:moveTo>
                  <a:lnTo>
                    <a:pt x="4993" y="1670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561317" y="2127038"/>
              <a:ext cx="334316" cy="334257"/>
            </a:xfrm>
            <a:custGeom>
              <a:avLst/>
              <a:pathLst>
                <a:path w="334316" h="334257">
                  <a:moveTo>
                    <a:pt x="162161" y="0"/>
                  </a:moveTo>
                  <a:lnTo>
                    <a:pt x="156869" y="242"/>
                  </a:lnTo>
                  <a:lnTo>
                    <a:pt x="151586" y="651"/>
                  </a:lnTo>
                  <a:lnTo>
                    <a:pt x="146319" y="1228"/>
                  </a:lnTo>
                  <a:lnTo>
                    <a:pt x="141073" y="1972"/>
                  </a:lnTo>
                  <a:lnTo>
                    <a:pt x="135854" y="2881"/>
                  </a:lnTo>
                  <a:lnTo>
                    <a:pt x="130665" y="3956"/>
                  </a:lnTo>
                  <a:lnTo>
                    <a:pt x="125514" y="5194"/>
                  </a:lnTo>
                  <a:lnTo>
                    <a:pt x="120404" y="6595"/>
                  </a:lnTo>
                  <a:lnTo>
                    <a:pt x="115341" y="8157"/>
                  </a:lnTo>
                  <a:lnTo>
                    <a:pt x="110331" y="9879"/>
                  </a:lnTo>
                  <a:lnTo>
                    <a:pt x="105377" y="11759"/>
                  </a:lnTo>
                  <a:lnTo>
                    <a:pt x="100485" y="13795"/>
                  </a:lnTo>
                  <a:lnTo>
                    <a:pt x="95661" y="15985"/>
                  </a:lnTo>
                  <a:lnTo>
                    <a:pt x="90908" y="18326"/>
                  </a:lnTo>
                  <a:lnTo>
                    <a:pt x="86232" y="20817"/>
                  </a:lnTo>
                  <a:lnTo>
                    <a:pt x="81637" y="23455"/>
                  </a:lnTo>
                  <a:lnTo>
                    <a:pt x="77128" y="26237"/>
                  </a:lnTo>
                  <a:lnTo>
                    <a:pt x="72709" y="29161"/>
                  </a:lnTo>
                  <a:lnTo>
                    <a:pt x="68385" y="32223"/>
                  </a:lnTo>
                  <a:lnTo>
                    <a:pt x="64161" y="35421"/>
                  </a:lnTo>
                  <a:lnTo>
                    <a:pt x="60040" y="38751"/>
                  </a:lnTo>
                  <a:lnTo>
                    <a:pt x="56026" y="42210"/>
                  </a:lnTo>
                  <a:lnTo>
                    <a:pt x="52125" y="45795"/>
                  </a:lnTo>
                  <a:lnTo>
                    <a:pt x="48338" y="49501"/>
                  </a:lnTo>
                  <a:lnTo>
                    <a:pt x="44672" y="53326"/>
                  </a:lnTo>
                  <a:lnTo>
                    <a:pt x="41128" y="57264"/>
                  </a:lnTo>
                  <a:lnTo>
                    <a:pt x="37711" y="61313"/>
                  </a:lnTo>
                  <a:lnTo>
                    <a:pt x="34423" y="65469"/>
                  </a:lnTo>
                  <a:lnTo>
                    <a:pt x="31269" y="69726"/>
                  </a:lnTo>
                  <a:lnTo>
                    <a:pt x="28252" y="74081"/>
                  </a:lnTo>
                  <a:lnTo>
                    <a:pt x="25374" y="78530"/>
                  </a:lnTo>
                  <a:lnTo>
                    <a:pt x="22639" y="83067"/>
                  </a:lnTo>
                  <a:lnTo>
                    <a:pt x="20049" y="87689"/>
                  </a:lnTo>
                  <a:lnTo>
                    <a:pt x="17606" y="92391"/>
                  </a:lnTo>
                  <a:lnTo>
                    <a:pt x="15314" y="97168"/>
                  </a:lnTo>
                  <a:lnTo>
                    <a:pt x="13174" y="102015"/>
                  </a:lnTo>
                  <a:lnTo>
                    <a:pt x="11189" y="106928"/>
                  </a:lnTo>
                  <a:lnTo>
                    <a:pt x="9361" y="111900"/>
                  </a:lnTo>
                  <a:lnTo>
                    <a:pt x="7691" y="116929"/>
                  </a:lnTo>
                  <a:lnTo>
                    <a:pt x="6182" y="122007"/>
                  </a:lnTo>
                  <a:lnTo>
                    <a:pt x="4834" y="127131"/>
                  </a:lnTo>
                  <a:lnTo>
                    <a:pt x="3649" y="132296"/>
                  </a:lnTo>
                  <a:lnTo>
                    <a:pt x="2628" y="137495"/>
                  </a:lnTo>
                  <a:lnTo>
                    <a:pt x="1773" y="142724"/>
                  </a:lnTo>
                  <a:lnTo>
                    <a:pt x="1084" y="147977"/>
                  </a:lnTo>
                  <a:lnTo>
                    <a:pt x="561" y="153249"/>
                  </a:lnTo>
                  <a:lnTo>
                    <a:pt x="206" y="158536"/>
                  </a:lnTo>
                  <a:lnTo>
                    <a:pt x="19" y="163831"/>
                  </a:lnTo>
                  <a:lnTo>
                    <a:pt x="0" y="169129"/>
                  </a:lnTo>
                  <a:lnTo>
                    <a:pt x="148" y="174425"/>
                  </a:lnTo>
                  <a:lnTo>
                    <a:pt x="464" y="179714"/>
                  </a:lnTo>
                  <a:lnTo>
                    <a:pt x="948" y="184990"/>
                  </a:lnTo>
                  <a:lnTo>
                    <a:pt x="1599" y="190249"/>
                  </a:lnTo>
                  <a:lnTo>
                    <a:pt x="2416" y="195484"/>
                  </a:lnTo>
                  <a:lnTo>
                    <a:pt x="3398" y="200690"/>
                  </a:lnTo>
                  <a:lnTo>
                    <a:pt x="4545" y="205863"/>
                  </a:lnTo>
                  <a:lnTo>
                    <a:pt x="5855" y="210996"/>
                  </a:lnTo>
                  <a:lnTo>
                    <a:pt x="7328" y="216086"/>
                  </a:lnTo>
                  <a:lnTo>
                    <a:pt x="8961" y="221127"/>
                  </a:lnTo>
                  <a:lnTo>
                    <a:pt x="10753" y="226113"/>
                  </a:lnTo>
                  <a:lnTo>
                    <a:pt x="12702" y="231039"/>
                  </a:lnTo>
                  <a:lnTo>
                    <a:pt x="14806" y="235902"/>
                  </a:lnTo>
                  <a:lnTo>
                    <a:pt x="17063" y="240696"/>
                  </a:lnTo>
                  <a:lnTo>
                    <a:pt x="19471" y="245415"/>
                  </a:lnTo>
                  <a:lnTo>
                    <a:pt x="22027" y="250056"/>
                  </a:lnTo>
                  <a:lnTo>
                    <a:pt x="24729" y="254614"/>
                  </a:lnTo>
                  <a:lnTo>
                    <a:pt x="27574" y="259083"/>
                  </a:lnTo>
                  <a:lnTo>
                    <a:pt x="30560" y="263460"/>
                  </a:lnTo>
                  <a:lnTo>
                    <a:pt x="33682" y="267741"/>
                  </a:lnTo>
                  <a:lnTo>
                    <a:pt x="36939" y="271920"/>
                  </a:lnTo>
                  <a:lnTo>
                    <a:pt x="40326" y="275994"/>
                  </a:lnTo>
                  <a:lnTo>
                    <a:pt x="43841" y="279959"/>
                  </a:lnTo>
                  <a:lnTo>
                    <a:pt x="47480" y="283810"/>
                  </a:lnTo>
                  <a:lnTo>
                    <a:pt x="51239" y="287544"/>
                  </a:lnTo>
                  <a:lnTo>
                    <a:pt x="55114" y="291157"/>
                  </a:lnTo>
                  <a:lnTo>
                    <a:pt x="59102" y="294645"/>
                  </a:lnTo>
                  <a:lnTo>
                    <a:pt x="63199" y="298005"/>
                  </a:lnTo>
                  <a:lnTo>
                    <a:pt x="67400" y="301234"/>
                  </a:lnTo>
                  <a:lnTo>
                    <a:pt x="71701" y="304328"/>
                  </a:lnTo>
                  <a:lnTo>
                    <a:pt x="76098" y="307284"/>
                  </a:lnTo>
                  <a:lnTo>
                    <a:pt x="80586" y="310099"/>
                  </a:lnTo>
                  <a:lnTo>
                    <a:pt x="85162" y="312771"/>
                  </a:lnTo>
                  <a:lnTo>
                    <a:pt x="89820" y="315296"/>
                  </a:lnTo>
                  <a:lnTo>
                    <a:pt x="94555" y="317672"/>
                  </a:lnTo>
                  <a:lnTo>
                    <a:pt x="99364" y="319897"/>
                  </a:lnTo>
                  <a:lnTo>
                    <a:pt x="104240" y="321969"/>
                  </a:lnTo>
                  <a:lnTo>
                    <a:pt x="109180" y="323885"/>
                  </a:lnTo>
                  <a:lnTo>
                    <a:pt x="114178" y="325643"/>
                  </a:lnTo>
                  <a:lnTo>
                    <a:pt x="119229" y="327243"/>
                  </a:lnTo>
                  <a:lnTo>
                    <a:pt x="124329" y="328681"/>
                  </a:lnTo>
                  <a:lnTo>
                    <a:pt x="129471" y="329957"/>
                  </a:lnTo>
                  <a:lnTo>
                    <a:pt x="134651" y="331069"/>
                  </a:lnTo>
                  <a:lnTo>
                    <a:pt x="139864" y="332017"/>
                  </a:lnTo>
                  <a:lnTo>
                    <a:pt x="145104" y="332799"/>
                  </a:lnTo>
                  <a:lnTo>
                    <a:pt x="150367" y="333415"/>
                  </a:lnTo>
                  <a:lnTo>
                    <a:pt x="155646" y="333863"/>
                  </a:lnTo>
                  <a:lnTo>
                    <a:pt x="160937" y="334144"/>
                  </a:lnTo>
                  <a:lnTo>
                    <a:pt x="166234" y="334257"/>
                  </a:lnTo>
                  <a:lnTo>
                    <a:pt x="171532" y="334202"/>
                  </a:lnTo>
                  <a:lnTo>
                    <a:pt x="176826" y="333980"/>
                  </a:lnTo>
                  <a:lnTo>
                    <a:pt x="182110" y="333589"/>
                  </a:lnTo>
                  <a:lnTo>
                    <a:pt x="187379" y="333032"/>
                  </a:lnTo>
                  <a:lnTo>
                    <a:pt x="192627" y="332308"/>
                  </a:lnTo>
                  <a:lnTo>
                    <a:pt x="197850" y="331417"/>
                  </a:lnTo>
                  <a:lnTo>
                    <a:pt x="203042" y="330362"/>
                  </a:lnTo>
                  <a:lnTo>
                    <a:pt x="208199" y="329143"/>
                  </a:lnTo>
                  <a:lnTo>
                    <a:pt x="213313" y="327761"/>
                  </a:lnTo>
                  <a:lnTo>
                    <a:pt x="218382" y="326217"/>
                  </a:lnTo>
                  <a:lnTo>
                    <a:pt x="223399" y="324514"/>
                  </a:lnTo>
                  <a:lnTo>
                    <a:pt x="228360" y="322652"/>
                  </a:lnTo>
                  <a:lnTo>
                    <a:pt x="233259" y="320635"/>
                  </a:lnTo>
                  <a:lnTo>
                    <a:pt x="238091" y="318463"/>
                  </a:lnTo>
                  <a:lnTo>
                    <a:pt x="242853" y="316138"/>
                  </a:lnTo>
                  <a:lnTo>
                    <a:pt x="247538" y="313665"/>
                  </a:lnTo>
                  <a:lnTo>
                    <a:pt x="252143" y="311044"/>
                  </a:lnTo>
                  <a:lnTo>
                    <a:pt x="256662" y="308278"/>
                  </a:lnTo>
                  <a:lnTo>
                    <a:pt x="261091" y="305371"/>
                  </a:lnTo>
                  <a:lnTo>
                    <a:pt x="265426" y="302324"/>
                  </a:lnTo>
                  <a:lnTo>
                    <a:pt x="269662" y="299142"/>
                  </a:lnTo>
                  <a:lnTo>
                    <a:pt x="273796" y="295827"/>
                  </a:lnTo>
                  <a:lnTo>
                    <a:pt x="277822" y="292383"/>
                  </a:lnTo>
                  <a:lnTo>
                    <a:pt x="281737" y="288813"/>
                  </a:lnTo>
                  <a:lnTo>
                    <a:pt x="285537" y="285120"/>
                  </a:lnTo>
                  <a:lnTo>
                    <a:pt x="289218" y="281310"/>
                  </a:lnTo>
                  <a:lnTo>
                    <a:pt x="292776" y="277384"/>
                  </a:lnTo>
                  <a:lnTo>
                    <a:pt x="296208" y="273347"/>
                  </a:lnTo>
                  <a:lnTo>
                    <a:pt x="299510" y="269204"/>
                  </a:lnTo>
                  <a:lnTo>
                    <a:pt x="302680" y="264959"/>
                  </a:lnTo>
                  <a:lnTo>
                    <a:pt x="305713" y="260615"/>
                  </a:lnTo>
                  <a:lnTo>
                    <a:pt x="308608" y="256177"/>
                  </a:lnTo>
                  <a:lnTo>
                    <a:pt x="311360" y="251649"/>
                  </a:lnTo>
                  <a:lnTo>
                    <a:pt x="313967" y="247037"/>
                  </a:lnTo>
                  <a:lnTo>
                    <a:pt x="316427" y="242344"/>
                  </a:lnTo>
                  <a:lnTo>
                    <a:pt x="318736" y="237575"/>
                  </a:lnTo>
                  <a:lnTo>
                    <a:pt x="320894" y="232736"/>
                  </a:lnTo>
                  <a:lnTo>
                    <a:pt x="322897" y="227831"/>
                  </a:lnTo>
                  <a:lnTo>
                    <a:pt x="324744" y="222865"/>
                  </a:lnTo>
                  <a:lnTo>
                    <a:pt x="326432" y="217843"/>
                  </a:lnTo>
                  <a:lnTo>
                    <a:pt x="327960" y="212770"/>
                  </a:lnTo>
                  <a:lnTo>
                    <a:pt x="329327" y="207651"/>
                  </a:lnTo>
                  <a:lnTo>
                    <a:pt x="330531" y="202491"/>
                  </a:lnTo>
                  <a:lnTo>
                    <a:pt x="331571" y="197296"/>
                  </a:lnTo>
                  <a:lnTo>
                    <a:pt x="332445" y="192070"/>
                  </a:lnTo>
                  <a:lnTo>
                    <a:pt x="333154" y="186819"/>
                  </a:lnTo>
                  <a:lnTo>
                    <a:pt x="333696" y="181549"/>
                  </a:lnTo>
                  <a:lnTo>
                    <a:pt x="334070" y="176264"/>
                  </a:lnTo>
                  <a:lnTo>
                    <a:pt x="334277" y="170970"/>
                  </a:lnTo>
                  <a:lnTo>
                    <a:pt x="334316" y="165671"/>
                  </a:lnTo>
                  <a:lnTo>
                    <a:pt x="167155" y="1670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8472" y="2126963"/>
              <a:ext cx="167161" cy="167167"/>
            </a:xfrm>
            <a:custGeom>
              <a:avLst/>
              <a:pathLst>
                <a:path w="167161" h="167167">
                  <a:moveTo>
                    <a:pt x="167161" y="165746"/>
                  </a:moveTo>
                  <a:lnTo>
                    <a:pt x="167026" y="160307"/>
                  </a:lnTo>
                  <a:lnTo>
                    <a:pt x="166714" y="154875"/>
                  </a:lnTo>
                  <a:lnTo>
                    <a:pt x="166226" y="149456"/>
                  </a:lnTo>
                  <a:lnTo>
                    <a:pt x="165562" y="144056"/>
                  </a:lnTo>
                  <a:lnTo>
                    <a:pt x="164722" y="138681"/>
                  </a:lnTo>
                  <a:lnTo>
                    <a:pt x="163708" y="133336"/>
                  </a:lnTo>
                  <a:lnTo>
                    <a:pt x="162520" y="128026"/>
                  </a:lnTo>
                  <a:lnTo>
                    <a:pt x="161160" y="122758"/>
                  </a:lnTo>
                  <a:lnTo>
                    <a:pt x="159630" y="117537"/>
                  </a:lnTo>
                  <a:lnTo>
                    <a:pt x="157930" y="112369"/>
                  </a:lnTo>
                  <a:lnTo>
                    <a:pt x="156063" y="107258"/>
                  </a:lnTo>
                  <a:lnTo>
                    <a:pt x="154031" y="102211"/>
                  </a:lnTo>
                  <a:lnTo>
                    <a:pt x="151836" y="97233"/>
                  </a:lnTo>
                  <a:lnTo>
                    <a:pt x="149480" y="92329"/>
                  </a:lnTo>
                  <a:lnTo>
                    <a:pt x="146965" y="87505"/>
                  </a:lnTo>
                  <a:lnTo>
                    <a:pt x="144295" y="82764"/>
                  </a:lnTo>
                  <a:lnTo>
                    <a:pt x="141472" y="78113"/>
                  </a:lnTo>
                  <a:lnTo>
                    <a:pt x="138499" y="73557"/>
                  </a:lnTo>
                  <a:lnTo>
                    <a:pt x="135379" y="69099"/>
                  </a:lnTo>
                  <a:lnTo>
                    <a:pt x="132116" y="64745"/>
                  </a:lnTo>
                  <a:lnTo>
                    <a:pt x="128713" y="60500"/>
                  </a:lnTo>
                  <a:lnTo>
                    <a:pt x="125174" y="56368"/>
                  </a:lnTo>
                  <a:lnTo>
                    <a:pt x="121502" y="52354"/>
                  </a:lnTo>
                  <a:lnTo>
                    <a:pt x="117701" y="48460"/>
                  </a:lnTo>
                  <a:lnTo>
                    <a:pt x="113776" y="44693"/>
                  </a:lnTo>
                  <a:lnTo>
                    <a:pt x="109730" y="41055"/>
                  </a:lnTo>
                  <a:lnTo>
                    <a:pt x="105568" y="37551"/>
                  </a:lnTo>
                  <a:lnTo>
                    <a:pt x="101294" y="34184"/>
                  </a:lnTo>
                  <a:lnTo>
                    <a:pt x="96913" y="30959"/>
                  </a:lnTo>
                  <a:lnTo>
                    <a:pt x="92429" y="27877"/>
                  </a:lnTo>
                  <a:lnTo>
                    <a:pt x="87847" y="24943"/>
                  </a:lnTo>
                  <a:lnTo>
                    <a:pt x="83173" y="22159"/>
                  </a:lnTo>
                  <a:lnTo>
                    <a:pt x="78410" y="19530"/>
                  </a:lnTo>
                  <a:lnTo>
                    <a:pt x="73564" y="17056"/>
                  </a:lnTo>
                  <a:lnTo>
                    <a:pt x="68640" y="14742"/>
                  </a:lnTo>
                  <a:lnTo>
                    <a:pt x="63643" y="12589"/>
                  </a:lnTo>
                  <a:lnTo>
                    <a:pt x="58579" y="10600"/>
                  </a:lnTo>
                  <a:lnTo>
                    <a:pt x="53453" y="8776"/>
                  </a:lnTo>
                  <a:lnTo>
                    <a:pt x="48271" y="7121"/>
                  </a:lnTo>
                  <a:lnTo>
                    <a:pt x="43037" y="5634"/>
                  </a:lnTo>
                  <a:lnTo>
                    <a:pt x="37757" y="4319"/>
                  </a:lnTo>
                  <a:lnTo>
                    <a:pt x="32438" y="3177"/>
                  </a:lnTo>
                  <a:lnTo>
                    <a:pt x="27084" y="2208"/>
                  </a:lnTo>
                  <a:lnTo>
                    <a:pt x="21702" y="1414"/>
                  </a:lnTo>
                  <a:lnTo>
                    <a:pt x="16296" y="796"/>
                  </a:lnTo>
                  <a:lnTo>
                    <a:pt x="10874" y="354"/>
                  </a:lnTo>
                  <a:lnTo>
                    <a:pt x="5439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0958" y="1681503"/>
              <a:ext cx="12276" cy="167167"/>
            </a:xfrm>
            <a:custGeom>
              <a:avLst/>
              <a:pathLst>
                <a:path w="12276" h="167167">
                  <a:moveTo>
                    <a:pt x="12276" y="0"/>
                  </a:moveTo>
                  <a:lnTo>
                    <a:pt x="0" y="451"/>
                  </a:lnTo>
                  <a:lnTo>
                    <a:pt x="1227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958" y="1681954"/>
              <a:ext cx="12276" cy="166716"/>
            </a:xfrm>
            <a:custGeom>
              <a:avLst/>
              <a:pathLst>
                <a:path w="12276" h="166716">
                  <a:moveTo>
                    <a:pt x="0" y="0"/>
                  </a:moveTo>
                  <a:lnTo>
                    <a:pt x="12276" y="1667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256080" y="1681954"/>
              <a:ext cx="334319" cy="333882"/>
            </a:xfrm>
            <a:custGeom>
              <a:avLst/>
              <a:pathLst>
                <a:path w="334319" h="333882">
                  <a:moveTo>
                    <a:pt x="154877" y="0"/>
                  </a:moveTo>
                  <a:lnTo>
                    <a:pt x="149617" y="470"/>
                  </a:lnTo>
                  <a:lnTo>
                    <a:pt x="144375" y="1107"/>
                  </a:lnTo>
                  <a:lnTo>
                    <a:pt x="139155" y="1909"/>
                  </a:lnTo>
                  <a:lnTo>
                    <a:pt x="133964" y="2876"/>
                  </a:lnTo>
                  <a:lnTo>
                    <a:pt x="128805" y="4006"/>
                  </a:lnTo>
                  <a:lnTo>
                    <a:pt x="123685" y="5299"/>
                  </a:lnTo>
                  <a:lnTo>
                    <a:pt x="118608" y="6752"/>
                  </a:lnTo>
                  <a:lnTo>
                    <a:pt x="113580" y="8365"/>
                  </a:lnTo>
                  <a:lnTo>
                    <a:pt x="108605" y="10137"/>
                  </a:lnTo>
                  <a:lnTo>
                    <a:pt x="103688" y="12064"/>
                  </a:lnTo>
                  <a:lnTo>
                    <a:pt x="98835" y="14146"/>
                  </a:lnTo>
                  <a:lnTo>
                    <a:pt x="94050" y="16380"/>
                  </a:lnTo>
                  <a:lnTo>
                    <a:pt x="89338" y="18764"/>
                  </a:lnTo>
                  <a:lnTo>
                    <a:pt x="84703" y="21296"/>
                  </a:lnTo>
                  <a:lnTo>
                    <a:pt x="80151" y="23973"/>
                  </a:lnTo>
                  <a:lnTo>
                    <a:pt x="75686" y="26792"/>
                  </a:lnTo>
                  <a:lnTo>
                    <a:pt x="71312" y="29751"/>
                  </a:lnTo>
                  <a:lnTo>
                    <a:pt x="67033" y="32847"/>
                  </a:lnTo>
                  <a:lnTo>
                    <a:pt x="62855" y="36076"/>
                  </a:lnTo>
                  <a:lnTo>
                    <a:pt x="58780" y="39436"/>
                  </a:lnTo>
                  <a:lnTo>
                    <a:pt x="54814" y="42922"/>
                  </a:lnTo>
                  <a:lnTo>
                    <a:pt x="50960" y="46533"/>
                  </a:lnTo>
                  <a:lnTo>
                    <a:pt x="47222" y="50263"/>
                  </a:lnTo>
                  <a:lnTo>
                    <a:pt x="43603" y="54109"/>
                  </a:lnTo>
                  <a:lnTo>
                    <a:pt x="40108" y="58068"/>
                  </a:lnTo>
                  <a:lnTo>
                    <a:pt x="36740" y="62135"/>
                  </a:lnTo>
                  <a:lnTo>
                    <a:pt x="33501" y="66306"/>
                  </a:lnTo>
                  <a:lnTo>
                    <a:pt x="30397" y="70578"/>
                  </a:lnTo>
                  <a:lnTo>
                    <a:pt x="27428" y="74946"/>
                  </a:lnTo>
                  <a:lnTo>
                    <a:pt x="24599" y="79405"/>
                  </a:lnTo>
                  <a:lnTo>
                    <a:pt x="21913" y="83951"/>
                  </a:lnTo>
                  <a:lnTo>
                    <a:pt x="19371" y="88580"/>
                  </a:lnTo>
                  <a:lnTo>
                    <a:pt x="16977" y="93287"/>
                  </a:lnTo>
                  <a:lnTo>
                    <a:pt x="14732" y="98068"/>
                  </a:lnTo>
                  <a:lnTo>
                    <a:pt x="12640" y="102916"/>
                  </a:lnTo>
                  <a:lnTo>
                    <a:pt x="10702" y="107829"/>
                  </a:lnTo>
                  <a:lnTo>
                    <a:pt x="8920" y="112800"/>
                  </a:lnTo>
                  <a:lnTo>
                    <a:pt x="7296" y="117825"/>
                  </a:lnTo>
                  <a:lnTo>
                    <a:pt x="5831" y="122899"/>
                  </a:lnTo>
                  <a:lnTo>
                    <a:pt x="4528" y="128016"/>
                  </a:lnTo>
                  <a:lnTo>
                    <a:pt x="3386" y="133172"/>
                  </a:lnTo>
                  <a:lnTo>
                    <a:pt x="2409" y="138362"/>
                  </a:lnTo>
                  <a:lnTo>
                    <a:pt x="1595" y="143580"/>
                  </a:lnTo>
                  <a:lnTo>
                    <a:pt x="947" y="148821"/>
                  </a:lnTo>
                  <a:lnTo>
                    <a:pt x="465" y="154079"/>
                  </a:lnTo>
                  <a:lnTo>
                    <a:pt x="149" y="159351"/>
                  </a:lnTo>
                  <a:lnTo>
                    <a:pt x="0" y="164630"/>
                  </a:lnTo>
                  <a:lnTo>
                    <a:pt x="17" y="169910"/>
                  </a:lnTo>
                  <a:lnTo>
                    <a:pt x="201" y="175188"/>
                  </a:lnTo>
                  <a:lnTo>
                    <a:pt x="552" y="180457"/>
                  </a:lnTo>
                  <a:lnTo>
                    <a:pt x="1069" y="185713"/>
                  </a:lnTo>
                  <a:lnTo>
                    <a:pt x="1752" y="190949"/>
                  </a:lnTo>
                  <a:lnTo>
                    <a:pt x="2600" y="196162"/>
                  </a:lnTo>
                  <a:lnTo>
                    <a:pt x="3613" y="201345"/>
                  </a:lnTo>
                  <a:lnTo>
                    <a:pt x="4788" y="206493"/>
                  </a:lnTo>
                  <a:lnTo>
                    <a:pt x="6125" y="211602"/>
                  </a:lnTo>
                  <a:lnTo>
                    <a:pt x="7624" y="216666"/>
                  </a:lnTo>
                  <a:lnTo>
                    <a:pt x="9281" y="221680"/>
                  </a:lnTo>
                  <a:lnTo>
                    <a:pt x="11096" y="226639"/>
                  </a:lnTo>
                  <a:lnTo>
                    <a:pt x="13067" y="231539"/>
                  </a:lnTo>
                  <a:lnTo>
                    <a:pt x="15191" y="236373"/>
                  </a:lnTo>
                  <a:lnTo>
                    <a:pt x="17467" y="241139"/>
                  </a:lnTo>
                  <a:lnTo>
                    <a:pt x="19892" y="245829"/>
                  </a:lnTo>
                  <a:lnTo>
                    <a:pt x="22465" y="250441"/>
                  </a:lnTo>
                  <a:lnTo>
                    <a:pt x="25182" y="254970"/>
                  </a:lnTo>
                  <a:lnTo>
                    <a:pt x="28040" y="259410"/>
                  </a:lnTo>
                  <a:lnTo>
                    <a:pt x="31037" y="263758"/>
                  </a:lnTo>
                  <a:lnTo>
                    <a:pt x="34171" y="268009"/>
                  </a:lnTo>
                  <a:lnTo>
                    <a:pt x="37437" y="272159"/>
                  </a:lnTo>
                  <a:lnTo>
                    <a:pt x="40832" y="276204"/>
                  </a:lnTo>
                  <a:lnTo>
                    <a:pt x="44353" y="280139"/>
                  </a:lnTo>
                  <a:lnTo>
                    <a:pt x="47997" y="283961"/>
                  </a:lnTo>
                  <a:lnTo>
                    <a:pt x="51760" y="287667"/>
                  </a:lnTo>
                  <a:lnTo>
                    <a:pt x="55638" y="291251"/>
                  </a:lnTo>
                  <a:lnTo>
                    <a:pt x="59627" y="294712"/>
                  </a:lnTo>
                  <a:lnTo>
                    <a:pt x="63724" y="298044"/>
                  </a:lnTo>
                  <a:lnTo>
                    <a:pt x="67924" y="301246"/>
                  </a:lnTo>
                  <a:lnTo>
                    <a:pt x="72223" y="304313"/>
                  </a:lnTo>
                  <a:lnTo>
                    <a:pt x="76616" y="307243"/>
                  </a:lnTo>
                  <a:lnTo>
                    <a:pt x="81100" y="310032"/>
                  </a:lnTo>
                  <a:lnTo>
                    <a:pt x="85670" y="312679"/>
                  </a:lnTo>
                  <a:lnTo>
                    <a:pt x="90321" y="315180"/>
                  </a:lnTo>
                  <a:lnTo>
                    <a:pt x="95049" y="317533"/>
                  </a:lnTo>
                  <a:lnTo>
                    <a:pt x="99849" y="319735"/>
                  </a:lnTo>
                  <a:lnTo>
                    <a:pt x="104716" y="321785"/>
                  </a:lnTo>
                  <a:lnTo>
                    <a:pt x="109645" y="323679"/>
                  </a:lnTo>
                  <a:lnTo>
                    <a:pt x="114631" y="325418"/>
                  </a:lnTo>
                  <a:lnTo>
                    <a:pt x="119670" y="326997"/>
                  </a:lnTo>
                  <a:lnTo>
                    <a:pt x="124757" y="328417"/>
                  </a:lnTo>
                  <a:lnTo>
                    <a:pt x="129886" y="329676"/>
                  </a:lnTo>
                  <a:lnTo>
                    <a:pt x="135052" y="330772"/>
                  </a:lnTo>
                  <a:lnTo>
                    <a:pt x="140250" y="331704"/>
                  </a:lnTo>
                  <a:lnTo>
                    <a:pt x="145474" y="332471"/>
                  </a:lnTo>
                  <a:lnTo>
                    <a:pt x="150721" y="333073"/>
                  </a:lnTo>
                  <a:lnTo>
                    <a:pt x="155984" y="333509"/>
                  </a:lnTo>
                  <a:lnTo>
                    <a:pt x="161258" y="333779"/>
                  </a:lnTo>
                  <a:lnTo>
                    <a:pt x="166538" y="333882"/>
                  </a:lnTo>
                  <a:lnTo>
                    <a:pt x="171818" y="333818"/>
                  </a:lnTo>
                  <a:lnTo>
                    <a:pt x="177094" y="333587"/>
                  </a:lnTo>
                  <a:lnTo>
                    <a:pt x="182360" y="333190"/>
                  </a:lnTo>
                  <a:lnTo>
                    <a:pt x="187611" y="332627"/>
                  </a:lnTo>
                  <a:lnTo>
                    <a:pt x="192841" y="331898"/>
                  </a:lnTo>
                  <a:lnTo>
                    <a:pt x="198046" y="331004"/>
                  </a:lnTo>
                  <a:lnTo>
                    <a:pt x="203220" y="329946"/>
                  </a:lnTo>
                  <a:lnTo>
                    <a:pt x="208357" y="328725"/>
                  </a:lnTo>
                  <a:lnTo>
                    <a:pt x="213454" y="327343"/>
                  </a:lnTo>
                  <a:lnTo>
                    <a:pt x="218505" y="325801"/>
                  </a:lnTo>
                  <a:lnTo>
                    <a:pt x="223504" y="324099"/>
                  </a:lnTo>
                  <a:lnTo>
                    <a:pt x="228447" y="322241"/>
                  </a:lnTo>
                  <a:lnTo>
                    <a:pt x="233329" y="320227"/>
                  </a:lnTo>
                  <a:lnTo>
                    <a:pt x="238145" y="318060"/>
                  </a:lnTo>
                  <a:lnTo>
                    <a:pt x="242890" y="315742"/>
                  </a:lnTo>
                  <a:lnTo>
                    <a:pt x="247559" y="313276"/>
                  </a:lnTo>
                  <a:lnTo>
                    <a:pt x="252149" y="310663"/>
                  </a:lnTo>
                  <a:lnTo>
                    <a:pt x="256653" y="307906"/>
                  </a:lnTo>
                  <a:lnTo>
                    <a:pt x="261068" y="305009"/>
                  </a:lnTo>
                  <a:lnTo>
                    <a:pt x="265389" y="301974"/>
                  </a:lnTo>
                  <a:lnTo>
                    <a:pt x="269613" y="298803"/>
                  </a:lnTo>
                  <a:lnTo>
                    <a:pt x="273734" y="295501"/>
                  </a:lnTo>
                  <a:lnTo>
                    <a:pt x="277748" y="292070"/>
                  </a:lnTo>
                  <a:lnTo>
                    <a:pt x="281653" y="288514"/>
                  </a:lnTo>
                  <a:lnTo>
                    <a:pt x="285443" y="284837"/>
                  </a:lnTo>
                  <a:lnTo>
                    <a:pt x="289115" y="281042"/>
                  </a:lnTo>
                  <a:lnTo>
                    <a:pt x="292665" y="277132"/>
                  </a:lnTo>
                  <a:lnTo>
                    <a:pt x="296090" y="273113"/>
                  </a:lnTo>
                  <a:lnTo>
                    <a:pt x="299387" y="268987"/>
                  </a:lnTo>
                  <a:lnTo>
                    <a:pt x="302551" y="264759"/>
                  </a:lnTo>
                  <a:lnTo>
                    <a:pt x="305580" y="260434"/>
                  </a:lnTo>
                  <a:lnTo>
                    <a:pt x="308471" y="256014"/>
                  </a:lnTo>
                  <a:lnTo>
                    <a:pt x="311222" y="251506"/>
                  </a:lnTo>
                  <a:lnTo>
                    <a:pt x="313828" y="246913"/>
                  </a:lnTo>
                  <a:lnTo>
                    <a:pt x="316288" y="242240"/>
                  </a:lnTo>
                  <a:lnTo>
                    <a:pt x="318599" y="237492"/>
                  </a:lnTo>
                  <a:lnTo>
                    <a:pt x="320759" y="232673"/>
                  </a:lnTo>
                  <a:lnTo>
                    <a:pt x="322766" y="227788"/>
                  </a:lnTo>
                  <a:lnTo>
                    <a:pt x="324617" y="222843"/>
                  </a:lnTo>
                  <a:lnTo>
                    <a:pt x="326312" y="217841"/>
                  </a:lnTo>
                  <a:lnTo>
                    <a:pt x="327847" y="212788"/>
                  </a:lnTo>
                  <a:lnTo>
                    <a:pt x="329222" y="207689"/>
                  </a:lnTo>
                  <a:lnTo>
                    <a:pt x="330435" y="202550"/>
                  </a:lnTo>
                  <a:lnTo>
                    <a:pt x="331486" y="197374"/>
                  </a:lnTo>
                  <a:lnTo>
                    <a:pt x="332372" y="192168"/>
                  </a:lnTo>
                  <a:lnTo>
                    <a:pt x="333094" y="186937"/>
                  </a:lnTo>
                  <a:lnTo>
                    <a:pt x="333650" y="181686"/>
                  </a:lnTo>
                  <a:lnTo>
                    <a:pt x="334040" y="176419"/>
                  </a:lnTo>
                  <a:lnTo>
                    <a:pt x="334263" y="171143"/>
                  </a:lnTo>
                  <a:lnTo>
                    <a:pt x="334319" y="165862"/>
                  </a:lnTo>
                  <a:lnTo>
                    <a:pt x="334209" y="160583"/>
                  </a:lnTo>
                  <a:lnTo>
                    <a:pt x="333932" y="155309"/>
                  </a:lnTo>
                  <a:lnTo>
                    <a:pt x="333488" y="150047"/>
                  </a:lnTo>
                  <a:lnTo>
                    <a:pt x="332879" y="144801"/>
                  </a:lnTo>
                  <a:lnTo>
                    <a:pt x="332104" y="139577"/>
                  </a:lnTo>
                  <a:lnTo>
                    <a:pt x="331164" y="134381"/>
                  </a:lnTo>
                  <a:lnTo>
                    <a:pt x="330061" y="129216"/>
                  </a:lnTo>
                  <a:lnTo>
                    <a:pt x="328795" y="124089"/>
                  </a:lnTo>
                  <a:lnTo>
                    <a:pt x="327368" y="119005"/>
                  </a:lnTo>
                  <a:lnTo>
                    <a:pt x="325781" y="113968"/>
                  </a:lnTo>
                  <a:lnTo>
                    <a:pt x="324036" y="108984"/>
                  </a:lnTo>
                  <a:lnTo>
                    <a:pt x="322134" y="104057"/>
                  </a:lnTo>
                  <a:lnTo>
                    <a:pt x="320078" y="99193"/>
                  </a:lnTo>
                  <a:lnTo>
                    <a:pt x="317869" y="94397"/>
                  </a:lnTo>
                  <a:lnTo>
                    <a:pt x="315509" y="89672"/>
                  </a:lnTo>
                  <a:lnTo>
                    <a:pt x="313002" y="85025"/>
                  </a:lnTo>
                  <a:lnTo>
                    <a:pt x="310349" y="80459"/>
                  </a:lnTo>
                  <a:lnTo>
                    <a:pt x="307553" y="75979"/>
                  </a:lnTo>
                  <a:lnTo>
                    <a:pt x="304616" y="71589"/>
                  </a:lnTo>
                  <a:lnTo>
                    <a:pt x="301543" y="67295"/>
                  </a:lnTo>
                  <a:lnTo>
                    <a:pt x="298336" y="63100"/>
                  </a:lnTo>
                  <a:lnTo>
                    <a:pt x="294997" y="59008"/>
                  </a:lnTo>
                  <a:lnTo>
                    <a:pt x="291532" y="55023"/>
                  </a:lnTo>
                  <a:lnTo>
                    <a:pt x="287942" y="51150"/>
                  </a:lnTo>
                  <a:lnTo>
                    <a:pt x="284231" y="47393"/>
                  </a:lnTo>
                  <a:lnTo>
                    <a:pt x="280404" y="43754"/>
                  </a:lnTo>
                  <a:lnTo>
                    <a:pt x="276463" y="40238"/>
                  </a:lnTo>
                  <a:lnTo>
                    <a:pt x="272414" y="36849"/>
                  </a:lnTo>
                  <a:lnTo>
                    <a:pt x="268259" y="33589"/>
                  </a:lnTo>
                  <a:lnTo>
                    <a:pt x="264004" y="30462"/>
                  </a:lnTo>
                  <a:lnTo>
                    <a:pt x="259652" y="27471"/>
                  </a:lnTo>
                  <a:lnTo>
                    <a:pt x="255207" y="24618"/>
                  </a:lnTo>
                  <a:lnTo>
                    <a:pt x="250675" y="21908"/>
                  </a:lnTo>
                  <a:lnTo>
                    <a:pt x="246059" y="19342"/>
                  </a:lnTo>
                  <a:lnTo>
                    <a:pt x="241365" y="16923"/>
                  </a:lnTo>
                  <a:lnTo>
                    <a:pt x="236596" y="14654"/>
                  </a:lnTo>
                  <a:lnTo>
                    <a:pt x="231759" y="12536"/>
                  </a:lnTo>
                  <a:lnTo>
                    <a:pt x="226856" y="10573"/>
                  </a:lnTo>
                  <a:lnTo>
                    <a:pt x="221895" y="8765"/>
                  </a:lnTo>
                  <a:lnTo>
                    <a:pt x="216878" y="7115"/>
                  </a:lnTo>
                  <a:lnTo>
                    <a:pt x="211812" y="5624"/>
                  </a:lnTo>
                  <a:lnTo>
                    <a:pt x="206702" y="4293"/>
                  </a:lnTo>
                  <a:lnTo>
                    <a:pt x="201551" y="3125"/>
                  </a:lnTo>
                  <a:lnTo>
                    <a:pt x="196367" y="2120"/>
                  </a:lnTo>
                  <a:lnTo>
                    <a:pt x="191153" y="1280"/>
                  </a:lnTo>
                  <a:lnTo>
                    <a:pt x="167154" y="1667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23235" y="1681503"/>
              <a:ext cx="23999" cy="167167"/>
            </a:xfrm>
            <a:custGeom>
              <a:avLst/>
              <a:pathLst>
                <a:path w="23999" h="167167">
                  <a:moveTo>
                    <a:pt x="23999" y="1731"/>
                  </a:moveTo>
                  <a:lnTo>
                    <a:pt x="16030" y="770"/>
                  </a:lnTo>
                  <a:lnTo>
                    <a:pt x="8024" y="1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853872" y="1322571"/>
              <a:ext cx="167166" cy="313340"/>
            </a:xfrm>
            <a:custGeom>
              <a:avLst/>
              <a:pathLst>
                <a:path w="167166" h="313340">
                  <a:moveTo>
                    <a:pt x="167166" y="0"/>
                  </a:moveTo>
                  <a:lnTo>
                    <a:pt x="161795" y="86"/>
                  </a:lnTo>
                  <a:lnTo>
                    <a:pt x="156430" y="345"/>
                  </a:lnTo>
                  <a:lnTo>
                    <a:pt x="151075" y="776"/>
                  </a:lnTo>
                  <a:lnTo>
                    <a:pt x="145738" y="1379"/>
                  </a:lnTo>
                  <a:lnTo>
                    <a:pt x="140422" y="2153"/>
                  </a:lnTo>
                  <a:lnTo>
                    <a:pt x="135134" y="3097"/>
                  </a:lnTo>
                  <a:lnTo>
                    <a:pt x="129879" y="4211"/>
                  </a:lnTo>
                  <a:lnTo>
                    <a:pt x="124663" y="5493"/>
                  </a:lnTo>
                  <a:lnTo>
                    <a:pt x="119491" y="6942"/>
                  </a:lnTo>
                  <a:lnTo>
                    <a:pt x="114367" y="8556"/>
                  </a:lnTo>
                  <a:lnTo>
                    <a:pt x="109299" y="10335"/>
                  </a:lnTo>
                  <a:lnTo>
                    <a:pt x="104290" y="12275"/>
                  </a:lnTo>
                  <a:lnTo>
                    <a:pt x="99346" y="14375"/>
                  </a:lnTo>
                  <a:lnTo>
                    <a:pt x="94472" y="16633"/>
                  </a:lnTo>
                  <a:lnTo>
                    <a:pt x="89673" y="19046"/>
                  </a:lnTo>
                  <a:lnTo>
                    <a:pt x="84954" y="21612"/>
                  </a:lnTo>
                  <a:lnTo>
                    <a:pt x="80320" y="24329"/>
                  </a:lnTo>
                  <a:lnTo>
                    <a:pt x="75775" y="27193"/>
                  </a:lnTo>
                  <a:lnTo>
                    <a:pt x="71325" y="30201"/>
                  </a:lnTo>
                  <a:lnTo>
                    <a:pt x="66974" y="33351"/>
                  </a:lnTo>
                  <a:lnTo>
                    <a:pt x="62727" y="36639"/>
                  </a:lnTo>
                  <a:lnTo>
                    <a:pt x="58587" y="40062"/>
                  </a:lnTo>
                  <a:lnTo>
                    <a:pt x="54559" y="43616"/>
                  </a:lnTo>
                  <a:lnTo>
                    <a:pt x="50648" y="47298"/>
                  </a:lnTo>
                  <a:lnTo>
                    <a:pt x="46857" y="51103"/>
                  </a:lnTo>
                  <a:lnTo>
                    <a:pt x="43190" y="55029"/>
                  </a:lnTo>
                  <a:lnTo>
                    <a:pt x="39651" y="59070"/>
                  </a:lnTo>
                  <a:lnTo>
                    <a:pt x="36244" y="63223"/>
                  </a:lnTo>
                  <a:lnTo>
                    <a:pt x="32972" y="67483"/>
                  </a:lnTo>
                  <a:lnTo>
                    <a:pt x="29838" y="71846"/>
                  </a:lnTo>
                  <a:lnTo>
                    <a:pt x="26847" y="76307"/>
                  </a:lnTo>
                  <a:lnTo>
                    <a:pt x="24000" y="80862"/>
                  </a:lnTo>
                  <a:lnTo>
                    <a:pt x="21301" y="85506"/>
                  </a:lnTo>
                  <a:lnTo>
                    <a:pt x="18753" y="90235"/>
                  </a:lnTo>
                  <a:lnTo>
                    <a:pt x="16358" y="95043"/>
                  </a:lnTo>
                  <a:lnTo>
                    <a:pt x="14118" y="99926"/>
                  </a:lnTo>
                  <a:lnTo>
                    <a:pt x="12037" y="104877"/>
                  </a:lnTo>
                  <a:lnTo>
                    <a:pt x="10116" y="109894"/>
                  </a:lnTo>
                  <a:lnTo>
                    <a:pt x="8357" y="114969"/>
                  </a:lnTo>
                  <a:lnTo>
                    <a:pt x="6762" y="120098"/>
                  </a:lnTo>
                  <a:lnTo>
                    <a:pt x="5332" y="125276"/>
                  </a:lnTo>
                  <a:lnTo>
                    <a:pt x="4070" y="130497"/>
                  </a:lnTo>
                  <a:lnTo>
                    <a:pt x="2976" y="135756"/>
                  </a:lnTo>
                  <a:lnTo>
                    <a:pt x="2051" y="141048"/>
                  </a:lnTo>
                  <a:lnTo>
                    <a:pt x="1297" y="146366"/>
                  </a:lnTo>
                  <a:lnTo>
                    <a:pt x="715" y="151706"/>
                  </a:lnTo>
                  <a:lnTo>
                    <a:pt x="304" y="157062"/>
                  </a:lnTo>
                  <a:lnTo>
                    <a:pt x="65" y="162428"/>
                  </a:lnTo>
                  <a:lnTo>
                    <a:pt x="0" y="167799"/>
                  </a:lnTo>
                  <a:lnTo>
                    <a:pt x="106" y="173170"/>
                  </a:lnTo>
                  <a:lnTo>
                    <a:pt x="385" y="178534"/>
                  </a:lnTo>
                  <a:lnTo>
                    <a:pt x="837" y="183887"/>
                  </a:lnTo>
                  <a:lnTo>
                    <a:pt x="1460" y="189222"/>
                  </a:lnTo>
                  <a:lnTo>
                    <a:pt x="2254" y="194535"/>
                  </a:lnTo>
                  <a:lnTo>
                    <a:pt x="3218" y="199819"/>
                  </a:lnTo>
                  <a:lnTo>
                    <a:pt x="4352" y="205070"/>
                  </a:lnTo>
                  <a:lnTo>
                    <a:pt x="5654" y="210281"/>
                  </a:lnTo>
                  <a:lnTo>
                    <a:pt x="7122" y="215448"/>
                  </a:lnTo>
                  <a:lnTo>
                    <a:pt x="8756" y="220565"/>
                  </a:lnTo>
                  <a:lnTo>
                    <a:pt x="10554" y="225627"/>
                  </a:lnTo>
                  <a:lnTo>
                    <a:pt x="12513" y="230628"/>
                  </a:lnTo>
                  <a:lnTo>
                    <a:pt x="14631" y="235565"/>
                  </a:lnTo>
                  <a:lnTo>
                    <a:pt x="16908" y="240430"/>
                  </a:lnTo>
                  <a:lnTo>
                    <a:pt x="19339" y="245220"/>
                  </a:lnTo>
                  <a:lnTo>
                    <a:pt x="21923" y="249929"/>
                  </a:lnTo>
                  <a:lnTo>
                    <a:pt x="24657" y="254553"/>
                  </a:lnTo>
                  <a:lnTo>
                    <a:pt x="27538" y="259086"/>
                  </a:lnTo>
                  <a:lnTo>
                    <a:pt x="30564" y="263525"/>
                  </a:lnTo>
                  <a:lnTo>
                    <a:pt x="33730" y="267864"/>
                  </a:lnTo>
                  <a:lnTo>
                    <a:pt x="37034" y="272099"/>
                  </a:lnTo>
                  <a:lnTo>
                    <a:pt x="40473" y="276226"/>
                  </a:lnTo>
                  <a:lnTo>
                    <a:pt x="44042" y="280240"/>
                  </a:lnTo>
                  <a:lnTo>
                    <a:pt x="47739" y="284137"/>
                  </a:lnTo>
                  <a:lnTo>
                    <a:pt x="51558" y="287914"/>
                  </a:lnTo>
                  <a:lnTo>
                    <a:pt x="55497" y="291566"/>
                  </a:lnTo>
                  <a:lnTo>
                    <a:pt x="59552" y="295090"/>
                  </a:lnTo>
                  <a:lnTo>
                    <a:pt x="63717" y="298481"/>
                  </a:lnTo>
                  <a:lnTo>
                    <a:pt x="67990" y="301737"/>
                  </a:lnTo>
                  <a:lnTo>
                    <a:pt x="72365" y="304854"/>
                  </a:lnTo>
                  <a:lnTo>
                    <a:pt x="76837" y="307829"/>
                  </a:lnTo>
                  <a:lnTo>
                    <a:pt x="81403" y="310658"/>
                  </a:lnTo>
                  <a:lnTo>
                    <a:pt x="86058" y="31334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9930" y="1489739"/>
              <a:ext cx="81108" cy="146172"/>
            </a:xfrm>
            <a:custGeom>
              <a:avLst/>
              <a:pathLst>
                <a:path w="81108" h="146172">
                  <a:moveTo>
                    <a:pt x="0" y="146172"/>
                  </a:moveTo>
                  <a:lnTo>
                    <a:pt x="8110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9930" y="1342255"/>
              <a:ext cx="248274" cy="314650"/>
            </a:xfrm>
            <a:custGeom>
              <a:avLst/>
              <a:pathLst>
                <a:path w="248274" h="314650">
                  <a:moveTo>
                    <a:pt x="0" y="293656"/>
                  </a:moveTo>
                  <a:lnTo>
                    <a:pt x="4703" y="296168"/>
                  </a:lnTo>
                  <a:lnTo>
                    <a:pt x="9484" y="298530"/>
                  </a:lnTo>
                  <a:lnTo>
                    <a:pt x="14338" y="300737"/>
                  </a:lnTo>
                  <a:lnTo>
                    <a:pt x="19259" y="302789"/>
                  </a:lnTo>
                  <a:lnTo>
                    <a:pt x="24244" y="304682"/>
                  </a:lnTo>
                  <a:lnTo>
                    <a:pt x="29287" y="306416"/>
                  </a:lnTo>
                  <a:lnTo>
                    <a:pt x="34382" y="307988"/>
                  </a:lnTo>
                  <a:lnTo>
                    <a:pt x="39525" y="309396"/>
                  </a:lnTo>
                  <a:lnTo>
                    <a:pt x="44710" y="310640"/>
                  </a:lnTo>
                  <a:lnTo>
                    <a:pt x="49932" y="311718"/>
                  </a:lnTo>
                  <a:lnTo>
                    <a:pt x="55186" y="312629"/>
                  </a:lnTo>
                  <a:lnTo>
                    <a:pt x="60466" y="313372"/>
                  </a:lnTo>
                  <a:lnTo>
                    <a:pt x="65768" y="313946"/>
                  </a:lnTo>
                  <a:lnTo>
                    <a:pt x="71084" y="314350"/>
                  </a:lnTo>
                  <a:lnTo>
                    <a:pt x="76411" y="314585"/>
                  </a:lnTo>
                  <a:lnTo>
                    <a:pt x="81743" y="314650"/>
                  </a:lnTo>
                  <a:lnTo>
                    <a:pt x="87075" y="314544"/>
                  </a:lnTo>
                  <a:lnTo>
                    <a:pt x="92400" y="314269"/>
                  </a:lnTo>
                  <a:lnTo>
                    <a:pt x="97713" y="313824"/>
                  </a:lnTo>
                  <a:lnTo>
                    <a:pt x="103010" y="313210"/>
                  </a:lnTo>
                  <a:lnTo>
                    <a:pt x="108285" y="312427"/>
                  </a:lnTo>
                  <a:lnTo>
                    <a:pt x="113531" y="311476"/>
                  </a:lnTo>
                  <a:lnTo>
                    <a:pt x="118745" y="310359"/>
                  </a:lnTo>
                  <a:lnTo>
                    <a:pt x="123921" y="309075"/>
                  </a:lnTo>
                  <a:lnTo>
                    <a:pt x="129053" y="307628"/>
                  </a:lnTo>
                  <a:lnTo>
                    <a:pt x="134136" y="306017"/>
                  </a:lnTo>
                  <a:lnTo>
                    <a:pt x="139165" y="304245"/>
                  </a:lnTo>
                  <a:lnTo>
                    <a:pt x="144135" y="302314"/>
                  </a:lnTo>
                  <a:lnTo>
                    <a:pt x="149041" y="300225"/>
                  </a:lnTo>
                  <a:lnTo>
                    <a:pt x="153878" y="297981"/>
                  </a:lnTo>
                  <a:lnTo>
                    <a:pt x="158641" y="295583"/>
                  </a:lnTo>
                  <a:lnTo>
                    <a:pt x="163325" y="293035"/>
                  </a:lnTo>
                  <a:lnTo>
                    <a:pt x="167926" y="290339"/>
                  </a:lnTo>
                  <a:lnTo>
                    <a:pt x="172438" y="287497"/>
                  </a:lnTo>
                  <a:lnTo>
                    <a:pt x="176857" y="284513"/>
                  </a:lnTo>
                  <a:lnTo>
                    <a:pt x="181178" y="281389"/>
                  </a:lnTo>
                  <a:lnTo>
                    <a:pt x="185398" y="278130"/>
                  </a:lnTo>
                  <a:lnTo>
                    <a:pt x="189512" y="274737"/>
                  </a:lnTo>
                  <a:lnTo>
                    <a:pt x="193515" y="271215"/>
                  </a:lnTo>
                  <a:lnTo>
                    <a:pt x="197404" y="267567"/>
                  </a:lnTo>
                  <a:lnTo>
                    <a:pt x="201175" y="263797"/>
                  </a:lnTo>
                  <a:lnTo>
                    <a:pt x="204824" y="259908"/>
                  </a:lnTo>
                  <a:lnTo>
                    <a:pt x="208346" y="255905"/>
                  </a:lnTo>
                  <a:lnTo>
                    <a:pt x="211740" y="251792"/>
                  </a:lnTo>
                  <a:lnTo>
                    <a:pt x="215000" y="247573"/>
                  </a:lnTo>
                  <a:lnTo>
                    <a:pt x="218124" y="243251"/>
                  </a:lnTo>
                  <a:lnTo>
                    <a:pt x="221109" y="238833"/>
                  </a:lnTo>
                  <a:lnTo>
                    <a:pt x="223951" y="234321"/>
                  </a:lnTo>
                  <a:lnTo>
                    <a:pt x="226648" y="229721"/>
                  </a:lnTo>
                  <a:lnTo>
                    <a:pt x="229197" y="225037"/>
                  </a:lnTo>
                  <a:lnTo>
                    <a:pt x="231595" y="220275"/>
                  </a:lnTo>
                  <a:lnTo>
                    <a:pt x="233840" y="215438"/>
                  </a:lnTo>
                  <a:lnTo>
                    <a:pt x="235929" y="210533"/>
                  </a:lnTo>
                  <a:lnTo>
                    <a:pt x="237861" y="205563"/>
                  </a:lnTo>
                  <a:lnTo>
                    <a:pt x="239634" y="200534"/>
                  </a:lnTo>
                  <a:lnTo>
                    <a:pt x="241245" y="195451"/>
                  </a:lnTo>
                  <a:lnTo>
                    <a:pt x="242694" y="190319"/>
                  </a:lnTo>
                  <a:lnTo>
                    <a:pt x="243978" y="185144"/>
                  </a:lnTo>
                  <a:lnTo>
                    <a:pt x="245096" y="179930"/>
                  </a:lnTo>
                  <a:lnTo>
                    <a:pt x="246047" y="174683"/>
                  </a:lnTo>
                  <a:lnTo>
                    <a:pt x="246831" y="169409"/>
                  </a:lnTo>
                  <a:lnTo>
                    <a:pt x="247446" y="164112"/>
                  </a:lnTo>
                  <a:lnTo>
                    <a:pt x="247892" y="158799"/>
                  </a:lnTo>
                  <a:lnTo>
                    <a:pt x="248168" y="153473"/>
                  </a:lnTo>
                  <a:lnTo>
                    <a:pt x="248274" y="148142"/>
                  </a:lnTo>
                  <a:lnTo>
                    <a:pt x="248210" y="142810"/>
                  </a:lnTo>
                  <a:lnTo>
                    <a:pt x="247976" y="137483"/>
                  </a:lnTo>
                  <a:lnTo>
                    <a:pt x="247572" y="132166"/>
                  </a:lnTo>
                  <a:lnTo>
                    <a:pt x="246999" y="126865"/>
                  </a:lnTo>
                  <a:lnTo>
                    <a:pt x="246257" y="121585"/>
                  </a:lnTo>
                  <a:lnTo>
                    <a:pt x="245347" y="116331"/>
                  </a:lnTo>
                  <a:lnTo>
                    <a:pt x="244270" y="111108"/>
                  </a:lnTo>
                  <a:lnTo>
                    <a:pt x="243026" y="105923"/>
                  </a:lnTo>
                  <a:lnTo>
                    <a:pt x="241619" y="100780"/>
                  </a:lnTo>
                  <a:lnTo>
                    <a:pt x="240047" y="95684"/>
                  </a:lnTo>
                  <a:lnTo>
                    <a:pt x="238314" y="90642"/>
                  </a:lnTo>
                  <a:lnTo>
                    <a:pt x="236422" y="85657"/>
                  </a:lnTo>
                  <a:lnTo>
                    <a:pt x="234371" y="80735"/>
                  </a:lnTo>
                  <a:lnTo>
                    <a:pt x="232164" y="75880"/>
                  </a:lnTo>
                  <a:lnTo>
                    <a:pt x="229803" y="71099"/>
                  </a:lnTo>
                  <a:lnTo>
                    <a:pt x="227291" y="66395"/>
                  </a:lnTo>
                  <a:lnTo>
                    <a:pt x="224631" y="61774"/>
                  </a:lnTo>
                  <a:lnTo>
                    <a:pt x="221824" y="57241"/>
                  </a:lnTo>
                  <a:lnTo>
                    <a:pt x="218875" y="52798"/>
                  </a:lnTo>
                  <a:lnTo>
                    <a:pt x="215785" y="48453"/>
                  </a:lnTo>
                  <a:lnTo>
                    <a:pt x="212558" y="44208"/>
                  </a:lnTo>
                  <a:lnTo>
                    <a:pt x="209197" y="40068"/>
                  </a:lnTo>
                  <a:lnTo>
                    <a:pt x="205706" y="36037"/>
                  </a:lnTo>
                  <a:lnTo>
                    <a:pt x="202088" y="32120"/>
                  </a:lnTo>
                  <a:lnTo>
                    <a:pt x="198347" y="28320"/>
                  </a:lnTo>
                  <a:lnTo>
                    <a:pt x="194487" y="24642"/>
                  </a:lnTo>
                  <a:lnTo>
                    <a:pt x="190512" y="21088"/>
                  </a:lnTo>
                  <a:lnTo>
                    <a:pt x="186425" y="17663"/>
                  </a:lnTo>
                  <a:lnTo>
                    <a:pt x="182231" y="14370"/>
                  </a:lnTo>
                  <a:lnTo>
                    <a:pt x="177934" y="11213"/>
                  </a:lnTo>
                  <a:lnTo>
                    <a:pt x="173538" y="8194"/>
                  </a:lnTo>
                  <a:lnTo>
                    <a:pt x="169049" y="5317"/>
                  </a:lnTo>
                  <a:lnTo>
                    <a:pt x="164470" y="2585"/>
                  </a:lnTo>
                  <a:lnTo>
                    <a:pt x="159806" y="0"/>
                  </a:lnTo>
                  <a:lnTo>
                    <a:pt x="81108" y="1474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21039" y="1322571"/>
              <a:ext cx="78698" cy="167167"/>
            </a:xfrm>
            <a:custGeom>
              <a:avLst/>
              <a:pathLst>
                <a:path w="78698" h="167167">
                  <a:moveTo>
                    <a:pt x="78698" y="19683"/>
                  </a:moveTo>
                  <a:lnTo>
                    <a:pt x="73487" y="17019"/>
                  </a:lnTo>
                  <a:lnTo>
                    <a:pt x="68186" y="14538"/>
                  </a:lnTo>
                  <a:lnTo>
                    <a:pt x="62802" y="12245"/>
                  </a:lnTo>
                  <a:lnTo>
                    <a:pt x="57340" y="10141"/>
                  </a:lnTo>
                  <a:lnTo>
                    <a:pt x="51808" y="8230"/>
                  </a:lnTo>
                  <a:lnTo>
                    <a:pt x="46213" y="6514"/>
                  </a:lnTo>
                  <a:lnTo>
                    <a:pt x="40561" y="4995"/>
                  </a:lnTo>
                  <a:lnTo>
                    <a:pt x="34859" y="3675"/>
                  </a:lnTo>
                  <a:lnTo>
                    <a:pt x="29115" y="2554"/>
                  </a:lnTo>
                  <a:lnTo>
                    <a:pt x="23335" y="1636"/>
                  </a:lnTo>
                  <a:lnTo>
                    <a:pt x="17526" y="921"/>
                  </a:lnTo>
                  <a:lnTo>
                    <a:pt x="11696" y="409"/>
                  </a:lnTo>
                  <a:lnTo>
                    <a:pt x="5851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378098" y="1071028"/>
              <a:ext cx="167159" cy="264622"/>
            </a:xfrm>
            <a:custGeom>
              <a:avLst/>
              <a:pathLst>
                <a:path w="167159" h="264622">
                  <a:moveTo>
                    <a:pt x="167159" y="0"/>
                  </a:moveTo>
                  <a:lnTo>
                    <a:pt x="161769" y="86"/>
                  </a:lnTo>
                  <a:lnTo>
                    <a:pt x="156384" y="347"/>
                  </a:lnTo>
                  <a:lnTo>
                    <a:pt x="151010" y="781"/>
                  </a:lnTo>
                  <a:lnTo>
                    <a:pt x="145653" y="1389"/>
                  </a:lnTo>
                  <a:lnTo>
                    <a:pt x="140318" y="2168"/>
                  </a:lnTo>
                  <a:lnTo>
                    <a:pt x="135011" y="3120"/>
                  </a:lnTo>
                  <a:lnTo>
                    <a:pt x="129738" y="4242"/>
                  </a:lnTo>
                  <a:lnTo>
                    <a:pt x="124503" y="5533"/>
                  </a:lnTo>
                  <a:lnTo>
                    <a:pt x="119313" y="6993"/>
                  </a:lnTo>
                  <a:lnTo>
                    <a:pt x="114173" y="8619"/>
                  </a:lnTo>
                  <a:lnTo>
                    <a:pt x="109088" y="10410"/>
                  </a:lnTo>
                  <a:lnTo>
                    <a:pt x="104063" y="12364"/>
                  </a:lnTo>
                  <a:lnTo>
                    <a:pt x="99104" y="14480"/>
                  </a:lnTo>
                  <a:lnTo>
                    <a:pt x="94216" y="16754"/>
                  </a:lnTo>
                  <a:lnTo>
                    <a:pt x="89403" y="19184"/>
                  </a:lnTo>
                  <a:lnTo>
                    <a:pt x="84672" y="21768"/>
                  </a:lnTo>
                  <a:lnTo>
                    <a:pt x="80026" y="24504"/>
                  </a:lnTo>
                  <a:lnTo>
                    <a:pt x="75471" y="27388"/>
                  </a:lnTo>
                  <a:lnTo>
                    <a:pt x="71011" y="30417"/>
                  </a:lnTo>
                  <a:lnTo>
                    <a:pt x="66651" y="33589"/>
                  </a:lnTo>
                  <a:lnTo>
                    <a:pt x="62396" y="36900"/>
                  </a:lnTo>
                  <a:lnTo>
                    <a:pt x="58250" y="40346"/>
                  </a:lnTo>
                  <a:lnTo>
                    <a:pt x="54217" y="43924"/>
                  </a:lnTo>
                  <a:lnTo>
                    <a:pt x="50301" y="47630"/>
                  </a:lnTo>
                  <a:lnTo>
                    <a:pt x="46507" y="51460"/>
                  </a:lnTo>
                  <a:lnTo>
                    <a:pt x="42839" y="55411"/>
                  </a:lnTo>
                  <a:lnTo>
                    <a:pt x="39299" y="59478"/>
                  </a:lnTo>
                  <a:lnTo>
                    <a:pt x="35893" y="63658"/>
                  </a:lnTo>
                  <a:lnTo>
                    <a:pt x="32624" y="67944"/>
                  </a:lnTo>
                  <a:lnTo>
                    <a:pt x="29494" y="72334"/>
                  </a:lnTo>
                  <a:lnTo>
                    <a:pt x="26507" y="76823"/>
                  </a:lnTo>
                  <a:lnTo>
                    <a:pt x="23667" y="81406"/>
                  </a:lnTo>
                  <a:lnTo>
                    <a:pt x="20976" y="86077"/>
                  </a:lnTo>
                  <a:lnTo>
                    <a:pt x="18437" y="90834"/>
                  </a:lnTo>
                  <a:lnTo>
                    <a:pt x="16053" y="95669"/>
                  </a:lnTo>
                  <a:lnTo>
                    <a:pt x="13826" y="100579"/>
                  </a:lnTo>
                  <a:lnTo>
                    <a:pt x="11759" y="105558"/>
                  </a:lnTo>
                  <a:lnTo>
                    <a:pt x="9853" y="110601"/>
                  </a:lnTo>
                  <a:lnTo>
                    <a:pt x="8111" y="115704"/>
                  </a:lnTo>
                  <a:lnTo>
                    <a:pt x="6534" y="120859"/>
                  </a:lnTo>
                  <a:lnTo>
                    <a:pt x="5124" y="126063"/>
                  </a:lnTo>
                  <a:lnTo>
                    <a:pt x="3883" y="131310"/>
                  </a:lnTo>
                  <a:lnTo>
                    <a:pt x="2811" y="136593"/>
                  </a:lnTo>
                  <a:lnTo>
                    <a:pt x="1911" y="141909"/>
                  </a:lnTo>
                  <a:lnTo>
                    <a:pt x="1182" y="147251"/>
                  </a:lnTo>
                  <a:lnTo>
                    <a:pt x="627" y="152614"/>
                  </a:lnTo>
                  <a:lnTo>
                    <a:pt x="244" y="157991"/>
                  </a:lnTo>
                  <a:lnTo>
                    <a:pt x="35" y="163379"/>
                  </a:lnTo>
                  <a:lnTo>
                    <a:pt x="0" y="168770"/>
                  </a:lnTo>
                  <a:lnTo>
                    <a:pt x="138" y="174160"/>
                  </a:lnTo>
                  <a:lnTo>
                    <a:pt x="450" y="179542"/>
                  </a:lnTo>
                  <a:lnTo>
                    <a:pt x="936" y="184911"/>
                  </a:lnTo>
                  <a:lnTo>
                    <a:pt x="1595" y="190262"/>
                  </a:lnTo>
                  <a:lnTo>
                    <a:pt x="2426" y="195589"/>
                  </a:lnTo>
                  <a:lnTo>
                    <a:pt x="3428" y="200887"/>
                  </a:lnTo>
                  <a:lnTo>
                    <a:pt x="4601" y="206149"/>
                  </a:lnTo>
                  <a:lnTo>
                    <a:pt x="5942" y="211371"/>
                  </a:lnTo>
                  <a:lnTo>
                    <a:pt x="7451" y="216547"/>
                  </a:lnTo>
                  <a:lnTo>
                    <a:pt x="9127" y="221671"/>
                  </a:lnTo>
                  <a:lnTo>
                    <a:pt x="10967" y="226739"/>
                  </a:lnTo>
                  <a:lnTo>
                    <a:pt x="12969" y="231745"/>
                  </a:lnTo>
                  <a:lnTo>
                    <a:pt x="15132" y="236683"/>
                  </a:lnTo>
                  <a:lnTo>
                    <a:pt x="17452" y="241550"/>
                  </a:lnTo>
                  <a:lnTo>
                    <a:pt x="19929" y="246339"/>
                  </a:lnTo>
                  <a:lnTo>
                    <a:pt x="22558" y="251045"/>
                  </a:lnTo>
                  <a:lnTo>
                    <a:pt x="25338" y="255665"/>
                  </a:lnTo>
                  <a:lnTo>
                    <a:pt x="28266" y="260192"/>
                  </a:lnTo>
                  <a:lnTo>
                    <a:pt x="31338" y="264622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09437" y="1238196"/>
              <a:ext cx="135821" cy="97455"/>
            </a:xfrm>
            <a:custGeom>
              <a:avLst/>
              <a:pathLst>
                <a:path w="135821" h="97455">
                  <a:moveTo>
                    <a:pt x="0" y="97455"/>
                  </a:moveTo>
                  <a:lnTo>
                    <a:pt x="13582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09437" y="1177847"/>
              <a:ext cx="302967" cy="227498"/>
            </a:xfrm>
            <a:custGeom>
              <a:avLst/>
              <a:pathLst>
                <a:path w="302967" h="227498">
                  <a:moveTo>
                    <a:pt x="0" y="157804"/>
                  </a:moveTo>
                  <a:lnTo>
                    <a:pt x="3197" y="162112"/>
                  </a:lnTo>
                  <a:lnTo>
                    <a:pt x="6531" y="166315"/>
                  </a:lnTo>
                  <a:lnTo>
                    <a:pt x="9998" y="170410"/>
                  </a:lnTo>
                  <a:lnTo>
                    <a:pt x="13594" y="174390"/>
                  </a:lnTo>
                  <a:lnTo>
                    <a:pt x="17317" y="178254"/>
                  </a:lnTo>
                  <a:lnTo>
                    <a:pt x="21161" y="181996"/>
                  </a:lnTo>
                  <a:lnTo>
                    <a:pt x="25124" y="185613"/>
                  </a:lnTo>
                  <a:lnTo>
                    <a:pt x="29201" y="189100"/>
                  </a:lnTo>
                  <a:lnTo>
                    <a:pt x="33387" y="192455"/>
                  </a:lnTo>
                  <a:lnTo>
                    <a:pt x="37679" y="195674"/>
                  </a:lnTo>
                  <a:lnTo>
                    <a:pt x="42072" y="198754"/>
                  </a:lnTo>
                  <a:lnTo>
                    <a:pt x="46562" y="201691"/>
                  </a:lnTo>
                  <a:lnTo>
                    <a:pt x="51143" y="204483"/>
                  </a:lnTo>
                  <a:lnTo>
                    <a:pt x="55812" y="207126"/>
                  </a:lnTo>
                  <a:lnTo>
                    <a:pt x="60563" y="209617"/>
                  </a:lnTo>
                  <a:lnTo>
                    <a:pt x="65392" y="211955"/>
                  </a:lnTo>
                  <a:lnTo>
                    <a:pt x="70293" y="214137"/>
                  </a:lnTo>
                  <a:lnTo>
                    <a:pt x="75262" y="216161"/>
                  </a:lnTo>
                  <a:lnTo>
                    <a:pt x="80293" y="218024"/>
                  </a:lnTo>
                  <a:lnTo>
                    <a:pt x="85382" y="219725"/>
                  </a:lnTo>
                  <a:lnTo>
                    <a:pt x="90522" y="221261"/>
                  </a:lnTo>
                  <a:lnTo>
                    <a:pt x="95709" y="222632"/>
                  </a:lnTo>
                  <a:lnTo>
                    <a:pt x="100937" y="223835"/>
                  </a:lnTo>
                  <a:lnTo>
                    <a:pt x="106201" y="224871"/>
                  </a:lnTo>
                  <a:lnTo>
                    <a:pt x="111496" y="225736"/>
                  </a:lnTo>
                  <a:lnTo>
                    <a:pt x="116816" y="226432"/>
                  </a:lnTo>
                  <a:lnTo>
                    <a:pt x="122155" y="226956"/>
                  </a:lnTo>
                  <a:lnTo>
                    <a:pt x="127508" y="227309"/>
                  </a:lnTo>
                  <a:lnTo>
                    <a:pt x="132870" y="227490"/>
                  </a:lnTo>
                  <a:lnTo>
                    <a:pt x="138235" y="227498"/>
                  </a:lnTo>
                  <a:lnTo>
                    <a:pt x="143598" y="227335"/>
                  </a:lnTo>
                  <a:lnTo>
                    <a:pt x="148952" y="226999"/>
                  </a:lnTo>
                  <a:lnTo>
                    <a:pt x="154293" y="226492"/>
                  </a:lnTo>
                  <a:lnTo>
                    <a:pt x="159615" y="225813"/>
                  </a:lnTo>
                  <a:lnTo>
                    <a:pt x="164913" y="224965"/>
                  </a:lnTo>
                  <a:lnTo>
                    <a:pt x="170180" y="223946"/>
                  </a:lnTo>
                  <a:lnTo>
                    <a:pt x="175412" y="222760"/>
                  </a:lnTo>
                  <a:lnTo>
                    <a:pt x="180604" y="221405"/>
                  </a:lnTo>
                  <a:lnTo>
                    <a:pt x="185749" y="219885"/>
                  </a:lnTo>
                  <a:lnTo>
                    <a:pt x="190843" y="218201"/>
                  </a:lnTo>
                  <a:lnTo>
                    <a:pt x="195880" y="216354"/>
                  </a:lnTo>
                  <a:lnTo>
                    <a:pt x="200855" y="214347"/>
                  </a:lnTo>
                  <a:lnTo>
                    <a:pt x="205763" y="212180"/>
                  </a:lnTo>
                  <a:lnTo>
                    <a:pt x="210599" y="209858"/>
                  </a:lnTo>
                  <a:lnTo>
                    <a:pt x="215358" y="207381"/>
                  </a:lnTo>
                  <a:lnTo>
                    <a:pt x="220036" y="204753"/>
                  </a:lnTo>
                  <a:lnTo>
                    <a:pt x="224626" y="201976"/>
                  </a:lnTo>
                  <a:lnTo>
                    <a:pt x="229125" y="199054"/>
                  </a:lnTo>
                  <a:lnTo>
                    <a:pt x="233528" y="195988"/>
                  </a:lnTo>
                  <a:lnTo>
                    <a:pt x="237830" y="192783"/>
                  </a:lnTo>
                  <a:lnTo>
                    <a:pt x="242028" y="189441"/>
                  </a:lnTo>
                  <a:lnTo>
                    <a:pt x="246116" y="185967"/>
                  </a:lnTo>
                  <a:lnTo>
                    <a:pt x="250090" y="182363"/>
                  </a:lnTo>
                  <a:lnTo>
                    <a:pt x="253946" y="178633"/>
                  </a:lnTo>
                  <a:lnTo>
                    <a:pt x="257681" y="174781"/>
                  </a:lnTo>
                  <a:lnTo>
                    <a:pt x="261291" y="170812"/>
                  </a:lnTo>
                  <a:lnTo>
                    <a:pt x="264771" y="166729"/>
                  </a:lnTo>
                  <a:lnTo>
                    <a:pt x="268118" y="162536"/>
                  </a:lnTo>
                  <a:lnTo>
                    <a:pt x="271329" y="158238"/>
                  </a:lnTo>
                  <a:lnTo>
                    <a:pt x="274400" y="153839"/>
                  </a:lnTo>
                  <a:lnTo>
                    <a:pt x="277329" y="149344"/>
                  </a:lnTo>
                  <a:lnTo>
                    <a:pt x="280112" y="144758"/>
                  </a:lnTo>
                  <a:lnTo>
                    <a:pt x="282746" y="140084"/>
                  </a:lnTo>
                  <a:lnTo>
                    <a:pt x="285229" y="135328"/>
                  </a:lnTo>
                  <a:lnTo>
                    <a:pt x="287559" y="130495"/>
                  </a:lnTo>
                  <a:lnTo>
                    <a:pt x="289731" y="125590"/>
                  </a:lnTo>
                  <a:lnTo>
                    <a:pt x="291746" y="120617"/>
                  </a:lnTo>
                  <a:lnTo>
                    <a:pt x="293599" y="115583"/>
                  </a:lnTo>
                  <a:lnTo>
                    <a:pt x="295291" y="110491"/>
                  </a:lnTo>
                  <a:lnTo>
                    <a:pt x="296817" y="105348"/>
                  </a:lnTo>
                  <a:lnTo>
                    <a:pt x="298179" y="100158"/>
                  </a:lnTo>
                  <a:lnTo>
                    <a:pt x="299372" y="94928"/>
                  </a:lnTo>
                  <a:lnTo>
                    <a:pt x="300398" y="89662"/>
                  </a:lnTo>
                  <a:lnTo>
                    <a:pt x="301254" y="84366"/>
                  </a:lnTo>
                  <a:lnTo>
                    <a:pt x="301939" y="79045"/>
                  </a:lnTo>
                  <a:lnTo>
                    <a:pt x="302454" y="73704"/>
                  </a:lnTo>
                  <a:lnTo>
                    <a:pt x="302796" y="68350"/>
                  </a:lnTo>
                  <a:lnTo>
                    <a:pt x="302967" y="62988"/>
                  </a:lnTo>
                  <a:lnTo>
                    <a:pt x="302966" y="57623"/>
                  </a:lnTo>
                  <a:lnTo>
                    <a:pt x="302792" y="52261"/>
                  </a:lnTo>
                  <a:lnTo>
                    <a:pt x="302447" y="46907"/>
                  </a:lnTo>
                  <a:lnTo>
                    <a:pt x="301930" y="41567"/>
                  </a:lnTo>
                  <a:lnTo>
                    <a:pt x="301241" y="36246"/>
                  </a:lnTo>
                  <a:lnTo>
                    <a:pt x="300383" y="30950"/>
                  </a:lnTo>
                  <a:lnTo>
                    <a:pt x="299355" y="25685"/>
                  </a:lnTo>
                  <a:lnTo>
                    <a:pt x="298158" y="20455"/>
                  </a:lnTo>
                  <a:lnTo>
                    <a:pt x="296794" y="15266"/>
                  </a:lnTo>
                  <a:lnTo>
                    <a:pt x="295265" y="10124"/>
                  </a:lnTo>
                  <a:lnTo>
                    <a:pt x="293571" y="5033"/>
                  </a:lnTo>
                  <a:lnTo>
                    <a:pt x="291715" y="0"/>
                  </a:lnTo>
                  <a:lnTo>
                    <a:pt x="135821" y="603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258" y="1071028"/>
              <a:ext cx="155894" cy="167167"/>
            </a:xfrm>
            <a:custGeom>
              <a:avLst/>
              <a:pathLst>
                <a:path w="155894" h="167167">
                  <a:moveTo>
                    <a:pt x="155894" y="106818"/>
                  </a:moveTo>
                  <a:lnTo>
                    <a:pt x="153852" y="101789"/>
                  </a:lnTo>
                  <a:lnTo>
                    <a:pt x="151649" y="96828"/>
                  </a:lnTo>
                  <a:lnTo>
                    <a:pt x="149285" y="91942"/>
                  </a:lnTo>
                  <a:lnTo>
                    <a:pt x="146764" y="87135"/>
                  </a:lnTo>
                  <a:lnTo>
                    <a:pt x="144088" y="82412"/>
                  </a:lnTo>
                  <a:lnTo>
                    <a:pt x="141261" y="77779"/>
                  </a:lnTo>
                  <a:lnTo>
                    <a:pt x="138284" y="73240"/>
                  </a:lnTo>
                  <a:lnTo>
                    <a:pt x="135162" y="68800"/>
                  </a:lnTo>
                  <a:lnTo>
                    <a:pt x="131897" y="64464"/>
                  </a:lnTo>
                  <a:lnTo>
                    <a:pt x="128493" y="60236"/>
                  </a:lnTo>
                  <a:lnTo>
                    <a:pt x="124954" y="56120"/>
                  </a:lnTo>
                  <a:lnTo>
                    <a:pt x="121283" y="52122"/>
                  </a:lnTo>
                  <a:lnTo>
                    <a:pt x="117484" y="48245"/>
                  </a:lnTo>
                  <a:lnTo>
                    <a:pt x="113561" y="44494"/>
                  </a:lnTo>
                  <a:lnTo>
                    <a:pt x="109518" y="40871"/>
                  </a:lnTo>
                  <a:lnTo>
                    <a:pt x="105360" y="37382"/>
                  </a:lnTo>
                  <a:lnTo>
                    <a:pt x="101091" y="34030"/>
                  </a:lnTo>
                  <a:lnTo>
                    <a:pt x="96716" y="30818"/>
                  </a:lnTo>
                  <a:lnTo>
                    <a:pt x="92238" y="27750"/>
                  </a:lnTo>
                  <a:lnTo>
                    <a:pt x="87663" y="24829"/>
                  </a:lnTo>
                  <a:lnTo>
                    <a:pt x="82996" y="22058"/>
                  </a:lnTo>
                  <a:lnTo>
                    <a:pt x="78241" y="19440"/>
                  </a:lnTo>
                  <a:lnTo>
                    <a:pt x="73404" y="16978"/>
                  </a:lnTo>
                  <a:lnTo>
                    <a:pt x="68489" y="14674"/>
                  </a:lnTo>
                  <a:lnTo>
                    <a:pt x="63502" y="12531"/>
                  </a:lnTo>
                  <a:lnTo>
                    <a:pt x="58448" y="10550"/>
                  </a:lnTo>
                  <a:lnTo>
                    <a:pt x="53333" y="8735"/>
                  </a:lnTo>
                  <a:lnTo>
                    <a:pt x="48161" y="7087"/>
                  </a:lnTo>
                  <a:lnTo>
                    <a:pt x="42938" y="5608"/>
                  </a:lnTo>
                  <a:lnTo>
                    <a:pt x="37670" y="4299"/>
                  </a:lnTo>
                  <a:lnTo>
                    <a:pt x="32363" y="3162"/>
                  </a:lnTo>
                  <a:lnTo>
                    <a:pt x="27021" y="2198"/>
                  </a:lnTo>
                  <a:lnTo>
                    <a:pt x="21651" y="1408"/>
                  </a:lnTo>
                  <a:lnTo>
                    <a:pt x="16258" y="792"/>
                  </a:lnTo>
                  <a:lnTo>
                    <a:pt x="10848" y="352"/>
                  </a:lnTo>
                  <a:lnTo>
                    <a:pt x="5427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37527" y="941493"/>
              <a:ext cx="86016" cy="167167"/>
            </a:xfrm>
            <a:custGeom>
              <a:avLst/>
              <a:pathLst>
                <a:path w="86016" h="167167">
                  <a:moveTo>
                    <a:pt x="86016" y="0"/>
                  </a:moveTo>
                  <a:lnTo>
                    <a:pt x="80370" y="95"/>
                  </a:lnTo>
                  <a:lnTo>
                    <a:pt x="74730" y="381"/>
                  </a:lnTo>
                  <a:lnTo>
                    <a:pt x="69104" y="857"/>
                  </a:lnTo>
                  <a:lnTo>
                    <a:pt x="63497" y="1523"/>
                  </a:lnTo>
                  <a:lnTo>
                    <a:pt x="57915" y="2378"/>
                  </a:lnTo>
                  <a:lnTo>
                    <a:pt x="52366" y="3421"/>
                  </a:lnTo>
                  <a:lnTo>
                    <a:pt x="46854" y="4651"/>
                  </a:lnTo>
                  <a:lnTo>
                    <a:pt x="41388" y="6067"/>
                  </a:lnTo>
                  <a:lnTo>
                    <a:pt x="35972" y="7666"/>
                  </a:lnTo>
                  <a:lnTo>
                    <a:pt x="30614" y="9447"/>
                  </a:lnTo>
                  <a:lnTo>
                    <a:pt x="25319" y="11408"/>
                  </a:lnTo>
                  <a:lnTo>
                    <a:pt x="20093" y="13547"/>
                  </a:lnTo>
                  <a:lnTo>
                    <a:pt x="14942" y="15861"/>
                  </a:lnTo>
                  <a:lnTo>
                    <a:pt x="9872" y="18348"/>
                  </a:lnTo>
                  <a:lnTo>
                    <a:pt x="4890" y="21004"/>
                  </a:lnTo>
                  <a:lnTo>
                    <a:pt x="0" y="23828"/>
                  </a:lnTo>
                  <a:lnTo>
                    <a:pt x="8601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7527" y="965321"/>
              <a:ext cx="86016" cy="143339"/>
            </a:xfrm>
            <a:custGeom>
              <a:avLst/>
              <a:pathLst>
                <a:path w="86016" h="143339">
                  <a:moveTo>
                    <a:pt x="0" y="0"/>
                  </a:moveTo>
                  <a:lnTo>
                    <a:pt x="86016" y="1433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856395" y="945931"/>
              <a:ext cx="334308" cy="329895"/>
            </a:xfrm>
            <a:custGeom>
              <a:avLst/>
              <a:pathLst>
                <a:path w="334308" h="329895">
                  <a:moveTo>
                    <a:pt x="81132" y="19390"/>
                  </a:moveTo>
                  <a:lnTo>
                    <a:pt x="76635" y="22186"/>
                  </a:lnTo>
                  <a:lnTo>
                    <a:pt x="72229" y="25123"/>
                  </a:lnTo>
                  <a:lnTo>
                    <a:pt x="67919" y="28198"/>
                  </a:lnTo>
                  <a:lnTo>
                    <a:pt x="63708" y="31409"/>
                  </a:lnTo>
                  <a:lnTo>
                    <a:pt x="59601" y="34751"/>
                  </a:lnTo>
                  <a:lnTo>
                    <a:pt x="55601" y="38221"/>
                  </a:lnTo>
                  <a:lnTo>
                    <a:pt x="51714" y="41816"/>
                  </a:lnTo>
                  <a:lnTo>
                    <a:pt x="47942" y="45533"/>
                  </a:lnTo>
                  <a:lnTo>
                    <a:pt x="44290" y="49367"/>
                  </a:lnTo>
                  <a:lnTo>
                    <a:pt x="40762" y="53315"/>
                  </a:lnTo>
                  <a:lnTo>
                    <a:pt x="37360" y="57373"/>
                  </a:lnTo>
                  <a:lnTo>
                    <a:pt x="34088" y="61536"/>
                  </a:lnTo>
                  <a:lnTo>
                    <a:pt x="30950" y="65801"/>
                  </a:lnTo>
                  <a:lnTo>
                    <a:pt x="27948" y="70164"/>
                  </a:lnTo>
                  <a:lnTo>
                    <a:pt x="25086" y="74619"/>
                  </a:lnTo>
                  <a:lnTo>
                    <a:pt x="22367" y="79162"/>
                  </a:lnTo>
                  <a:lnTo>
                    <a:pt x="19793" y="83790"/>
                  </a:lnTo>
                  <a:lnTo>
                    <a:pt x="17367" y="88496"/>
                  </a:lnTo>
                  <a:lnTo>
                    <a:pt x="15091" y="93277"/>
                  </a:lnTo>
                  <a:lnTo>
                    <a:pt x="12968" y="98128"/>
                  </a:lnTo>
                  <a:lnTo>
                    <a:pt x="10999" y="103043"/>
                  </a:lnTo>
                  <a:lnTo>
                    <a:pt x="9187" y="108019"/>
                  </a:lnTo>
                  <a:lnTo>
                    <a:pt x="7533" y="113049"/>
                  </a:lnTo>
                  <a:lnTo>
                    <a:pt x="6040" y="118129"/>
                  </a:lnTo>
                  <a:lnTo>
                    <a:pt x="4708" y="123254"/>
                  </a:lnTo>
                  <a:lnTo>
                    <a:pt x="3540" y="128419"/>
                  </a:lnTo>
                  <a:lnTo>
                    <a:pt x="2535" y="133618"/>
                  </a:lnTo>
                  <a:lnTo>
                    <a:pt x="1696" y="138846"/>
                  </a:lnTo>
                  <a:lnTo>
                    <a:pt x="1022" y="144098"/>
                  </a:lnTo>
                  <a:lnTo>
                    <a:pt x="515" y="149369"/>
                  </a:lnTo>
                  <a:lnTo>
                    <a:pt x="176" y="154653"/>
                  </a:lnTo>
                  <a:lnTo>
                    <a:pt x="4" y="159945"/>
                  </a:lnTo>
                  <a:lnTo>
                    <a:pt x="0" y="165240"/>
                  </a:lnTo>
                  <a:lnTo>
                    <a:pt x="163" y="170533"/>
                  </a:lnTo>
                  <a:lnTo>
                    <a:pt x="494" y="175818"/>
                  </a:lnTo>
                  <a:lnTo>
                    <a:pt x="992" y="181089"/>
                  </a:lnTo>
                  <a:lnTo>
                    <a:pt x="1657" y="186343"/>
                  </a:lnTo>
                  <a:lnTo>
                    <a:pt x="2488" y="191572"/>
                  </a:lnTo>
                  <a:lnTo>
                    <a:pt x="3484" y="196773"/>
                  </a:lnTo>
                  <a:lnTo>
                    <a:pt x="4644" y="201939"/>
                  </a:lnTo>
                  <a:lnTo>
                    <a:pt x="5968" y="207066"/>
                  </a:lnTo>
                  <a:lnTo>
                    <a:pt x="7453" y="212149"/>
                  </a:lnTo>
                  <a:lnTo>
                    <a:pt x="9098" y="217182"/>
                  </a:lnTo>
                  <a:lnTo>
                    <a:pt x="10902" y="222160"/>
                  </a:lnTo>
                  <a:lnTo>
                    <a:pt x="12862" y="227079"/>
                  </a:lnTo>
                  <a:lnTo>
                    <a:pt x="14978" y="231933"/>
                  </a:lnTo>
                  <a:lnTo>
                    <a:pt x="17246" y="236718"/>
                  </a:lnTo>
                  <a:lnTo>
                    <a:pt x="19665" y="241428"/>
                  </a:lnTo>
                  <a:lnTo>
                    <a:pt x="22231" y="246060"/>
                  </a:lnTo>
                  <a:lnTo>
                    <a:pt x="24943" y="250608"/>
                  </a:lnTo>
                  <a:lnTo>
                    <a:pt x="27798" y="255068"/>
                  </a:lnTo>
                  <a:lnTo>
                    <a:pt x="30792" y="259435"/>
                  </a:lnTo>
                  <a:lnTo>
                    <a:pt x="33923" y="263705"/>
                  </a:lnTo>
                  <a:lnTo>
                    <a:pt x="37188" y="267874"/>
                  </a:lnTo>
                  <a:lnTo>
                    <a:pt x="40583" y="271937"/>
                  </a:lnTo>
                  <a:lnTo>
                    <a:pt x="44106" y="275891"/>
                  </a:lnTo>
                  <a:lnTo>
                    <a:pt x="47751" y="279731"/>
                  </a:lnTo>
                  <a:lnTo>
                    <a:pt x="51517" y="283454"/>
                  </a:lnTo>
                  <a:lnTo>
                    <a:pt x="55398" y="287055"/>
                  </a:lnTo>
                  <a:lnTo>
                    <a:pt x="59392" y="290532"/>
                  </a:lnTo>
                  <a:lnTo>
                    <a:pt x="63494" y="293881"/>
                  </a:lnTo>
                  <a:lnTo>
                    <a:pt x="67700" y="297098"/>
                  </a:lnTo>
                  <a:lnTo>
                    <a:pt x="72005" y="300180"/>
                  </a:lnTo>
                  <a:lnTo>
                    <a:pt x="76406" y="303125"/>
                  </a:lnTo>
                  <a:lnTo>
                    <a:pt x="80898" y="305928"/>
                  </a:lnTo>
                  <a:lnTo>
                    <a:pt x="85477" y="308588"/>
                  </a:lnTo>
                  <a:lnTo>
                    <a:pt x="90137" y="311101"/>
                  </a:lnTo>
                  <a:lnTo>
                    <a:pt x="94875" y="313466"/>
                  </a:lnTo>
                  <a:lnTo>
                    <a:pt x="99686" y="315679"/>
                  </a:lnTo>
                  <a:lnTo>
                    <a:pt x="104564" y="317739"/>
                  </a:lnTo>
                  <a:lnTo>
                    <a:pt x="109504" y="319644"/>
                  </a:lnTo>
                  <a:lnTo>
                    <a:pt x="114503" y="321391"/>
                  </a:lnTo>
                  <a:lnTo>
                    <a:pt x="119554" y="322978"/>
                  </a:lnTo>
                  <a:lnTo>
                    <a:pt x="124654" y="324405"/>
                  </a:lnTo>
                  <a:lnTo>
                    <a:pt x="129795" y="325670"/>
                  </a:lnTo>
                  <a:lnTo>
                    <a:pt x="134975" y="326771"/>
                  </a:lnTo>
                  <a:lnTo>
                    <a:pt x="140186" y="327708"/>
                  </a:lnTo>
                  <a:lnTo>
                    <a:pt x="145425" y="328479"/>
                  </a:lnTo>
                  <a:lnTo>
                    <a:pt x="150686" y="329084"/>
                  </a:lnTo>
                  <a:lnTo>
                    <a:pt x="155962" y="329522"/>
                  </a:lnTo>
                  <a:lnTo>
                    <a:pt x="161251" y="329793"/>
                  </a:lnTo>
                  <a:lnTo>
                    <a:pt x="166545" y="329895"/>
                  </a:lnTo>
                  <a:lnTo>
                    <a:pt x="171840" y="329831"/>
                  </a:lnTo>
                  <a:lnTo>
                    <a:pt x="177130" y="329598"/>
                  </a:lnTo>
                  <a:lnTo>
                    <a:pt x="182410" y="329198"/>
                  </a:lnTo>
                  <a:lnTo>
                    <a:pt x="187674" y="328632"/>
                  </a:lnTo>
                  <a:lnTo>
                    <a:pt x="192918" y="327898"/>
                  </a:lnTo>
                  <a:lnTo>
                    <a:pt x="198137" y="326999"/>
                  </a:lnTo>
                  <a:lnTo>
                    <a:pt x="203324" y="325935"/>
                  </a:lnTo>
                  <a:lnTo>
                    <a:pt x="208474" y="324708"/>
                  </a:lnTo>
                  <a:lnTo>
                    <a:pt x="213584" y="323318"/>
                  </a:lnTo>
                  <a:lnTo>
                    <a:pt x="218647" y="321766"/>
                  </a:lnTo>
                  <a:lnTo>
                    <a:pt x="223658" y="320056"/>
                  </a:lnTo>
                  <a:lnTo>
                    <a:pt x="228612" y="318187"/>
                  </a:lnTo>
                  <a:lnTo>
                    <a:pt x="233505" y="316162"/>
                  </a:lnTo>
                  <a:lnTo>
                    <a:pt x="238331" y="313984"/>
                  </a:lnTo>
                  <a:lnTo>
                    <a:pt x="243086" y="311653"/>
                  </a:lnTo>
                  <a:lnTo>
                    <a:pt x="247764" y="309174"/>
                  </a:lnTo>
                  <a:lnTo>
                    <a:pt x="252362" y="306547"/>
                  </a:lnTo>
                  <a:lnTo>
                    <a:pt x="256874" y="303776"/>
                  </a:lnTo>
                  <a:lnTo>
                    <a:pt x="261296" y="300863"/>
                  </a:lnTo>
                  <a:lnTo>
                    <a:pt x="265624" y="297812"/>
                  </a:lnTo>
                  <a:lnTo>
                    <a:pt x="269853" y="294626"/>
                  </a:lnTo>
                  <a:lnTo>
                    <a:pt x="273979" y="291307"/>
                  </a:lnTo>
                  <a:lnTo>
                    <a:pt x="277997" y="287859"/>
                  </a:lnTo>
                  <a:lnTo>
                    <a:pt x="281905" y="284285"/>
                  </a:lnTo>
                  <a:lnTo>
                    <a:pt x="285697" y="280589"/>
                  </a:lnTo>
                  <a:lnTo>
                    <a:pt x="289371" y="276776"/>
                  </a:lnTo>
                  <a:lnTo>
                    <a:pt x="292921" y="272848"/>
                  </a:lnTo>
                  <a:lnTo>
                    <a:pt x="296346" y="268809"/>
                  </a:lnTo>
                  <a:lnTo>
                    <a:pt x="299641" y="264664"/>
                  </a:lnTo>
                  <a:lnTo>
                    <a:pt x="302803" y="260416"/>
                  </a:lnTo>
                  <a:lnTo>
                    <a:pt x="305828" y="256071"/>
                  </a:lnTo>
                  <a:lnTo>
                    <a:pt x="308715" y="251632"/>
                  </a:lnTo>
                  <a:lnTo>
                    <a:pt x="311460" y="247104"/>
                  </a:lnTo>
                  <a:lnTo>
                    <a:pt x="314060" y="242491"/>
                  </a:lnTo>
                  <a:lnTo>
                    <a:pt x="316512" y="237798"/>
                  </a:lnTo>
                  <a:lnTo>
                    <a:pt x="318815" y="233030"/>
                  </a:lnTo>
                  <a:lnTo>
                    <a:pt x="320965" y="228191"/>
                  </a:lnTo>
                  <a:lnTo>
                    <a:pt x="322961" y="223286"/>
                  </a:lnTo>
                  <a:lnTo>
                    <a:pt x="324801" y="218321"/>
                  </a:lnTo>
                  <a:lnTo>
                    <a:pt x="326483" y="213300"/>
                  </a:lnTo>
                  <a:lnTo>
                    <a:pt x="328004" y="208228"/>
                  </a:lnTo>
                  <a:lnTo>
                    <a:pt x="329365" y="203111"/>
                  </a:lnTo>
                  <a:lnTo>
                    <a:pt x="330562" y="197953"/>
                  </a:lnTo>
                  <a:lnTo>
                    <a:pt x="331596" y="192760"/>
                  </a:lnTo>
                  <a:lnTo>
                    <a:pt x="332465" y="187537"/>
                  </a:lnTo>
                  <a:lnTo>
                    <a:pt x="333167" y="182288"/>
                  </a:lnTo>
                  <a:lnTo>
                    <a:pt x="333704" y="177020"/>
                  </a:lnTo>
                  <a:lnTo>
                    <a:pt x="334073" y="171738"/>
                  </a:lnTo>
                  <a:lnTo>
                    <a:pt x="334274" y="166447"/>
                  </a:lnTo>
                  <a:lnTo>
                    <a:pt x="334308" y="161152"/>
                  </a:lnTo>
                  <a:lnTo>
                    <a:pt x="334174" y="155858"/>
                  </a:lnTo>
                  <a:lnTo>
                    <a:pt x="333873" y="150572"/>
                  </a:lnTo>
                  <a:lnTo>
                    <a:pt x="333404" y="145298"/>
                  </a:lnTo>
                  <a:lnTo>
                    <a:pt x="332769" y="140041"/>
                  </a:lnTo>
                  <a:lnTo>
                    <a:pt x="331967" y="134807"/>
                  </a:lnTo>
                  <a:lnTo>
                    <a:pt x="331000" y="129601"/>
                  </a:lnTo>
                  <a:lnTo>
                    <a:pt x="329869" y="124428"/>
                  </a:lnTo>
                  <a:lnTo>
                    <a:pt x="328574" y="119293"/>
                  </a:lnTo>
                  <a:lnTo>
                    <a:pt x="327117" y="114203"/>
                  </a:lnTo>
                  <a:lnTo>
                    <a:pt x="325500" y="109160"/>
                  </a:lnTo>
                  <a:lnTo>
                    <a:pt x="323724" y="104172"/>
                  </a:lnTo>
                  <a:lnTo>
                    <a:pt x="321791" y="99242"/>
                  </a:lnTo>
                  <a:lnTo>
                    <a:pt x="319703" y="94377"/>
                  </a:lnTo>
                  <a:lnTo>
                    <a:pt x="317461" y="89579"/>
                  </a:lnTo>
                  <a:lnTo>
                    <a:pt x="315069" y="84855"/>
                  </a:lnTo>
                  <a:lnTo>
                    <a:pt x="312528" y="80209"/>
                  </a:lnTo>
                  <a:lnTo>
                    <a:pt x="309842" y="75646"/>
                  </a:lnTo>
                  <a:lnTo>
                    <a:pt x="307012" y="71171"/>
                  </a:lnTo>
                  <a:lnTo>
                    <a:pt x="304042" y="66787"/>
                  </a:lnTo>
                  <a:lnTo>
                    <a:pt x="300935" y="62499"/>
                  </a:lnTo>
                  <a:lnTo>
                    <a:pt x="297694" y="58312"/>
                  </a:lnTo>
                  <a:lnTo>
                    <a:pt x="294321" y="54230"/>
                  </a:lnTo>
                  <a:lnTo>
                    <a:pt x="290821" y="50257"/>
                  </a:lnTo>
                  <a:lnTo>
                    <a:pt x="287197" y="46396"/>
                  </a:lnTo>
                  <a:lnTo>
                    <a:pt x="283452" y="42653"/>
                  </a:lnTo>
                  <a:lnTo>
                    <a:pt x="279591" y="39029"/>
                  </a:lnTo>
                  <a:lnTo>
                    <a:pt x="275617" y="35530"/>
                  </a:lnTo>
                  <a:lnTo>
                    <a:pt x="271534" y="32159"/>
                  </a:lnTo>
                  <a:lnTo>
                    <a:pt x="267346" y="28918"/>
                  </a:lnTo>
                  <a:lnTo>
                    <a:pt x="263058" y="25812"/>
                  </a:lnTo>
                  <a:lnTo>
                    <a:pt x="258673" y="22843"/>
                  </a:lnTo>
                  <a:lnTo>
                    <a:pt x="254197" y="20014"/>
                  </a:lnTo>
                  <a:lnTo>
                    <a:pt x="249633" y="17329"/>
                  </a:lnTo>
                  <a:lnTo>
                    <a:pt x="244987" y="14790"/>
                  </a:lnTo>
                  <a:lnTo>
                    <a:pt x="240262" y="12399"/>
                  </a:lnTo>
                  <a:lnTo>
                    <a:pt x="235464" y="10158"/>
                  </a:lnTo>
                  <a:lnTo>
                    <a:pt x="230598" y="8071"/>
                  </a:lnTo>
                  <a:lnTo>
                    <a:pt x="225668" y="6139"/>
                  </a:lnTo>
                  <a:lnTo>
                    <a:pt x="220679" y="4364"/>
                  </a:lnTo>
                  <a:lnTo>
                    <a:pt x="215636" y="2748"/>
                  </a:lnTo>
                  <a:lnTo>
                    <a:pt x="210545" y="1293"/>
                  </a:lnTo>
                  <a:lnTo>
                    <a:pt x="205411" y="0"/>
                  </a:lnTo>
                  <a:lnTo>
                    <a:pt x="167148" y="1627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23544" y="941493"/>
              <a:ext cx="38262" cy="167167"/>
            </a:xfrm>
            <a:custGeom>
              <a:avLst/>
              <a:pathLst>
                <a:path w="38262" h="167167">
                  <a:moveTo>
                    <a:pt x="38262" y="4437"/>
                  </a:moveTo>
                  <a:lnTo>
                    <a:pt x="31972" y="3085"/>
                  </a:lnTo>
                  <a:lnTo>
                    <a:pt x="25634" y="1977"/>
                  </a:lnTo>
                  <a:lnTo>
                    <a:pt x="19259" y="1113"/>
                  </a:lnTo>
                  <a:lnTo>
                    <a:pt x="12855" y="495"/>
                  </a:lnTo>
                  <a:lnTo>
                    <a:pt x="6432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54668" y="941493"/>
              <a:ext cx="31547" cy="167167"/>
            </a:xfrm>
            <a:custGeom>
              <a:avLst/>
              <a:pathLst>
                <a:path w="31547" h="167167">
                  <a:moveTo>
                    <a:pt x="31547" y="0"/>
                  </a:moveTo>
                  <a:lnTo>
                    <a:pt x="25201" y="120"/>
                  </a:lnTo>
                  <a:lnTo>
                    <a:pt x="18864" y="481"/>
                  </a:lnTo>
                  <a:lnTo>
                    <a:pt x="12546" y="1083"/>
                  </a:lnTo>
                  <a:lnTo>
                    <a:pt x="6254" y="1924"/>
                  </a:lnTo>
                  <a:lnTo>
                    <a:pt x="0" y="3003"/>
                  </a:lnTo>
                  <a:lnTo>
                    <a:pt x="315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54668" y="944497"/>
              <a:ext cx="31547" cy="164163"/>
            </a:xfrm>
            <a:custGeom>
              <a:avLst/>
              <a:pathLst>
                <a:path w="31547" h="164163">
                  <a:moveTo>
                    <a:pt x="0" y="0"/>
                  </a:moveTo>
                  <a:lnTo>
                    <a:pt x="31547" y="164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55" y="944497"/>
              <a:ext cx="175125" cy="331310"/>
            </a:xfrm>
            <a:custGeom>
              <a:avLst/>
              <a:pathLst>
                <a:path w="175125" h="331310">
                  <a:moveTo>
                    <a:pt x="135613" y="0"/>
                  </a:moveTo>
                  <a:lnTo>
                    <a:pt x="130391" y="1090"/>
                  </a:lnTo>
                  <a:lnTo>
                    <a:pt x="125208" y="2346"/>
                  </a:lnTo>
                  <a:lnTo>
                    <a:pt x="120066" y="3766"/>
                  </a:lnTo>
                  <a:lnTo>
                    <a:pt x="114973" y="5350"/>
                  </a:lnTo>
                  <a:lnTo>
                    <a:pt x="109933" y="7096"/>
                  </a:lnTo>
                  <a:lnTo>
                    <a:pt x="104951" y="9002"/>
                  </a:lnTo>
                  <a:lnTo>
                    <a:pt x="100033" y="11066"/>
                  </a:lnTo>
                  <a:lnTo>
                    <a:pt x="95183" y="13285"/>
                  </a:lnTo>
                  <a:lnTo>
                    <a:pt x="90406" y="15658"/>
                  </a:lnTo>
                  <a:lnTo>
                    <a:pt x="85707" y="18182"/>
                  </a:lnTo>
                  <a:lnTo>
                    <a:pt x="81092" y="20855"/>
                  </a:lnTo>
                  <a:lnTo>
                    <a:pt x="76563" y="23674"/>
                  </a:lnTo>
                  <a:lnTo>
                    <a:pt x="72128" y="26636"/>
                  </a:lnTo>
                  <a:lnTo>
                    <a:pt x="67788" y="29738"/>
                  </a:lnTo>
                  <a:lnTo>
                    <a:pt x="63550" y="32977"/>
                  </a:lnTo>
                  <a:lnTo>
                    <a:pt x="59418" y="36349"/>
                  </a:lnTo>
                  <a:lnTo>
                    <a:pt x="55395" y="39851"/>
                  </a:lnTo>
                  <a:lnTo>
                    <a:pt x="51486" y="43480"/>
                  </a:lnTo>
                  <a:lnTo>
                    <a:pt x="47695" y="47232"/>
                  </a:lnTo>
                  <a:lnTo>
                    <a:pt x="44025" y="51103"/>
                  </a:lnTo>
                  <a:lnTo>
                    <a:pt x="40481" y="55089"/>
                  </a:lnTo>
                  <a:lnTo>
                    <a:pt x="37065" y="59186"/>
                  </a:lnTo>
                  <a:lnTo>
                    <a:pt x="33783" y="63389"/>
                  </a:lnTo>
                  <a:lnTo>
                    <a:pt x="30636" y="67696"/>
                  </a:lnTo>
                  <a:lnTo>
                    <a:pt x="27627" y="72101"/>
                  </a:lnTo>
                  <a:lnTo>
                    <a:pt x="24761" y="76599"/>
                  </a:lnTo>
                  <a:lnTo>
                    <a:pt x="22040" y="81187"/>
                  </a:lnTo>
                  <a:lnTo>
                    <a:pt x="19467" y="85859"/>
                  </a:lnTo>
                  <a:lnTo>
                    <a:pt x="17044" y="90610"/>
                  </a:lnTo>
                  <a:lnTo>
                    <a:pt x="14774" y="95437"/>
                  </a:lnTo>
                  <a:lnTo>
                    <a:pt x="12659" y="100333"/>
                  </a:lnTo>
                  <a:lnTo>
                    <a:pt x="10701" y="105295"/>
                  </a:lnTo>
                  <a:lnTo>
                    <a:pt x="8903" y="110317"/>
                  </a:lnTo>
                  <a:lnTo>
                    <a:pt x="7265" y="115393"/>
                  </a:lnTo>
                  <a:lnTo>
                    <a:pt x="5791" y="120519"/>
                  </a:lnTo>
                  <a:lnTo>
                    <a:pt x="4481" y="125689"/>
                  </a:lnTo>
                  <a:lnTo>
                    <a:pt x="3336" y="130899"/>
                  </a:lnTo>
                  <a:lnTo>
                    <a:pt x="2358" y="136142"/>
                  </a:lnTo>
                  <a:lnTo>
                    <a:pt x="1548" y="141414"/>
                  </a:lnTo>
                  <a:lnTo>
                    <a:pt x="907" y="146709"/>
                  </a:lnTo>
                  <a:lnTo>
                    <a:pt x="434" y="152022"/>
                  </a:lnTo>
                  <a:lnTo>
                    <a:pt x="132" y="157347"/>
                  </a:lnTo>
                  <a:lnTo>
                    <a:pt x="0" y="162680"/>
                  </a:lnTo>
                  <a:lnTo>
                    <a:pt x="37" y="168013"/>
                  </a:lnTo>
                  <a:lnTo>
                    <a:pt x="245" y="173343"/>
                  </a:lnTo>
                  <a:lnTo>
                    <a:pt x="623" y="178664"/>
                  </a:lnTo>
                  <a:lnTo>
                    <a:pt x="1170" y="183969"/>
                  </a:lnTo>
                  <a:lnTo>
                    <a:pt x="1887" y="189255"/>
                  </a:lnTo>
                  <a:lnTo>
                    <a:pt x="2771" y="194515"/>
                  </a:lnTo>
                  <a:lnTo>
                    <a:pt x="3823" y="199744"/>
                  </a:lnTo>
                  <a:lnTo>
                    <a:pt x="5042" y="204937"/>
                  </a:lnTo>
                  <a:lnTo>
                    <a:pt x="6425" y="210088"/>
                  </a:lnTo>
                  <a:lnTo>
                    <a:pt x="7972" y="215192"/>
                  </a:lnTo>
                  <a:lnTo>
                    <a:pt x="9681" y="220245"/>
                  </a:lnTo>
                  <a:lnTo>
                    <a:pt x="11550" y="225241"/>
                  </a:lnTo>
                  <a:lnTo>
                    <a:pt x="13578" y="230174"/>
                  </a:lnTo>
                  <a:lnTo>
                    <a:pt x="15762" y="235040"/>
                  </a:lnTo>
                  <a:lnTo>
                    <a:pt x="18100" y="239834"/>
                  </a:lnTo>
                  <a:lnTo>
                    <a:pt x="20590" y="244551"/>
                  </a:lnTo>
                  <a:lnTo>
                    <a:pt x="23230" y="249186"/>
                  </a:lnTo>
                  <a:lnTo>
                    <a:pt x="26015" y="253735"/>
                  </a:lnTo>
                  <a:lnTo>
                    <a:pt x="28945" y="258192"/>
                  </a:lnTo>
                  <a:lnTo>
                    <a:pt x="32015" y="262554"/>
                  </a:lnTo>
                  <a:lnTo>
                    <a:pt x="35223" y="266815"/>
                  </a:lnTo>
                  <a:lnTo>
                    <a:pt x="38565" y="270972"/>
                  </a:lnTo>
                  <a:lnTo>
                    <a:pt x="42038" y="275020"/>
                  </a:lnTo>
                  <a:lnTo>
                    <a:pt x="45638" y="278956"/>
                  </a:lnTo>
                  <a:lnTo>
                    <a:pt x="49362" y="282774"/>
                  </a:lnTo>
                  <a:lnTo>
                    <a:pt x="53206" y="286472"/>
                  </a:lnTo>
                  <a:lnTo>
                    <a:pt x="57166" y="290045"/>
                  </a:lnTo>
                  <a:lnTo>
                    <a:pt x="61238" y="293490"/>
                  </a:lnTo>
                  <a:lnTo>
                    <a:pt x="65418" y="296804"/>
                  </a:lnTo>
                  <a:lnTo>
                    <a:pt x="69702" y="299982"/>
                  </a:lnTo>
                  <a:lnTo>
                    <a:pt x="74084" y="303022"/>
                  </a:lnTo>
                  <a:lnTo>
                    <a:pt x="78562" y="305921"/>
                  </a:lnTo>
                  <a:lnTo>
                    <a:pt x="83129" y="308675"/>
                  </a:lnTo>
                  <a:lnTo>
                    <a:pt x="87782" y="311282"/>
                  </a:lnTo>
                  <a:lnTo>
                    <a:pt x="92516" y="313740"/>
                  </a:lnTo>
                  <a:lnTo>
                    <a:pt x="97326" y="316045"/>
                  </a:lnTo>
                  <a:lnTo>
                    <a:pt x="102207" y="318196"/>
                  </a:lnTo>
                  <a:lnTo>
                    <a:pt x="107155" y="320190"/>
                  </a:lnTo>
                  <a:lnTo>
                    <a:pt x="112163" y="322025"/>
                  </a:lnTo>
                  <a:lnTo>
                    <a:pt x="117227" y="323699"/>
                  </a:lnTo>
                  <a:lnTo>
                    <a:pt x="122342" y="325211"/>
                  </a:lnTo>
                  <a:lnTo>
                    <a:pt x="127503" y="326558"/>
                  </a:lnTo>
                  <a:lnTo>
                    <a:pt x="132704" y="327741"/>
                  </a:lnTo>
                  <a:lnTo>
                    <a:pt x="137940" y="328757"/>
                  </a:lnTo>
                  <a:lnTo>
                    <a:pt x="143206" y="329605"/>
                  </a:lnTo>
                  <a:lnTo>
                    <a:pt x="148496" y="330285"/>
                  </a:lnTo>
                  <a:lnTo>
                    <a:pt x="153806" y="330796"/>
                  </a:lnTo>
                  <a:lnTo>
                    <a:pt x="159129" y="331138"/>
                  </a:lnTo>
                  <a:lnTo>
                    <a:pt x="164460" y="331309"/>
                  </a:lnTo>
                  <a:lnTo>
                    <a:pt x="169794" y="331310"/>
                  </a:lnTo>
                  <a:lnTo>
                    <a:pt x="175125" y="331141"/>
                  </a:lnTo>
                  <a:lnTo>
                    <a:pt x="167160" y="164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86215" y="941493"/>
              <a:ext cx="167162" cy="334145"/>
            </a:xfrm>
            <a:custGeom>
              <a:avLst/>
              <a:pathLst>
                <a:path w="167162" h="334145">
                  <a:moveTo>
                    <a:pt x="7964" y="334145"/>
                  </a:moveTo>
                  <a:lnTo>
                    <a:pt x="13285" y="333806"/>
                  </a:lnTo>
                  <a:lnTo>
                    <a:pt x="18592" y="333297"/>
                  </a:lnTo>
                  <a:lnTo>
                    <a:pt x="23881" y="332620"/>
                  </a:lnTo>
                  <a:lnTo>
                    <a:pt x="29145" y="331774"/>
                  </a:lnTo>
                  <a:lnTo>
                    <a:pt x="34380" y="330761"/>
                  </a:lnTo>
                  <a:lnTo>
                    <a:pt x="39579" y="329581"/>
                  </a:lnTo>
                  <a:lnTo>
                    <a:pt x="44739" y="328236"/>
                  </a:lnTo>
                  <a:lnTo>
                    <a:pt x="49853" y="326728"/>
                  </a:lnTo>
                  <a:lnTo>
                    <a:pt x="54916" y="325057"/>
                  </a:lnTo>
                  <a:lnTo>
                    <a:pt x="59923" y="323225"/>
                  </a:lnTo>
                  <a:lnTo>
                    <a:pt x="64869" y="321235"/>
                  </a:lnTo>
                  <a:lnTo>
                    <a:pt x="69750" y="319087"/>
                  </a:lnTo>
                  <a:lnTo>
                    <a:pt x="74559" y="316786"/>
                  </a:lnTo>
                  <a:lnTo>
                    <a:pt x="79293" y="314332"/>
                  </a:lnTo>
                  <a:lnTo>
                    <a:pt x="83946" y="311728"/>
                  </a:lnTo>
                  <a:lnTo>
                    <a:pt x="88513" y="308978"/>
                  </a:lnTo>
                  <a:lnTo>
                    <a:pt x="92991" y="306083"/>
                  </a:lnTo>
                  <a:lnTo>
                    <a:pt x="97373" y="303047"/>
                  </a:lnTo>
                  <a:lnTo>
                    <a:pt x="101657" y="299872"/>
                  </a:lnTo>
                  <a:lnTo>
                    <a:pt x="105838" y="296563"/>
                  </a:lnTo>
                  <a:lnTo>
                    <a:pt x="109910" y="293122"/>
                  </a:lnTo>
                  <a:lnTo>
                    <a:pt x="113871" y="289552"/>
                  </a:lnTo>
                  <a:lnTo>
                    <a:pt x="117716" y="285859"/>
                  </a:lnTo>
                  <a:lnTo>
                    <a:pt x="121441" y="282044"/>
                  </a:lnTo>
                  <a:lnTo>
                    <a:pt x="125043" y="278113"/>
                  </a:lnTo>
                  <a:lnTo>
                    <a:pt x="128518" y="274069"/>
                  </a:lnTo>
                  <a:lnTo>
                    <a:pt x="131862" y="269916"/>
                  </a:lnTo>
                  <a:lnTo>
                    <a:pt x="135071" y="265658"/>
                  </a:lnTo>
                  <a:lnTo>
                    <a:pt x="138144" y="261301"/>
                  </a:lnTo>
                  <a:lnTo>
                    <a:pt x="141075" y="256847"/>
                  </a:lnTo>
                  <a:lnTo>
                    <a:pt x="143864" y="252303"/>
                  </a:lnTo>
                  <a:lnTo>
                    <a:pt x="146505" y="247671"/>
                  </a:lnTo>
                  <a:lnTo>
                    <a:pt x="148998" y="242958"/>
                  </a:lnTo>
                  <a:lnTo>
                    <a:pt x="151339" y="238168"/>
                  </a:lnTo>
                  <a:lnTo>
                    <a:pt x="153527" y="233306"/>
                  </a:lnTo>
                  <a:lnTo>
                    <a:pt x="155558" y="228376"/>
                  </a:lnTo>
                  <a:lnTo>
                    <a:pt x="157431" y="223384"/>
                  </a:lnTo>
                  <a:lnTo>
                    <a:pt x="159144" y="218335"/>
                  </a:lnTo>
                  <a:lnTo>
                    <a:pt x="160694" y="213233"/>
                  </a:lnTo>
                  <a:lnTo>
                    <a:pt x="162082" y="208085"/>
                  </a:lnTo>
                  <a:lnTo>
                    <a:pt x="163304" y="202896"/>
                  </a:lnTo>
                  <a:lnTo>
                    <a:pt x="164361" y="197669"/>
                  </a:lnTo>
                  <a:lnTo>
                    <a:pt x="165250" y="192412"/>
                  </a:lnTo>
                  <a:lnTo>
                    <a:pt x="165971" y="187130"/>
                  </a:lnTo>
                  <a:lnTo>
                    <a:pt x="166523" y="181826"/>
                  </a:lnTo>
                  <a:lnTo>
                    <a:pt x="166906" y="176508"/>
                  </a:lnTo>
                  <a:lnTo>
                    <a:pt x="167119" y="171181"/>
                  </a:lnTo>
                  <a:lnTo>
                    <a:pt x="167162" y="165849"/>
                  </a:lnTo>
                  <a:lnTo>
                    <a:pt x="167035" y="160519"/>
                  </a:lnTo>
                  <a:lnTo>
                    <a:pt x="166738" y="155196"/>
                  </a:lnTo>
                  <a:lnTo>
                    <a:pt x="166271" y="149884"/>
                  </a:lnTo>
                  <a:lnTo>
                    <a:pt x="165635" y="144590"/>
                  </a:lnTo>
                  <a:lnTo>
                    <a:pt x="164831" y="139320"/>
                  </a:lnTo>
                  <a:lnTo>
                    <a:pt x="163859" y="134077"/>
                  </a:lnTo>
                  <a:lnTo>
                    <a:pt x="162721" y="128868"/>
                  </a:lnTo>
                  <a:lnTo>
                    <a:pt x="161417" y="123699"/>
                  </a:lnTo>
                  <a:lnTo>
                    <a:pt x="159948" y="118573"/>
                  </a:lnTo>
                  <a:lnTo>
                    <a:pt x="158317" y="113497"/>
                  </a:lnTo>
                  <a:lnTo>
                    <a:pt x="156525" y="108475"/>
                  </a:lnTo>
                  <a:lnTo>
                    <a:pt x="154574" y="103513"/>
                  </a:lnTo>
                  <a:lnTo>
                    <a:pt x="152465" y="98616"/>
                  </a:lnTo>
                  <a:lnTo>
                    <a:pt x="150201" y="93789"/>
                  </a:lnTo>
                  <a:lnTo>
                    <a:pt x="147785" y="89036"/>
                  </a:lnTo>
                  <a:lnTo>
                    <a:pt x="145218" y="84363"/>
                  </a:lnTo>
                  <a:lnTo>
                    <a:pt x="142504" y="79774"/>
                  </a:lnTo>
                  <a:lnTo>
                    <a:pt x="139644" y="75274"/>
                  </a:lnTo>
                  <a:lnTo>
                    <a:pt x="136642" y="70867"/>
                  </a:lnTo>
                  <a:lnTo>
                    <a:pt x="133502" y="66558"/>
                  </a:lnTo>
                  <a:lnTo>
                    <a:pt x="130225" y="62352"/>
                  </a:lnTo>
                  <a:lnTo>
                    <a:pt x="126817" y="58252"/>
                  </a:lnTo>
                  <a:lnTo>
                    <a:pt x="123279" y="54264"/>
                  </a:lnTo>
                  <a:lnTo>
                    <a:pt x="119615" y="50389"/>
                  </a:lnTo>
                  <a:lnTo>
                    <a:pt x="115830" y="46634"/>
                  </a:lnTo>
                  <a:lnTo>
                    <a:pt x="111928" y="43002"/>
                  </a:lnTo>
                  <a:lnTo>
                    <a:pt x="107911" y="39495"/>
                  </a:lnTo>
                  <a:lnTo>
                    <a:pt x="103785" y="36119"/>
                  </a:lnTo>
                  <a:lnTo>
                    <a:pt x="99553" y="32876"/>
                  </a:lnTo>
                  <a:lnTo>
                    <a:pt x="95219" y="29769"/>
                  </a:lnTo>
                  <a:lnTo>
                    <a:pt x="90789" y="26802"/>
                  </a:lnTo>
                  <a:lnTo>
                    <a:pt x="86267" y="23978"/>
                  </a:lnTo>
                  <a:lnTo>
                    <a:pt x="81656" y="21300"/>
                  </a:lnTo>
                  <a:lnTo>
                    <a:pt x="76963" y="18770"/>
                  </a:lnTo>
                  <a:lnTo>
                    <a:pt x="72191" y="16391"/>
                  </a:lnTo>
                  <a:lnTo>
                    <a:pt x="67346" y="14166"/>
                  </a:lnTo>
                  <a:lnTo>
                    <a:pt x="62433" y="12096"/>
                  </a:lnTo>
                  <a:lnTo>
                    <a:pt x="57456" y="10184"/>
                  </a:lnTo>
                  <a:lnTo>
                    <a:pt x="52420" y="8431"/>
                  </a:lnTo>
                  <a:lnTo>
                    <a:pt x="47331" y="6840"/>
                  </a:lnTo>
                  <a:lnTo>
                    <a:pt x="42194" y="5412"/>
                  </a:lnTo>
                  <a:lnTo>
                    <a:pt x="37014" y="4149"/>
                  </a:lnTo>
                  <a:lnTo>
                    <a:pt x="31797" y="3051"/>
                  </a:lnTo>
                  <a:lnTo>
                    <a:pt x="26547" y="2121"/>
                  </a:lnTo>
                  <a:lnTo>
                    <a:pt x="21270" y="1358"/>
                  </a:lnTo>
                  <a:lnTo>
                    <a:pt x="15971" y="764"/>
                  </a:lnTo>
                  <a:lnTo>
                    <a:pt x="10656" y="340"/>
                  </a:lnTo>
                  <a:lnTo>
                    <a:pt x="533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554" y="1071028"/>
              <a:ext cx="166947" cy="167167"/>
            </a:xfrm>
            <a:custGeom>
              <a:avLst/>
              <a:pathLst>
                <a:path w="166947" h="167167">
                  <a:moveTo>
                    <a:pt x="166947" y="0"/>
                  </a:moveTo>
                  <a:lnTo>
                    <a:pt x="161543" y="87"/>
                  </a:lnTo>
                  <a:lnTo>
                    <a:pt x="156146" y="349"/>
                  </a:lnTo>
                  <a:lnTo>
                    <a:pt x="150759" y="785"/>
                  </a:lnTo>
                  <a:lnTo>
                    <a:pt x="145390" y="1395"/>
                  </a:lnTo>
                  <a:lnTo>
                    <a:pt x="140043" y="2179"/>
                  </a:lnTo>
                  <a:lnTo>
                    <a:pt x="134724" y="3135"/>
                  </a:lnTo>
                  <a:lnTo>
                    <a:pt x="129439" y="4262"/>
                  </a:lnTo>
                  <a:lnTo>
                    <a:pt x="124193" y="5559"/>
                  </a:lnTo>
                  <a:lnTo>
                    <a:pt x="118991" y="7026"/>
                  </a:lnTo>
                  <a:lnTo>
                    <a:pt x="113840" y="8659"/>
                  </a:lnTo>
                  <a:lnTo>
                    <a:pt x="108744" y="10459"/>
                  </a:lnTo>
                  <a:lnTo>
                    <a:pt x="103709" y="12422"/>
                  </a:lnTo>
                  <a:lnTo>
                    <a:pt x="98741" y="14547"/>
                  </a:lnTo>
                  <a:lnTo>
                    <a:pt x="93843" y="16831"/>
                  </a:lnTo>
                  <a:lnTo>
                    <a:pt x="89022" y="19273"/>
                  </a:lnTo>
                  <a:lnTo>
                    <a:pt x="84282" y="21869"/>
                  </a:lnTo>
                  <a:lnTo>
                    <a:pt x="79629" y="24617"/>
                  </a:lnTo>
                  <a:lnTo>
                    <a:pt x="75067" y="27514"/>
                  </a:lnTo>
                  <a:lnTo>
                    <a:pt x="70601" y="30556"/>
                  </a:lnTo>
                  <a:lnTo>
                    <a:pt x="66236" y="33742"/>
                  </a:lnTo>
                  <a:lnTo>
                    <a:pt x="61976" y="37067"/>
                  </a:lnTo>
                  <a:lnTo>
                    <a:pt x="57825" y="40528"/>
                  </a:lnTo>
                  <a:lnTo>
                    <a:pt x="53789" y="44121"/>
                  </a:lnTo>
                  <a:lnTo>
                    <a:pt x="49871" y="47843"/>
                  </a:lnTo>
                  <a:lnTo>
                    <a:pt x="46075" y="51690"/>
                  </a:lnTo>
                  <a:lnTo>
                    <a:pt x="42406" y="55657"/>
                  </a:lnTo>
                  <a:lnTo>
                    <a:pt x="38866" y="59741"/>
                  </a:lnTo>
                  <a:lnTo>
                    <a:pt x="35461" y="63937"/>
                  </a:lnTo>
                  <a:lnTo>
                    <a:pt x="32193" y="68241"/>
                  </a:lnTo>
                  <a:lnTo>
                    <a:pt x="29066" y="72648"/>
                  </a:lnTo>
                  <a:lnTo>
                    <a:pt x="26083" y="77154"/>
                  </a:lnTo>
                  <a:lnTo>
                    <a:pt x="23247" y="81755"/>
                  </a:lnTo>
                  <a:lnTo>
                    <a:pt x="20561" y="86444"/>
                  </a:lnTo>
                  <a:lnTo>
                    <a:pt x="18028" y="91218"/>
                  </a:lnTo>
                  <a:lnTo>
                    <a:pt x="15651" y="96071"/>
                  </a:lnTo>
                  <a:lnTo>
                    <a:pt x="13432" y="100998"/>
                  </a:lnTo>
                  <a:lnTo>
                    <a:pt x="11374" y="105995"/>
                  </a:lnTo>
                  <a:lnTo>
                    <a:pt x="9478" y="111056"/>
                  </a:lnTo>
                  <a:lnTo>
                    <a:pt x="7746" y="116175"/>
                  </a:lnTo>
                  <a:lnTo>
                    <a:pt x="6181" y="121347"/>
                  </a:lnTo>
                  <a:lnTo>
                    <a:pt x="4784" y="126568"/>
                  </a:lnTo>
                  <a:lnTo>
                    <a:pt x="3557" y="131831"/>
                  </a:lnTo>
                  <a:lnTo>
                    <a:pt x="2500" y="137130"/>
                  </a:lnTo>
                  <a:lnTo>
                    <a:pt x="1615" y="142461"/>
                  </a:lnTo>
                  <a:lnTo>
                    <a:pt x="903" y="147818"/>
                  </a:lnTo>
                  <a:lnTo>
                    <a:pt x="364" y="153196"/>
                  </a:lnTo>
                  <a:lnTo>
                    <a:pt x="0" y="158587"/>
                  </a:lnTo>
                  <a:lnTo>
                    <a:pt x="1669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554" y="1229616"/>
              <a:ext cx="166947" cy="8579"/>
            </a:xfrm>
            <a:custGeom>
              <a:avLst/>
              <a:pathLst>
                <a:path w="166947" h="8579">
                  <a:moveTo>
                    <a:pt x="0" y="0"/>
                  </a:moveTo>
                  <a:lnTo>
                    <a:pt x="166947" y="85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554" y="1229616"/>
              <a:ext cx="166947" cy="8579"/>
            </a:xfrm>
            <a:custGeom>
              <a:avLst/>
              <a:pathLst>
                <a:path w="166947" h="8579">
                  <a:moveTo>
                    <a:pt x="0" y="0"/>
                  </a:moveTo>
                  <a:lnTo>
                    <a:pt x="166947" y="85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554" y="1229616"/>
              <a:ext cx="166947" cy="8579"/>
            </a:xfrm>
            <a:custGeom>
              <a:avLst/>
              <a:pathLst>
                <a:path w="166947" h="8579">
                  <a:moveTo>
                    <a:pt x="0" y="0"/>
                  </a:moveTo>
                  <a:lnTo>
                    <a:pt x="166947" y="85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554" y="1229616"/>
              <a:ext cx="166947" cy="8579"/>
            </a:xfrm>
            <a:custGeom>
              <a:avLst/>
              <a:pathLst>
                <a:path w="166947" h="8579">
                  <a:moveTo>
                    <a:pt x="0" y="0"/>
                  </a:moveTo>
                  <a:lnTo>
                    <a:pt x="166947" y="8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554" y="1229616"/>
              <a:ext cx="166947" cy="8579"/>
            </a:xfrm>
            <a:custGeom>
              <a:avLst/>
              <a:pathLst>
                <a:path w="166947" h="8579">
                  <a:moveTo>
                    <a:pt x="0" y="0"/>
                  </a:moveTo>
                  <a:lnTo>
                    <a:pt x="166947" y="8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554" y="1229616"/>
              <a:ext cx="166947" cy="8579"/>
            </a:xfrm>
            <a:custGeom>
              <a:avLst/>
              <a:pathLst>
                <a:path w="166947" h="8579">
                  <a:moveTo>
                    <a:pt x="0" y="0"/>
                  </a:moveTo>
                  <a:lnTo>
                    <a:pt x="166947" y="8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554" y="1229616"/>
              <a:ext cx="166947" cy="8579"/>
            </a:xfrm>
            <a:custGeom>
              <a:avLst/>
              <a:pathLst>
                <a:path w="166947" h="8579">
                  <a:moveTo>
                    <a:pt x="0" y="0"/>
                  </a:moveTo>
                  <a:lnTo>
                    <a:pt x="166947" y="8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554" y="1229616"/>
              <a:ext cx="166947" cy="8579"/>
            </a:xfrm>
            <a:custGeom>
              <a:avLst/>
              <a:pathLst>
                <a:path w="166947" h="8579">
                  <a:moveTo>
                    <a:pt x="0" y="0"/>
                  </a:moveTo>
                  <a:lnTo>
                    <a:pt x="166947" y="85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554" y="1229616"/>
              <a:ext cx="166947" cy="8579"/>
            </a:xfrm>
            <a:custGeom>
              <a:avLst/>
              <a:pathLst>
                <a:path w="166947" h="8579">
                  <a:moveTo>
                    <a:pt x="0" y="0"/>
                  </a:moveTo>
                  <a:lnTo>
                    <a:pt x="166947" y="85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554" y="1229616"/>
              <a:ext cx="166947" cy="8579"/>
            </a:xfrm>
            <a:custGeom>
              <a:avLst/>
              <a:pathLst>
                <a:path w="166947" h="8579">
                  <a:moveTo>
                    <a:pt x="0" y="0"/>
                  </a:moveTo>
                  <a:lnTo>
                    <a:pt x="166947" y="85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554" y="1229616"/>
              <a:ext cx="166947" cy="8579"/>
            </a:xfrm>
            <a:custGeom>
              <a:avLst/>
              <a:pathLst>
                <a:path w="166947" h="8579">
                  <a:moveTo>
                    <a:pt x="0" y="0"/>
                  </a:moveTo>
                  <a:lnTo>
                    <a:pt x="166947" y="85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554" y="1229616"/>
              <a:ext cx="166947" cy="8579"/>
            </a:xfrm>
            <a:custGeom>
              <a:avLst/>
              <a:pathLst>
                <a:path w="166947" h="8579">
                  <a:moveTo>
                    <a:pt x="0" y="0"/>
                  </a:moveTo>
                  <a:lnTo>
                    <a:pt x="166947" y="8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554" y="1229616"/>
              <a:ext cx="166947" cy="8579"/>
            </a:xfrm>
            <a:custGeom>
              <a:avLst/>
              <a:pathLst>
                <a:path w="166947" h="8579">
                  <a:moveTo>
                    <a:pt x="0" y="0"/>
                  </a:moveTo>
                  <a:lnTo>
                    <a:pt x="166947" y="8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554" y="1229616"/>
              <a:ext cx="166947" cy="8579"/>
            </a:xfrm>
            <a:custGeom>
              <a:avLst/>
              <a:pathLst>
                <a:path w="166947" h="8579">
                  <a:moveTo>
                    <a:pt x="0" y="0"/>
                  </a:moveTo>
                  <a:lnTo>
                    <a:pt x="166947" y="8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554" y="1229616"/>
              <a:ext cx="166947" cy="8579"/>
            </a:xfrm>
            <a:custGeom>
              <a:avLst/>
              <a:pathLst>
                <a:path w="166947" h="8579">
                  <a:moveTo>
                    <a:pt x="0" y="0"/>
                  </a:moveTo>
                  <a:lnTo>
                    <a:pt x="166947" y="8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554" y="1229616"/>
              <a:ext cx="166947" cy="8579"/>
            </a:xfrm>
            <a:custGeom>
              <a:avLst/>
              <a:pathLst>
                <a:path w="166947" h="8579">
                  <a:moveTo>
                    <a:pt x="0" y="0"/>
                  </a:moveTo>
                  <a:lnTo>
                    <a:pt x="166947" y="85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554" y="1229616"/>
              <a:ext cx="166947" cy="8579"/>
            </a:xfrm>
            <a:custGeom>
              <a:avLst/>
              <a:pathLst>
                <a:path w="166947" h="8579">
                  <a:moveTo>
                    <a:pt x="0" y="0"/>
                  </a:moveTo>
                  <a:lnTo>
                    <a:pt x="166947" y="85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46" y="1073422"/>
              <a:ext cx="334318" cy="331938"/>
            </a:xfrm>
            <a:custGeom>
              <a:avLst/>
              <a:pathLst>
                <a:path w="334318" h="331938">
                  <a:moveTo>
                    <a:pt x="208" y="156194"/>
                  </a:moveTo>
                  <a:lnTo>
                    <a:pt x="20" y="161487"/>
                  </a:lnTo>
                  <a:lnTo>
                    <a:pt x="0" y="166784"/>
                  </a:lnTo>
                  <a:lnTo>
                    <a:pt x="147" y="172078"/>
                  </a:lnTo>
                  <a:lnTo>
                    <a:pt x="462" y="177365"/>
                  </a:lnTo>
                  <a:lnTo>
                    <a:pt x="945" y="182640"/>
                  </a:lnTo>
                  <a:lnTo>
                    <a:pt x="1594" y="187896"/>
                  </a:lnTo>
                  <a:lnTo>
                    <a:pt x="2410" y="193129"/>
                  </a:lnTo>
                  <a:lnTo>
                    <a:pt x="3391" y="198334"/>
                  </a:lnTo>
                  <a:lnTo>
                    <a:pt x="4536" y="203505"/>
                  </a:lnTo>
                  <a:lnTo>
                    <a:pt x="5845" y="208638"/>
                  </a:lnTo>
                  <a:lnTo>
                    <a:pt x="7315" y="213726"/>
                  </a:lnTo>
                  <a:lnTo>
                    <a:pt x="8946" y="218765"/>
                  </a:lnTo>
                  <a:lnTo>
                    <a:pt x="10736" y="223750"/>
                  </a:lnTo>
                  <a:lnTo>
                    <a:pt x="12683" y="228675"/>
                  </a:lnTo>
                  <a:lnTo>
                    <a:pt x="14785" y="233537"/>
                  </a:lnTo>
                  <a:lnTo>
                    <a:pt x="17040" y="238329"/>
                  </a:lnTo>
                  <a:lnTo>
                    <a:pt x="19446" y="243048"/>
                  </a:lnTo>
                  <a:lnTo>
                    <a:pt x="21999" y="247688"/>
                  </a:lnTo>
                  <a:lnTo>
                    <a:pt x="24699" y="252245"/>
                  </a:lnTo>
                  <a:lnTo>
                    <a:pt x="27541" y="256714"/>
                  </a:lnTo>
                  <a:lnTo>
                    <a:pt x="30524" y="261091"/>
                  </a:lnTo>
                  <a:lnTo>
                    <a:pt x="33644" y="265371"/>
                  </a:lnTo>
                  <a:lnTo>
                    <a:pt x="36898" y="269550"/>
                  </a:lnTo>
                  <a:lnTo>
                    <a:pt x="40283" y="273624"/>
                  </a:lnTo>
                  <a:lnTo>
                    <a:pt x="43795" y="277589"/>
                  </a:lnTo>
                  <a:lnTo>
                    <a:pt x="47431" y="281440"/>
                  </a:lnTo>
                  <a:lnTo>
                    <a:pt x="51187" y="285174"/>
                  </a:lnTo>
                  <a:lnTo>
                    <a:pt x="55059" y="288788"/>
                  </a:lnTo>
                  <a:lnTo>
                    <a:pt x="59044" y="292277"/>
                  </a:lnTo>
                  <a:lnTo>
                    <a:pt x="63138" y="295637"/>
                  </a:lnTo>
                  <a:lnTo>
                    <a:pt x="67335" y="298867"/>
                  </a:lnTo>
                  <a:lnTo>
                    <a:pt x="71634" y="301962"/>
                  </a:lnTo>
                  <a:lnTo>
                    <a:pt x="76028" y="304919"/>
                  </a:lnTo>
                  <a:lnTo>
                    <a:pt x="80513" y="307736"/>
                  </a:lnTo>
                  <a:lnTo>
                    <a:pt x="85086" y="310409"/>
                  </a:lnTo>
                  <a:lnTo>
                    <a:pt x="89740" y="312936"/>
                  </a:lnTo>
                  <a:lnTo>
                    <a:pt x="94473" y="315314"/>
                  </a:lnTo>
                  <a:lnTo>
                    <a:pt x="99279" y="317541"/>
                  </a:lnTo>
                  <a:lnTo>
                    <a:pt x="104152" y="319614"/>
                  </a:lnTo>
                  <a:lnTo>
                    <a:pt x="109089" y="321532"/>
                  </a:lnTo>
                  <a:lnTo>
                    <a:pt x="114084" y="323293"/>
                  </a:lnTo>
                  <a:lnTo>
                    <a:pt x="119133" y="324895"/>
                  </a:lnTo>
                  <a:lnTo>
                    <a:pt x="124230" y="326336"/>
                  </a:lnTo>
                  <a:lnTo>
                    <a:pt x="129369" y="327615"/>
                  </a:lnTo>
                  <a:lnTo>
                    <a:pt x="134547" y="328730"/>
                  </a:lnTo>
                  <a:lnTo>
                    <a:pt x="139757" y="329681"/>
                  </a:lnTo>
                  <a:lnTo>
                    <a:pt x="144995" y="330466"/>
                  </a:lnTo>
                  <a:lnTo>
                    <a:pt x="150256" y="331085"/>
                  </a:lnTo>
                  <a:lnTo>
                    <a:pt x="155533" y="331537"/>
                  </a:lnTo>
                  <a:lnTo>
                    <a:pt x="160822" y="331821"/>
                  </a:lnTo>
                  <a:lnTo>
                    <a:pt x="166117" y="331938"/>
                  </a:lnTo>
                  <a:lnTo>
                    <a:pt x="171413" y="331887"/>
                  </a:lnTo>
                  <a:lnTo>
                    <a:pt x="176705" y="331668"/>
                  </a:lnTo>
                  <a:lnTo>
                    <a:pt x="181987" y="331282"/>
                  </a:lnTo>
                  <a:lnTo>
                    <a:pt x="187255" y="330728"/>
                  </a:lnTo>
                  <a:lnTo>
                    <a:pt x="192502" y="330008"/>
                  </a:lnTo>
                  <a:lnTo>
                    <a:pt x="197724" y="329122"/>
                  </a:lnTo>
                  <a:lnTo>
                    <a:pt x="202915" y="328071"/>
                  </a:lnTo>
                  <a:lnTo>
                    <a:pt x="208070" y="326857"/>
                  </a:lnTo>
                  <a:lnTo>
                    <a:pt x="213185" y="325479"/>
                  </a:lnTo>
                  <a:lnTo>
                    <a:pt x="218253" y="323940"/>
                  </a:lnTo>
                  <a:lnTo>
                    <a:pt x="223269" y="322242"/>
                  </a:lnTo>
                  <a:lnTo>
                    <a:pt x="228230" y="320385"/>
                  </a:lnTo>
                  <a:lnTo>
                    <a:pt x="233129" y="318372"/>
                  </a:lnTo>
                  <a:lnTo>
                    <a:pt x="237961" y="316205"/>
                  </a:lnTo>
                  <a:lnTo>
                    <a:pt x="242723" y="313886"/>
                  </a:lnTo>
                  <a:lnTo>
                    <a:pt x="247409" y="311417"/>
                  </a:lnTo>
                  <a:lnTo>
                    <a:pt x="252014" y="308801"/>
                  </a:lnTo>
                  <a:lnTo>
                    <a:pt x="256535" y="306040"/>
                  </a:lnTo>
                  <a:lnTo>
                    <a:pt x="260965" y="303138"/>
                  </a:lnTo>
                  <a:lnTo>
                    <a:pt x="265301" y="300096"/>
                  </a:lnTo>
                  <a:lnTo>
                    <a:pt x="269539" y="296919"/>
                  </a:lnTo>
                  <a:lnTo>
                    <a:pt x="273674" y="293609"/>
                  </a:lnTo>
                  <a:lnTo>
                    <a:pt x="277702" y="290170"/>
                  </a:lnTo>
                  <a:lnTo>
                    <a:pt x="281619" y="286605"/>
                  </a:lnTo>
                  <a:lnTo>
                    <a:pt x="285421" y="282918"/>
                  </a:lnTo>
                  <a:lnTo>
                    <a:pt x="289104" y="279112"/>
                  </a:lnTo>
                  <a:lnTo>
                    <a:pt x="292665" y="275191"/>
                  </a:lnTo>
                  <a:lnTo>
                    <a:pt x="296100" y="271160"/>
                  </a:lnTo>
                  <a:lnTo>
                    <a:pt x="299406" y="267021"/>
                  </a:lnTo>
                  <a:lnTo>
                    <a:pt x="302579" y="262780"/>
                  </a:lnTo>
                  <a:lnTo>
                    <a:pt x="305616" y="258441"/>
                  </a:lnTo>
                  <a:lnTo>
                    <a:pt x="308513" y="254008"/>
                  </a:lnTo>
                  <a:lnTo>
                    <a:pt x="311269" y="249485"/>
                  </a:lnTo>
                  <a:lnTo>
                    <a:pt x="313881" y="244877"/>
                  </a:lnTo>
                  <a:lnTo>
                    <a:pt x="316345" y="240188"/>
                  </a:lnTo>
                  <a:lnTo>
                    <a:pt x="318659" y="235424"/>
                  </a:lnTo>
                  <a:lnTo>
                    <a:pt x="320821" y="230589"/>
                  </a:lnTo>
                  <a:lnTo>
                    <a:pt x="322829" y="225688"/>
                  </a:lnTo>
                  <a:lnTo>
                    <a:pt x="324681" y="220726"/>
                  </a:lnTo>
                  <a:lnTo>
                    <a:pt x="326374" y="215707"/>
                  </a:lnTo>
                  <a:lnTo>
                    <a:pt x="327908" y="210638"/>
                  </a:lnTo>
                  <a:lnTo>
                    <a:pt x="329280" y="205522"/>
                  </a:lnTo>
                  <a:lnTo>
                    <a:pt x="330489" y="200365"/>
                  </a:lnTo>
                  <a:lnTo>
                    <a:pt x="331535" y="195173"/>
                  </a:lnTo>
                  <a:lnTo>
                    <a:pt x="332416" y="189950"/>
                  </a:lnTo>
                  <a:lnTo>
                    <a:pt x="333130" y="184702"/>
                  </a:lnTo>
                  <a:lnTo>
                    <a:pt x="333678" y="179434"/>
                  </a:lnTo>
                  <a:lnTo>
                    <a:pt x="334059" y="174152"/>
                  </a:lnTo>
                  <a:lnTo>
                    <a:pt x="334272" y="168859"/>
                  </a:lnTo>
                  <a:lnTo>
                    <a:pt x="334318" y="163563"/>
                  </a:lnTo>
                  <a:lnTo>
                    <a:pt x="334196" y="158268"/>
                  </a:lnTo>
                  <a:lnTo>
                    <a:pt x="333906" y="152980"/>
                  </a:lnTo>
                  <a:lnTo>
                    <a:pt x="333448" y="147703"/>
                  </a:lnTo>
                  <a:lnTo>
                    <a:pt x="332824" y="142443"/>
                  </a:lnTo>
                  <a:lnTo>
                    <a:pt x="332034" y="137206"/>
                  </a:lnTo>
                  <a:lnTo>
                    <a:pt x="331077" y="131997"/>
                  </a:lnTo>
                  <a:lnTo>
                    <a:pt x="329957" y="126820"/>
                  </a:lnTo>
                  <a:lnTo>
                    <a:pt x="328673" y="121682"/>
                  </a:lnTo>
                  <a:lnTo>
                    <a:pt x="327227" y="116587"/>
                  </a:lnTo>
                  <a:lnTo>
                    <a:pt x="325620" y="111540"/>
                  </a:lnTo>
                  <a:lnTo>
                    <a:pt x="323854" y="106546"/>
                  </a:lnTo>
                  <a:lnTo>
                    <a:pt x="321930" y="101611"/>
                  </a:lnTo>
                  <a:lnTo>
                    <a:pt x="319852" y="96740"/>
                  </a:lnTo>
                  <a:lnTo>
                    <a:pt x="317620" y="91937"/>
                  </a:lnTo>
                  <a:lnTo>
                    <a:pt x="315237" y="87206"/>
                  </a:lnTo>
                  <a:lnTo>
                    <a:pt x="312705" y="82554"/>
                  </a:lnTo>
                  <a:lnTo>
                    <a:pt x="310028" y="77984"/>
                  </a:lnTo>
                  <a:lnTo>
                    <a:pt x="307206" y="73502"/>
                  </a:lnTo>
                  <a:lnTo>
                    <a:pt x="304245" y="69111"/>
                  </a:lnTo>
                  <a:lnTo>
                    <a:pt x="301145" y="64816"/>
                  </a:lnTo>
                  <a:lnTo>
                    <a:pt x="297911" y="60621"/>
                  </a:lnTo>
                  <a:lnTo>
                    <a:pt x="294546" y="56531"/>
                  </a:lnTo>
                  <a:lnTo>
                    <a:pt x="291053" y="52550"/>
                  </a:lnTo>
                  <a:lnTo>
                    <a:pt x="287436" y="48681"/>
                  </a:lnTo>
                  <a:lnTo>
                    <a:pt x="283698" y="44929"/>
                  </a:lnTo>
                  <a:lnTo>
                    <a:pt x="279843" y="41297"/>
                  </a:lnTo>
                  <a:lnTo>
                    <a:pt x="275874" y="37789"/>
                  </a:lnTo>
                  <a:lnTo>
                    <a:pt x="271797" y="34409"/>
                  </a:lnTo>
                  <a:lnTo>
                    <a:pt x="267614" y="31159"/>
                  </a:lnTo>
                  <a:lnTo>
                    <a:pt x="263331" y="28044"/>
                  </a:lnTo>
                  <a:lnTo>
                    <a:pt x="258951" y="25066"/>
                  </a:lnTo>
                  <a:lnTo>
                    <a:pt x="254479" y="22228"/>
                  </a:lnTo>
                  <a:lnTo>
                    <a:pt x="249920" y="19533"/>
                  </a:lnTo>
                  <a:lnTo>
                    <a:pt x="245277" y="16984"/>
                  </a:lnTo>
                  <a:lnTo>
                    <a:pt x="240556" y="14583"/>
                  </a:lnTo>
                  <a:lnTo>
                    <a:pt x="235761" y="12333"/>
                  </a:lnTo>
                  <a:lnTo>
                    <a:pt x="230897" y="10236"/>
                  </a:lnTo>
                  <a:lnTo>
                    <a:pt x="225970" y="8294"/>
                  </a:lnTo>
                  <a:lnTo>
                    <a:pt x="220983" y="6510"/>
                  </a:lnTo>
                  <a:lnTo>
                    <a:pt x="215942" y="4884"/>
                  </a:lnTo>
                  <a:lnTo>
                    <a:pt x="210852" y="3419"/>
                  </a:lnTo>
                  <a:lnTo>
                    <a:pt x="205719" y="2115"/>
                  </a:lnTo>
                  <a:lnTo>
                    <a:pt x="200546" y="975"/>
                  </a:lnTo>
                  <a:lnTo>
                    <a:pt x="195341" y="0"/>
                  </a:lnTo>
                  <a:lnTo>
                    <a:pt x="167155" y="1647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64501" y="1071028"/>
              <a:ext cx="28185" cy="167167"/>
            </a:xfrm>
            <a:custGeom>
              <a:avLst/>
              <a:pathLst>
                <a:path w="28185" h="167167">
                  <a:moveTo>
                    <a:pt x="28185" y="2393"/>
                  </a:moveTo>
                  <a:lnTo>
                    <a:pt x="21183" y="1347"/>
                  </a:lnTo>
                  <a:lnTo>
                    <a:pt x="14143" y="599"/>
                  </a:lnTo>
                  <a:lnTo>
                    <a:pt x="7078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9897" y="1322571"/>
              <a:ext cx="48823" cy="167167"/>
            </a:xfrm>
            <a:custGeom>
              <a:avLst/>
              <a:pathLst>
                <a:path w="48823" h="167167">
                  <a:moveTo>
                    <a:pt x="48823" y="0"/>
                  </a:moveTo>
                  <a:lnTo>
                    <a:pt x="42631" y="114"/>
                  </a:lnTo>
                  <a:lnTo>
                    <a:pt x="36448" y="458"/>
                  </a:lnTo>
                  <a:lnTo>
                    <a:pt x="30281" y="1031"/>
                  </a:lnTo>
                  <a:lnTo>
                    <a:pt x="24141" y="1832"/>
                  </a:lnTo>
                  <a:lnTo>
                    <a:pt x="18034" y="2859"/>
                  </a:lnTo>
                  <a:lnTo>
                    <a:pt x="11969" y="4113"/>
                  </a:lnTo>
                  <a:lnTo>
                    <a:pt x="5955" y="5589"/>
                  </a:lnTo>
                  <a:lnTo>
                    <a:pt x="0" y="7288"/>
                  </a:lnTo>
                  <a:lnTo>
                    <a:pt x="4882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9897" y="1329860"/>
              <a:ext cx="48823" cy="159878"/>
            </a:xfrm>
            <a:custGeom>
              <a:avLst/>
              <a:pathLst>
                <a:path w="48823" h="159878">
                  <a:moveTo>
                    <a:pt x="0" y="0"/>
                  </a:moveTo>
                  <a:lnTo>
                    <a:pt x="48823" y="1598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9897" y="1329860"/>
              <a:ext cx="48823" cy="159878"/>
            </a:xfrm>
            <a:custGeom>
              <a:avLst/>
              <a:pathLst>
                <a:path w="48823" h="159878">
                  <a:moveTo>
                    <a:pt x="0" y="0"/>
                  </a:moveTo>
                  <a:lnTo>
                    <a:pt x="48823" y="1598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9897" y="1329860"/>
              <a:ext cx="48823" cy="159878"/>
            </a:xfrm>
            <a:custGeom>
              <a:avLst/>
              <a:pathLst>
                <a:path w="48823" h="159878">
                  <a:moveTo>
                    <a:pt x="0" y="0"/>
                  </a:moveTo>
                  <a:lnTo>
                    <a:pt x="48823" y="159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9897" y="1329860"/>
              <a:ext cx="48823" cy="159878"/>
            </a:xfrm>
            <a:custGeom>
              <a:avLst/>
              <a:pathLst>
                <a:path w="48823" h="159878">
                  <a:moveTo>
                    <a:pt x="0" y="0"/>
                  </a:moveTo>
                  <a:lnTo>
                    <a:pt x="48823" y="159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9897" y="1329860"/>
              <a:ext cx="48823" cy="159878"/>
            </a:xfrm>
            <a:custGeom>
              <a:avLst/>
              <a:pathLst>
                <a:path w="48823" h="159878">
                  <a:moveTo>
                    <a:pt x="0" y="0"/>
                  </a:moveTo>
                  <a:lnTo>
                    <a:pt x="48823" y="159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9897" y="1329860"/>
              <a:ext cx="48823" cy="159878"/>
            </a:xfrm>
            <a:custGeom>
              <a:avLst/>
              <a:pathLst>
                <a:path w="48823" h="159878">
                  <a:moveTo>
                    <a:pt x="0" y="0"/>
                  </a:moveTo>
                  <a:lnTo>
                    <a:pt x="48823" y="159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9897" y="1329860"/>
              <a:ext cx="48823" cy="159878"/>
            </a:xfrm>
            <a:custGeom>
              <a:avLst/>
              <a:pathLst>
                <a:path w="48823" h="159878">
                  <a:moveTo>
                    <a:pt x="0" y="0"/>
                  </a:moveTo>
                  <a:lnTo>
                    <a:pt x="48823" y="1598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9897" y="1329860"/>
              <a:ext cx="48823" cy="159878"/>
            </a:xfrm>
            <a:custGeom>
              <a:avLst/>
              <a:pathLst>
                <a:path w="48823" h="159878">
                  <a:moveTo>
                    <a:pt x="0" y="0"/>
                  </a:moveTo>
                  <a:lnTo>
                    <a:pt x="48823" y="1598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9897" y="1329860"/>
              <a:ext cx="48823" cy="159878"/>
            </a:xfrm>
            <a:custGeom>
              <a:avLst/>
              <a:pathLst>
                <a:path w="48823" h="159878">
                  <a:moveTo>
                    <a:pt x="0" y="0"/>
                  </a:moveTo>
                  <a:lnTo>
                    <a:pt x="48823" y="1598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9897" y="1329860"/>
              <a:ext cx="48823" cy="159878"/>
            </a:xfrm>
            <a:custGeom>
              <a:avLst/>
              <a:pathLst>
                <a:path w="48823" h="159878">
                  <a:moveTo>
                    <a:pt x="0" y="0"/>
                  </a:moveTo>
                  <a:lnTo>
                    <a:pt x="48823" y="1598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9897" y="1329860"/>
              <a:ext cx="48823" cy="159878"/>
            </a:xfrm>
            <a:custGeom>
              <a:avLst/>
              <a:pathLst>
                <a:path w="48823" h="159878">
                  <a:moveTo>
                    <a:pt x="0" y="0"/>
                  </a:moveTo>
                  <a:lnTo>
                    <a:pt x="48823" y="159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9897" y="1329860"/>
              <a:ext cx="48823" cy="159878"/>
            </a:xfrm>
            <a:custGeom>
              <a:avLst/>
              <a:pathLst>
                <a:path w="48823" h="159878">
                  <a:moveTo>
                    <a:pt x="0" y="0"/>
                  </a:moveTo>
                  <a:lnTo>
                    <a:pt x="48823" y="159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9897" y="1329860"/>
              <a:ext cx="48823" cy="159878"/>
            </a:xfrm>
            <a:custGeom>
              <a:avLst/>
              <a:pathLst>
                <a:path w="48823" h="159878">
                  <a:moveTo>
                    <a:pt x="0" y="0"/>
                  </a:moveTo>
                  <a:lnTo>
                    <a:pt x="48823" y="159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9897" y="1329860"/>
              <a:ext cx="48823" cy="159878"/>
            </a:xfrm>
            <a:custGeom>
              <a:avLst/>
              <a:pathLst>
                <a:path w="48823" h="159878">
                  <a:moveTo>
                    <a:pt x="0" y="0"/>
                  </a:moveTo>
                  <a:lnTo>
                    <a:pt x="48823" y="159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9897" y="1329860"/>
              <a:ext cx="48823" cy="159878"/>
            </a:xfrm>
            <a:custGeom>
              <a:avLst/>
              <a:pathLst>
                <a:path w="48823" h="159878">
                  <a:moveTo>
                    <a:pt x="0" y="0"/>
                  </a:moveTo>
                  <a:lnTo>
                    <a:pt x="48823" y="1598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9897" y="1329860"/>
              <a:ext cx="48823" cy="159878"/>
            </a:xfrm>
            <a:custGeom>
              <a:avLst/>
              <a:pathLst>
                <a:path w="48823" h="159878">
                  <a:moveTo>
                    <a:pt x="0" y="0"/>
                  </a:moveTo>
                  <a:lnTo>
                    <a:pt x="48823" y="1598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321554" y="1329860"/>
              <a:ext cx="334333" cy="327030"/>
            </a:xfrm>
            <a:custGeom>
              <a:avLst/>
              <a:pathLst>
                <a:path w="334333" h="327030">
                  <a:moveTo>
                    <a:pt x="118342" y="0"/>
                  </a:moveTo>
                  <a:lnTo>
                    <a:pt x="113290" y="1631"/>
                  </a:lnTo>
                  <a:lnTo>
                    <a:pt x="108291" y="3422"/>
                  </a:lnTo>
                  <a:lnTo>
                    <a:pt x="103352" y="5370"/>
                  </a:lnTo>
                  <a:lnTo>
                    <a:pt x="98477" y="7475"/>
                  </a:lnTo>
                  <a:lnTo>
                    <a:pt x="93672" y="9733"/>
                  </a:lnTo>
                  <a:lnTo>
                    <a:pt x="88940" y="12143"/>
                  </a:lnTo>
                  <a:lnTo>
                    <a:pt x="84288" y="14702"/>
                  </a:lnTo>
                  <a:lnTo>
                    <a:pt x="79719" y="17407"/>
                  </a:lnTo>
                  <a:lnTo>
                    <a:pt x="75238" y="20256"/>
                  </a:lnTo>
                  <a:lnTo>
                    <a:pt x="70850" y="23246"/>
                  </a:lnTo>
                  <a:lnTo>
                    <a:pt x="66560" y="26374"/>
                  </a:lnTo>
                  <a:lnTo>
                    <a:pt x="62371" y="29636"/>
                  </a:lnTo>
                  <a:lnTo>
                    <a:pt x="58287" y="33030"/>
                  </a:lnTo>
                  <a:lnTo>
                    <a:pt x="54314" y="36552"/>
                  </a:lnTo>
                  <a:lnTo>
                    <a:pt x="50454" y="40198"/>
                  </a:lnTo>
                  <a:lnTo>
                    <a:pt x="46712" y="43965"/>
                  </a:lnTo>
                  <a:lnTo>
                    <a:pt x="43091" y="47849"/>
                  </a:lnTo>
                  <a:lnTo>
                    <a:pt x="39596" y="51846"/>
                  </a:lnTo>
                  <a:lnTo>
                    <a:pt x="36229" y="55952"/>
                  </a:lnTo>
                  <a:lnTo>
                    <a:pt x="32995" y="60163"/>
                  </a:lnTo>
                  <a:lnTo>
                    <a:pt x="29896" y="64474"/>
                  </a:lnTo>
                  <a:lnTo>
                    <a:pt x="26935" y="68882"/>
                  </a:lnTo>
                  <a:lnTo>
                    <a:pt x="24116" y="73381"/>
                  </a:lnTo>
                  <a:lnTo>
                    <a:pt x="21441" y="77968"/>
                  </a:lnTo>
                  <a:lnTo>
                    <a:pt x="18913" y="82638"/>
                  </a:lnTo>
                  <a:lnTo>
                    <a:pt x="16535" y="87385"/>
                  </a:lnTo>
                  <a:lnTo>
                    <a:pt x="14309" y="92205"/>
                  </a:lnTo>
                  <a:lnTo>
                    <a:pt x="12236" y="97094"/>
                  </a:lnTo>
                  <a:lnTo>
                    <a:pt x="10321" y="102046"/>
                  </a:lnTo>
                  <a:lnTo>
                    <a:pt x="8563" y="107056"/>
                  </a:lnTo>
                  <a:lnTo>
                    <a:pt x="6966" y="112120"/>
                  </a:lnTo>
                  <a:lnTo>
                    <a:pt x="5530" y="117232"/>
                  </a:lnTo>
                  <a:lnTo>
                    <a:pt x="4257" y="122387"/>
                  </a:lnTo>
                  <a:lnTo>
                    <a:pt x="3148" y="127579"/>
                  </a:lnTo>
                  <a:lnTo>
                    <a:pt x="2205" y="132805"/>
                  </a:lnTo>
                  <a:lnTo>
                    <a:pt x="1429" y="138057"/>
                  </a:lnTo>
                  <a:lnTo>
                    <a:pt x="819" y="143332"/>
                  </a:lnTo>
                  <a:lnTo>
                    <a:pt x="378" y="148623"/>
                  </a:lnTo>
                  <a:lnTo>
                    <a:pt x="104" y="153926"/>
                  </a:lnTo>
                  <a:lnTo>
                    <a:pt x="0" y="159234"/>
                  </a:lnTo>
                  <a:lnTo>
                    <a:pt x="63" y="164544"/>
                  </a:lnTo>
                  <a:lnTo>
                    <a:pt x="296" y="169848"/>
                  </a:lnTo>
                  <a:lnTo>
                    <a:pt x="697" y="175143"/>
                  </a:lnTo>
                  <a:lnTo>
                    <a:pt x="1265" y="180422"/>
                  </a:lnTo>
                  <a:lnTo>
                    <a:pt x="2002" y="185680"/>
                  </a:lnTo>
                  <a:lnTo>
                    <a:pt x="2904" y="190913"/>
                  </a:lnTo>
                  <a:lnTo>
                    <a:pt x="3973" y="196114"/>
                  </a:lnTo>
                  <a:lnTo>
                    <a:pt x="5206" y="201278"/>
                  </a:lnTo>
                  <a:lnTo>
                    <a:pt x="6602" y="206401"/>
                  </a:lnTo>
                  <a:lnTo>
                    <a:pt x="8161" y="211477"/>
                  </a:lnTo>
                  <a:lnTo>
                    <a:pt x="9880" y="216501"/>
                  </a:lnTo>
                  <a:lnTo>
                    <a:pt x="11757" y="221467"/>
                  </a:lnTo>
                  <a:lnTo>
                    <a:pt x="13792" y="226372"/>
                  </a:lnTo>
                  <a:lnTo>
                    <a:pt x="15981" y="231209"/>
                  </a:lnTo>
                  <a:lnTo>
                    <a:pt x="18323" y="235975"/>
                  </a:lnTo>
                  <a:lnTo>
                    <a:pt x="20814" y="240663"/>
                  </a:lnTo>
                  <a:lnTo>
                    <a:pt x="23454" y="245271"/>
                  </a:lnTo>
                  <a:lnTo>
                    <a:pt x="26238" y="249792"/>
                  </a:lnTo>
                  <a:lnTo>
                    <a:pt x="29165" y="254222"/>
                  </a:lnTo>
                  <a:lnTo>
                    <a:pt x="32231" y="258557"/>
                  </a:lnTo>
                  <a:lnTo>
                    <a:pt x="35433" y="262793"/>
                  </a:lnTo>
                  <a:lnTo>
                    <a:pt x="38768" y="266924"/>
                  </a:lnTo>
                  <a:lnTo>
                    <a:pt x="42232" y="270948"/>
                  </a:lnTo>
                  <a:lnTo>
                    <a:pt x="45822" y="274860"/>
                  </a:lnTo>
                  <a:lnTo>
                    <a:pt x="49535" y="278656"/>
                  </a:lnTo>
                  <a:lnTo>
                    <a:pt x="53367" y="282331"/>
                  </a:lnTo>
                  <a:lnTo>
                    <a:pt x="57313" y="285884"/>
                  </a:lnTo>
                  <a:lnTo>
                    <a:pt x="61370" y="289309"/>
                  </a:lnTo>
                  <a:lnTo>
                    <a:pt x="65534" y="292604"/>
                  </a:lnTo>
                  <a:lnTo>
                    <a:pt x="69801" y="295764"/>
                  </a:lnTo>
                  <a:lnTo>
                    <a:pt x="74165" y="298788"/>
                  </a:lnTo>
                  <a:lnTo>
                    <a:pt x="78624" y="301672"/>
                  </a:lnTo>
                  <a:lnTo>
                    <a:pt x="83172" y="304412"/>
                  </a:lnTo>
                  <a:lnTo>
                    <a:pt x="87804" y="307007"/>
                  </a:lnTo>
                  <a:lnTo>
                    <a:pt x="92517" y="309453"/>
                  </a:lnTo>
                  <a:lnTo>
                    <a:pt x="97305" y="311748"/>
                  </a:lnTo>
                  <a:lnTo>
                    <a:pt x="102163" y="313890"/>
                  </a:lnTo>
                  <a:lnTo>
                    <a:pt x="107087" y="315877"/>
                  </a:lnTo>
                  <a:lnTo>
                    <a:pt x="112072" y="317706"/>
                  </a:lnTo>
                  <a:lnTo>
                    <a:pt x="117112" y="319376"/>
                  </a:lnTo>
                  <a:lnTo>
                    <a:pt x="122203" y="320885"/>
                  </a:lnTo>
                  <a:lnTo>
                    <a:pt x="127339" y="322232"/>
                  </a:lnTo>
                  <a:lnTo>
                    <a:pt x="132515" y="323415"/>
                  </a:lnTo>
                  <a:lnTo>
                    <a:pt x="137726" y="324433"/>
                  </a:lnTo>
                  <a:lnTo>
                    <a:pt x="142967" y="325285"/>
                  </a:lnTo>
                  <a:lnTo>
                    <a:pt x="148233" y="325970"/>
                  </a:lnTo>
                  <a:lnTo>
                    <a:pt x="153517" y="326488"/>
                  </a:lnTo>
                  <a:lnTo>
                    <a:pt x="158815" y="326837"/>
                  </a:lnTo>
                  <a:lnTo>
                    <a:pt x="164122" y="327018"/>
                  </a:lnTo>
                  <a:lnTo>
                    <a:pt x="169431" y="327030"/>
                  </a:lnTo>
                  <a:lnTo>
                    <a:pt x="174739" y="326874"/>
                  </a:lnTo>
                  <a:lnTo>
                    <a:pt x="180039" y="326549"/>
                  </a:lnTo>
                  <a:lnTo>
                    <a:pt x="185325" y="326056"/>
                  </a:lnTo>
                  <a:lnTo>
                    <a:pt x="190594" y="325396"/>
                  </a:lnTo>
                  <a:lnTo>
                    <a:pt x="195839" y="324568"/>
                  </a:lnTo>
                  <a:lnTo>
                    <a:pt x="201055" y="323575"/>
                  </a:lnTo>
                  <a:lnTo>
                    <a:pt x="206236" y="322416"/>
                  </a:lnTo>
                  <a:lnTo>
                    <a:pt x="211378" y="321093"/>
                  </a:lnTo>
                  <a:lnTo>
                    <a:pt x="216476" y="319608"/>
                  </a:lnTo>
                  <a:lnTo>
                    <a:pt x="221524" y="317961"/>
                  </a:lnTo>
                  <a:lnTo>
                    <a:pt x="226517" y="316155"/>
                  </a:lnTo>
                  <a:lnTo>
                    <a:pt x="231450" y="314191"/>
                  </a:lnTo>
                  <a:lnTo>
                    <a:pt x="236319" y="312072"/>
                  </a:lnTo>
                  <a:lnTo>
                    <a:pt x="241117" y="309799"/>
                  </a:lnTo>
                  <a:lnTo>
                    <a:pt x="245841" y="307374"/>
                  </a:lnTo>
                  <a:lnTo>
                    <a:pt x="250486" y="304801"/>
                  </a:lnTo>
                  <a:lnTo>
                    <a:pt x="255046" y="302082"/>
                  </a:lnTo>
                  <a:lnTo>
                    <a:pt x="259518" y="299219"/>
                  </a:lnTo>
                  <a:lnTo>
                    <a:pt x="263897" y="296216"/>
                  </a:lnTo>
                  <a:lnTo>
                    <a:pt x="268178" y="293075"/>
                  </a:lnTo>
                  <a:lnTo>
                    <a:pt x="272357" y="289800"/>
                  </a:lnTo>
                  <a:lnTo>
                    <a:pt x="276430" y="286394"/>
                  </a:lnTo>
                  <a:lnTo>
                    <a:pt x="280393" y="282860"/>
                  </a:lnTo>
                  <a:lnTo>
                    <a:pt x="284242" y="279202"/>
                  </a:lnTo>
                  <a:lnTo>
                    <a:pt x="287972" y="275424"/>
                  </a:lnTo>
                  <a:lnTo>
                    <a:pt x="291581" y="271529"/>
                  </a:lnTo>
                  <a:lnTo>
                    <a:pt x="295064" y="267521"/>
                  </a:lnTo>
                  <a:lnTo>
                    <a:pt x="298418" y="263405"/>
                  </a:lnTo>
                  <a:lnTo>
                    <a:pt x="301640" y="259184"/>
                  </a:lnTo>
                  <a:lnTo>
                    <a:pt x="304726" y="254863"/>
                  </a:lnTo>
                  <a:lnTo>
                    <a:pt x="307673" y="250447"/>
                  </a:lnTo>
                  <a:lnTo>
                    <a:pt x="310479" y="245939"/>
                  </a:lnTo>
                  <a:lnTo>
                    <a:pt x="313139" y="241344"/>
                  </a:lnTo>
                  <a:lnTo>
                    <a:pt x="315653" y="236667"/>
                  </a:lnTo>
                  <a:lnTo>
                    <a:pt x="318017" y="231912"/>
                  </a:lnTo>
                  <a:lnTo>
                    <a:pt x="320228" y="227085"/>
                  </a:lnTo>
                  <a:lnTo>
                    <a:pt x="322286" y="222190"/>
                  </a:lnTo>
                  <a:lnTo>
                    <a:pt x="324186" y="217232"/>
                  </a:lnTo>
                  <a:lnTo>
                    <a:pt x="325929" y="212217"/>
                  </a:lnTo>
                  <a:lnTo>
                    <a:pt x="327511" y="207148"/>
                  </a:lnTo>
                  <a:lnTo>
                    <a:pt x="328931" y="202032"/>
                  </a:lnTo>
                  <a:lnTo>
                    <a:pt x="330188" y="196873"/>
                  </a:lnTo>
                  <a:lnTo>
                    <a:pt x="331281" y="191677"/>
                  </a:lnTo>
                  <a:lnTo>
                    <a:pt x="332208" y="186449"/>
                  </a:lnTo>
                  <a:lnTo>
                    <a:pt x="332969" y="181194"/>
                  </a:lnTo>
                  <a:lnTo>
                    <a:pt x="333562" y="175918"/>
                  </a:lnTo>
                  <a:lnTo>
                    <a:pt x="333987" y="170625"/>
                  </a:lnTo>
                  <a:lnTo>
                    <a:pt x="334244" y="165322"/>
                  </a:lnTo>
                  <a:lnTo>
                    <a:pt x="334333" y="160013"/>
                  </a:lnTo>
                  <a:lnTo>
                    <a:pt x="334253" y="154704"/>
                  </a:lnTo>
                  <a:lnTo>
                    <a:pt x="334004" y="149400"/>
                  </a:lnTo>
                  <a:lnTo>
                    <a:pt x="333587" y="144106"/>
                  </a:lnTo>
                  <a:lnTo>
                    <a:pt x="333003" y="138829"/>
                  </a:lnTo>
                  <a:lnTo>
                    <a:pt x="332250" y="133573"/>
                  </a:lnTo>
                  <a:lnTo>
                    <a:pt x="331332" y="128343"/>
                  </a:lnTo>
                  <a:lnTo>
                    <a:pt x="330247" y="123145"/>
                  </a:lnTo>
                  <a:lnTo>
                    <a:pt x="328999" y="117985"/>
                  </a:lnTo>
                  <a:lnTo>
                    <a:pt x="327586" y="112866"/>
                  </a:lnTo>
                  <a:lnTo>
                    <a:pt x="326012" y="107795"/>
                  </a:lnTo>
                  <a:lnTo>
                    <a:pt x="324278" y="102777"/>
                  </a:lnTo>
                  <a:lnTo>
                    <a:pt x="322386" y="97816"/>
                  </a:lnTo>
                  <a:lnTo>
                    <a:pt x="320336" y="92918"/>
                  </a:lnTo>
                  <a:lnTo>
                    <a:pt x="318132" y="88087"/>
                  </a:lnTo>
                  <a:lnTo>
                    <a:pt x="315776" y="83329"/>
                  </a:lnTo>
                  <a:lnTo>
                    <a:pt x="313270" y="78647"/>
                  </a:lnTo>
                  <a:lnTo>
                    <a:pt x="310617" y="74048"/>
                  </a:lnTo>
                  <a:lnTo>
                    <a:pt x="307818" y="69536"/>
                  </a:lnTo>
                  <a:lnTo>
                    <a:pt x="304878" y="65114"/>
                  </a:lnTo>
                  <a:lnTo>
                    <a:pt x="301799" y="60789"/>
                  </a:lnTo>
                  <a:lnTo>
                    <a:pt x="298584" y="56563"/>
                  </a:lnTo>
                  <a:lnTo>
                    <a:pt x="295237" y="52441"/>
                  </a:lnTo>
                  <a:lnTo>
                    <a:pt x="291760" y="48428"/>
                  </a:lnTo>
                  <a:lnTo>
                    <a:pt x="288158" y="44527"/>
                  </a:lnTo>
                  <a:lnTo>
                    <a:pt x="284433" y="40743"/>
                  </a:lnTo>
                  <a:lnTo>
                    <a:pt x="280591" y="37079"/>
                  </a:lnTo>
                  <a:lnTo>
                    <a:pt x="276634" y="33539"/>
                  </a:lnTo>
                  <a:lnTo>
                    <a:pt x="272566" y="30126"/>
                  </a:lnTo>
                  <a:lnTo>
                    <a:pt x="268392" y="26844"/>
                  </a:lnTo>
                  <a:lnTo>
                    <a:pt x="264116" y="23696"/>
                  </a:lnTo>
                  <a:lnTo>
                    <a:pt x="259742" y="20686"/>
                  </a:lnTo>
                  <a:lnTo>
                    <a:pt x="255275" y="17816"/>
                  </a:lnTo>
                  <a:lnTo>
                    <a:pt x="250719" y="15089"/>
                  </a:lnTo>
                  <a:lnTo>
                    <a:pt x="167166" y="1598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88720" y="1322571"/>
              <a:ext cx="83552" cy="167167"/>
            </a:xfrm>
            <a:custGeom>
              <a:avLst/>
              <a:pathLst>
                <a:path w="83552" h="167167">
                  <a:moveTo>
                    <a:pt x="83552" y="22378"/>
                  </a:moveTo>
                  <a:lnTo>
                    <a:pt x="78451" y="19551"/>
                  </a:lnTo>
                  <a:lnTo>
                    <a:pt x="73253" y="16904"/>
                  </a:lnTo>
                  <a:lnTo>
                    <a:pt x="67967" y="14440"/>
                  </a:lnTo>
                  <a:lnTo>
                    <a:pt x="62597" y="12162"/>
                  </a:lnTo>
                  <a:lnTo>
                    <a:pt x="57152" y="10073"/>
                  </a:lnTo>
                  <a:lnTo>
                    <a:pt x="51637" y="8175"/>
                  </a:lnTo>
                  <a:lnTo>
                    <a:pt x="46059" y="6470"/>
                  </a:lnTo>
                  <a:lnTo>
                    <a:pt x="40425" y="4961"/>
                  </a:lnTo>
                  <a:lnTo>
                    <a:pt x="34742" y="3650"/>
                  </a:lnTo>
                  <a:lnTo>
                    <a:pt x="29016" y="2537"/>
                  </a:lnTo>
                  <a:lnTo>
                    <a:pt x="23255" y="1625"/>
                  </a:lnTo>
                  <a:lnTo>
                    <a:pt x="17466" y="915"/>
                  </a:lnTo>
                  <a:lnTo>
                    <a:pt x="11656" y="406"/>
                  </a:lnTo>
                  <a:lnTo>
                    <a:pt x="5831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74379" y="1681503"/>
              <a:ext cx="12145" cy="167167"/>
            </a:xfrm>
            <a:custGeom>
              <a:avLst/>
              <a:pathLst>
                <a:path w="12145" h="167167">
                  <a:moveTo>
                    <a:pt x="12145" y="0"/>
                  </a:moveTo>
                  <a:lnTo>
                    <a:pt x="0" y="441"/>
                  </a:lnTo>
                  <a:lnTo>
                    <a:pt x="1214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4379" y="1681945"/>
              <a:ext cx="12145" cy="166725"/>
            </a:xfrm>
            <a:custGeom>
              <a:avLst/>
              <a:pathLst>
                <a:path w="12145" h="166725">
                  <a:moveTo>
                    <a:pt x="0" y="0"/>
                  </a:moveTo>
                  <a:lnTo>
                    <a:pt x="12145" y="1667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4379" y="1681945"/>
              <a:ext cx="12145" cy="166725"/>
            </a:xfrm>
            <a:custGeom>
              <a:avLst/>
              <a:pathLst>
                <a:path w="12145" h="166725">
                  <a:moveTo>
                    <a:pt x="0" y="0"/>
                  </a:moveTo>
                  <a:lnTo>
                    <a:pt x="12145" y="166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4379" y="1681945"/>
              <a:ext cx="12145" cy="166725"/>
            </a:xfrm>
            <a:custGeom>
              <a:avLst/>
              <a:pathLst>
                <a:path w="12145" h="166725">
                  <a:moveTo>
                    <a:pt x="0" y="0"/>
                  </a:moveTo>
                  <a:lnTo>
                    <a:pt x="12145" y="166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4379" y="1681945"/>
              <a:ext cx="12145" cy="166725"/>
            </a:xfrm>
            <a:custGeom>
              <a:avLst/>
              <a:pathLst>
                <a:path w="12145" h="166725">
                  <a:moveTo>
                    <a:pt x="0" y="0"/>
                  </a:moveTo>
                  <a:lnTo>
                    <a:pt x="12145" y="166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4379" y="1681945"/>
              <a:ext cx="12145" cy="166725"/>
            </a:xfrm>
            <a:custGeom>
              <a:avLst/>
              <a:pathLst>
                <a:path w="12145" h="166725">
                  <a:moveTo>
                    <a:pt x="0" y="0"/>
                  </a:moveTo>
                  <a:lnTo>
                    <a:pt x="12145" y="166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4379" y="1681945"/>
              <a:ext cx="12145" cy="166725"/>
            </a:xfrm>
            <a:custGeom>
              <a:avLst/>
              <a:pathLst>
                <a:path w="12145" h="166725">
                  <a:moveTo>
                    <a:pt x="0" y="0"/>
                  </a:moveTo>
                  <a:lnTo>
                    <a:pt x="12145" y="1667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4379" y="1681945"/>
              <a:ext cx="12145" cy="166725"/>
            </a:xfrm>
            <a:custGeom>
              <a:avLst/>
              <a:pathLst>
                <a:path w="12145" h="166725">
                  <a:moveTo>
                    <a:pt x="0" y="0"/>
                  </a:moveTo>
                  <a:lnTo>
                    <a:pt x="12145" y="1667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4379" y="1681945"/>
              <a:ext cx="12145" cy="166725"/>
            </a:xfrm>
            <a:custGeom>
              <a:avLst/>
              <a:pathLst>
                <a:path w="12145" h="166725">
                  <a:moveTo>
                    <a:pt x="0" y="0"/>
                  </a:moveTo>
                  <a:lnTo>
                    <a:pt x="12145" y="1667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4379" y="1681945"/>
              <a:ext cx="12145" cy="166725"/>
            </a:xfrm>
            <a:custGeom>
              <a:avLst/>
              <a:pathLst>
                <a:path w="12145" h="166725">
                  <a:moveTo>
                    <a:pt x="0" y="0"/>
                  </a:moveTo>
                  <a:lnTo>
                    <a:pt x="12145" y="1667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4379" y="1681945"/>
              <a:ext cx="12145" cy="166725"/>
            </a:xfrm>
            <a:custGeom>
              <a:avLst/>
              <a:pathLst>
                <a:path w="12145" h="166725">
                  <a:moveTo>
                    <a:pt x="0" y="0"/>
                  </a:moveTo>
                  <a:lnTo>
                    <a:pt x="12145" y="166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4379" y="1681945"/>
              <a:ext cx="12145" cy="166725"/>
            </a:xfrm>
            <a:custGeom>
              <a:avLst/>
              <a:pathLst>
                <a:path w="12145" h="166725">
                  <a:moveTo>
                    <a:pt x="0" y="0"/>
                  </a:moveTo>
                  <a:lnTo>
                    <a:pt x="12145" y="166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4379" y="1681945"/>
              <a:ext cx="12145" cy="166725"/>
            </a:xfrm>
            <a:custGeom>
              <a:avLst/>
              <a:pathLst>
                <a:path w="12145" h="166725">
                  <a:moveTo>
                    <a:pt x="0" y="0"/>
                  </a:moveTo>
                  <a:lnTo>
                    <a:pt x="12145" y="166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4379" y="1681945"/>
              <a:ext cx="12145" cy="166725"/>
            </a:xfrm>
            <a:custGeom>
              <a:avLst/>
              <a:pathLst>
                <a:path w="12145" h="166725">
                  <a:moveTo>
                    <a:pt x="0" y="0"/>
                  </a:moveTo>
                  <a:lnTo>
                    <a:pt x="12145" y="166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4379" y="1681945"/>
              <a:ext cx="12145" cy="166725"/>
            </a:xfrm>
            <a:custGeom>
              <a:avLst/>
              <a:pathLst>
                <a:path w="12145" h="166725">
                  <a:moveTo>
                    <a:pt x="0" y="0"/>
                  </a:moveTo>
                  <a:lnTo>
                    <a:pt x="12145" y="1667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4379" y="1681945"/>
              <a:ext cx="12145" cy="166725"/>
            </a:xfrm>
            <a:custGeom>
              <a:avLst/>
              <a:pathLst>
                <a:path w="12145" h="166725">
                  <a:moveTo>
                    <a:pt x="0" y="0"/>
                  </a:moveTo>
                  <a:lnTo>
                    <a:pt x="12145" y="1667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91318" y="1681945"/>
              <a:ext cx="95206" cy="166725"/>
            </a:xfrm>
            <a:custGeom>
              <a:avLst/>
              <a:pathLst>
                <a:path w="95206" h="166725">
                  <a:moveTo>
                    <a:pt x="83061" y="0"/>
                  </a:moveTo>
                  <a:lnTo>
                    <a:pt x="77143" y="536"/>
                  </a:lnTo>
                  <a:lnTo>
                    <a:pt x="71248" y="1283"/>
                  </a:lnTo>
                  <a:lnTo>
                    <a:pt x="65383" y="2239"/>
                  </a:lnTo>
                  <a:lnTo>
                    <a:pt x="59556" y="3403"/>
                  </a:lnTo>
                  <a:lnTo>
                    <a:pt x="53774" y="4773"/>
                  </a:lnTo>
                  <a:lnTo>
                    <a:pt x="48045" y="6348"/>
                  </a:lnTo>
                  <a:lnTo>
                    <a:pt x="42375" y="8126"/>
                  </a:lnTo>
                  <a:lnTo>
                    <a:pt x="36771" y="10104"/>
                  </a:lnTo>
                  <a:lnTo>
                    <a:pt x="31242" y="12279"/>
                  </a:lnTo>
                  <a:lnTo>
                    <a:pt x="25793" y="14650"/>
                  </a:lnTo>
                  <a:lnTo>
                    <a:pt x="20432" y="17213"/>
                  </a:lnTo>
                  <a:lnTo>
                    <a:pt x="15166" y="19965"/>
                  </a:lnTo>
                  <a:lnTo>
                    <a:pt x="10001" y="22902"/>
                  </a:lnTo>
                  <a:lnTo>
                    <a:pt x="4943" y="26021"/>
                  </a:lnTo>
                  <a:lnTo>
                    <a:pt x="0" y="29318"/>
                  </a:lnTo>
                  <a:lnTo>
                    <a:pt x="95206" y="1667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19372" y="1681503"/>
              <a:ext cx="334301" cy="334334"/>
            </a:xfrm>
            <a:custGeom>
              <a:avLst/>
              <a:pathLst>
                <a:path w="334301" h="334334">
                  <a:moveTo>
                    <a:pt x="71945" y="29760"/>
                  </a:moveTo>
                  <a:lnTo>
                    <a:pt x="67636" y="32848"/>
                  </a:lnTo>
                  <a:lnTo>
                    <a:pt x="63427" y="36072"/>
                  </a:lnTo>
                  <a:lnTo>
                    <a:pt x="59321" y="39427"/>
                  </a:lnTo>
                  <a:lnTo>
                    <a:pt x="55325" y="42911"/>
                  </a:lnTo>
                  <a:lnTo>
                    <a:pt x="51441" y="46519"/>
                  </a:lnTo>
                  <a:lnTo>
                    <a:pt x="47673" y="50249"/>
                  </a:lnTo>
                  <a:lnTo>
                    <a:pt x="44026" y="54097"/>
                  </a:lnTo>
                  <a:lnTo>
                    <a:pt x="40502" y="58058"/>
                  </a:lnTo>
                  <a:lnTo>
                    <a:pt x="37106" y="62129"/>
                  </a:lnTo>
                  <a:lnTo>
                    <a:pt x="33840" y="66306"/>
                  </a:lnTo>
                  <a:lnTo>
                    <a:pt x="30709" y="70584"/>
                  </a:lnTo>
                  <a:lnTo>
                    <a:pt x="27715" y="74960"/>
                  </a:lnTo>
                  <a:lnTo>
                    <a:pt x="24861" y="79428"/>
                  </a:lnTo>
                  <a:lnTo>
                    <a:pt x="22150" y="83984"/>
                  </a:lnTo>
                  <a:lnTo>
                    <a:pt x="19585" y="88624"/>
                  </a:lnTo>
                  <a:lnTo>
                    <a:pt x="17169" y="93343"/>
                  </a:lnTo>
                  <a:lnTo>
                    <a:pt x="14903" y="98136"/>
                  </a:lnTo>
                  <a:lnTo>
                    <a:pt x="12791" y="102999"/>
                  </a:lnTo>
                  <a:lnTo>
                    <a:pt x="10833" y="107926"/>
                  </a:lnTo>
                  <a:lnTo>
                    <a:pt x="9033" y="112913"/>
                  </a:lnTo>
                  <a:lnTo>
                    <a:pt x="7393" y="117954"/>
                  </a:lnTo>
                  <a:lnTo>
                    <a:pt x="5912" y="123045"/>
                  </a:lnTo>
                  <a:lnTo>
                    <a:pt x="4594" y="128181"/>
                  </a:lnTo>
                  <a:lnTo>
                    <a:pt x="3440" y="133355"/>
                  </a:lnTo>
                  <a:lnTo>
                    <a:pt x="2450" y="138564"/>
                  </a:lnTo>
                  <a:lnTo>
                    <a:pt x="1626" y="143801"/>
                  </a:lnTo>
                  <a:lnTo>
                    <a:pt x="968" y="149062"/>
                  </a:lnTo>
                  <a:lnTo>
                    <a:pt x="477" y="154341"/>
                  </a:lnTo>
                  <a:lnTo>
                    <a:pt x="154" y="159633"/>
                  </a:lnTo>
                  <a:lnTo>
                    <a:pt x="0" y="164932"/>
                  </a:lnTo>
                  <a:lnTo>
                    <a:pt x="13" y="170234"/>
                  </a:lnTo>
                  <a:lnTo>
                    <a:pt x="194" y="175533"/>
                  </a:lnTo>
                  <a:lnTo>
                    <a:pt x="543" y="180823"/>
                  </a:lnTo>
                  <a:lnTo>
                    <a:pt x="1060" y="186099"/>
                  </a:lnTo>
                  <a:lnTo>
                    <a:pt x="1744" y="191357"/>
                  </a:lnTo>
                  <a:lnTo>
                    <a:pt x="2594" y="196590"/>
                  </a:lnTo>
                  <a:lnTo>
                    <a:pt x="3610" y="201793"/>
                  </a:lnTo>
                  <a:lnTo>
                    <a:pt x="4790" y="206962"/>
                  </a:lnTo>
                  <a:lnTo>
                    <a:pt x="6134" y="212091"/>
                  </a:lnTo>
                  <a:lnTo>
                    <a:pt x="7640" y="217174"/>
                  </a:lnTo>
                  <a:lnTo>
                    <a:pt x="9306" y="222207"/>
                  </a:lnTo>
                  <a:lnTo>
                    <a:pt x="11130" y="227185"/>
                  </a:lnTo>
                  <a:lnTo>
                    <a:pt x="13112" y="232103"/>
                  </a:lnTo>
                  <a:lnTo>
                    <a:pt x="15249" y="236955"/>
                  </a:lnTo>
                  <a:lnTo>
                    <a:pt x="17538" y="241737"/>
                  </a:lnTo>
                  <a:lnTo>
                    <a:pt x="19978" y="246444"/>
                  </a:lnTo>
                  <a:lnTo>
                    <a:pt x="22566" y="251071"/>
                  </a:lnTo>
                  <a:lnTo>
                    <a:pt x="25299" y="255614"/>
                  </a:lnTo>
                  <a:lnTo>
                    <a:pt x="28176" y="260067"/>
                  </a:lnTo>
                  <a:lnTo>
                    <a:pt x="31191" y="264428"/>
                  </a:lnTo>
                  <a:lnTo>
                    <a:pt x="34344" y="268690"/>
                  </a:lnTo>
                  <a:lnTo>
                    <a:pt x="37630" y="272851"/>
                  </a:lnTo>
                  <a:lnTo>
                    <a:pt x="41047" y="276905"/>
                  </a:lnTo>
                  <a:lnTo>
                    <a:pt x="44590" y="280849"/>
                  </a:lnTo>
                  <a:lnTo>
                    <a:pt x="48257" y="284678"/>
                  </a:lnTo>
                  <a:lnTo>
                    <a:pt x="52043" y="288389"/>
                  </a:lnTo>
                  <a:lnTo>
                    <a:pt x="55945" y="291979"/>
                  </a:lnTo>
                  <a:lnTo>
                    <a:pt x="59959" y="295442"/>
                  </a:lnTo>
                  <a:lnTo>
                    <a:pt x="64080" y="298777"/>
                  </a:lnTo>
                  <a:lnTo>
                    <a:pt x="68306" y="301979"/>
                  </a:lnTo>
                  <a:lnTo>
                    <a:pt x="72631" y="305046"/>
                  </a:lnTo>
                  <a:lnTo>
                    <a:pt x="77050" y="307974"/>
                  </a:lnTo>
                  <a:lnTo>
                    <a:pt x="81561" y="310761"/>
                  </a:lnTo>
                  <a:lnTo>
                    <a:pt x="86158" y="313403"/>
                  </a:lnTo>
                  <a:lnTo>
                    <a:pt x="90836" y="315897"/>
                  </a:lnTo>
                  <a:lnTo>
                    <a:pt x="95590" y="318243"/>
                  </a:lnTo>
                  <a:lnTo>
                    <a:pt x="100417" y="320436"/>
                  </a:lnTo>
                  <a:lnTo>
                    <a:pt x="105311" y="322475"/>
                  </a:lnTo>
                  <a:lnTo>
                    <a:pt x="110267" y="324358"/>
                  </a:lnTo>
                  <a:lnTo>
                    <a:pt x="115280" y="326083"/>
                  </a:lnTo>
                  <a:lnTo>
                    <a:pt x="120346" y="327648"/>
                  </a:lnTo>
                  <a:lnTo>
                    <a:pt x="125459" y="329051"/>
                  </a:lnTo>
                  <a:lnTo>
                    <a:pt x="130613" y="330292"/>
                  </a:lnTo>
                  <a:lnTo>
                    <a:pt x="135804" y="331369"/>
                  </a:lnTo>
                  <a:lnTo>
                    <a:pt x="141027" y="332280"/>
                  </a:lnTo>
                  <a:lnTo>
                    <a:pt x="146276" y="333026"/>
                  </a:lnTo>
                  <a:lnTo>
                    <a:pt x="151546" y="333604"/>
                  </a:lnTo>
                  <a:lnTo>
                    <a:pt x="156832" y="334016"/>
                  </a:lnTo>
                  <a:lnTo>
                    <a:pt x="162128" y="334259"/>
                  </a:lnTo>
                  <a:lnTo>
                    <a:pt x="167429" y="334334"/>
                  </a:lnTo>
                  <a:lnTo>
                    <a:pt x="172730" y="334241"/>
                  </a:lnTo>
                  <a:lnTo>
                    <a:pt x="178026" y="333980"/>
                  </a:lnTo>
                  <a:lnTo>
                    <a:pt x="183310" y="333552"/>
                  </a:lnTo>
                  <a:lnTo>
                    <a:pt x="188578" y="332956"/>
                  </a:lnTo>
                  <a:lnTo>
                    <a:pt x="193825" y="332193"/>
                  </a:lnTo>
                  <a:lnTo>
                    <a:pt x="199045" y="331264"/>
                  </a:lnTo>
                  <a:lnTo>
                    <a:pt x="204232" y="330170"/>
                  </a:lnTo>
                  <a:lnTo>
                    <a:pt x="209383" y="328912"/>
                  </a:lnTo>
                  <a:lnTo>
                    <a:pt x="214490" y="327492"/>
                  </a:lnTo>
                  <a:lnTo>
                    <a:pt x="219551" y="325910"/>
                  </a:lnTo>
                  <a:lnTo>
                    <a:pt x="224558" y="324168"/>
                  </a:lnTo>
                  <a:lnTo>
                    <a:pt x="229508" y="322269"/>
                  </a:lnTo>
                  <a:lnTo>
                    <a:pt x="234395" y="320214"/>
                  </a:lnTo>
                  <a:lnTo>
                    <a:pt x="239215" y="318004"/>
                  </a:lnTo>
                  <a:lnTo>
                    <a:pt x="243962" y="315643"/>
                  </a:lnTo>
                  <a:lnTo>
                    <a:pt x="248631" y="313133"/>
                  </a:lnTo>
                  <a:lnTo>
                    <a:pt x="253219" y="310476"/>
                  </a:lnTo>
                  <a:lnTo>
                    <a:pt x="257720" y="307674"/>
                  </a:lnTo>
                  <a:lnTo>
                    <a:pt x="262131" y="304732"/>
                  </a:lnTo>
                  <a:lnTo>
                    <a:pt x="266445" y="301651"/>
                  </a:lnTo>
                  <a:lnTo>
                    <a:pt x="270660" y="298434"/>
                  </a:lnTo>
                  <a:lnTo>
                    <a:pt x="274770" y="295086"/>
                  </a:lnTo>
                  <a:lnTo>
                    <a:pt x="278773" y="291609"/>
                  </a:lnTo>
                  <a:lnTo>
                    <a:pt x="282663" y="288007"/>
                  </a:lnTo>
                  <a:lnTo>
                    <a:pt x="286437" y="284283"/>
                  </a:lnTo>
                  <a:lnTo>
                    <a:pt x="290091" y="280441"/>
                  </a:lnTo>
                  <a:lnTo>
                    <a:pt x="293621" y="276486"/>
                  </a:lnTo>
                  <a:lnTo>
                    <a:pt x="297024" y="272420"/>
                  </a:lnTo>
                  <a:lnTo>
                    <a:pt x="300296" y="268249"/>
                  </a:lnTo>
                  <a:lnTo>
                    <a:pt x="303435" y="263976"/>
                  </a:lnTo>
                  <a:lnTo>
                    <a:pt x="306436" y="259606"/>
                  </a:lnTo>
                  <a:lnTo>
                    <a:pt x="309297" y="255142"/>
                  </a:lnTo>
                  <a:lnTo>
                    <a:pt x="312016" y="250590"/>
                  </a:lnTo>
                  <a:lnTo>
                    <a:pt x="314588" y="245955"/>
                  </a:lnTo>
                  <a:lnTo>
                    <a:pt x="317013" y="241240"/>
                  </a:lnTo>
                  <a:lnTo>
                    <a:pt x="319286" y="236450"/>
                  </a:lnTo>
                  <a:lnTo>
                    <a:pt x="321407" y="231591"/>
                  </a:lnTo>
                  <a:lnTo>
                    <a:pt x="323372" y="226667"/>
                  </a:lnTo>
                  <a:lnTo>
                    <a:pt x="325180" y="221683"/>
                  </a:lnTo>
                  <a:lnTo>
                    <a:pt x="326830" y="216644"/>
                  </a:lnTo>
                  <a:lnTo>
                    <a:pt x="328318" y="211556"/>
                  </a:lnTo>
                  <a:lnTo>
                    <a:pt x="329645" y="206423"/>
                  </a:lnTo>
                  <a:lnTo>
                    <a:pt x="330808" y="201250"/>
                  </a:lnTo>
                  <a:lnTo>
                    <a:pt x="331806" y="196043"/>
                  </a:lnTo>
                  <a:lnTo>
                    <a:pt x="332639" y="190808"/>
                  </a:lnTo>
                  <a:lnTo>
                    <a:pt x="333306" y="185548"/>
                  </a:lnTo>
                  <a:lnTo>
                    <a:pt x="333805" y="180270"/>
                  </a:lnTo>
                  <a:lnTo>
                    <a:pt x="334137" y="174978"/>
                  </a:lnTo>
                  <a:lnTo>
                    <a:pt x="334301" y="169679"/>
                  </a:lnTo>
                  <a:lnTo>
                    <a:pt x="334296" y="164377"/>
                  </a:lnTo>
                  <a:lnTo>
                    <a:pt x="334124" y="159078"/>
                  </a:lnTo>
                  <a:lnTo>
                    <a:pt x="333783" y="153788"/>
                  </a:lnTo>
                  <a:lnTo>
                    <a:pt x="333275" y="148510"/>
                  </a:lnTo>
                  <a:lnTo>
                    <a:pt x="332600" y="143252"/>
                  </a:lnTo>
                  <a:lnTo>
                    <a:pt x="331758" y="138017"/>
                  </a:lnTo>
                  <a:lnTo>
                    <a:pt x="330751" y="132812"/>
                  </a:lnTo>
                  <a:lnTo>
                    <a:pt x="329579" y="127641"/>
                  </a:lnTo>
                  <a:lnTo>
                    <a:pt x="328244" y="122510"/>
                  </a:lnTo>
                  <a:lnTo>
                    <a:pt x="326747" y="117424"/>
                  </a:lnTo>
                  <a:lnTo>
                    <a:pt x="325090" y="112389"/>
                  </a:lnTo>
                  <a:lnTo>
                    <a:pt x="323273" y="107408"/>
                  </a:lnTo>
                  <a:lnTo>
                    <a:pt x="321300" y="102487"/>
                  </a:lnTo>
                  <a:lnTo>
                    <a:pt x="319171" y="97631"/>
                  </a:lnTo>
                  <a:lnTo>
                    <a:pt x="316889" y="92846"/>
                  </a:lnTo>
                  <a:lnTo>
                    <a:pt x="314457" y="88135"/>
                  </a:lnTo>
                  <a:lnTo>
                    <a:pt x="311877" y="83503"/>
                  </a:lnTo>
                  <a:lnTo>
                    <a:pt x="309151" y="78956"/>
                  </a:lnTo>
                  <a:lnTo>
                    <a:pt x="306282" y="74497"/>
                  </a:lnTo>
                  <a:lnTo>
                    <a:pt x="303274" y="70132"/>
                  </a:lnTo>
                  <a:lnTo>
                    <a:pt x="300128" y="65864"/>
                  </a:lnTo>
                  <a:lnTo>
                    <a:pt x="296849" y="61698"/>
                  </a:lnTo>
                  <a:lnTo>
                    <a:pt x="293439" y="57638"/>
                  </a:lnTo>
                  <a:lnTo>
                    <a:pt x="289902" y="53689"/>
                  </a:lnTo>
                  <a:lnTo>
                    <a:pt x="286242" y="49853"/>
                  </a:lnTo>
                  <a:lnTo>
                    <a:pt x="282462" y="46136"/>
                  </a:lnTo>
                  <a:lnTo>
                    <a:pt x="278566" y="42540"/>
                  </a:lnTo>
                  <a:lnTo>
                    <a:pt x="274558" y="39070"/>
                  </a:lnTo>
                  <a:lnTo>
                    <a:pt x="270442" y="35728"/>
                  </a:lnTo>
                  <a:lnTo>
                    <a:pt x="266222" y="32519"/>
                  </a:lnTo>
                  <a:lnTo>
                    <a:pt x="261902" y="29445"/>
                  </a:lnTo>
                  <a:lnTo>
                    <a:pt x="257487" y="26509"/>
                  </a:lnTo>
                  <a:lnTo>
                    <a:pt x="252981" y="23716"/>
                  </a:lnTo>
                  <a:lnTo>
                    <a:pt x="248389" y="21066"/>
                  </a:lnTo>
                  <a:lnTo>
                    <a:pt x="243715" y="18563"/>
                  </a:lnTo>
                  <a:lnTo>
                    <a:pt x="238964" y="16210"/>
                  </a:lnTo>
                  <a:lnTo>
                    <a:pt x="234141" y="14009"/>
                  </a:lnTo>
                  <a:lnTo>
                    <a:pt x="229251" y="11962"/>
                  </a:lnTo>
                  <a:lnTo>
                    <a:pt x="224298" y="10070"/>
                  </a:lnTo>
                  <a:lnTo>
                    <a:pt x="219287" y="8337"/>
                  </a:lnTo>
                  <a:lnTo>
                    <a:pt x="214224" y="6764"/>
                  </a:lnTo>
                  <a:lnTo>
                    <a:pt x="209114" y="5352"/>
                  </a:lnTo>
                  <a:lnTo>
                    <a:pt x="203962" y="4103"/>
                  </a:lnTo>
                  <a:lnTo>
                    <a:pt x="198772" y="3017"/>
                  </a:lnTo>
                  <a:lnTo>
                    <a:pt x="193551" y="2097"/>
                  </a:lnTo>
                  <a:lnTo>
                    <a:pt x="188303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1326" y="2126963"/>
              <a:ext cx="19961" cy="167167"/>
            </a:xfrm>
            <a:custGeom>
              <a:avLst/>
              <a:pathLst>
                <a:path w="19961" h="167167">
                  <a:moveTo>
                    <a:pt x="19961" y="0"/>
                  </a:moveTo>
                  <a:lnTo>
                    <a:pt x="9962" y="299"/>
                  </a:lnTo>
                  <a:lnTo>
                    <a:pt x="0" y="1196"/>
                  </a:lnTo>
                  <a:lnTo>
                    <a:pt x="1996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1326" y="2128159"/>
              <a:ext cx="19961" cy="165971"/>
            </a:xfrm>
            <a:custGeom>
              <a:avLst/>
              <a:pathLst>
                <a:path w="19961" h="165971">
                  <a:moveTo>
                    <a:pt x="0" y="0"/>
                  </a:moveTo>
                  <a:lnTo>
                    <a:pt x="19961" y="165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1326" y="2128159"/>
              <a:ext cx="19961" cy="165971"/>
            </a:xfrm>
            <a:custGeom>
              <a:avLst/>
              <a:pathLst>
                <a:path w="19961" h="165971">
                  <a:moveTo>
                    <a:pt x="0" y="0"/>
                  </a:moveTo>
                  <a:lnTo>
                    <a:pt x="19961" y="165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1326" y="2128159"/>
              <a:ext cx="19961" cy="165971"/>
            </a:xfrm>
            <a:custGeom>
              <a:avLst/>
              <a:pathLst>
                <a:path w="19961" h="165971">
                  <a:moveTo>
                    <a:pt x="0" y="0"/>
                  </a:moveTo>
                  <a:lnTo>
                    <a:pt x="19961" y="165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1326" y="2128159"/>
              <a:ext cx="19961" cy="165971"/>
            </a:xfrm>
            <a:custGeom>
              <a:avLst/>
              <a:pathLst>
                <a:path w="19961" h="165971">
                  <a:moveTo>
                    <a:pt x="0" y="0"/>
                  </a:moveTo>
                  <a:lnTo>
                    <a:pt x="19961" y="165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1326" y="2128159"/>
              <a:ext cx="19961" cy="165971"/>
            </a:xfrm>
            <a:custGeom>
              <a:avLst/>
              <a:pathLst>
                <a:path w="19961" h="165971">
                  <a:moveTo>
                    <a:pt x="0" y="0"/>
                  </a:moveTo>
                  <a:lnTo>
                    <a:pt x="19961" y="1659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1326" y="2128159"/>
              <a:ext cx="19961" cy="165971"/>
            </a:xfrm>
            <a:custGeom>
              <a:avLst/>
              <a:pathLst>
                <a:path w="19961" h="165971">
                  <a:moveTo>
                    <a:pt x="0" y="0"/>
                  </a:moveTo>
                  <a:lnTo>
                    <a:pt x="19961" y="165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1326" y="2128159"/>
              <a:ext cx="19961" cy="165971"/>
            </a:xfrm>
            <a:custGeom>
              <a:avLst/>
              <a:pathLst>
                <a:path w="19961" h="165971">
                  <a:moveTo>
                    <a:pt x="0" y="0"/>
                  </a:moveTo>
                  <a:lnTo>
                    <a:pt x="19961" y="165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1326" y="2128159"/>
              <a:ext cx="19961" cy="165971"/>
            </a:xfrm>
            <a:custGeom>
              <a:avLst/>
              <a:pathLst>
                <a:path w="19961" h="165971">
                  <a:moveTo>
                    <a:pt x="0" y="0"/>
                  </a:moveTo>
                  <a:lnTo>
                    <a:pt x="19961" y="1659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1326" y="2128159"/>
              <a:ext cx="19961" cy="165971"/>
            </a:xfrm>
            <a:custGeom>
              <a:avLst/>
              <a:pathLst>
                <a:path w="19961" h="165971">
                  <a:moveTo>
                    <a:pt x="0" y="0"/>
                  </a:moveTo>
                  <a:lnTo>
                    <a:pt x="19961" y="165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1326" y="2128159"/>
              <a:ext cx="19961" cy="165971"/>
            </a:xfrm>
            <a:custGeom>
              <a:avLst/>
              <a:pathLst>
                <a:path w="19961" h="165971">
                  <a:moveTo>
                    <a:pt x="0" y="0"/>
                  </a:moveTo>
                  <a:lnTo>
                    <a:pt x="19961" y="165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1326" y="2128159"/>
              <a:ext cx="19961" cy="165971"/>
            </a:xfrm>
            <a:custGeom>
              <a:avLst/>
              <a:pathLst>
                <a:path w="19961" h="165971">
                  <a:moveTo>
                    <a:pt x="0" y="0"/>
                  </a:moveTo>
                  <a:lnTo>
                    <a:pt x="19961" y="165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1326" y="2128159"/>
              <a:ext cx="19961" cy="165971"/>
            </a:xfrm>
            <a:custGeom>
              <a:avLst/>
              <a:pathLst>
                <a:path w="19961" h="165971">
                  <a:moveTo>
                    <a:pt x="0" y="0"/>
                  </a:moveTo>
                  <a:lnTo>
                    <a:pt x="19961" y="165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61326" y="2128159"/>
              <a:ext cx="19961" cy="165971"/>
            </a:xfrm>
            <a:custGeom>
              <a:avLst/>
              <a:pathLst>
                <a:path w="19961" h="165971">
                  <a:moveTo>
                    <a:pt x="0" y="0"/>
                  </a:moveTo>
                  <a:lnTo>
                    <a:pt x="19961" y="1659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61326" y="2128159"/>
              <a:ext cx="19961" cy="165971"/>
            </a:xfrm>
            <a:custGeom>
              <a:avLst/>
              <a:pathLst>
                <a:path w="19961" h="165971">
                  <a:moveTo>
                    <a:pt x="0" y="0"/>
                  </a:moveTo>
                  <a:lnTo>
                    <a:pt x="19961" y="1659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614120" y="2127735"/>
              <a:ext cx="334325" cy="333551"/>
            </a:xfrm>
            <a:custGeom>
              <a:avLst/>
              <a:pathLst>
                <a:path w="334325" h="333551">
                  <a:moveTo>
                    <a:pt x="147205" y="424"/>
                  </a:moveTo>
                  <a:lnTo>
                    <a:pt x="141971" y="1138"/>
                  </a:lnTo>
                  <a:lnTo>
                    <a:pt x="136763" y="2016"/>
                  </a:lnTo>
                  <a:lnTo>
                    <a:pt x="131584" y="3059"/>
                  </a:lnTo>
                  <a:lnTo>
                    <a:pt x="126441" y="4265"/>
                  </a:lnTo>
                  <a:lnTo>
                    <a:pt x="121339" y="5632"/>
                  </a:lnTo>
                  <a:lnTo>
                    <a:pt x="116282" y="7161"/>
                  </a:lnTo>
                  <a:lnTo>
                    <a:pt x="111276" y="8848"/>
                  </a:lnTo>
                  <a:lnTo>
                    <a:pt x="106327" y="10692"/>
                  </a:lnTo>
                  <a:lnTo>
                    <a:pt x="101437" y="12692"/>
                  </a:lnTo>
                  <a:lnTo>
                    <a:pt x="96614" y="14846"/>
                  </a:lnTo>
                  <a:lnTo>
                    <a:pt x="91861" y="17151"/>
                  </a:lnTo>
                  <a:lnTo>
                    <a:pt x="87183" y="19605"/>
                  </a:lnTo>
                  <a:lnTo>
                    <a:pt x="82585" y="22205"/>
                  </a:lnTo>
                  <a:lnTo>
                    <a:pt x="78071" y="24949"/>
                  </a:lnTo>
                  <a:lnTo>
                    <a:pt x="73647" y="27835"/>
                  </a:lnTo>
                  <a:lnTo>
                    <a:pt x="69315" y="30859"/>
                  </a:lnTo>
                  <a:lnTo>
                    <a:pt x="65082" y="34018"/>
                  </a:lnTo>
                  <a:lnTo>
                    <a:pt x="60950" y="37310"/>
                  </a:lnTo>
                  <a:lnTo>
                    <a:pt x="56925" y="40730"/>
                  </a:lnTo>
                  <a:lnTo>
                    <a:pt x="53009" y="44276"/>
                  </a:lnTo>
                  <a:lnTo>
                    <a:pt x="49208" y="47944"/>
                  </a:lnTo>
                  <a:lnTo>
                    <a:pt x="45524" y="51730"/>
                  </a:lnTo>
                  <a:lnTo>
                    <a:pt x="41962" y="55631"/>
                  </a:lnTo>
                  <a:lnTo>
                    <a:pt x="38525" y="59642"/>
                  </a:lnTo>
                  <a:lnTo>
                    <a:pt x="35216" y="63760"/>
                  </a:lnTo>
                  <a:lnTo>
                    <a:pt x="32039" y="67980"/>
                  </a:lnTo>
                  <a:lnTo>
                    <a:pt x="28997" y="72299"/>
                  </a:lnTo>
                  <a:lnTo>
                    <a:pt x="26093" y="76711"/>
                  </a:lnTo>
                  <a:lnTo>
                    <a:pt x="23330" y="81213"/>
                  </a:lnTo>
                  <a:lnTo>
                    <a:pt x="20710" y="85800"/>
                  </a:lnTo>
                  <a:lnTo>
                    <a:pt x="18237" y="90468"/>
                  </a:lnTo>
                  <a:lnTo>
                    <a:pt x="15912" y="95212"/>
                  </a:lnTo>
                  <a:lnTo>
                    <a:pt x="13739" y="100026"/>
                  </a:lnTo>
                  <a:lnTo>
                    <a:pt x="11718" y="104907"/>
                  </a:lnTo>
                  <a:lnTo>
                    <a:pt x="9853" y="109849"/>
                  </a:lnTo>
                  <a:lnTo>
                    <a:pt x="8145" y="114848"/>
                  </a:lnTo>
                  <a:lnTo>
                    <a:pt x="6596" y="119898"/>
                  </a:lnTo>
                  <a:lnTo>
                    <a:pt x="5207" y="124994"/>
                  </a:lnTo>
                  <a:lnTo>
                    <a:pt x="3980" y="130132"/>
                  </a:lnTo>
                  <a:lnTo>
                    <a:pt x="2915" y="135306"/>
                  </a:lnTo>
                  <a:lnTo>
                    <a:pt x="2015" y="140512"/>
                  </a:lnTo>
                  <a:lnTo>
                    <a:pt x="1280" y="145743"/>
                  </a:lnTo>
                  <a:lnTo>
                    <a:pt x="710" y="150994"/>
                  </a:lnTo>
                  <a:lnTo>
                    <a:pt x="306" y="156261"/>
                  </a:lnTo>
                  <a:lnTo>
                    <a:pt x="70" y="161538"/>
                  </a:lnTo>
                  <a:lnTo>
                    <a:pt x="0" y="166820"/>
                  </a:lnTo>
                  <a:lnTo>
                    <a:pt x="96" y="172102"/>
                  </a:lnTo>
                  <a:lnTo>
                    <a:pt x="360" y="177378"/>
                  </a:lnTo>
                  <a:lnTo>
                    <a:pt x="790" y="182642"/>
                  </a:lnTo>
                  <a:lnTo>
                    <a:pt x="1387" y="187891"/>
                  </a:lnTo>
                  <a:lnTo>
                    <a:pt x="2149" y="193118"/>
                  </a:lnTo>
                  <a:lnTo>
                    <a:pt x="3075" y="198319"/>
                  </a:lnTo>
                  <a:lnTo>
                    <a:pt x="4166" y="203487"/>
                  </a:lnTo>
                  <a:lnTo>
                    <a:pt x="5419" y="208619"/>
                  </a:lnTo>
                  <a:lnTo>
                    <a:pt x="6834" y="213708"/>
                  </a:lnTo>
                  <a:lnTo>
                    <a:pt x="8409" y="218751"/>
                  </a:lnTo>
                  <a:lnTo>
                    <a:pt x="10143" y="223741"/>
                  </a:lnTo>
                  <a:lnTo>
                    <a:pt x="12033" y="228673"/>
                  </a:lnTo>
                  <a:lnTo>
                    <a:pt x="14078" y="233544"/>
                  </a:lnTo>
                  <a:lnTo>
                    <a:pt x="16276" y="238347"/>
                  </a:lnTo>
                  <a:lnTo>
                    <a:pt x="18625" y="243079"/>
                  </a:lnTo>
                  <a:lnTo>
                    <a:pt x="21122" y="247734"/>
                  </a:lnTo>
                  <a:lnTo>
                    <a:pt x="23765" y="252307"/>
                  </a:lnTo>
                  <a:lnTo>
                    <a:pt x="26551" y="256795"/>
                  </a:lnTo>
                  <a:lnTo>
                    <a:pt x="29477" y="261193"/>
                  </a:lnTo>
                  <a:lnTo>
                    <a:pt x="32541" y="265496"/>
                  </a:lnTo>
                  <a:lnTo>
                    <a:pt x="35739" y="269700"/>
                  </a:lnTo>
                  <a:lnTo>
                    <a:pt x="39069" y="273801"/>
                  </a:lnTo>
                  <a:lnTo>
                    <a:pt x="42526" y="277795"/>
                  </a:lnTo>
                  <a:lnTo>
                    <a:pt x="46108" y="281677"/>
                  </a:lnTo>
                  <a:lnTo>
                    <a:pt x="49811" y="285445"/>
                  </a:lnTo>
                  <a:lnTo>
                    <a:pt x="53631" y="289093"/>
                  </a:lnTo>
                  <a:lnTo>
                    <a:pt x="57565" y="292619"/>
                  </a:lnTo>
                  <a:lnTo>
                    <a:pt x="61608" y="296019"/>
                  </a:lnTo>
                  <a:lnTo>
                    <a:pt x="65756" y="299290"/>
                  </a:lnTo>
                  <a:lnTo>
                    <a:pt x="70005" y="302427"/>
                  </a:lnTo>
                  <a:lnTo>
                    <a:pt x="74352" y="305429"/>
                  </a:lnTo>
                  <a:lnTo>
                    <a:pt x="78791" y="308293"/>
                  </a:lnTo>
                  <a:lnTo>
                    <a:pt x="83319" y="311014"/>
                  </a:lnTo>
                  <a:lnTo>
                    <a:pt x="87930" y="313591"/>
                  </a:lnTo>
                  <a:lnTo>
                    <a:pt x="92620" y="316021"/>
                  </a:lnTo>
                  <a:lnTo>
                    <a:pt x="97385" y="318302"/>
                  </a:lnTo>
                  <a:lnTo>
                    <a:pt x="102219" y="320431"/>
                  </a:lnTo>
                  <a:lnTo>
                    <a:pt x="107119" y="322406"/>
                  </a:lnTo>
                  <a:lnTo>
                    <a:pt x="112078" y="324225"/>
                  </a:lnTo>
                  <a:lnTo>
                    <a:pt x="117092" y="325887"/>
                  </a:lnTo>
                  <a:lnTo>
                    <a:pt x="122156" y="327389"/>
                  </a:lnTo>
                  <a:lnTo>
                    <a:pt x="127265" y="328731"/>
                  </a:lnTo>
                  <a:lnTo>
                    <a:pt x="132414" y="329911"/>
                  </a:lnTo>
                  <a:lnTo>
                    <a:pt x="137598" y="330927"/>
                  </a:lnTo>
                  <a:lnTo>
                    <a:pt x="142811" y="331779"/>
                  </a:lnTo>
                  <a:lnTo>
                    <a:pt x="148049" y="332466"/>
                  </a:lnTo>
                  <a:lnTo>
                    <a:pt x="153306" y="332987"/>
                  </a:lnTo>
                  <a:lnTo>
                    <a:pt x="158576" y="333342"/>
                  </a:lnTo>
                  <a:lnTo>
                    <a:pt x="163855" y="333530"/>
                  </a:lnTo>
                  <a:lnTo>
                    <a:pt x="169138" y="333551"/>
                  </a:lnTo>
                  <a:lnTo>
                    <a:pt x="174418" y="333406"/>
                  </a:lnTo>
                  <a:lnTo>
                    <a:pt x="179691" y="333093"/>
                  </a:lnTo>
                  <a:lnTo>
                    <a:pt x="184952" y="332614"/>
                  </a:lnTo>
                  <a:lnTo>
                    <a:pt x="190195" y="331969"/>
                  </a:lnTo>
                  <a:lnTo>
                    <a:pt x="195415" y="331159"/>
                  </a:lnTo>
                  <a:lnTo>
                    <a:pt x="200606" y="330184"/>
                  </a:lnTo>
                  <a:lnTo>
                    <a:pt x="205765" y="329046"/>
                  </a:lnTo>
                  <a:lnTo>
                    <a:pt x="210885" y="327745"/>
                  </a:lnTo>
                  <a:lnTo>
                    <a:pt x="215961" y="326283"/>
                  </a:lnTo>
                  <a:lnTo>
                    <a:pt x="220988" y="324662"/>
                  </a:lnTo>
                  <a:lnTo>
                    <a:pt x="225962" y="322882"/>
                  </a:lnTo>
                  <a:lnTo>
                    <a:pt x="230877" y="320946"/>
                  </a:lnTo>
                  <a:lnTo>
                    <a:pt x="235728" y="318856"/>
                  </a:lnTo>
                  <a:lnTo>
                    <a:pt x="240511" y="316614"/>
                  </a:lnTo>
                  <a:lnTo>
                    <a:pt x="245221" y="314221"/>
                  </a:lnTo>
                  <a:lnTo>
                    <a:pt x="249852" y="311681"/>
                  </a:lnTo>
                  <a:lnTo>
                    <a:pt x="254401" y="308996"/>
                  </a:lnTo>
                  <a:lnTo>
                    <a:pt x="258863" y="306169"/>
                  </a:lnTo>
                  <a:lnTo>
                    <a:pt x="263234" y="303202"/>
                  </a:lnTo>
                  <a:lnTo>
                    <a:pt x="267508" y="300098"/>
                  </a:lnTo>
                  <a:lnTo>
                    <a:pt x="271683" y="296861"/>
                  </a:lnTo>
                  <a:lnTo>
                    <a:pt x="275753" y="293494"/>
                  </a:lnTo>
                  <a:lnTo>
                    <a:pt x="279714" y="289999"/>
                  </a:lnTo>
                  <a:lnTo>
                    <a:pt x="283563" y="286382"/>
                  </a:lnTo>
                  <a:lnTo>
                    <a:pt x="287296" y="282644"/>
                  </a:lnTo>
                  <a:lnTo>
                    <a:pt x="290909" y="278791"/>
                  </a:lnTo>
                  <a:lnTo>
                    <a:pt x="294399" y="274825"/>
                  </a:lnTo>
                  <a:lnTo>
                    <a:pt x="297761" y="270751"/>
                  </a:lnTo>
                  <a:lnTo>
                    <a:pt x="300993" y="266572"/>
                  </a:lnTo>
                  <a:lnTo>
                    <a:pt x="304091" y="262294"/>
                  </a:lnTo>
                  <a:lnTo>
                    <a:pt x="307053" y="257920"/>
                  </a:lnTo>
                  <a:lnTo>
                    <a:pt x="309875" y="253454"/>
                  </a:lnTo>
                  <a:lnTo>
                    <a:pt x="312554" y="248902"/>
                  </a:lnTo>
                  <a:lnTo>
                    <a:pt x="315089" y="244267"/>
                  </a:lnTo>
                  <a:lnTo>
                    <a:pt x="317475" y="239554"/>
                  </a:lnTo>
                  <a:lnTo>
                    <a:pt x="319712" y="234769"/>
                  </a:lnTo>
                  <a:lnTo>
                    <a:pt x="321796" y="229915"/>
                  </a:lnTo>
                  <a:lnTo>
                    <a:pt x="323726" y="224997"/>
                  </a:lnTo>
                  <a:lnTo>
                    <a:pt x="325499" y="220022"/>
                  </a:lnTo>
                  <a:lnTo>
                    <a:pt x="327114" y="214992"/>
                  </a:lnTo>
                  <a:lnTo>
                    <a:pt x="328570" y="209914"/>
                  </a:lnTo>
                  <a:lnTo>
                    <a:pt x="329864" y="204793"/>
                  </a:lnTo>
                  <a:lnTo>
                    <a:pt x="330996" y="199633"/>
                  </a:lnTo>
                  <a:lnTo>
                    <a:pt x="331965" y="194440"/>
                  </a:lnTo>
                  <a:lnTo>
                    <a:pt x="332768" y="189219"/>
                  </a:lnTo>
                  <a:lnTo>
                    <a:pt x="333407" y="183976"/>
                  </a:lnTo>
                  <a:lnTo>
                    <a:pt x="333879" y="178714"/>
                  </a:lnTo>
                  <a:lnTo>
                    <a:pt x="334185" y="173441"/>
                  </a:lnTo>
                  <a:lnTo>
                    <a:pt x="334325" y="168160"/>
                  </a:lnTo>
                  <a:lnTo>
                    <a:pt x="334297" y="162878"/>
                  </a:lnTo>
                  <a:lnTo>
                    <a:pt x="334102" y="157599"/>
                  </a:lnTo>
                  <a:lnTo>
                    <a:pt x="333741" y="152329"/>
                  </a:lnTo>
                  <a:lnTo>
                    <a:pt x="333213" y="147073"/>
                  </a:lnTo>
                  <a:lnTo>
                    <a:pt x="332520" y="141836"/>
                  </a:lnTo>
                  <a:lnTo>
                    <a:pt x="331661" y="136624"/>
                  </a:lnTo>
                  <a:lnTo>
                    <a:pt x="330639" y="131442"/>
                  </a:lnTo>
                  <a:lnTo>
                    <a:pt x="329453" y="126294"/>
                  </a:lnTo>
                  <a:lnTo>
                    <a:pt x="328105" y="121186"/>
                  </a:lnTo>
                  <a:lnTo>
                    <a:pt x="326596" y="116124"/>
                  </a:lnTo>
                  <a:lnTo>
                    <a:pt x="324928" y="111112"/>
                  </a:lnTo>
                  <a:lnTo>
                    <a:pt x="323102" y="106155"/>
                  </a:lnTo>
                  <a:lnTo>
                    <a:pt x="321121" y="101258"/>
                  </a:lnTo>
                  <a:lnTo>
                    <a:pt x="318986" y="96426"/>
                  </a:lnTo>
                  <a:lnTo>
                    <a:pt x="316700" y="91664"/>
                  </a:lnTo>
                  <a:lnTo>
                    <a:pt x="314264" y="86977"/>
                  </a:lnTo>
                  <a:lnTo>
                    <a:pt x="311681" y="82369"/>
                  </a:lnTo>
                  <a:lnTo>
                    <a:pt x="308954" y="77845"/>
                  </a:lnTo>
                  <a:lnTo>
                    <a:pt x="306086" y="73409"/>
                  </a:lnTo>
                  <a:lnTo>
                    <a:pt x="303078" y="69066"/>
                  </a:lnTo>
                  <a:lnTo>
                    <a:pt x="299935" y="64821"/>
                  </a:lnTo>
                  <a:lnTo>
                    <a:pt x="296660" y="60677"/>
                  </a:lnTo>
                  <a:lnTo>
                    <a:pt x="293255" y="56638"/>
                  </a:lnTo>
                  <a:lnTo>
                    <a:pt x="289724" y="52709"/>
                  </a:lnTo>
                  <a:lnTo>
                    <a:pt x="286071" y="48893"/>
                  </a:lnTo>
                  <a:lnTo>
                    <a:pt x="282299" y="45195"/>
                  </a:lnTo>
                  <a:lnTo>
                    <a:pt x="278412" y="41618"/>
                  </a:lnTo>
                  <a:lnTo>
                    <a:pt x="274414" y="38165"/>
                  </a:lnTo>
                  <a:lnTo>
                    <a:pt x="270309" y="34841"/>
                  </a:lnTo>
                  <a:lnTo>
                    <a:pt x="266101" y="31648"/>
                  </a:lnTo>
                  <a:lnTo>
                    <a:pt x="261794" y="28589"/>
                  </a:lnTo>
                  <a:lnTo>
                    <a:pt x="257393" y="25668"/>
                  </a:lnTo>
                  <a:lnTo>
                    <a:pt x="252901" y="22888"/>
                  </a:lnTo>
                  <a:lnTo>
                    <a:pt x="248324" y="20250"/>
                  </a:lnTo>
                  <a:lnTo>
                    <a:pt x="243666" y="17759"/>
                  </a:lnTo>
                  <a:lnTo>
                    <a:pt x="238932" y="15416"/>
                  </a:lnTo>
                  <a:lnTo>
                    <a:pt x="234125" y="13224"/>
                  </a:lnTo>
                  <a:lnTo>
                    <a:pt x="229252" y="11185"/>
                  </a:lnTo>
                  <a:lnTo>
                    <a:pt x="224317" y="9301"/>
                  </a:lnTo>
                  <a:lnTo>
                    <a:pt x="219325" y="7574"/>
                  </a:lnTo>
                  <a:lnTo>
                    <a:pt x="214281" y="6005"/>
                  </a:lnTo>
                  <a:lnTo>
                    <a:pt x="209190" y="4596"/>
                  </a:lnTo>
                  <a:lnTo>
                    <a:pt x="204057" y="3349"/>
                  </a:lnTo>
                  <a:lnTo>
                    <a:pt x="198887" y="2265"/>
                  </a:lnTo>
                  <a:lnTo>
                    <a:pt x="193685" y="1345"/>
                  </a:lnTo>
                  <a:lnTo>
                    <a:pt x="188457" y="589"/>
                  </a:lnTo>
                  <a:lnTo>
                    <a:pt x="183208" y="0"/>
                  </a:lnTo>
                  <a:lnTo>
                    <a:pt x="167166" y="1663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81287" y="2126963"/>
              <a:ext cx="16041" cy="167167"/>
            </a:xfrm>
            <a:custGeom>
              <a:avLst/>
              <a:pathLst>
                <a:path w="16041" h="167167">
                  <a:moveTo>
                    <a:pt x="16041" y="771"/>
                  </a:moveTo>
                  <a:lnTo>
                    <a:pt x="8029" y="1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313" y="2633064"/>
              <a:ext cx="4434" cy="167167"/>
            </a:xfrm>
            <a:custGeom>
              <a:avLst/>
              <a:pathLst>
                <a:path w="4434" h="167167">
                  <a:moveTo>
                    <a:pt x="4434" y="0"/>
                  </a:moveTo>
                  <a:lnTo>
                    <a:pt x="0" y="58"/>
                  </a:lnTo>
                  <a:lnTo>
                    <a:pt x="443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313" y="2633123"/>
              <a:ext cx="4434" cy="167108"/>
            </a:xfrm>
            <a:custGeom>
              <a:avLst/>
              <a:pathLst>
                <a:path w="4434" h="167108">
                  <a:moveTo>
                    <a:pt x="0" y="0"/>
                  </a:moveTo>
                  <a:lnTo>
                    <a:pt x="4434" y="1671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313" y="2633123"/>
              <a:ext cx="4434" cy="167108"/>
            </a:xfrm>
            <a:custGeom>
              <a:avLst/>
              <a:pathLst>
                <a:path w="4434" h="167108">
                  <a:moveTo>
                    <a:pt x="0" y="0"/>
                  </a:moveTo>
                  <a:lnTo>
                    <a:pt x="4434" y="1671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313" y="2633123"/>
              <a:ext cx="4434" cy="167108"/>
            </a:xfrm>
            <a:custGeom>
              <a:avLst/>
              <a:pathLst>
                <a:path w="4434" h="167108">
                  <a:moveTo>
                    <a:pt x="0" y="0"/>
                  </a:moveTo>
                  <a:lnTo>
                    <a:pt x="4434" y="1671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313" y="2633123"/>
              <a:ext cx="4434" cy="167108"/>
            </a:xfrm>
            <a:custGeom>
              <a:avLst/>
              <a:pathLst>
                <a:path w="4434" h="167108">
                  <a:moveTo>
                    <a:pt x="0" y="0"/>
                  </a:moveTo>
                  <a:lnTo>
                    <a:pt x="4434" y="1671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313" y="2633123"/>
              <a:ext cx="4434" cy="167108"/>
            </a:xfrm>
            <a:custGeom>
              <a:avLst/>
              <a:pathLst>
                <a:path w="4434" h="167108">
                  <a:moveTo>
                    <a:pt x="0" y="0"/>
                  </a:moveTo>
                  <a:lnTo>
                    <a:pt x="4434" y="1671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313" y="2633123"/>
              <a:ext cx="4434" cy="167108"/>
            </a:xfrm>
            <a:custGeom>
              <a:avLst/>
              <a:pathLst>
                <a:path w="4434" h="167108">
                  <a:moveTo>
                    <a:pt x="0" y="0"/>
                  </a:moveTo>
                  <a:lnTo>
                    <a:pt x="4434" y="1671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313" y="2633123"/>
              <a:ext cx="4434" cy="167108"/>
            </a:xfrm>
            <a:custGeom>
              <a:avLst/>
              <a:pathLst>
                <a:path w="4434" h="167108">
                  <a:moveTo>
                    <a:pt x="0" y="0"/>
                  </a:moveTo>
                  <a:lnTo>
                    <a:pt x="4434" y="1671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313" y="2633123"/>
              <a:ext cx="4434" cy="167108"/>
            </a:xfrm>
            <a:custGeom>
              <a:avLst/>
              <a:pathLst>
                <a:path w="4434" h="167108">
                  <a:moveTo>
                    <a:pt x="0" y="0"/>
                  </a:moveTo>
                  <a:lnTo>
                    <a:pt x="4434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313" y="2633123"/>
              <a:ext cx="4434" cy="167108"/>
            </a:xfrm>
            <a:custGeom>
              <a:avLst/>
              <a:pathLst>
                <a:path w="4434" h="167108">
                  <a:moveTo>
                    <a:pt x="0" y="0"/>
                  </a:moveTo>
                  <a:lnTo>
                    <a:pt x="4434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313" y="2633123"/>
              <a:ext cx="4434" cy="167108"/>
            </a:xfrm>
            <a:custGeom>
              <a:avLst/>
              <a:pathLst>
                <a:path w="4434" h="167108">
                  <a:moveTo>
                    <a:pt x="0" y="0"/>
                  </a:moveTo>
                  <a:lnTo>
                    <a:pt x="4434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313" y="2633123"/>
              <a:ext cx="4434" cy="167108"/>
            </a:xfrm>
            <a:custGeom>
              <a:avLst/>
              <a:pathLst>
                <a:path w="4434" h="167108">
                  <a:moveTo>
                    <a:pt x="0" y="0"/>
                  </a:moveTo>
                  <a:lnTo>
                    <a:pt x="4434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313" y="2633123"/>
              <a:ext cx="4434" cy="167108"/>
            </a:xfrm>
            <a:custGeom>
              <a:avLst/>
              <a:pathLst>
                <a:path w="4434" h="167108">
                  <a:moveTo>
                    <a:pt x="0" y="0"/>
                  </a:moveTo>
                  <a:lnTo>
                    <a:pt x="4434" y="1671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6313" y="2633123"/>
              <a:ext cx="4434" cy="167108"/>
            </a:xfrm>
            <a:custGeom>
              <a:avLst/>
              <a:pathLst>
                <a:path w="4434" h="167108">
                  <a:moveTo>
                    <a:pt x="0" y="0"/>
                  </a:moveTo>
                  <a:lnTo>
                    <a:pt x="4434" y="1671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423591" y="2633123"/>
              <a:ext cx="334310" cy="334274"/>
            </a:xfrm>
            <a:custGeom>
              <a:avLst/>
              <a:pathLst>
                <a:path w="334310" h="334274">
                  <a:moveTo>
                    <a:pt x="162721" y="0"/>
                  </a:moveTo>
                  <a:lnTo>
                    <a:pt x="157419" y="224"/>
                  </a:lnTo>
                  <a:lnTo>
                    <a:pt x="152126" y="618"/>
                  </a:lnTo>
                  <a:lnTo>
                    <a:pt x="146849" y="1179"/>
                  </a:lnTo>
                  <a:lnTo>
                    <a:pt x="141592" y="1907"/>
                  </a:lnTo>
                  <a:lnTo>
                    <a:pt x="136361" y="2802"/>
                  </a:lnTo>
                  <a:lnTo>
                    <a:pt x="131161" y="3862"/>
                  </a:lnTo>
                  <a:lnTo>
                    <a:pt x="125997" y="5087"/>
                  </a:lnTo>
                  <a:lnTo>
                    <a:pt x="120875" y="6475"/>
                  </a:lnTo>
                  <a:lnTo>
                    <a:pt x="115799" y="8025"/>
                  </a:lnTo>
                  <a:lnTo>
                    <a:pt x="110775" y="9736"/>
                  </a:lnTo>
                  <a:lnTo>
                    <a:pt x="105808" y="11605"/>
                  </a:lnTo>
                  <a:lnTo>
                    <a:pt x="100903" y="13630"/>
                  </a:lnTo>
                  <a:lnTo>
                    <a:pt x="96064" y="15811"/>
                  </a:lnTo>
                  <a:lnTo>
                    <a:pt x="91297" y="18144"/>
                  </a:lnTo>
                  <a:lnTo>
                    <a:pt x="86607" y="20627"/>
                  </a:lnTo>
                  <a:lnTo>
                    <a:pt x="81998" y="23257"/>
                  </a:lnTo>
                  <a:lnTo>
                    <a:pt x="77474" y="26033"/>
                  </a:lnTo>
                  <a:lnTo>
                    <a:pt x="73041" y="28951"/>
                  </a:lnTo>
                  <a:lnTo>
                    <a:pt x="68703" y="32008"/>
                  </a:lnTo>
                  <a:lnTo>
                    <a:pt x="64464" y="35202"/>
                  </a:lnTo>
                  <a:lnTo>
                    <a:pt x="60329" y="38528"/>
                  </a:lnTo>
                  <a:lnTo>
                    <a:pt x="56301" y="41984"/>
                  </a:lnTo>
                  <a:lnTo>
                    <a:pt x="52385" y="45566"/>
                  </a:lnTo>
                  <a:lnTo>
                    <a:pt x="48585" y="49270"/>
                  </a:lnTo>
                  <a:lnTo>
                    <a:pt x="44904" y="53093"/>
                  </a:lnTo>
                  <a:lnTo>
                    <a:pt x="41346" y="57031"/>
                  </a:lnTo>
                  <a:lnTo>
                    <a:pt x="37916" y="61080"/>
                  </a:lnTo>
                  <a:lnTo>
                    <a:pt x="34615" y="65236"/>
                  </a:lnTo>
                  <a:lnTo>
                    <a:pt x="31448" y="69495"/>
                  </a:lnTo>
                  <a:lnTo>
                    <a:pt x="28418" y="73852"/>
                  </a:lnTo>
                  <a:lnTo>
                    <a:pt x="25528" y="78303"/>
                  </a:lnTo>
                  <a:lnTo>
                    <a:pt x="22780" y="82844"/>
                  </a:lnTo>
                  <a:lnTo>
                    <a:pt x="20178" y="87469"/>
                  </a:lnTo>
                  <a:lnTo>
                    <a:pt x="17724" y="92175"/>
                  </a:lnTo>
                  <a:lnTo>
                    <a:pt x="15421" y="96956"/>
                  </a:lnTo>
                  <a:lnTo>
                    <a:pt x="13270" y="101808"/>
                  </a:lnTo>
                  <a:lnTo>
                    <a:pt x="11275" y="106726"/>
                  </a:lnTo>
                  <a:lnTo>
                    <a:pt x="9437" y="111704"/>
                  </a:lnTo>
                  <a:lnTo>
                    <a:pt x="7758" y="116739"/>
                  </a:lnTo>
                  <a:lnTo>
                    <a:pt x="6239" y="121824"/>
                  </a:lnTo>
                  <a:lnTo>
                    <a:pt x="4883" y="126955"/>
                  </a:lnTo>
                  <a:lnTo>
                    <a:pt x="3690" y="132126"/>
                  </a:lnTo>
                  <a:lnTo>
                    <a:pt x="2662" y="137333"/>
                  </a:lnTo>
                  <a:lnTo>
                    <a:pt x="1799" y="142569"/>
                  </a:lnTo>
                  <a:lnTo>
                    <a:pt x="1104" y="147830"/>
                  </a:lnTo>
                  <a:lnTo>
                    <a:pt x="576" y="153111"/>
                  </a:lnTo>
                  <a:lnTo>
                    <a:pt x="215" y="158406"/>
                  </a:lnTo>
                  <a:lnTo>
                    <a:pt x="23" y="163710"/>
                  </a:lnTo>
                  <a:lnTo>
                    <a:pt x="0" y="169017"/>
                  </a:lnTo>
                  <a:lnTo>
                    <a:pt x="144" y="174322"/>
                  </a:lnTo>
                  <a:lnTo>
                    <a:pt x="457" y="179620"/>
                  </a:lnTo>
                  <a:lnTo>
                    <a:pt x="939" y="184905"/>
                  </a:lnTo>
                  <a:lnTo>
                    <a:pt x="1587" y="190172"/>
                  </a:lnTo>
                  <a:lnTo>
                    <a:pt x="2403" y="195416"/>
                  </a:lnTo>
                  <a:lnTo>
                    <a:pt x="3385" y="200632"/>
                  </a:lnTo>
                  <a:lnTo>
                    <a:pt x="4531" y="205814"/>
                  </a:lnTo>
                  <a:lnTo>
                    <a:pt x="5842" y="210956"/>
                  </a:lnTo>
                  <a:lnTo>
                    <a:pt x="7315" y="216055"/>
                  </a:lnTo>
                  <a:lnTo>
                    <a:pt x="8949" y="221104"/>
                  </a:lnTo>
                  <a:lnTo>
                    <a:pt x="10743" y="226099"/>
                  </a:lnTo>
                  <a:lnTo>
                    <a:pt x="12694" y="231034"/>
                  </a:lnTo>
                  <a:lnTo>
                    <a:pt x="14801" y="235905"/>
                  </a:lnTo>
                  <a:lnTo>
                    <a:pt x="17062" y="240707"/>
                  </a:lnTo>
                  <a:lnTo>
                    <a:pt x="19474" y="245434"/>
                  </a:lnTo>
                  <a:lnTo>
                    <a:pt x="22035" y="250083"/>
                  </a:lnTo>
                  <a:lnTo>
                    <a:pt x="24742" y="254647"/>
                  </a:lnTo>
                  <a:lnTo>
                    <a:pt x="27592" y="259124"/>
                  </a:lnTo>
                  <a:lnTo>
                    <a:pt x="30584" y="263508"/>
                  </a:lnTo>
                  <a:lnTo>
                    <a:pt x="33712" y="267794"/>
                  </a:lnTo>
                  <a:lnTo>
                    <a:pt x="36976" y="271980"/>
                  </a:lnTo>
                  <a:lnTo>
                    <a:pt x="40370" y="276059"/>
                  </a:lnTo>
                  <a:lnTo>
                    <a:pt x="43893" y="280029"/>
                  </a:lnTo>
                  <a:lnTo>
                    <a:pt x="47539" y="283885"/>
                  </a:lnTo>
                  <a:lnTo>
                    <a:pt x="51306" y="287623"/>
                  </a:lnTo>
                  <a:lnTo>
                    <a:pt x="55190" y="291240"/>
                  </a:lnTo>
                  <a:lnTo>
                    <a:pt x="59187" y="294731"/>
                  </a:lnTo>
                  <a:lnTo>
                    <a:pt x="63293" y="298094"/>
                  </a:lnTo>
                  <a:lnTo>
                    <a:pt x="67503" y="301325"/>
                  </a:lnTo>
                  <a:lnTo>
                    <a:pt x="71814" y="304421"/>
                  </a:lnTo>
                  <a:lnTo>
                    <a:pt x="76220" y="307378"/>
                  </a:lnTo>
                  <a:lnTo>
                    <a:pt x="80719" y="310194"/>
                  </a:lnTo>
                  <a:lnTo>
                    <a:pt x="85304" y="312866"/>
                  </a:lnTo>
                  <a:lnTo>
                    <a:pt x="89973" y="315390"/>
                  </a:lnTo>
                  <a:lnTo>
                    <a:pt x="94718" y="317766"/>
                  </a:lnTo>
                  <a:lnTo>
                    <a:pt x="99537" y="319989"/>
                  </a:lnTo>
                  <a:lnTo>
                    <a:pt x="104424" y="322059"/>
                  </a:lnTo>
                  <a:lnTo>
                    <a:pt x="109375" y="323972"/>
                  </a:lnTo>
                  <a:lnTo>
                    <a:pt x="114383" y="325727"/>
                  </a:lnTo>
                  <a:lnTo>
                    <a:pt x="119445" y="327322"/>
                  </a:lnTo>
                  <a:lnTo>
                    <a:pt x="124554" y="328756"/>
                  </a:lnTo>
                  <a:lnTo>
                    <a:pt x="129707" y="330027"/>
                  </a:lnTo>
                  <a:lnTo>
                    <a:pt x="134898" y="331134"/>
                  </a:lnTo>
                  <a:lnTo>
                    <a:pt x="140121" y="332075"/>
                  </a:lnTo>
                  <a:lnTo>
                    <a:pt x="145371" y="332850"/>
                  </a:lnTo>
                  <a:lnTo>
                    <a:pt x="150643" y="333458"/>
                  </a:lnTo>
                  <a:lnTo>
                    <a:pt x="155932" y="333898"/>
                  </a:lnTo>
                  <a:lnTo>
                    <a:pt x="161232" y="334171"/>
                  </a:lnTo>
                  <a:lnTo>
                    <a:pt x="166538" y="334274"/>
                  </a:lnTo>
                  <a:lnTo>
                    <a:pt x="171845" y="334210"/>
                  </a:lnTo>
                  <a:lnTo>
                    <a:pt x="177147" y="333977"/>
                  </a:lnTo>
                  <a:lnTo>
                    <a:pt x="182439" y="333576"/>
                  </a:lnTo>
                  <a:lnTo>
                    <a:pt x="187715" y="333006"/>
                  </a:lnTo>
                  <a:lnTo>
                    <a:pt x="192971" y="332270"/>
                  </a:lnTo>
                  <a:lnTo>
                    <a:pt x="198201" y="331368"/>
                  </a:lnTo>
                  <a:lnTo>
                    <a:pt x="203399" y="330299"/>
                  </a:lnTo>
                  <a:lnTo>
                    <a:pt x="208561" y="329067"/>
                  </a:lnTo>
                  <a:lnTo>
                    <a:pt x="213681" y="327671"/>
                  </a:lnTo>
                  <a:lnTo>
                    <a:pt x="218755" y="326113"/>
                  </a:lnTo>
                  <a:lnTo>
                    <a:pt x="223776" y="324395"/>
                  </a:lnTo>
                  <a:lnTo>
                    <a:pt x="228740" y="322518"/>
                  </a:lnTo>
                  <a:lnTo>
                    <a:pt x="233642" y="320485"/>
                  </a:lnTo>
                  <a:lnTo>
                    <a:pt x="238478" y="318297"/>
                  </a:lnTo>
                  <a:lnTo>
                    <a:pt x="243241" y="315957"/>
                  </a:lnTo>
                  <a:lnTo>
                    <a:pt x="247928" y="313467"/>
                  </a:lnTo>
                  <a:lnTo>
                    <a:pt x="252533" y="310829"/>
                  </a:lnTo>
                  <a:lnTo>
                    <a:pt x="257052" y="308047"/>
                  </a:lnTo>
                  <a:lnTo>
                    <a:pt x="261480" y="305122"/>
                  </a:lnTo>
                  <a:lnTo>
                    <a:pt x="265814" y="302058"/>
                  </a:lnTo>
                  <a:lnTo>
                    <a:pt x="270048" y="298859"/>
                  </a:lnTo>
                  <a:lnTo>
                    <a:pt x="274178" y="295526"/>
                  </a:lnTo>
                  <a:lnTo>
                    <a:pt x="278201" y="292064"/>
                  </a:lnTo>
                  <a:lnTo>
                    <a:pt x="282111" y="288476"/>
                  </a:lnTo>
                  <a:lnTo>
                    <a:pt x="285906" y="284766"/>
                  </a:lnTo>
                  <a:lnTo>
                    <a:pt x="289581" y="280937"/>
                  </a:lnTo>
                  <a:lnTo>
                    <a:pt x="293133" y="276994"/>
                  </a:lnTo>
                  <a:lnTo>
                    <a:pt x="296557" y="272939"/>
                  </a:lnTo>
                  <a:lnTo>
                    <a:pt x="299852" y="268778"/>
                  </a:lnTo>
                  <a:lnTo>
                    <a:pt x="303012" y="264515"/>
                  </a:lnTo>
                  <a:lnTo>
                    <a:pt x="306036" y="260153"/>
                  </a:lnTo>
                  <a:lnTo>
                    <a:pt x="308919" y="255698"/>
                  </a:lnTo>
                  <a:lnTo>
                    <a:pt x="311660" y="251153"/>
                  </a:lnTo>
                  <a:lnTo>
                    <a:pt x="314255" y="246524"/>
                  </a:lnTo>
                  <a:lnTo>
                    <a:pt x="316702" y="241815"/>
                  </a:lnTo>
                  <a:lnTo>
                    <a:pt x="318998" y="237030"/>
                  </a:lnTo>
                  <a:lnTo>
                    <a:pt x="321141" y="232175"/>
                  </a:lnTo>
                  <a:lnTo>
                    <a:pt x="323129" y="227254"/>
                  </a:lnTo>
                  <a:lnTo>
                    <a:pt x="324959" y="222273"/>
                  </a:lnTo>
                  <a:lnTo>
                    <a:pt x="326631" y="217236"/>
                  </a:lnTo>
                  <a:lnTo>
                    <a:pt x="328142" y="212148"/>
                  </a:lnTo>
                  <a:lnTo>
                    <a:pt x="329490" y="207015"/>
                  </a:lnTo>
                  <a:lnTo>
                    <a:pt x="330675" y="201842"/>
                  </a:lnTo>
                  <a:lnTo>
                    <a:pt x="331695" y="196634"/>
                  </a:lnTo>
                  <a:lnTo>
                    <a:pt x="332550" y="191396"/>
                  </a:lnTo>
                  <a:lnTo>
                    <a:pt x="333237" y="186134"/>
                  </a:lnTo>
                  <a:lnTo>
                    <a:pt x="333758" y="180852"/>
                  </a:lnTo>
                  <a:lnTo>
                    <a:pt x="334110" y="175557"/>
                  </a:lnTo>
                  <a:lnTo>
                    <a:pt x="334294" y="170253"/>
                  </a:lnTo>
                  <a:lnTo>
                    <a:pt x="334310" y="164946"/>
                  </a:lnTo>
                  <a:lnTo>
                    <a:pt x="334157" y="159641"/>
                  </a:lnTo>
                  <a:lnTo>
                    <a:pt x="333835" y="154343"/>
                  </a:lnTo>
                  <a:lnTo>
                    <a:pt x="333346" y="149059"/>
                  </a:lnTo>
                  <a:lnTo>
                    <a:pt x="332690" y="143793"/>
                  </a:lnTo>
                  <a:lnTo>
                    <a:pt x="331866" y="138550"/>
                  </a:lnTo>
                  <a:lnTo>
                    <a:pt x="330876" y="133336"/>
                  </a:lnTo>
                  <a:lnTo>
                    <a:pt x="329722" y="128156"/>
                  </a:lnTo>
                  <a:lnTo>
                    <a:pt x="328404" y="123015"/>
                  </a:lnTo>
                  <a:lnTo>
                    <a:pt x="326923" y="117919"/>
                  </a:lnTo>
                  <a:lnTo>
                    <a:pt x="325281" y="112872"/>
                  </a:lnTo>
                  <a:lnTo>
                    <a:pt x="323479" y="107880"/>
                  </a:lnTo>
                  <a:lnTo>
                    <a:pt x="321520" y="102947"/>
                  </a:lnTo>
                  <a:lnTo>
                    <a:pt x="319406" y="98080"/>
                  </a:lnTo>
                  <a:lnTo>
                    <a:pt x="317138" y="93282"/>
                  </a:lnTo>
                  <a:lnTo>
                    <a:pt x="314719" y="88558"/>
                  </a:lnTo>
                  <a:lnTo>
                    <a:pt x="312151" y="83913"/>
                  </a:lnTo>
                  <a:lnTo>
                    <a:pt x="309437" y="79353"/>
                  </a:lnTo>
                  <a:lnTo>
                    <a:pt x="306580" y="74880"/>
                  </a:lnTo>
                  <a:lnTo>
                    <a:pt x="303582" y="70501"/>
                  </a:lnTo>
                  <a:lnTo>
                    <a:pt x="300447" y="66219"/>
                  </a:lnTo>
                  <a:lnTo>
                    <a:pt x="297177" y="62039"/>
                  </a:lnTo>
                  <a:lnTo>
                    <a:pt x="293776" y="57965"/>
                  </a:lnTo>
                  <a:lnTo>
                    <a:pt x="290248" y="54000"/>
                  </a:lnTo>
                  <a:lnTo>
                    <a:pt x="286595" y="50150"/>
                  </a:lnTo>
                  <a:lnTo>
                    <a:pt x="282823" y="46418"/>
                  </a:lnTo>
                  <a:lnTo>
                    <a:pt x="278933" y="42807"/>
                  </a:lnTo>
                  <a:lnTo>
                    <a:pt x="274931" y="39321"/>
                  </a:lnTo>
                  <a:lnTo>
                    <a:pt x="270820" y="35964"/>
                  </a:lnTo>
                  <a:lnTo>
                    <a:pt x="266605" y="32740"/>
                  </a:lnTo>
                  <a:lnTo>
                    <a:pt x="262290" y="29651"/>
                  </a:lnTo>
                  <a:lnTo>
                    <a:pt x="257879" y="26700"/>
                  </a:lnTo>
                  <a:lnTo>
                    <a:pt x="253376" y="23891"/>
                  </a:lnTo>
                  <a:lnTo>
                    <a:pt x="248786" y="21226"/>
                  </a:lnTo>
                  <a:lnTo>
                    <a:pt x="244114" y="18709"/>
                  </a:lnTo>
                  <a:lnTo>
                    <a:pt x="239365" y="16341"/>
                  </a:lnTo>
                  <a:lnTo>
                    <a:pt x="234543" y="14124"/>
                  </a:lnTo>
                  <a:lnTo>
                    <a:pt x="229652" y="12062"/>
                  </a:lnTo>
                  <a:lnTo>
                    <a:pt x="224699" y="10157"/>
                  </a:lnTo>
                  <a:lnTo>
                    <a:pt x="167156" y="1671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90748" y="2633064"/>
              <a:ext cx="57543" cy="167167"/>
            </a:xfrm>
            <a:custGeom>
              <a:avLst/>
              <a:pathLst>
                <a:path w="57543" h="167167">
                  <a:moveTo>
                    <a:pt x="57543" y="10216"/>
                  </a:moveTo>
                  <a:lnTo>
                    <a:pt x="51993" y="8291"/>
                  </a:lnTo>
                  <a:lnTo>
                    <a:pt x="46379" y="6562"/>
                  </a:lnTo>
                  <a:lnTo>
                    <a:pt x="40707" y="5032"/>
                  </a:lnTo>
                  <a:lnTo>
                    <a:pt x="34986" y="3702"/>
                  </a:lnTo>
                  <a:lnTo>
                    <a:pt x="29221" y="2573"/>
                  </a:lnTo>
                  <a:lnTo>
                    <a:pt x="23420" y="1648"/>
                  </a:lnTo>
                  <a:lnTo>
                    <a:pt x="17590" y="928"/>
                  </a:lnTo>
                  <a:lnTo>
                    <a:pt x="11739" y="412"/>
                  </a:lnTo>
                  <a:lnTo>
                    <a:pt x="5873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6541" y="3170392"/>
              <a:ext cx="19438" cy="167167"/>
            </a:xfrm>
            <a:custGeom>
              <a:avLst/>
              <a:pathLst>
                <a:path w="19438" h="167167">
                  <a:moveTo>
                    <a:pt x="19438" y="0"/>
                  </a:moveTo>
                  <a:lnTo>
                    <a:pt x="9702" y="283"/>
                  </a:lnTo>
                  <a:lnTo>
                    <a:pt x="0" y="1134"/>
                  </a:lnTo>
                  <a:lnTo>
                    <a:pt x="1943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6541" y="3171526"/>
              <a:ext cx="19438" cy="166033"/>
            </a:xfrm>
            <a:custGeom>
              <a:avLst/>
              <a:pathLst>
                <a:path w="19438" h="166033">
                  <a:moveTo>
                    <a:pt x="0" y="0"/>
                  </a:moveTo>
                  <a:lnTo>
                    <a:pt x="19438" y="166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6541" y="3171526"/>
              <a:ext cx="19438" cy="166033"/>
            </a:xfrm>
            <a:custGeom>
              <a:avLst/>
              <a:pathLst>
                <a:path w="19438" h="166033">
                  <a:moveTo>
                    <a:pt x="0" y="0"/>
                  </a:moveTo>
                  <a:lnTo>
                    <a:pt x="19438" y="166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6541" y="3171526"/>
              <a:ext cx="19438" cy="166033"/>
            </a:xfrm>
            <a:custGeom>
              <a:avLst/>
              <a:pathLst>
                <a:path w="19438" h="166033">
                  <a:moveTo>
                    <a:pt x="0" y="0"/>
                  </a:moveTo>
                  <a:lnTo>
                    <a:pt x="19438" y="1660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6541" y="3171526"/>
              <a:ext cx="19438" cy="166033"/>
            </a:xfrm>
            <a:custGeom>
              <a:avLst/>
              <a:pathLst>
                <a:path w="19438" h="166033">
                  <a:moveTo>
                    <a:pt x="0" y="0"/>
                  </a:moveTo>
                  <a:lnTo>
                    <a:pt x="19438" y="1660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6541" y="3171526"/>
              <a:ext cx="19438" cy="166033"/>
            </a:xfrm>
            <a:custGeom>
              <a:avLst/>
              <a:pathLst>
                <a:path w="19438" h="166033">
                  <a:moveTo>
                    <a:pt x="0" y="0"/>
                  </a:moveTo>
                  <a:lnTo>
                    <a:pt x="19438" y="1660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6541" y="3171526"/>
              <a:ext cx="19438" cy="166033"/>
            </a:xfrm>
            <a:custGeom>
              <a:avLst/>
              <a:pathLst>
                <a:path w="19438" h="166033">
                  <a:moveTo>
                    <a:pt x="0" y="0"/>
                  </a:moveTo>
                  <a:lnTo>
                    <a:pt x="19438" y="1660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6541" y="3171526"/>
              <a:ext cx="19438" cy="166033"/>
            </a:xfrm>
            <a:custGeom>
              <a:avLst/>
              <a:pathLst>
                <a:path w="19438" h="166033">
                  <a:moveTo>
                    <a:pt x="0" y="0"/>
                  </a:moveTo>
                  <a:lnTo>
                    <a:pt x="19438" y="166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6541" y="3171526"/>
              <a:ext cx="19438" cy="166033"/>
            </a:xfrm>
            <a:custGeom>
              <a:avLst/>
              <a:pathLst>
                <a:path w="19438" h="166033">
                  <a:moveTo>
                    <a:pt x="0" y="0"/>
                  </a:moveTo>
                  <a:lnTo>
                    <a:pt x="19438" y="166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6541" y="3171526"/>
              <a:ext cx="19438" cy="166033"/>
            </a:xfrm>
            <a:custGeom>
              <a:avLst/>
              <a:pathLst>
                <a:path w="19438" h="166033">
                  <a:moveTo>
                    <a:pt x="0" y="0"/>
                  </a:moveTo>
                  <a:lnTo>
                    <a:pt x="19438" y="166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6541" y="3171526"/>
              <a:ext cx="19438" cy="166033"/>
            </a:xfrm>
            <a:custGeom>
              <a:avLst/>
              <a:pathLst>
                <a:path w="19438" h="166033">
                  <a:moveTo>
                    <a:pt x="0" y="0"/>
                  </a:moveTo>
                  <a:lnTo>
                    <a:pt x="19438" y="166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6541" y="3171526"/>
              <a:ext cx="19438" cy="166033"/>
            </a:xfrm>
            <a:custGeom>
              <a:avLst/>
              <a:pathLst>
                <a:path w="19438" h="166033">
                  <a:moveTo>
                    <a:pt x="0" y="0"/>
                  </a:moveTo>
                  <a:lnTo>
                    <a:pt x="19438" y="1660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6541" y="3171526"/>
              <a:ext cx="19438" cy="166033"/>
            </a:xfrm>
            <a:custGeom>
              <a:avLst/>
              <a:pathLst>
                <a:path w="19438" h="166033">
                  <a:moveTo>
                    <a:pt x="0" y="0"/>
                  </a:moveTo>
                  <a:lnTo>
                    <a:pt x="19438" y="1660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358813" y="3171526"/>
              <a:ext cx="334322" cy="333193"/>
            </a:xfrm>
            <a:custGeom>
              <a:avLst/>
              <a:pathLst>
                <a:path w="334322" h="333193">
                  <a:moveTo>
                    <a:pt x="147728" y="0"/>
                  </a:moveTo>
                  <a:lnTo>
                    <a:pt x="142490" y="697"/>
                  </a:lnTo>
                  <a:lnTo>
                    <a:pt x="137277" y="1559"/>
                  </a:lnTo>
                  <a:lnTo>
                    <a:pt x="132093" y="2586"/>
                  </a:lnTo>
                  <a:lnTo>
                    <a:pt x="126945" y="3776"/>
                  </a:lnTo>
                  <a:lnTo>
                    <a:pt x="121837" y="5129"/>
                  </a:lnTo>
                  <a:lnTo>
                    <a:pt x="116774" y="6642"/>
                  </a:lnTo>
                  <a:lnTo>
                    <a:pt x="111762" y="8314"/>
                  </a:lnTo>
                  <a:lnTo>
                    <a:pt x="106804" y="10144"/>
                  </a:lnTo>
                  <a:lnTo>
                    <a:pt x="101908" y="12130"/>
                  </a:lnTo>
                  <a:lnTo>
                    <a:pt x="97076" y="14269"/>
                  </a:lnTo>
                  <a:lnTo>
                    <a:pt x="92314" y="16560"/>
                  </a:lnTo>
                  <a:lnTo>
                    <a:pt x="87628" y="19001"/>
                  </a:lnTo>
                  <a:lnTo>
                    <a:pt x="83020" y="21588"/>
                  </a:lnTo>
                  <a:lnTo>
                    <a:pt x="78497" y="24320"/>
                  </a:lnTo>
                  <a:lnTo>
                    <a:pt x="74062" y="27193"/>
                  </a:lnTo>
                  <a:lnTo>
                    <a:pt x="69721" y="30205"/>
                  </a:lnTo>
                  <a:lnTo>
                    <a:pt x="65476" y="33353"/>
                  </a:lnTo>
                  <a:lnTo>
                    <a:pt x="61334" y="36633"/>
                  </a:lnTo>
                  <a:lnTo>
                    <a:pt x="57297" y="40043"/>
                  </a:lnTo>
                  <a:lnTo>
                    <a:pt x="53370" y="43578"/>
                  </a:lnTo>
                  <a:lnTo>
                    <a:pt x="49556" y="47236"/>
                  </a:lnTo>
                  <a:lnTo>
                    <a:pt x="45860" y="51013"/>
                  </a:lnTo>
                  <a:lnTo>
                    <a:pt x="42286" y="54904"/>
                  </a:lnTo>
                  <a:lnTo>
                    <a:pt x="38836" y="58906"/>
                  </a:lnTo>
                  <a:lnTo>
                    <a:pt x="35514" y="63016"/>
                  </a:lnTo>
                  <a:lnTo>
                    <a:pt x="32324" y="67228"/>
                  </a:lnTo>
                  <a:lnTo>
                    <a:pt x="29268" y="71540"/>
                  </a:lnTo>
                  <a:lnTo>
                    <a:pt x="26351" y="75945"/>
                  </a:lnTo>
                  <a:lnTo>
                    <a:pt x="23574" y="80441"/>
                  </a:lnTo>
                  <a:lnTo>
                    <a:pt x="20940" y="85022"/>
                  </a:lnTo>
                  <a:lnTo>
                    <a:pt x="18453" y="89684"/>
                  </a:lnTo>
                  <a:lnTo>
                    <a:pt x="16114" y="94422"/>
                  </a:lnTo>
                  <a:lnTo>
                    <a:pt x="13926" y="99232"/>
                  </a:lnTo>
                  <a:lnTo>
                    <a:pt x="11892" y="104109"/>
                  </a:lnTo>
                  <a:lnTo>
                    <a:pt x="10012" y="109048"/>
                  </a:lnTo>
                  <a:lnTo>
                    <a:pt x="8290" y="114043"/>
                  </a:lnTo>
                  <a:lnTo>
                    <a:pt x="6726" y="119090"/>
                  </a:lnTo>
                  <a:lnTo>
                    <a:pt x="5322" y="124185"/>
                  </a:lnTo>
                  <a:lnTo>
                    <a:pt x="4081" y="129321"/>
                  </a:lnTo>
                  <a:lnTo>
                    <a:pt x="3002" y="134494"/>
                  </a:lnTo>
                  <a:lnTo>
                    <a:pt x="2087" y="139698"/>
                  </a:lnTo>
                  <a:lnTo>
                    <a:pt x="1337" y="144929"/>
                  </a:lnTo>
                  <a:lnTo>
                    <a:pt x="753" y="150180"/>
                  </a:lnTo>
                  <a:lnTo>
                    <a:pt x="335" y="155448"/>
                  </a:lnTo>
                  <a:lnTo>
                    <a:pt x="84" y="160726"/>
                  </a:lnTo>
                  <a:lnTo>
                    <a:pt x="0" y="166010"/>
                  </a:lnTo>
                  <a:lnTo>
                    <a:pt x="82" y="171293"/>
                  </a:lnTo>
                  <a:lnTo>
                    <a:pt x="332" y="176571"/>
                  </a:lnTo>
                  <a:lnTo>
                    <a:pt x="748" y="181839"/>
                  </a:lnTo>
                  <a:lnTo>
                    <a:pt x="1331" y="187091"/>
                  </a:lnTo>
                  <a:lnTo>
                    <a:pt x="2080" y="192322"/>
                  </a:lnTo>
                  <a:lnTo>
                    <a:pt x="2993" y="197526"/>
                  </a:lnTo>
                  <a:lnTo>
                    <a:pt x="4070" y="202699"/>
                  </a:lnTo>
                  <a:lnTo>
                    <a:pt x="5311" y="207836"/>
                  </a:lnTo>
                  <a:lnTo>
                    <a:pt x="6713" y="212931"/>
                  </a:lnTo>
                  <a:lnTo>
                    <a:pt x="8275" y="217978"/>
                  </a:lnTo>
                  <a:lnTo>
                    <a:pt x="9996" y="222974"/>
                  </a:lnTo>
                  <a:lnTo>
                    <a:pt x="11874" y="227913"/>
                  </a:lnTo>
                  <a:lnTo>
                    <a:pt x="13908" y="232791"/>
                  </a:lnTo>
                  <a:lnTo>
                    <a:pt x="16094" y="237601"/>
                  </a:lnTo>
                  <a:lnTo>
                    <a:pt x="18432" y="242340"/>
                  </a:lnTo>
                  <a:lnTo>
                    <a:pt x="20918" y="247003"/>
                  </a:lnTo>
                  <a:lnTo>
                    <a:pt x="23550" y="251585"/>
                  </a:lnTo>
                  <a:lnTo>
                    <a:pt x="26326" y="256081"/>
                  </a:lnTo>
                  <a:lnTo>
                    <a:pt x="29242" y="260488"/>
                  </a:lnTo>
                  <a:lnTo>
                    <a:pt x="32296" y="264800"/>
                  </a:lnTo>
                  <a:lnTo>
                    <a:pt x="35485" y="269013"/>
                  </a:lnTo>
                  <a:lnTo>
                    <a:pt x="38806" y="273123"/>
                  </a:lnTo>
                  <a:lnTo>
                    <a:pt x="42255" y="277127"/>
                  </a:lnTo>
                  <a:lnTo>
                    <a:pt x="45828" y="281019"/>
                  </a:lnTo>
                  <a:lnTo>
                    <a:pt x="49523" y="284797"/>
                  </a:lnTo>
                  <a:lnTo>
                    <a:pt x="53336" y="288456"/>
                  </a:lnTo>
                  <a:lnTo>
                    <a:pt x="57262" y="291992"/>
                  </a:lnTo>
                  <a:lnTo>
                    <a:pt x="61298" y="295403"/>
                  </a:lnTo>
                  <a:lnTo>
                    <a:pt x="65439" y="298685"/>
                  </a:lnTo>
                  <a:lnTo>
                    <a:pt x="69683" y="301833"/>
                  </a:lnTo>
                  <a:lnTo>
                    <a:pt x="74024" y="304847"/>
                  </a:lnTo>
                  <a:lnTo>
                    <a:pt x="78457" y="307721"/>
                  </a:lnTo>
                  <a:lnTo>
                    <a:pt x="82980" y="310454"/>
                  </a:lnTo>
                  <a:lnTo>
                    <a:pt x="87587" y="313043"/>
                  </a:lnTo>
                  <a:lnTo>
                    <a:pt x="92273" y="315485"/>
                  </a:lnTo>
                  <a:lnTo>
                    <a:pt x="97034" y="317777"/>
                  </a:lnTo>
                  <a:lnTo>
                    <a:pt x="101865" y="319918"/>
                  </a:lnTo>
                  <a:lnTo>
                    <a:pt x="106761" y="321905"/>
                  </a:lnTo>
                  <a:lnTo>
                    <a:pt x="111718" y="323736"/>
                  </a:lnTo>
                  <a:lnTo>
                    <a:pt x="116730" y="325410"/>
                  </a:lnTo>
                  <a:lnTo>
                    <a:pt x="121792" y="326924"/>
                  </a:lnTo>
                  <a:lnTo>
                    <a:pt x="126900" y="328278"/>
                  </a:lnTo>
                  <a:lnTo>
                    <a:pt x="132048" y="329470"/>
                  </a:lnTo>
                  <a:lnTo>
                    <a:pt x="137231" y="330498"/>
                  </a:lnTo>
                  <a:lnTo>
                    <a:pt x="142444" y="331362"/>
                  </a:lnTo>
                  <a:lnTo>
                    <a:pt x="147682" y="332061"/>
                  </a:lnTo>
                  <a:lnTo>
                    <a:pt x="152939" y="332594"/>
                  </a:lnTo>
                  <a:lnTo>
                    <a:pt x="158210" y="332960"/>
                  </a:lnTo>
                  <a:lnTo>
                    <a:pt x="163491" y="333160"/>
                  </a:lnTo>
                  <a:lnTo>
                    <a:pt x="168775" y="333193"/>
                  </a:lnTo>
                  <a:lnTo>
                    <a:pt x="174057" y="333058"/>
                  </a:lnTo>
                  <a:lnTo>
                    <a:pt x="179333" y="332757"/>
                  </a:lnTo>
                  <a:lnTo>
                    <a:pt x="184596" y="332289"/>
                  </a:lnTo>
                  <a:lnTo>
                    <a:pt x="189842" y="331655"/>
                  </a:lnTo>
                  <a:lnTo>
                    <a:pt x="195065" y="330856"/>
                  </a:lnTo>
                  <a:lnTo>
                    <a:pt x="200261" y="329892"/>
                  </a:lnTo>
                  <a:lnTo>
                    <a:pt x="205423" y="328764"/>
                  </a:lnTo>
                  <a:lnTo>
                    <a:pt x="210547" y="327474"/>
                  </a:lnTo>
                  <a:lnTo>
                    <a:pt x="215628" y="326022"/>
                  </a:lnTo>
                  <a:lnTo>
                    <a:pt x="220660" y="324410"/>
                  </a:lnTo>
                  <a:lnTo>
                    <a:pt x="225639" y="322641"/>
                  </a:lnTo>
                  <a:lnTo>
                    <a:pt x="230560" y="320714"/>
                  </a:lnTo>
                  <a:lnTo>
                    <a:pt x="235417" y="318633"/>
                  </a:lnTo>
                  <a:lnTo>
                    <a:pt x="240206" y="316400"/>
                  </a:lnTo>
                  <a:lnTo>
                    <a:pt x="244922" y="314016"/>
                  </a:lnTo>
                  <a:lnTo>
                    <a:pt x="249560" y="311485"/>
                  </a:lnTo>
                  <a:lnTo>
                    <a:pt x="254116" y="308808"/>
                  </a:lnTo>
                  <a:lnTo>
                    <a:pt x="258585" y="305989"/>
                  </a:lnTo>
                  <a:lnTo>
                    <a:pt x="262963" y="303030"/>
                  </a:lnTo>
                  <a:lnTo>
                    <a:pt x="267245" y="299933"/>
                  </a:lnTo>
                  <a:lnTo>
                    <a:pt x="271427" y="296703"/>
                  </a:lnTo>
                  <a:lnTo>
                    <a:pt x="275505" y="293343"/>
                  </a:lnTo>
                  <a:lnTo>
                    <a:pt x="279474" y="289855"/>
                  </a:lnTo>
                  <a:lnTo>
                    <a:pt x="283332" y="286244"/>
                  </a:lnTo>
                  <a:lnTo>
                    <a:pt x="287073" y="282512"/>
                  </a:lnTo>
                  <a:lnTo>
                    <a:pt x="290695" y="278664"/>
                  </a:lnTo>
                  <a:lnTo>
                    <a:pt x="294193" y="274704"/>
                  </a:lnTo>
                  <a:lnTo>
                    <a:pt x="297564" y="270635"/>
                  </a:lnTo>
                  <a:lnTo>
                    <a:pt x="300805" y="266461"/>
                  </a:lnTo>
                  <a:lnTo>
                    <a:pt x="303912" y="262187"/>
                  </a:lnTo>
                  <a:lnTo>
                    <a:pt x="306883" y="257817"/>
                  </a:lnTo>
                  <a:lnTo>
                    <a:pt x="309714" y="253356"/>
                  </a:lnTo>
                  <a:lnTo>
                    <a:pt x="312403" y="248807"/>
                  </a:lnTo>
                  <a:lnTo>
                    <a:pt x="314946" y="244175"/>
                  </a:lnTo>
                  <a:lnTo>
                    <a:pt x="317342" y="239465"/>
                  </a:lnTo>
                  <a:lnTo>
                    <a:pt x="319588" y="234682"/>
                  </a:lnTo>
                  <a:lnTo>
                    <a:pt x="321682" y="229831"/>
                  </a:lnTo>
                  <a:lnTo>
                    <a:pt x="323621" y="224915"/>
                  </a:lnTo>
                  <a:lnTo>
                    <a:pt x="325404" y="219941"/>
                  </a:lnTo>
                  <a:lnTo>
                    <a:pt x="327028" y="214913"/>
                  </a:lnTo>
                  <a:lnTo>
                    <a:pt x="328493" y="209836"/>
                  </a:lnTo>
                  <a:lnTo>
                    <a:pt x="329797" y="204715"/>
                  </a:lnTo>
                  <a:lnTo>
                    <a:pt x="330939" y="199556"/>
                  </a:lnTo>
                  <a:lnTo>
                    <a:pt x="331916" y="194363"/>
                  </a:lnTo>
                  <a:lnTo>
                    <a:pt x="332729" y="189142"/>
                  </a:lnTo>
                  <a:lnTo>
                    <a:pt x="333377" y="183897"/>
                  </a:lnTo>
                  <a:lnTo>
                    <a:pt x="333859" y="178635"/>
                  </a:lnTo>
                  <a:lnTo>
                    <a:pt x="334174" y="173361"/>
                  </a:lnTo>
                  <a:lnTo>
                    <a:pt x="334322" y="168078"/>
                  </a:lnTo>
                  <a:lnTo>
                    <a:pt x="334303" y="162794"/>
                  </a:lnTo>
                  <a:lnTo>
                    <a:pt x="334117" y="157514"/>
                  </a:lnTo>
                  <a:lnTo>
                    <a:pt x="333764" y="152241"/>
                  </a:lnTo>
                  <a:lnTo>
                    <a:pt x="333245" y="146983"/>
                  </a:lnTo>
                  <a:lnTo>
                    <a:pt x="332560" y="141743"/>
                  </a:lnTo>
                  <a:lnTo>
                    <a:pt x="331710" y="136528"/>
                  </a:lnTo>
                  <a:lnTo>
                    <a:pt x="330695" y="131342"/>
                  </a:lnTo>
                  <a:lnTo>
                    <a:pt x="329517" y="126191"/>
                  </a:lnTo>
                  <a:lnTo>
                    <a:pt x="328177" y="121080"/>
                  </a:lnTo>
                  <a:lnTo>
                    <a:pt x="326676" y="116013"/>
                  </a:lnTo>
                  <a:lnTo>
                    <a:pt x="325015" y="110997"/>
                  </a:lnTo>
                  <a:lnTo>
                    <a:pt x="323197" y="106035"/>
                  </a:lnTo>
                  <a:lnTo>
                    <a:pt x="321222" y="101134"/>
                  </a:lnTo>
                  <a:lnTo>
                    <a:pt x="319094" y="96297"/>
                  </a:lnTo>
                  <a:lnTo>
                    <a:pt x="316814" y="91530"/>
                  </a:lnTo>
                  <a:lnTo>
                    <a:pt x="314385" y="86838"/>
                  </a:lnTo>
                  <a:lnTo>
                    <a:pt x="311808" y="82225"/>
                  </a:lnTo>
                  <a:lnTo>
                    <a:pt x="309087" y="77695"/>
                  </a:lnTo>
                  <a:lnTo>
                    <a:pt x="306224" y="73254"/>
                  </a:lnTo>
                  <a:lnTo>
                    <a:pt x="303222" y="68905"/>
                  </a:lnTo>
                  <a:lnTo>
                    <a:pt x="300085" y="64653"/>
                  </a:lnTo>
                  <a:lnTo>
                    <a:pt x="296814" y="60503"/>
                  </a:lnTo>
                  <a:lnTo>
                    <a:pt x="293414" y="56458"/>
                  </a:lnTo>
                  <a:lnTo>
                    <a:pt x="289888" y="52523"/>
                  </a:lnTo>
                  <a:lnTo>
                    <a:pt x="286239" y="48701"/>
                  </a:lnTo>
                  <a:lnTo>
                    <a:pt x="282471" y="44996"/>
                  </a:lnTo>
                  <a:lnTo>
                    <a:pt x="278588" y="41412"/>
                  </a:lnTo>
                  <a:lnTo>
                    <a:pt x="274593" y="37953"/>
                  </a:lnTo>
                  <a:lnTo>
                    <a:pt x="270492" y="34622"/>
                  </a:lnTo>
                  <a:lnTo>
                    <a:pt x="266287" y="31422"/>
                  </a:lnTo>
                  <a:lnTo>
                    <a:pt x="261983" y="28356"/>
                  </a:lnTo>
                  <a:lnTo>
                    <a:pt x="257584" y="25428"/>
                  </a:lnTo>
                  <a:lnTo>
                    <a:pt x="253095" y="22641"/>
                  </a:lnTo>
                  <a:lnTo>
                    <a:pt x="248520" y="19996"/>
                  </a:lnTo>
                  <a:lnTo>
                    <a:pt x="243864" y="17498"/>
                  </a:lnTo>
                  <a:lnTo>
                    <a:pt x="239131" y="15148"/>
                  </a:lnTo>
                  <a:lnTo>
                    <a:pt x="234326" y="12949"/>
                  </a:lnTo>
                  <a:lnTo>
                    <a:pt x="229454" y="10903"/>
                  </a:lnTo>
                  <a:lnTo>
                    <a:pt x="224520" y="9012"/>
                  </a:lnTo>
                  <a:lnTo>
                    <a:pt x="219529" y="7278"/>
                  </a:lnTo>
                  <a:lnTo>
                    <a:pt x="167167" y="1660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3170392"/>
              <a:ext cx="52361" cy="167167"/>
            </a:xfrm>
            <a:custGeom>
              <a:avLst/>
              <a:pathLst>
                <a:path w="52361" h="167167">
                  <a:moveTo>
                    <a:pt x="52361" y="8412"/>
                  </a:moveTo>
                  <a:lnTo>
                    <a:pt x="46710" y="6658"/>
                  </a:lnTo>
                  <a:lnTo>
                    <a:pt x="41000" y="5105"/>
                  </a:lnTo>
                  <a:lnTo>
                    <a:pt x="35239" y="3756"/>
                  </a:lnTo>
                  <a:lnTo>
                    <a:pt x="29433" y="2611"/>
                  </a:lnTo>
                  <a:lnTo>
                    <a:pt x="23591" y="1673"/>
                  </a:lnTo>
                  <a:lnTo>
                    <a:pt x="17719" y="941"/>
                  </a:lnTo>
                  <a:lnTo>
                    <a:pt x="11825" y="418"/>
                  </a:lnTo>
                  <a:lnTo>
                    <a:pt x="5916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215" y="3707720"/>
              <a:ext cx="4533" cy="167167"/>
            </a:xfrm>
            <a:custGeom>
              <a:avLst/>
              <a:pathLst>
                <a:path w="4533" h="167167">
                  <a:moveTo>
                    <a:pt x="4533" y="0"/>
                  </a:moveTo>
                  <a:lnTo>
                    <a:pt x="0" y="61"/>
                  </a:lnTo>
                  <a:lnTo>
                    <a:pt x="453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423582" y="3707720"/>
              <a:ext cx="334325" cy="334319"/>
            </a:xfrm>
            <a:custGeom>
              <a:avLst/>
              <a:pathLst>
                <a:path w="334325" h="334319">
                  <a:moveTo>
                    <a:pt x="162632" y="61"/>
                  </a:moveTo>
                  <a:lnTo>
                    <a:pt x="157355" y="288"/>
                  </a:lnTo>
                  <a:lnTo>
                    <a:pt x="152089" y="681"/>
                  </a:lnTo>
                  <a:lnTo>
                    <a:pt x="146837" y="1240"/>
                  </a:lnTo>
                  <a:lnTo>
                    <a:pt x="141606" y="1965"/>
                  </a:lnTo>
                  <a:lnTo>
                    <a:pt x="136400" y="2855"/>
                  </a:lnTo>
                  <a:lnTo>
                    <a:pt x="131225" y="3909"/>
                  </a:lnTo>
                  <a:lnTo>
                    <a:pt x="126086" y="5126"/>
                  </a:lnTo>
                  <a:lnTo>
                    <a:pt x="120987" y="6504"/>
                  </a:lnTo>
                  <a:lnTo>
                    <a:pt x="115935" y="8043"/>
                  </a:lnTo>
                  <a:lnTo>
                    <a:pt x="110934" y="9741"/>
                  </a:lnTo>
                  <a:lnTo>
                    <a:pt x="105989" y="11596"/>
                  </a:lnTo>
                  <a:lnTo>
                    <a:pt x="101106" y="13606"/>
                  </a:lnTo>
                  <a:lnTo>
                    <a:pt x="96288" y="15769"/>
                  </a:lnTo>
                  <a:lnTo>
                    <a:pt x="91541" y="18084"/>
                  </a:lnTo>
                  <a:lnTo>
                    <a:pt x="86869" y="20547"/>
                  </a:lnTo>
                  <a:lnTo>
                    <a:pt x="82277" y="23157"/>
                  </a:lnTo>
                  <a:lnTo>
                    <a:pt x="77771" y="25910"/>
                  </a:lnTo>
                  <a:lnTo>
                    <a:pt x="73353" y="28804"/>
                  </a:lnTo>
                  <a:lnTo>
                    <a:pt x="69029" y="31837"/>
                  </a:lnTo>
                  <a:lnTo>
                    <a:pt x="64803" y="35004"/>
                  </a:lnTo>
                  <a:lnTo>
                    <a:pt x="60679" y="38304"/>
                  </a:lnTo>
                  <a:lnTo>
                    <a:pt x="56662" y="41732"/>
                  </a:lnTo>
                  <a:lnTo>
                    <a:pt x="52755" y="45285"/>
                  </a:lnTo>
                  <a:lnTo>
                    <a:pt x="48962" y="48960"/>
                  </a:lnTo>
                  <a:lnTo>
                    <a:pt x="45287" y="52753"/>
                  </a:lnTo>
                  <a:lnTo>
                    <a:pt x="41733" y="56660"/>
                  </a:lnTo>
                  <a:lnTo>
                    <a:pt x="38305" y="60678"/>
                  </a:lnTo>
                  <a:lnTo>
                    <a:pt x="35005" y="64801"/>
                  </a:lnTo>
                  <a:lnTo>
                    <a:pt x="31838" y="69027"/>
                  </a:lnTo>
                  <a:lnTo>
                    <a:pt x="28805" y="73351"/>
                  </a:lnTo>
                  <a:lnTo>
                    <a:pt x="25911" y="77769"/>
                  </a:lnTo>
                  <a:lnTo>
                    <a:pt x="23157" y="82275"/>
                  </a:lnTo>
                  <a:lnTo>
                    <a:pt x="20547" y="86867"/>
                  </a:lnTo>
                  <a:lnTo>
                    <a:pt x="18084" y="91538"/>
                  </a:lnTo>
                  <a:lnTo>
                    <a:pt x="15769" y="96285"/>
                  </a:lnTo>
                  <a:lnTo>
                    <a:pt x="13606" y="101103"/>
                  </a:lnTo>
                  <a:lnTo>
                    <a:pt x="11595" y="105987"/>
                  </a:lnTo>
                  <a:lnTo>
                    <a:pt x="9740" y="110932"/>
                  </a:lnTo>
                  <a:lnTo>
                    <a:pt x="8043" y="115933"/>
                  </a:lnTo>
                  <a:lnTo>
                    <a:pt x="6504" y="120985"/>
                  </a:lnTo>
                  <a:lnTo>
                    <a:pt x="5125" y="126083"/>
                  </a:lnTo>
                  <a:lnTo>
                    <a:pt x="3908" y="131222"/>
                  </a:lnTo>
                  <a:lnTo>
                    <a:pt x="2854" y="136397"/>
                  </a:lnTo>
                  <a:lnTo>
                    <a:pt x="1964" y="141603"/>
                  </a:lnTo>
                  <a:lnTo>
                    <a:pt x="1239" y="146835"/>
                  </a:lnTo>
                  <a:lnTo>
                    <a:pt x="679" y="152086"/>
                  </a:lnTo>
                  <a:lnTo>
                    <a:pt x="286" y="157353"/>
                  </a:lnTo>
                  <a:lnTo>
                    <a:pt x="59" y="162629"/>
                  </a:lnTo>
                  <a:lnTo>
                    <a:pt x="0" y="167910"/>
                  </a:lnTo>
                  <a:lnTo>
                    <a:pt x="106" y="173190"/>
                  </a:lnTo>
                  <a:lnTo>
                    <a:pt x="380" y="178465"/>
                  </a:lnTo>
                  <a:lnTo>
                    <a:pt x="820" y="183728"/>
                  </a:lnTo>
                  <a:lnTo>
                    <a:pt x="1426" y="188974"/>
                  </a:lnTo>
                  <a:lnTo>
                    <a:pt x="2198" y="194199"/>
                  </a:lnTo>
                  <a:lnTo>
                    <a:pt x="3134" y="199396"/>
                  </a:lnTo>
                  <a:lnTo>
                    <a:pt x="4234" y="204562"/>
                  </a:lnTo>
                  <a:lnTo>
                    <a:pt x="5497" y="209690"/>
                  </a:lnTo>
                  <a:lnTo>
                    <a:pt x="6921" y="214776"/>
                  </a:lnTo>
                  <a:lnTo>
                    <a:pt x="8505" y="219814"/>
                  </a:lnTo>
                  <a:lnTo>
                    <a:pt x="10247" y="224800"/>
                  </a:lnTo>
                  <a:lnTo>
                    <a:pt x="12146" y="229728"/>
                  </a:lnTo>
                  <a:lnTo>
                    <a:pt x="14199" y="234594"/>
                  </a:lnTo>
                  <a:lnTo>
                    <a:pt x="16406" y="239392"/>
                  </a:lnTo>
                  <a:lnTo>
                    <a:pt x="18762" y="244118"/>
                  </a:lnTo>
                  <a:lnTo>
                    <a:pt x="21267" y="248768"/>
                  </a:lnTo>
                  <a:lnTo>
                    <a:pt x="23918" y="253336"/>
                  </a:lnTo>
                  <a:lnTo>
                    <a:pt x="26711" y="257818"/>
                  </a:lnTo>
                  <a:lnTo>
                    <a:pt x="29645" y="262209"/>
                  </a:lnTo>
                  <a:lnTo>
                    <a:pt x="32716" y="266506"/>
                  </a:lnTo>
                  <a:lnTo>
                    <a:pt x="35921" y="270704"/>
                  </a:lnTo>
                  <a:lnTo>
                    <a:pt x="39257" y="274798"/>
                  </a:lnTo>
                  <a:lnTo>
                    <a:pt x="42721" y="278785"/>
                  </a:lnTo>
                  <a:lnTo>
                    <a:pt x="46309" y="282660"/>
                  </a:lnTo>
                  <a:lnTo>
                    <a:pt x="50017" y="286420"/>
                  </a:lnTo>
                  <a:lnTo>
                    <a:pt x="53843" y="290061"/>
                  </a:lnTo>
                  <a:lnTo>
                    <a:pt x="57782" y="293580"/>
                  </a:lnTo>
                  <a:lnTo>
                    <a:pt x="61829" y="296972"/>
                  </a:lnTo>
                  <a:lnTo>
                    <a:pt x="65982" y="300235"/>
                  </a:lnTo>
                  <a:lnTo>
                    <a:pt x="70236" y="303364"/>
                  </a:lnTo>
                  <a:lnTo>
                    <a:pt x="74587" y="306358"/>
                  </a:lnTo>
                  <a:lnTo>
                    <a:pt x="79030" y="309213"/>
                  </a:lnTo>
                  <a:lnTo>
                    <a:pt x="83561" y="311927"/>
                  </a:lnTo>
                  <a:lnTo>
                    <a:pt x="88176" y="314495"/>
                  </a:lnTo>
                  <a:lnTo>
                    <a:pt x="92869" y="316917"/>
                  </a:lnTo>
                  <a:lnTo>
                    <a:pt x="97637" y="319189"/>
                  </a:lnTo>
                  <a:lnTo>
                    <a:pt x="102474" y="321310"/>
                  </a:lnTo>
                  <a:lnTo>
                    <a:pt x="107375" y="323276"/>
                  </a:lnTo>
                  <a:lnTo>
                    <a:pt x="112336" y="325087"/>
                  </a:lnTo>
                  <a:lnTo>
                    <a:pt x="117352" y="326740"/>
                  </a:lnTo>
                  <a:lnTo>
                    <a:pt x="122418" y="328234"/>
                  </a:lnTo>
                  <a:lnTo>
                    <a:pt x="127528" y="329567"/>
                  </a:lnTo>
                  <a:lnTo>
                    <a:pt x="132678" y="330738"/>
                  </a:lnTo>
                  <a:lnTo>
                    <a:pt x="137862" y="331746"/>
                  </a:lnTo>
                  <a:lnTo>
                    <a:pt x="143076" y="332590"/>
                  </a:lnTo>
                  <a:lnTo>
                    <a:pt x="148313" y="333268"/>
                  </a:lnTo>
                  <a:lnTo>
                    <a:pt x="153570" y="333781"/>
                  </a:lnTo>
                  <a:lnTo>
                    <a:pt x="158840" y="334127"/>
                  </a:lnTo>
                  <a:lnTo>
                    <a:pt x="164118" y="334307"/>
                  </a:lnTo>
                  <a:lnTo>
                    <a:pt x="169399" y="334319"/>
                  </a:lnTo>
                  <a:lnTo>
                    <a:pt x="174678" y="334165"/>
                  </a:lnTo>
                  <a:lnTo>
                    <a:pt x="179950" y="333845"/>
                  </a:lnTo>
                  <a:lnTo>
                    <a:pt x="185209" y="333358"/>
                  </a:lnTo>
                  <a:lnTo>
                    <a:pt x="190450" y="332705"/>
                  </a:lnTo>
                  <a:lnTo>
                    <a:pt x="195667" y="331887"/>
                  </a:lnTo>
                  <a:lnTo>
                    <a:pt x="200856" y="330904"/>
                  </a:lnTo>
                  <a:lnTo>
                    <a:pt x="206012" y="329758"/>
                  </a:lnTo>
                  <a:lnTo>
                    <a:pt x="211129" y="328450"/>
                  </a:lnTo>
                  <a:lnTo>
                    <a:pt x="216201" y="326981"/>
                  </a:lnTo>
                  <a:lnTo>
                    <a:pt x="221225" y="325352"/>
                  </a:lnTo>
                  <a:lnTo>
                    <a:pt x="226195" y="323565"/>
                  </a:lnTo>
                  <a:lnTo>
                    <a:pt x="231106" y="321622"/>
                  </a:lnTo>
                  <a:lnTo>
                    <a:pt x="235953" y="319526"/>
                  </a:lnTo>
                  <a:lnTo>
                    <a:pt x="240732" y="317277"/>
                  </a:lnTo>
                  <a:lnTo>
                    <a:pt x="245437" y="314878"/>
                  </a:lnTo>
                  <a:lnTo>
                    <a:pt x="250064" y="312332"/>
                  </a:lnTo>
                  <a:lnTo>
                    <a:pt x="254608" y="309640"/>
                  </a:lnTo>
                  <a:lnTo>
                    <a:pt x="259065" y="306807"/>
                  </a:lnTo>
                  <a:lnTo>
                    <a:pt x="263430" y="303834"/>
                  </a:lnTo>
                  <a:lnTo>
                    <a:pt x="267700" y="300725"/>
                  </a:lnTo>
                  <a:lnTo>
                    <a:pt x="271868" y="297483"/>
                  </a:lnTo>
                  <a:lnTo>
                    <a:pt x="275933" y="294110"/>
                  </a:lnTo>
                  <a:lnTo>
                    <a:pt x="279888" y="290611"/>
                  </a:lnTo>
                  <a:lnTo>
                    <a:pt x="283732" y="286989"/>
                  </a:lnTo>
                  <a:lnTo>
                    <a:pt x="287459" y="283247"/>
                  </a:lnTo>
                  <a:lnTo>
                    <a:pt x="291065" y="279389"/>
                  </a:lnTo>
                  <a:lnTo>
                    <a:pt x="294548" y="275419"/>
                  </a:lnTo>
                  <a:lnTo>
                    <a:pt x="297904" y="271341"/>
                  </a:lnTo>
                  <a:lnTo>
                    <a:pt x="301130" y="267159"/>
                  </a:lnTo>
                  <a:lnTo>
                    <a:pt x="304222" y="262877"/>
                  </a:lnTo>
                  <a:lnTo>
                    <a:pt x="307177" y="258500"/>
                  </a:lnTo>
                  <a:lnTo>
                    <a:pt x="309992" y="254032"/>
                  </a:lnTo>
                  <a:lnTo>
                    <a:pt x="312665" y="249477"/>
                  </a:lnTo>
                  <a:lnTo>
                    <a:pt x="315192" y="244839"/>
                  </a:lnTo>
                  <a:lnTo>
                    <a:pt x="317572" y="240124"/>
                  </a:lnTo>
                  <a:lnTo>
                    <a:pt x="319802" y="235337"/>
                  </a:lnTo>
                  <a:lnTo>
                    <a:pt x="321879" y="230481"/>
                  </a:lnTo>
                  <a:lnTo>
                    <a:pt x="323802" y="225562"/>
                  </a:lnTo>
                  <a:lnTo>
                    <a:pt x="325568" y="220585"/>
                  </a:lnTo>
                  <a:lnTo>
                    <a:pt x="327176" y="215555"/>
                  </a:lnTo>
                  <a:lnTo>
                    <a:pt x="328625" y="210476"/>
                  </a:lnTo>
                  <a:lnTo>
                    <a:pt x="329913" y="205354"/>
                  </a:lnTo>
                  <a:lnTo>
                    <a:pt x="331038" y="200194"/>
                  </a:lnTo>
                  <a:lnTo>
                    <a:pt x="331999" y="195001"/>
                  </a:lnTo>
                  <a:lnTo>
                    <a:pt x="332796" y="189780"/>
                  </a:lnTo>
                  <a:lnTo>
                    <a:pt x="333428" y="184537"/>
                  </a:lnTo>
                  <a:lnTo>
                    <a:pt x="333894" y="179276"/>
                  </a:lnTo>
                  <a:lnTo>
                    <a:pt x="334193" y="174003"/>
                  </a:lnTo>
                  <a:lnTo>
                    <a:pt x="334325" y="168723"/>
                  </a:lnTo>
                  <a:lnTo>
                    <a:pt x="334291" y="163442"/>
                  </a:lnTo>
                  <a:lnTo>
                    <a:pt x="334090" y="158165"/>
                  </a:lnTo>
                  <a:lnTo>
                    <a:pt x="333722" y="152896"/>
                  </a:lnTo>
                  <a:lnTo>
                    <a:pt x="333189" y="147642"/>
                  </a:lnTo>
                  <a:lnTo>
                    <a:pt x="332489" y="142407"/>
                  </a:lnTo>
                  <a:lnTo>
                    <a:pt x="331624" y="137197"/>
                  </a:lnTo>
                  <a:lnTo>
                    <a:pt x="330596" y="132017"/>
                  </a:lnTo>
                  <a:lnTo>
                    <a:pt x="329404" y="126872"/>
                  </a:lnTo>
                  <a:lnTo>
                    <a:pt x="328050" y="121767"/>
                  </a:lnTo>
                  <a:lnTo>
                    <a:pt x="326535" y="116708"/>
                  </a:lnTo>
                  <a:lnTo>
                    <a:pt x="324862" y="111698"/>
                  </a:lnTo>
                  <a:lnTo>
                    <a:pt x="323031" y="106745"/>
                  </a:lnTo>
                  <a:lnTo>
                    <a:pt x="321044" y="101851"/>
                  </a:lnTo>
                  <a:lnTo>
                    <a:pt x="318904" y="97023"/>
                  </a:lnTo>
                  <a:lnTo>
                    <a:pt x="316613" y="92265"/>
                  </a:lnTo>
                  <a:lnTo>
                    <a:pt x="314172" y="87581"/>
                  </a:lnTo>
                  <a:lnTo>
                    <a:pt x="311585" y="82977"/>
                  </a:lnTo>
                  <a:lnTo>
                    <a:pt x="308853" y="78457"/>
                  </a:lnTo>
                  <a:lnTo>
                    <a:pt x="305980" y="74025"/>
                  </a:lnTo>
                  <a:lnTo>
                    <a:pt x="302969" y="69687"/>
                  </a:lnTo>
                  <a:lnTo>
                    <a:pt x="299822" y="65446"/>
                  </a:lnTo>
                  <a:lnTo>
                    <a:pt x="296542" y="61306"/>
                  </a:lnTo>
                  <a:lnTo>
                    <a:pt x="293134" y="57272"/>
                  </a:lnTo>
                  <a:lnTo>
                    <a:pt x="289599" y="53347"/>
                  </a:lnTo>
                  <a:lnTo>
                    <a:pt x="285943" y="49537"/>
                  </a:lnTo>
                  <a:lnTo>
                    <a:pt x="282168" y="45843"/>
                  </a:lnTo>
                  <a:lnTo>
                    <a:pt x="278278" y="42271"/>
                  </a:lnTo>
                  <a:lnTo>
                    <a:pt x="274277" y="38823"/>
                  </a:lnTo>
                  <a:lnTo>
                    <a:pt x="270169" y="35504"/>
                  </a:lnTo>
                  <a:lnTo>
                    <a:pt x="265959" y="32316"/>
                  </a:lnTo>
                  <a:lnTo>
                    <a:pt x="261650" y="29262"/>
                  </a:lnTo>
                  <a:lnTo>
                    <a:pt x="257246" y="26346"/>
                  </a:lnTo>
                  <a:lnTo>
                    <a:pt x="252753" y="23571"/>
                  </a:lnTo>
                  <a:lnTo>
                    <a:pt x="248174" y="20939"/>
                  </a:lnTo>
                  <a:lnTo>
                    <a:pt x="243514" y="18453"/>
                  </a:lnTo>
                  <a:lnTo>
                    <a:pt x="238779" y="16116"/>
                  </a:lnTo>
                  <a:lnTo>
                    <a:pt x="233971" y="13929"/>
                  </a:lnTo>
                  <a:lnTo>
                    <a:pt x="229097" y="11895"/>
                  </a:lnTo>
                  <a:lnTo>
                    <a:pt x="224162" y="10016"/>
                  </a:lnTo>
                  <a:lnTo>
                    <a:pt x="219169" y="8294"/>
                  </a:lnTo>
                  <a:lnTo>
                    <a:pt x="214124" y="6731"/>
                  </a:lnTo>
                  <a:lnTo>
                    <a:pt x="209033" y="5327"/>
                  </a:lnTo>
                  <a:lnTo>
                    <a:pt x="203900" y="4086"/>
                  </a:lnTo>
                  <a:lnTo>
                    <a:pt x="198730" y="3006"/>
                  </a:lnTo>
                  <a:lnTo>
                    <a:pt x="193528" y="2091"/>
                  </a:lnTo>
                  <a:lnTo>
                    <a:pt x="188300" y="1341"/>
                  </a:lnTo>
                  <a:lnTo>
                    <a:pt x="183052" y="756"/>
                  </a:lnTo>
                  <a:lnTo>
                    <a:pt x="177787" y="337"/>
                  </a:lnTo>
                  <a:lnTo>
                    <a:pt x="172512" y="85"/>
                  </a:lnTo>
                  <a:lnTo>
                    <a:pt x="167231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6754" y="4213821"/>
              <a:ext cx="4533" cy="167167"/>
            </a:xfrm>
            <a:custGeom>
              <a:avLst/>
              <a:pathLst>
                <a:path w="4533" h="167167">
                  <a:moveTo>
                    <a:pt x="4533" y="0"/>
                  </a:moveTo>
                  <a:lnTo>
                    <a:pt x="0" y="61"/>
                  </a:lnTo>
                  <a:lnTo>
                    <a:pt x="453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14121" y="4213821"/>
              <a:ext cx="334324" cy="334320"/>
            </a:xfrm>
            <a:custGeom>
              <a:avLst/>
              <a:pathLst>
                <a:path w="334324" h="334320">
                  <a:moveTo>
                    <a:pt x="162632" y="61"/>
                  </a:moveTo>
                  <a:lnTo>
                    <a:pt x="157356" y="287"/>
                  </a:lnTo>
                  <a:lnTo>
                    <a:pt x="152091" y="680"/>
                  </a:lnTo>
                  <a:lnTo>
                    <a:pt x="146840" y="1240"/>
                  </a:lnTo>
                  <a:lnTo>
                    <a:pt x="141609" y="1964"/>
                  </a:lnTo>
                  <a:lnTo>
                    <a:pt x="136404" y="2854"/>
                  </a:lnTo>
                  <a:lnTo>
                    <a:pt x="131230" y="3908"/>
                  </a:lnTo>
                  <a:lnTo>
                    <a:pt x="126091" y="5124"/>
                  </a:lnTo>
                  <a:lnTo>
                    <a:pt x="120994" y="6502"/>
                  </a:lnTo>
                  <a:lnTo>
                    <a:pt x="115943" y="8041"/>
                  </a:lnTo>
                  <a:lnTo>
                    <a:pt x="110942" y="9738"/>
                  </a:lnTo>
                  <a:lnTo>
                    <a:pt x="105998" y="11592"/>
                  </a:lnTo>
                  <a:lnTo>
                    <a:pt x="101115" y="13602"/>
                  </a:lnTo>
                  <a:lnTo>
                    <a:pt x="96298" y="15764"/>
                  </a:lnTo>
                  <a:lnTo>
                    <a:pt x="91551" y="18078"/>
                  </a:lnTo>
                  <a:lnTo>
                    <a:pt x="86880" y="20541"/>
                  </a:lnTo>
                  <a:lnTo>
                    <a:pt x="82289" y="23150"/>
                  </a:lnTo>
                  <a:lnTo>
                    <a:pt x="77783" y="25902"/>
                  </a:lnTo>
                  <a:lnTo>
                    <a:pt x="73366" y="28796"/>
                  </a:lnTo>
                  <a:lnTo>
                    <a:pt x="69042" y="31827"/>
                  </a:lnTo>
                  <a:lnTo>
                    <a:pt x="64816" y="34994"/>
                  </a:lnTo>
                  <a:lnTo>
                    <a:pt x="60693" y="38293"/>
                  </a:lnTo>
                  <a:lnTo>
                    <a:pt x="56676" y="41720"/>
                  </a:lnTo>
                  <a:lnTo>
                    <a:pt x="52769" y="45272"/>
                  </a:lnTo>
                  <a:lnTo>
                    <a:pt x="48976" y="48946"/>
                  </a:lnTo>
                  <a:lnTo>
                    <a:pt x="45301" y="52738"/>
                  </a:lnTo>
                  <a:lnTo>
                    <a:pt x="41748" y="56644"/>
                  </a:lnTo>
                  <a:lnTo>
                    <a:pt x="38319" y="60660"/>
                  </a:lnTo>
                  <a:lnTo>
                    <a:pt x="35020" y="64783"/>
                  </a:lnTo>
                  <a:lnTo>
                    <a:pt x="31852" y="69008"/>
                  </a:lnTo>
                  <a:lnTo>
                    <a:pt x="28819" y="73330"/>
                  </a:lnTo>
                  <a:lnTo>
                    <a:pt x="25924" y="77747"/>
                  </a:lnTo>
                  <a:lnTo>
                    <a:pt x="23171" y="82252"/>
                  </a:lnTo>
                  <a:lnTo>
                    <a:pt x="20561" y="86843"/>
                  </a:lnTo>
                  <a:lnTo>
                    <a:pt x="18097" y="91513"/>
                  </a:lnTo>
                  <a:lnTo>
                    <a:pt x="15782" y="96259"/>
                  </a:lnTo>
                  <a:lnTo>
                    <a:pt x="13618" y="101076"/>
                  </a:lnTo>
                  <a:lnTo>
                    <a:pt x="11607" y="105958"/>
                  </a:lnTo>
                  <a:lnTo>
                    <a:pt x="9751" y="110902"/>
                  </a:lnTo>
                  <a:lnTo>
                    <a:pt x="8053" y="115902"/>
                  </a:lnTo>
                  <a:lnTo>
                    <a:pt x="6513" y="120953"/>
                  </a:lnTo>
                  <a:lnTo>
                    <a:pt x="5133" y="126050"/>
                  </a:lnTo>
                  <a:lnTo>
                    <a:pt x="3916" y="131188"/>
                  </a:lnTo>
                  <a:lnTo>
                    <a:pt x="2861" y="136362"/>
                  </a:lnTo>
                  <a:lnTo>
                    <a:pt x="1970" y="141567"/>
                  </a:lnTo>
                  <a:lnTo>
                    <a:pt x="1244" y="146797"/>
                  </a:lnTo>
                  <a:lnTo>
                    <a:pt x="683" y="152048"/>
                  </a:lnTo>
                  <a:lnTo>
                    <a:pt x="289" y="157314"/>
                  </a:lnTo>
                  <a:lnTo>
                    <a:pt x="61" y="162589"/>
                  </a:lnTo>
                  <a:lnTo>
                    <a:pt x="0" y="167869"/>
                  </a:lnTo>
                  <a:lnTo>
                    <a:pt x="105" y="173149"/>
                  </a:lnTo>
                  <a:lnTo>
                    <a:pt x="377" y="178422"/>
                  </a:lnTo>
                  <a:lnTo>
                    <a:pt x="816" y="183685"/>
                  </a:lnTo>
                  <a:lnTo>
                    <a:pt x="1421" y="188930"/>
                  </a:lnTo>
                  <a:lnTo>
                    <a:pt x="2191" y="194154"/>
                  </a:lnTo>
                  <a:lnTo>
                    <a:pt x="3126" y="199351"/>
                  </a:lnTo>
                  <a:lnTo>
                    <a:pt x="4224" y="204516"/>
                  </a:lnTo>
                  <a:lnTo>
                    <a:pt x="5485" y="209644"/>
                  </a:lnTo>
                  <a:lnTo>
                    <a:pt x="6907" y="214730"/>
                  </a:lnTo>
                  <a:lnTo>
                    <a:pt x="8489" y="219767"/>
                  </a:lnTo>
                  <a:lnTo>
                    <a:pt x="10230" y="224753"/>
                  </a:lnTo>
                  <a:lnTo>
                    <a:pt x="12127" y="229681"/>
                  </a:lnTo>
                  <a:lnTo>
                    <a:pt x="14179" y="234546"/>
                  </a:lnTo>
                  <a:lnTo>
                    <a:pt x="16383" y="239345"/>
                  </a:lnTo>
                  <a:lnTo>
                    <a:pt x="18738" y="244071"/>
                  </a:lnTo>
                  <a:lnTo>
                    <a:pt x="21241" y="248721"/>
                  </a:lnTo>
                  <a:lnTo>
                    <a:pt x="23890" y="253289"/>
                  </a:lnTo>
                  <a:lnTo>
                    <a:pt x="26681" y="257771"/>
                  </a:lnTo>
                  <a:lnTo>
                    <a:pt x="29613" y="262163"/>
                  </a:lnTo>
                  <a:lnTo>
                    <a:pt x="32682" y="266460"/>
                  </a:lnTo>
                  <a:lnTo>
                    <a:pt x="35885" y="270658"/>
                  </a:lnTo>
                  <a:lnTo>
                    <a:pt x="39219" y="274753"/>
                  </a:lnTo>
                  <a:lnTo>
                    <a:pt x="42681" y="278740"/>
                  </a:lnTo>
                  <a:lnTo>
                    <a:pt x="46267" y="282616"/>
                  </a:lnTo>
                  <a:lnTo>
                    <a:pt x="49974" y="286377"/>
                  </a:lnTo>
                  <a:lnTo>
                    <a:pt x="53797" y="290019"/>
                  </a:lnTo>
                  <a:lnTo>
                    <a:pt x="57734" y="293538"/>
                  </a:lnTo>
                  <a:lnTo>
                    <a:pt x="61780" y="296931"/>
                  </a:lnTo>
                  <a:lnTo>
                    <a:pt x="65931" y="300195"/>
                  </a:lnTo>
                  <a:lnTo>
                    <a:pt x="70183" y="303326"/>
                  </a:lnTo>
                  <a:lnTo>
                    <a:pt x="74532" y="306321"/>
                  </a:lnTo>
                  <a:lnTo>
                    <a:pt x="78973" y="309178"/>
                  </a:lnTo>
                  <a:lnTo>
                    <a:pt x="83503" y="311892"/>
                  </a:lnTo>
                  <a:lnTo>
                    <a:pt x="88115" y="314463"/>
                  </a:lnTo>
                  <a:lnTo>
                    <a:pt x="92807" y="316886"/>
                  </a:lnTo>
                  <a:lnTo>
                    <a:pt x="97573" y="319160"/>
                  </a:lnTo>
                  <a:lnTo>
                    <a:pt x="102408" y="321282"/>
                  </a:lnTo>
                  <a:lnTo>
                    <a:pt x="107308" y="323250"/>
                  </a:lnTo>
                  <a:lnTo>
                    <a:pt x="112268" y="325063"/>
                  </a:lnTo>
                  <a:lnTo>
                    <a:pt x="117282" y="326718"/>
                  </a:lnTo>
                  <a:lnTo>
                    <a:pt x="122346" y="328214"/>
                  </a:lnTo>
                  <a:lnTo>
                    <a:pt x="127455" y="329549"/>
                  </a:lnTo>
                  <a:lnTo>
                    <a:pt x="132604" y="330722"/>
                  </a:lnTo>
                  <a:lnTo>
                    <a:pt x="137787" y="331732"/>
                  </a:lnTo>
                  <a:lnTo>
                    <a:pt x="142999" y="332578"/>
                  </a:lnTo>
                  <a:lnTo>
                    <a:pt x="148235" y="333259"/>
                  </a:lnTo>
                  <a:lnTo>
                    <a:pt x="153491" y="333774"/>
                  </a:lnTo>
                  <a:lnTo>
                    <a:pt x="158760" y="334123"/>
                  </a:lnTo>
                  <a:lnTo>
                    <a:pt x="164037" y="334305"/>
                  </a:lnTo>
                  <a:lnTo>
                    <a:pt x="169317" y="334320"/>
                  </a:lnTo>
                  <a:lnTo>
                    <a:pt x="174596" y="334169"/>
                  </a:lnTo>
                  <a:lnTo>
                    <a:pt x="179867" y="333851"/>
                  </a:lnTo>
                  <a:lnTo>
                    <a:pt x="185125" y="333367"/>
                  </a:lnTo>
                  <a:lnTo>
                    <a:pt x="190365" y="332717"/>
                  </a:lnTo>
                  <a:lnTo>
                    <a:pt x="195582" y="331901"/>
                  </a:lnTo>
                  <a:lnTo>
                    <a:pt x="200771" y="330922"/>
                  </a:lnTo>
                  <a:lnTo>
                    <a:pt x="205926" y="329778"/>
                  </a:lnTo>
                  <a:lnTo>
                    <a:pt x="211043" y="328473"/>
                  </a:lnTo>
                  <a:lnTo>
                    <a:pt x="216116" y="327007"/>
                  </a:lnTo>
                  <a:lnTo>
                    <a:pt x="221140" y="325381"/>
                  </a:lnTo>
                  <a:lnTo>
                    <a:pt x="226110" y="323597"/>
                  </a:lnTo>
                  <a:lnTo>
                    <a:pt x="231021" y="321658"/>
                  </a:lnTo>
                  <a:lnTo>
                    <a:pt x="235869" y="319564"/>
                  </a:lnTo>
                  <a:lnTo>
                    <a:pt x="240648" y="317318"/>
                  </a:lnTo>
                  <a:lnTo>
                    <a:pt x="245354" y="314922"/>
                  </a:lnTo>
                  <a:lnTo>
                    <a:pt x="249981" y="312379"/>
                  </a:lnTo>
                  <a:lnTo>
                    <a:pt x="254526" y="309691"/>
                  </a:lnTo>
                  <a:lnTo>
                    <a:pt x="258984" y="306860"/>
                  </a:lnTo>
                  <a:lnTo>
                    <a:pt x="263351" y="303891"/>
                  </a:lnTo>
                  <a:lnTo>
                    <a:pt x="267621" y="300784"/>
                  </a:lnTo>
                  <a:lnTo>
                    <a:pt x="271791" y="297545"/>
                  </a:lnTo>
                  <a:lnTo>
                    <a:pt x="275857" y="294175"/>
                  </a:lnTo>
                  <a:lnTo>
                    <a:pt x="279814" y="290679"/>
                  </a:lnTo>
                  <a:lnTo>
                    <a:pt x="283659" y="287060"/>
                  </a:lnTo>
                  <a:lnTo>
                    <a:pt x="287387" y="283320"/>
                  </a:lnTo>
                  <a:lnTo>
                    <a:pt x="290996" y="279465"/>
                  </a:lnTo>
                  <a:lnTo>
                    <a:pt x="294481" y="275498"/>
                  </a:lnTo>
                  <a:lnTo>
                    <a:pt x="297839" y="271423"/>
                  </a:lnTo>
                  <a:lnTo>
                    <a:pt x="301067" y="267244"/>
                  </a:lnTo>
                  <a:lnTo>
                    <a:pt x="304161" y="262965"/>
                  </a:lnTo>
                  <a:lnTo>
                    <a:pt x="307118" y="258590"/>
                  </a:lnTo>
                  <a:lnTo>
                    <a:pt x="309936" y="254124"/>
                  </a:lnTo>
                  <a:lnTo>
                    <a:pt x="312611" y="249572"/>
                  </a:lnTo>
                  <a:lnTo>
                    <a:pt x="315141" y="244937"/>
                  </a:lnTo>
                  <a:lnTo>
                    <a:pt x="317524" y="240224"/>
                  </a:lnTo>
                  <a:lnTo>
                    <a:pt x="319756" y="235439"/>
                  </a:lnTo>
                  <a:lnTo>
                    <a:pt x="321836" y="230585"/>
                  </a:lnTo>
                  <a:lnTo>
                    <a:pt x="323762" y="225669"/>
                  </a:lnTo>
                  <a:lnTo>
                    <a:pt x="325532" y="220694"/>
                  </a:lnTo>
                  <a:lnTo>
                    <a:pt x="327143" y="215665"/>
                  </a:lnTo>
                  <a:lnTo>
                    <a:pt x="328595" y="210588"/>
                  </a:lnTo>
                  <a:lnTo>
                    <a:pt x="329886" y="205468"/>
                  </a:lnTo>
                  <a:lnTo>
                    <a:pt x="331015" y="200309"/>
                  </a:lnTo>
                  <a:lnTo>
                    <a:pt x="331980" y="195118"/>
                  </a:lnTo>
                  <a:lnTo>
                    <a:pt x="332780" y="189898"/>
                  </a:lnTo>
                  <a:lnTo>
                    <a:pt x="333416" y="184656"/>
                  </a:lnTo>
                  <a:lnTo>
                    <a:pt x="333885" y="179397"/>
                  </a:lnTo>
                  <a:lnTo>
                    <a:pt x="334188" y="174125"/>
                  </a:lnTo>
                  <a:lnTo>
                    <a:pt x="334324" y="168846"/>
                  </a:lnTo>
                  <a:lnTo>
                    <a:pt x="334294" y="163566"/>
                  </a:lnTo>
                  <a:lnTo>
                    <a:pt x="334097" y="158289"/>
                  </a:lnTo>
                  <a:lnTo>
                    <a:pt x="333733" y="153021"/>
                  </a:lnTo>
                  <a:lnTo>
                    <a:pt x="333203" y="147767"/>
                  </a:lnTo>
                  <a:lnTo>
                    <a:pt x="332508" y="142533"/>
                  </a:lnTo>
                  <a:lnTo>
                    <a:pt x="331647" y="137323"/>
                  </a:lnTo>
                  <a:lnTo>
                    <a:pt x="330623" y="132143"/>
                  </a:lnTo>
                  <a:lnTo>
                    <a:pt x="329435" y="126997"/>
                  </a:lnTo>
                  <a:lnTo>
                    <a:pt x="328085" y="121892"/>
                  </a:lnTo>
                  <a:lnTo>
                    <a:pt x="326575" y="116832"/>
                  </a:lnTo>
                  <a:lnTo>
                    <a:pt x="324906" y="111823"/>
                  </a:lnTo>
                  <a:lnTo>
                    <a:pt x="323079" y="106868"/>
                  </a:lnTo>
                  <a:lnTo>
                    <a:pt x="321097" y="101974"/>
                  </a:lnTo>
                  <a:lnTo>
                    <a:pt x="318961" y="97145"/>
                  </a:lnTo>
                  <a:lnTo>
                    <a:pt x="316674" y="92385"/>
                  </a:lnTo>
                  <a:lnTo>
                    <a:pt x="314237" y="87701"/>
                  </a:lnTo>
                  <a:lnTo>
                    <a:pt x="311654" y="83095"/>
                  </a:lnTo>
                  <a:lnTo>
                    <a:pt x="308926" y="78574"/>
                  </a:lnTo>
                  <a:lnTo>
                    <a:pt x="306058" y="74140"/>
                  </a:lnTo>
                  <a:lnTo>
                    <a:pt x="303050" y="69800"/>
                  </a:lnTo>
                  <a:lnTo>
                    <a:pt x="299907" y="65557"/>
                  </a:lnTo>
                  <a:lnTo>
                    <a:pt x="296632" y="61415"/>
                  </a:lnTo>
                  <a:lnTo>
                    <a:pt x="293227" y="57379"/>
                  </a:lnTo>
                  <a:lnTo>
                    <a:pt x="289697" y="53452"/>
                  </a:lnTo>
                  <a:lnTo>
                    <a:pt x="286044" y="49639"/>
                  </a:lnTo>
                  <a:lnTo>
                    <a:pt x="282272" y="45942"/>
                  </a:lnTo>
                  <a:lnTo>
                    <a:pt x="278386" y="42367"/>
                  </a:lnTo>
                  <a:lnTo>
                    <a:pt x="274389" y="38917"/>
                  </a:lnTo>
                  <a:lnTo>
                    <a:pt x="270285" y="35594"/>
                  </a:lnTo>
                  <a:lnTo>
                    <a:pt x="266078" y="32403"/>
                  </a:lnTo>
                  <a:lnTo>
                    <a:pt x="261772" y="29346"/>
                  </a:lnTo>
                  <a:lnTo>
                    <a:pt x="257372" y="26427"/>
                  </a:lnTo>
                  <a:lnTo>
                    <a:pt x="252882" y="23648"/>
                  </a:lnTo>
                  <a:lnTo>
                    <a:pt x="248306" y="21012"/>
                  </a:lnTo>
                  <a:lnTo>
                    <a:pt x="243650" y="18522"/>
                  </a:lnTo>
                  <a:lnTo>
                    <a:pt x="238917" y="16181"/>
                  </a:lnTo>
                  <a:lnTo>
                    <a:pt x="234112" y="13990"/>
                  </a:lnTo>
                  <a:lnTo>
                    <a:pt x="229241" y="11952"/>
                  </a:lnTo>
                  <a:lnTo>
                    <a:pt x="224308" y="10069"/>
                  </a:lnTo>
                  <a:lnTo>
                    <a:pt x="219317" y="8343"/>
                  </a:lnTo>
                  <a:lnTo>
                    <a:pt x="214275" y="6775"/>
                  </a:lnTo>
                  <a:lnTo>
                    <a:pt x="209186" y="5367"/>
                  </a:lnTo>
                  <a:lnTo>
                    <a:pt x="204054" y="4120"/>
                  </a:lnTo>
                  <a:lnTo>
                    <a:pt x="198886" y="3037"/>
                  </a:lnTo>
                  <a:lnTo>
                    <a:pt x="193686" y="2117"/>
                  </a:lnTo>
                  <a:lnTo>
                    <a:pt x="188460" y="1361"/>
                  </a:lnTo>
                  <a:lnTo>
                    <a:pt x="183213" y="771"/>
                  </a:lnTo>
                  <a:lnTo>
                    <a:pt x="177949" y="348"/>
                  </a:lnTo>
                  <a:lnTo>
                    <a:pt x="172675" y="90"/>
                  </a:lnTo>
                  <a:lnTo>
                    <a:pt x="16739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4213821"/>
              <a:ext cx="229" cy="167167"/>
            </a:xfrm>
            <a:custGeom>
              <a:avLst/>
              <a:pathLst>
                <a:path w="229" h="167167">
                  <a:moveTo>
                    <a:pt x="229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637" y="4659281"/>
              <a:ext cx="887" cy="167167"/>
            </a:xfrm>
            <a:custGeom>
              <a:avLst/>
              <a:pathLst>
                <a:path w="887" h="167167">
                  <a:moveTo>
                    <a:pt x="887" y="0"/>
                  </a:moveTo>
                  <a:lnTo>
                    <a:pt x="0" y="2"/>
                  </a:lnTo>
                  <a:lnTo>
                    <a:pt x="88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637" y="4659284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637" y="4659284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637" y="4659284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637" y="4659284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637" y="4659284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637" y="4659284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637" y="4659284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637" y="4659284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637" y="4659284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43716" y="4659284"/>
              <a:ext cx="142808" cy="167165"/>
            </a:xfrm>
            <a:custGeom>
              <a:avLst/>
              <a:pathLst>
                <a:path w="142808" h="167165">
                  <a:moveTo>
                    <a:pt x="141921" y="0"/>
                  </a:moveTo>
                  <a:lnTo>
                    <a:pt x="136428" y="119"/>
                  </a:lnTo>
                  <a:lnTo>
                    <a:pt x="130942" y="419"/>
                  </a:lnTo>
                  <a:lnTo>
                    <a:pt x="125469" y="899"/>
                  </a:lnTo>
                  <a:lnTo>
                    <a:pt x="120015" y="1558"/>
                  </a:lnTo>
                  <a:lnTo>
                    <a:pt x="114585" y="2397"/>
                  </a:lnTo>
                  <a:lnTo>
                    <a:pt x="109186" y="3413"/>
                  </a:lnTo>
                  <a:lnTo>
                    <a:pt x="103823" y="4606"/>
                  </a:lnTo>
                  <a:lnTo>
                    <a:pt x="98503" y="5975"/>
                  </a:lnTo>
                  <a:lnTo>
                    <a:pt x="93230" y="7518"/>
                  </a:lnTo>
                  <a:lnTo>
                    <a:pt x="88011" y="9234"/>
                  </a:lnTo>
                  <a:lnTo>
                    <a:pt x="82850" y="11119"/>
                  </a:lnTo>
                  <a:lnTo>
                    <a:pt x="77755" y="13174"/>
                  </a:lnTo>
                  <a:lnTo>
                    <a:pt x="72730" y="15395"/>
                  </a:lnTo>
                  <a:lnTo>
                    <a:pt x="67781" y="17780"/>
                  </a:lnTo>
                  <a:lnTo>
                    <a:pt x="62912" y="20326"/>
                  </a:lnTo>
                  <a:lnTo>
                    <a:pt x="58130" y="23030"/>
                  </a:lnTo>
                  <a:lnTo>
                    <a:pt x="53440" y="25891"/>
                  </a:lnTo>
                  <a:lnTo>
                    <a:pt x="48845" y="28904"/>
                  </a:lnTo>
                  <a:lnTo>
                    <a:pt x="44353" y="32066"/>
                  </a:lnTo>
                  <a:lnTo>
                    <a:pt x="39967" y="35374"/>
                  </a:lnTo>
                  <a:lnTo>
                    <a:pt x="35691" y="38825"/>
                  </a:lnTo>
                  <a:lnTo>
                    <a:pt x="31532" y="42414"/>
                  </a:lnTo>
                  <a:lnTo>
                    <a:pt x="27493" y="46138"/>
                  </a:lnTo>
                  <a:lnTo>
                    <a:pt x="23578" y="49993"/>
                  </a:lnTo>
                  <a:lnTo>
                    <a:pt x="19792" y="53974"/>
                  </a:lnTo>
                  <a:lnTo>
                    <a:pt x="16139" y="58078"/>
                  </a:lnTo>
                  <a:lnTo>
                    <a:pt x="12623" y="62299"/>
                  </a:lnTo>
                  <a:lnTo>
                    <a:pt x="9247" y="66634"/>
                  </a:lnTo>
                  <a:lnTo>
                    <a:pt x="6016" y="71077"/>
                  </a:lnTo>
                  <a:lnTo>
                    <a:pt x="2932" y="75624"/>
                  </a:lnTo>
                  <a:lnTo>
                    <a:pt x="0" y="80270"/>
                  </a:lnTo>
                  <a:lnTo>
                    <a:pt x="142808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19362" y="4659281"/>
              <a:ext cx="334314" cy="334332"/>
            </a:xfrm>
            <a:custGeom>
              <a:avLst/>
              <a:pathLst>
                <a:path w="334314" h="334332">
                  <a:moveTo>
                    <a:pt x="24353" y="80272"/>
                  </a:moveTo>
                  <a:lnTo>
                    <a:pt x="21672" y="84839"/>
                  </a:lnTo>
                  <a:lnTo>
                    <a:pt x="19138" y="89489"/>
                  </a:lnTo>
                  <a:lnTo>
                    <a:pt x="16751" y="94216"/>
                  </a:lnTo>
                  <a:lnTo>
                    <a:pt x="14516" y="99017"/>
                  </a:lnTo>
                  <a:lnTo>
                    <a:pt x="12434" y="103887"/>
                  </a:lnTo>
                  <a:lnTo>
                    <a:pt x="10507" y="108820"/>
                  </a:lnTo>
                  <a:lnTo>
                    <a:pt x="8738" y="113811"/>
                  </a:lnTo>
                  <a:lnTo>
                    <a:pt x="7127" y="118856"/>
                  </a:lnTo>
                  <a:lnTo>
                    <a:pt x="5677" y="123949"/>
                  </a:lnTo>
                  <a:lnTo>
                    <a:pt x="4389" y="129086"/>
                  </a:lnTo>
                  <a:lnTo>
                    <a:pt x="3265" y="134261"/>
                  </a:lnTo>
                  <a:lnTo>
                    <a:pt x="2305" y="139469"/>
                  </a:lnTo>
                  <a:lnTo>
                    <a:pt x="1510" y="144705"/>
                  </a:lnTo>
                  <a:lnTo>
                    <a:pt x="882" y="149963"/>
                  </a:lnTo>
                  <a:lnTo>
                    <a:pt x="420" y="155239"/>
                  </a:lnTo>
                  <a:lnTo>
                    <a:pt x="126" y="160527"/>
                  </a:lnTo>
                  <a:lnTo>
                    <a:pt x="0" y="165821"/>
                  </a:lnTo>
                  <a:lnTo>
                    <a:pt x="41" y="171116"/>
                  </a:lnTo>
                  <a:lnTo>
                    <a:pt x="250" y="176408"/>
                  </a:lnTo>
                  <a:lnTo>
                    <a:pt x="626" y="181690"/>
                  </a:lnTo>
                  <a:lnTo>
                    <a:pt x="1170" y="186958"/>
                  </a:lnTo>
                  <a:lnTo>
                    <a:pt x="1880" y="192206"/>
                  </a:lnTo>
                  <a:lnTo>
                    <a:pt x="2756" y="197429"/>
                  </a:lnTo>
                  <a:lnTo>
                    <a:pt x="3797" y="202621"/>
                  </a:lnTo>
                  <a:lnTo>
                    <a:pt x="5002" y="207778"/>
                  </a:lnTo>
                  <a:lnTo>
                    <a:pt x="6370" y="212894"/>
                  </a:lnTo>
                  <a:lnTo>
                    <a:pt x="7899" y="217965"/>
                  </a:lnTo>
                  <a:lnTo>
                    <a:pt x="9588" y="222984"/>
                  </a:lnTo>
                  <a:lnTo>
                    <a:pt x="11435" y="227947"/>
                  </a:lnTo>
                  <a:lnTo>
                    <a:pt x="13438" y="232849"/>
                  </a:lnTo>
                  <a:lnTo>
                    <a:pt x="15596" y="237686"/>
                  </a:lnTo>
                  <a:lnTo>
                    <a:pt x="17906" y="242451"/>
                  </a:lnTo>
                  <a:lnTo>
                    <a:pt x="20365" y="247141"/>
                  </a:lnTo>
                  <a:lnTo>
                    <a:pt x="22972" y="251751"/>
                  </a:lnTo>
                  <a:lnTo>
                    <a:pt x="25724" y="256276"/>
                  </a:lnTo>
                  <a:lnTo>
                    <a:pt x="28617" y="260711"/>
                  </a:lnTo>
                  <a:lnTo>
                    <a:pt x="31650" y="265053"/>
                  </a:lnTo>
                  <a:lnTo>
                    <a:pt x="34819" y="269296"/>
                  </a:lnTo>
                  <a:lnTo>
                    <a:pt x="38120" y="273437"/>
                  </a:lnTo>
                  <a:lnTo>
                    <a:pt x="41551" y="277471"/>
                  </a:lnTo>
                  <a:lnTo>
                    <a:pt x="45108" y="281394"/>
                  </a:lnTo>
                  <a:lnTo>
                    <a:pt x="48787" y="285203"/>
                  </a:lnTo>
                  <a:lnTo>
                    <a:pt x="52586" y="288893"/>
                  </a:lnTo>
                  <a:lnTo>
                    <a:pt x="56499" y="292461"/>
                  </a:lnTo>
                  <a:lnTo>
                    <a:pt x="60523" y="295904"/>
                  </a:lnTo>
                  <a:lnTo>
                    <a:pt x="64654" y="299217"/>
                  </a:lnTo>
                  <a:lnTo>
                    <a:pt x="68889" y="302398"/>
                  </a:lnTo>
                  <a:lnTo>
                    <a:pt x="73221" y="305443"/>
                  </a:lnTo>
                  <a:lnTo>
                    <a:pt x="77649" y="308349"/>
                  </a:lnTo>
                  <a:lnTo>
                    <a:pt x="82165" y="311114"/>
                  </a:lnTo>
                  <a:lnTo>
                    <a:pt x="86768" y="313734"/>
                  </a:lnTo>
                  <a:lnTo>
                    <a:pt x="91451" y="316207"/>
                  </a:lnTo>
                  <a:lnTo>
                    <a:pt x="96210" y="318530"/>
                  </a:lnTo>
                  <a:lnTo>
                    <a:pt x="101040" y="320701"/>
                  </a:lnTo>
                  <a:lnTo>
                    <a:pt x="105936" y="322719"/>
                  </a:lnTo>
                  <a:lnTo>
                    <a:pt x="110894" y="324580"/>
                  </a:lnTo>
                  <a:lnTo>
                    <a:pt x="115908" y="326283"/>
                  </a:lnTo>
                  <a:lnTo>
                    <a:pt x="120974" y="327827"/>
                  </a:lnTo>
                  <a:lnTo>
                    <a:pt x="126086" y="329209"/>
                  </a:lnTo>
                  <a:lnTo>
                    <a:pt x="131240" y="330429"/>
                  </a:lnTo>
                  <a:lnTo>
                    <a:pt x="136429" y="331485"/>
                  </a:lnTo>
                  <a:lnTo>
                    <a:pt x="141649" y="332376"/>
                  </a:lnTo>
                  <a:lnTo>
                    <a:pt x="146895" y="333101"/>
                  </a:lnTo>
                  <a:lnTo>
                    <a:pt x="152162" y="333660"/>
                  </a:lnTo>
                  <a:lnTo>
                    <a:pt x="157443" y="334052"/>
                  </a:lnTo>
                  <a:lnTo>
                    <a:pt x="162734" y="334276"/>
                  </a:lnTo>
                  <a:lnTo>
                    <a:pt x="168029" y="334332"/>
                  </a:lnTo>
                  <a:lnTo>
                    <a:pt x="173324" y="334221"/>
                  </a:lnTo>
                  <a:lnTo>
                    <a:pt x="178612" y="333942"/>
                  </a:lnTo>
                  <a:lnTo>
                    <a:pt x="183889" y="333495"/>
                  </a:lnTo>
                  <a:lnTo>
                    <a:pt x="189150" y="332882"/>
                  </a:lnTo>
                  <a:lnTo>
                    <a:pt x="194388" y="332102"/>
                  </a:lnTo>
                  <a:lnTo>
                    <a:pt x="199598" y="331157"/>
                  </a:lnTo>
                  <a:lnTo>
                    <a:pt x="204777" y="330047"/>
                  </a:lnTo>
                  <a:lnTo>
                    <a:pt x="209917" y="328774"/>
                  </a:lnTo>
                  <a:lnTo>
                    <a:pt x="215015" y="327339"/>
                  </a:lnTo>
                  <a:lnTo>
                    <a:pt x="220064" y="325743"/>
                  </a:lnTo>
                  <a:lnTo>
                    <a:pt x="225060" y="323987"/>
                  </a:lnTo>
                  <a:lnTo>
                    <a:pt x="229999" y="322075"/>
                  </a:lnTo>
                  <a:lnTo>
                    <a:pt x="234874" y="320007"/>
                  </a:lnTo>
                  <a:lnTo>
                    <a:pt x="239681" y="317785"/>
                  </a:lnTo>
                  <a:lnTo>
                    <a:pt x="244416" y="315412"/>
                  </a:lnTo>
                  <a:lnTo>
                    <a:pt x="249073" y="312891"/>
                  </a:lnTo>
                  <a:lnTo>
                    <a:pt x="253648" y="310223"/>
                  </a:lnTo>
                  <a:lnTo>
                    <a:pt x="258136" y="307412"/>
                  </a:lnTo>
                  <a:lnTo>
                    <a:pt x="262532" y="304460"/>
                  </a:lnTo>
                  <a:lnTo>
                    <a:pt x="266833" y="301370"/>
                  </a:lnTo>
                  <a:lnTo>
                    <a:pt x="271034" y="298146"/>
                  </a:lnTo>
                  <a:lnTo>
                    <a:pt x="275131" y="294790"/>
                  </a:lnTo>
                  <a:lnTo>
                    <a:pt x="279119" y="291306"/>
                  </a:lnTo>
                  <a:lnTo>
                    <a:pt x="282995" y="287697"/>
                  </a:lnTo>
                  <a:lnTo>
                    <a:pt x="286755" y="283967"/>
                  </a:lnTo>
                  <a:lnTo>
                    <a:pt x="290395" y="280121"/>
                  </a:lnTo>
                  <a:lnTo>
                    <a:pt x="293911" y="276161"/>
                  </a:lnTo>
                  <a:lnTo>
                    <a:pt x="297300" y="272091"/>
                  </a:lnTo>
                  <a:lnTo>
                    <a:pt x="300558" y="267916"/>
                  </a:lnTo>
                  <a:lnTo>
                    <a:pt x="303682" y="263640"/>
                  </a:lnTo>
                  <a:lnTo>
                    <a:pt x="306669" y="259267"/>
                  </a:lnTo>
                  <a:lnTo>
                    <a:pt x="309517" y="254802"/>
                  </a:lnTo>
                  <a:lnTo>
                    <a:pt x="312221" y="250249"/>
                  </a:lnTo>
                  <a:lnTo>
                    <a:pt x="314780" y="245613"/>
                  </a:lnTo>
                  <a:lnTo>
                    <a:pt x="317191" y="240897"/>
                  </a:lnTo>
                  <a:lnTo>
                    <a:pt x="319451" y="236108"/>
                  </a:lnTo>
                  <a:lnTo>
                    <a:pt x="321558" y="231250"/>
                  </a:lnTo>
                  <a:lnTo>
                    <a:pt x="323511" y="226327"/>
                  </a:lnTo>
                  <a:lnTo>
                    <a:pt x="325306" y="221345"/>
                  </a:lnTo>
                  <a:lnTo>
                    <a:pt x="326943" y="216308"/>
                  </a:lnTo>
                  <a:lnTo>
                    <a:pt x="328419" y="211222"/>
                  </a:lnTo>
                  <a:lnTo>
                    <a:pt x="329734" y="206092"/>
                  </a:lnTo>
                  <a:lnTo>
                    <a:pt x="330885" y="200923"/>
                  </a:lnTo>
                  <a:lnTo>
                    <a:pt x="331872" y="195720"/>
                  </a:lnTo>
                  <a:lnTo>
                    <a:pt x="332694" y="190489"/>
                  </a:lnTo>
                  <a:lnTo>
                    <a:pt x="333350" y="185234"/>
                  </a:lnTo>
                  <a:lnTo>
                    <a:pt x="333839" y="179960"/>
                  </a:lnTo>
                  <a:lnTo>
                    <a:pt x="334160" y="174674"/>
                  </a:lnTo>
                  <a:lnTo>
                    <a:pt x="334314" y="169381"/>
                  </a:lnTo>
                  <a:lnTo>
                    <a:pt x="334301" y="164085"/>
                  </a:lnTo>
                  <a:lnTo>
                    <a:pt x="334119" y="158793"/>
                  </a:lnTo>
                  <a:lnTo>
                    <a:pt x="333770" y="153508"/>
                  </a:lnTo>
                  <a:lnTo>
                    <a:pt x="333254" y="148238"/>
                  </a:lnTo>
                  <a:lnTo>
                    <a:pt x="332571" y="142986"/>
                  </a:lnTo>
                  <a:lnTo>
                    <a:pt x="331722" y="137759"/>
                  </a:lnTo>
                  <a:lnTo>
                    <a:pt x="330708" y="132561"/>
                  </a:lnTo>
                  <a:lnTo>
                    <a:pt x="329530" y="127398"/>
                  </a:lnTo>
                  <a:lnTo>
                    <a:pt x="328188" y="122275"/>
                  </a:lnTo>
                  <a:lnTo>
                    <a:pt x="326686" y="117197"/>
                  </a:lnTo>
                  <a:lnTo>
                    <a:pt x="325023" y="112169"/>
                  </a:lnTo>
                  <a:lnTo>
                    <a:pt x="323201" y="107196"/>
                  </a:lnTo>
                  <a:lnTo>
                    <a:pt x="321224" y="102284"/>
                  </a:lnTo>
                  <a:lnTo>
                    <a:pt x="319091" y="97436"/>
                  </a:lnTo>
                  <a:lnTo>
                    <a:pt x="316806" y="92659"/>
                  </a:lnTo>
                  <a:lnTo>
                    <a:pt x="314371" y="87956"/>
                  </a:lnTo>
                  <a:lnTo>
                    <a:pt x="311788" y="83333"/>
                  </a:lnTo>
                  <a:lnTo>
                    <a:pt x="309060" y="78794"/>
                  </a:lnTo>
                  <a:lnTo>
                    <a:pt x="306189" y="74343"/>
                  </a:lnTo>
                  <a:lnTo>
                    <a:pt x="303179" y="69986"/>
                  </a:lnTo>
                  <a:lnTo>
                    <a:pt x="300033" y="65727"/>
                  </a:lnTo>
                  <a:lnTo>
                    <a:pt x="296753" y="61569"/>
                  </a:lnTo>
                  <a:lnTo>
                    <a:pt x="293343" y="57517"/>
                  </a:lnTo>
                  <a:lnTo>
                    <a:pt x="289807" y="53575"/>
                  </a:lnTo>
                  <a:lnTo>
                    <a:pt x="286147" y="49747"/>
                  </a:lnTo>
                  <a:lnTo>
                    <a:pt x="282368" y="46037"/>
                  </a:lnTo>
                  <a:lnTo>
                    <a:pt x="278473" y="42449"/>
                  </a:lnTo>
                  <a:lnTo>
                    <a:pt x="274467" y="38985"/>
                  </a:lnTo>
                  <a:lnTo>
                    <a:pt x="270353" y="35651"/>
                  </a:lnTo>
                  <a:lnTo>
                    <a:pt x="266135" y="32448"/>
                  </a:lnTo>
                  <a:lnTo>
                    <a:pt x="261818" y="29381"/>
                  </a:lnTo>
                  <a:lnTo>
                    <a:pt x="257406" y="26451"/>
                  </a:lnTo>
                  <a:lnTo>
                    <a:pt x="252904" y="23664"/>
                  </a:lnTo>
                  <a:lnTo>
                    <a:pt x="248315" y="21020"/>
                  </a:lnTo>
                  <a:lnTo>
                    <a:pt x="243645" y="18522"/>
                  </a:lnTo>
                  <a:lnTo>
                    <a:pt x="238898" y="16174"/>
                  </a:lnTo>
                  <a:lnTo>
                    <a:pt x="234080" y="13978"/>
                  </a:lnTo>
                  <a:lnTo>
                    <a:pt x="229194" y="11935"/>
                  </a:lnTo>
                  <a:lnTo>
                    <a:pt x="224246" y="10048"/>
                  </a:lnTo>
                  <a:lnTo>
                    <a:pt x="219240" y="8319"/>
                  </a:lnTo>
                  <a:lnTo>
                    <a:pt x="214182" y="6749"/>
                  </a:lnTo>
                  <a:lnTo>
                    <a:pt x="209077" y="5340"/>
                  </a:lnTo>
                  <a:lnTo>
                    <a:pt x="203930" y="4093"/>
                  </a:lnTo>
                  <a:lnTo>
                    <a:pt x="198747" y="3010"/>
                  </a:lnTo>
                  <a:lnTo>
                    <a:pt x="193531" y="2092"/>
                  </a:lnTo>
                  <a:lnTo>
                    <a:pt x="188289" y="1340"/>
                  </a:lnTo>
                  <a:lnTo>
                    <a:pt x="183026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131" y="0"/>
                  </a:moveTo>
                  <a:lnTo>
                    <a:pt x="0" y="0"/>
                  </a:lnTo>
                  <a:lnTo>
                    <a:pt x="13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321570" y="5018213"/>
              <a:ext cx="334311" cy="334333"/>
            </a:xfrm>
            <a:custGeom>
              <a:avLst/>
              <a:pathLst>
                <a:path w="334311" h="334333">
                  <a:moveTo>
                    <a:pt x="167019" y="0"/>
                  </a:moveTo>
                  <a:lnTo>
                    <a:pt x="161724" y="88"/>
                  </a:lnTo>
                  <a:lnTo>
                    <a:pt x="156434" y="343"/>
                  </a:lnTo>
                  <a:lnTo>
                    <a:pt x="151155" y="766"/>
                  </a:lnTo>
                  <a:lnTo>
                    <a:pt x="145892" y="1357"/>
                  </a:lnTo>
                  <a:lnTo>
                    <a:pt x="140651" y="2113"/>
                  </a:lnTo>
                  <a:lnTo>
                    <a:pt x="135436" y="3035"/>
                  </a:lnTo>
                  <a:lnTo>
                    <a:pt x="130252" y="4122"/>
                  </a:lnTo>
                  <a:lnTo>
                    <a:pt x="125106" y="5373"/>
                  </a:lnTo>
                  <a:lnTo>
                    <a:pt x="120002" y="6786"/>
                  </a:lnTo>
                  <a:lnTo>
                    <a:pt x="114946" y="8360"/>
                  </a:lnTo>
                  <a:lnTo>
                    <a:pt x="109941" y="10093"/>
                  </a:lnTo>
                  <a:lnTo>
                    <a:pt x="104995" y="11984"/>
                  </a:lnTo>
                  <a:lnTo>
                    <a:pt x="100110" y="14031"/>
                  </a:lnTo>
                  <a:lnTo>
                    <a:pt x="95293" y="16232"/>
                  </a:lnTo>
                  <a:lnTo>
                    <a:pt x="90548" y="18583"/>
                  </a:lnTo>
                  <a:lnTo>
                    <a:pt x="85880" y="21084"/>
                  </a:lnTo>
                  <a:lnTo>
                    <a:pt x="81293" y="23732"/>
                  </a:lnTo>
                  <a:lnTo>
                    <a:pt x="76793" y="26524"/>
                  </a:lnTo>
                  <a:lnTo>
                    <a:pt x="72383" y="29457"/>
                  </a:lnTo>
                  <a:lnTo>
                    <a:pt x="68069" y="32528"/>
                  </a:lnTo>
                  <a:lnTo>
                    <a:pt x="63853" y="35734"/>
                  </a:lnTo>
                  <a:lnTo>
                    <a:pt x="59742" y="39072"/>
                  </a:lnTo>
                  <a:lnTo>
                    <a:pt x="55738" y="42538"/>
                  </a:lnTo>
                  <a:lnTo>
                    <a:pt x="51846" y="46130"/>
                  </a:lnTo>
                  <a:lnTo>
                    <a:pt x="48070" y="49843"/>
                  </a:lnTo>
                  <a:lnTo>
                    <a:pt x="44414" y="53674"/>
                  </a:lnTo>
                  <a:lnTo>
                    <a:pt x="40880" y="57619"/>
                  </a:lnTo>
                  <a:lnTo>
                    <a:pt x="37473" y="61674"/>
                  </a:lnTo>
                  <a:lnTo>
                    <a:pt x="34197" y="65834"/>
                  </a:lnTo>
                  <a:lnTo>
                    <a:pt x="31054" y="70096"/>
                  </a:lnTo>
                  <a:lnTo>
                    <a:pt x="28047" y="74456"/>
                  </a:lnTo>
                  <a:lnTo>
                    <a:pt x="25180" y="78909"/>
                  </a:lnTo>
                  <a:lnTo>
                    <a:pt x="22456" y="83450"/>
                  </a:lnTo>
                  <a:lnTo>
                    <a:pt x="19877" y="88076"/>
                  </a:lnTo>
                  <a:lnTo>
                    <a:pt x="17445" y="92781"/>
                  </a:lnTo>
                  <a:lnTo>
                    <a:pt x="15164" y="97560"/>
                  </a:lnTo>
                  <a:lnTo>
                    <a:pt x="13035" y="102409"/>
                  </a:lnTo>
                  <a:lnTo>
                    <a:pt x="11062" y="107324"/>
                  </a:lnTo>
                  <a:lnTo>
                    <a:pt x="9244" y="112298"/>
                  </a:lnTo>
                  <a:lnTo>
                    <a:pt x="7585" y="117327"/>
                  </a:lnTo>
                  <a:lnTo>
                    <a:pt x="6087" y="122407"/>
                  </a:lnTo>
                  <a:lnTo>
                    <a:pt x="4750" y="127531"/>
                  </a:lnTo>
                  <a:lnTo>
                    <a:pt x="3576" y="132695"/>
                  </a:lnTo>
                  <a:lnTo>
                    <a:pt x="2566" y="137894"/>
                  </a:lnTo>
                  <a:lnTo>
                    <a:pt x="1721" y="143122"/>
                  </a:lnTo>
                  <a:lnTo>
                    <a:pt x="1043" y="148375"/>
                  </a:lnTo>
                  <a:lnTo>
                    <a:pt x="531" y="153646"/>
                  </a:lnTo>
                  <a:lnTo>
                    <a:pt x="186" y="158930"/>
                  </a:lnTo>
                  <a:lnTo>
                    <a:pt x="9" y="164223"/>
                  </a:lnTo>
                  <a:lnTo>
                    <a:pt x="0" y="169519"/>
                  </a:lnTo>
                  <a:lnTo>
                    <a:pt x="158" y="174813"/>
                  </a:lnTo>
                  <a:lnTo>
                    <a:pt x="484" y="180099"/>
                  </a:lnTo>
                  <a:lnTo>
                    <a:pt x="977" y="185372"/>
                  </a:lnTo>
                  <a:lnTo>
                    <a:pt x="1637" y="190626"/>
                  </a:lnTo>
                  <a:lnTo>
                    <a:pt x="2463" y="195857"/>
                  </a:lnTo>
                  <a:lnTo>
                    <a:pt x="3455" y="201059"/>
                  </a:lnTo>
                  <a:lnTo>
                    <a:pt x="4611" y="206228"/>
                  </a:lnTo>
                  <a:lnTo>
                    <a:pt x="5929" y="211357"/>
                  </a:lnTo>
                  <a:lnTo>
                    <a:pt x="7410" y="216442"/>
                  </a:lnTo>
                  <a:lnTo>
                    <a:pt x="9051" y="221477"/>
                  </a:lnTo>
                  <a:lnTo>
                    <a:pt x="10851" y="226458"/>
                  </a:lnTo>
                  <a:lnTo>
                    <a:pt x="12807" y="231379"/>
                  </a:lnTo>
                  <a:lnTo>
                    <a:pt x="14919" y="236236"/>
                  </a:lnTo>
                  <a:lnTo>
                    <a:pt x="17183" y="241023"/>
                  </a:lnTo>
                  <a:lnTo>
                    <a:pt x="19598" y="245736"/>
                  </a:lnTo>
                  <a:lnTo>
                    <a:pt x="22161" y="250371"/>
                  </a:lnTo>
                  <a:lnTo>
                    <a:pt x="24869" y="254922"/>
                  </a:lnTo>
                  <a:lnTo>
                    <a:pt x="27720" y="259385"/>
                  </a:lnTo>
                  <a:lnTo>
                    <a:pt x="30711" y="263755"/>
                  </a:lnTo>
                  <a:lnTo>
                    <a:pt x="33839" y="268029"/>
                  </a:lnTo>
                  <a:lnTo>
                    <a:pt x="37101" y="272201"/>
                  </a:lnTo>
                  <a:lnTo>
                    <a:pt x="40493" y="276268"/>
                  </a:lnTo>
                  <a:lnTo>
                    <a:pt x="44013" y="280225"/>
                  </a:lnTo>
                  <a:lnTo>
                    <a:pt x="47656" y="284069"/>
                  </a:lnTo>
                  <a:lnTo>
                    <a:pt x="51419" y="287795"/>
                  </a:lnTo>
                  <a:lnTo>
                    <a:pt x="55298" y="291401"/>
                  </a:lnTo>
                  <a:lnTo>
                    <a:pt x="59289" y="294881"/>
                  </a:lnTo>
                  <a:lnTo>
                    <a:pt x="63389" y="298234"/>
                  </a:lnTo>
                  <a:lnTo>
                    <a:pt x="67593" y="301455"/>
                  </a:lnTo>
                  <a:lnTo>
                    <a:pt x="71897" y="304541"/>
                  </a:lnTo>
                  <a:lnTo>
                    <a:pt x="76296" y="307489"/>
                  </a:lnTo>
                  <a:lnTo>
                    <a:pt x="80786" y="310297"/>
                  </a:lnTo>
                  <a:lnTo>
                    <a:pt x="85364" y="312961"/>
                  </a:lnTo>
                  <a:lnTo>
                    <a:pt x="90023" y="315478"/>
                  </a:lnTo>
                  <a:lnTo>
                    <a:pt x="94760" y="317847"/>
                  </a:lnTo>
                  <a:lnTo>
                    <a:pt x="99569" y="320065"/>
                  </a:lnTo>
                  <a:lnTo>
                    <a:pt x="104446" y="322129"/>
                  </a:lnTo>
                  <a:lnTo>
                    <a:pt x="109386" y="324037"/>
                  </a:lnTo>
                  <a:lnTo>
                    <a:pt x="114384" y="325788"/>
                  </a:lnTo>
                  <a:lnTo>
                    <a:pt x="119435" y="327380"/>
                  </a:lnTo>
                  <a:lnTo>
                    <a:pt x="124534" y="328811"/>
                  </a:lnTo>
                  <a:lnTo>
                    <a:pt x="129676" y="330080"/>
                  </a:lnTo>
                  <a:lnTo>
                    <a:pt x="134855" y="331185"/>
                  </a:lnTo>
                  <a:lnTo>
                    <a:pt x="140067" y="332126"/>
                  </a:lnTo>
                  <a:lnTo>
                    <a:pt x="145306" y="332901"/>
                  </a:lnTo>
                  <a:lnTo>
                    <a:pt x="150566" y="333510"/>
                  </a:lnTo>
                  <a:lnTo>
                    <a:pt x="155844" y="333952"/>
                  </a:lnTo>
                  <a:lnTo>
                    <a:pt x="161133" y="334226"/>
                  </a:lnTo>
                  <a:lnTo>
                    <a:pt x="166428" y="334333"/>
                  </a:lnTo>
                  <a:lnTo>
                    <a:pt x="171723" y="334272"/>
                  </a:lnTo>
                  <a:lnTo>
                    <a:pt x="177014" y="334043"/>
                  </a:lnTo>
                  <a:lnTo>
                    <a:pt x="182295" y="333647"/>
                  </a:lnTo>
                  <a:lnTo>
                    <a:pt x="187561" y="333084"/>
                  </a:lnTo>
                  <a:lnTo>
                    <a:pt x="192806" y="332354"/>
                  </a:lnTo>
                  <a:lnTo>
                    <a:pt x="198026" y="331458"/>
                  </a:lnTo>
                  <a:lnTo>
                    <a:pt x="203215" y="330398"/>
                  </a:lnTo>
                  <a:lnTo>
                    <a:pt x="208367" y="329173"/>
                  </a:lnTo>
                  <a:lnTo>
                    <a:pt x="213478" y="327787"/>
                  </a:lnTo>
                  <a:lnTo>
                    <a:pt x="218543" y="326238"/>
                  </a:lnTo>
                  <a:lnTo>
                    <a:pt x="223556" y="324531"/>
                  </a:lnTo>
                  <a:lnTo>
                    <a:pt x="228512" y="322665"/>
                  </a:lnTo>
                  <a:lnTo>
                    <a:pt x="233407" y="320643"/>
                  </a:lnTo>
                  <a:lnTo>
                    <a:pt x="238235" y="318467"/>
                  </a:lnTo>
                  <a:lnTo>
                    <a:pt x="242992" y="316140"/>
                  </a:lnTo>
                  <a:lnTo>
                    <a:pt x="247673" y="313663"/>
                  </a:lnTo>
                  <a:lnTo>
                    <a:pt x="252273" y="311038"/>
                  </a:lnTo>
                  <a:lnTo>
                    <a:pt x="256788" y="308270"/>
                  </a:lnTo>
                  <a:lnTo>
                    <a:pt x="261213" y="305360"/>
                  </a:lnTo>
                  <a:lnTo>
                    <a:pt x="265543" y="302311"/>
                  </a:lnTo>
                  <a:lnTo>
                    <a:pt x="269774" y="299126"/>
                  </a:lnTo>
                  <a:lnTo>
                    <a:pt x="273903" y="295809"/>
                  </a:lnTo>
                  <a:lnTo>
                    <a:pt x="277924" y="292363"/>
                  </a:lnTo>
                  <a:lnTo>
                    <a:pt x="281834" y="288791"/>
                  </a:lnTo>
                  <a:lnTo>
                    <a:pt x="285629" y="285098"/>
                  </a:lnTo>
                  <a:lnTo>
                    <a:pt x="289306" y="281286"/>
                  </a:lnTo>
                  <a:lnTo>
                    <a:pt x="292859" y="277359"/>
                  </a:lnTo>
                  <a:lnTo>
                    <a:pt x="296287" y="273322"/>
                  </a:lnTo>
                  <a:lnTo>
                    <a:pt x="299584" y="269178"/>
                  </a:lnTo>
                  <a:lnTo>
                    <a:pt x="302749" y="264931"/>
                  </a:lnTo>
                  <a:lnTo>
                    <a:pt x="305778" y="260587"/>
                  </a:lnTo>
                  <a:lnTo>
                    <a:pt x="308668" y="256149"/>
                  </a:lnTo>
                  <a:lnTo>
                    <a:pt x="311415" y="251622"/>
                  </a:lnTo>
                  <a:lnTo>
                    <a:pt x="314018" y="247009"/>
                  </a:lnTo>
                  <a:lnTo>
                    <a:pt x="316473" y="242317"/>
                  </a:lnTo>
                  <a:lnTo>
                    <a:pt x="318779" y="237549"/>
                  </a:lnTo>
                  <a:lnTo>
                    <a:pt x="320932" y="232711"/>
                  </a:lnTo>
                  <a:lnTo>
                    <a:pt x="322931" y="227807"/>
                  </a:lnTo>
                  <a:lnTo>
                    <a:pt x="324774" y="222842"/>
                  </a:lnTo>
                  <a:lnTo>
                    <a:pt x="326459" y="217821"/>
                  </a:lnTo>
                  <a:lnTo>
                    <a:pt x="327983" y="212749"/>
                  </a:lnTo>
                  <a:lnTo>
                    <a:pt x="329346" y="207632"/>
                  </a:lnTo>
                  <a:lnTo>
                    <a:pt x="330547" y="202474"/>
                  </a:lnTo>
                  <a:lnTo>
                    <a:pt x="331583" y="197280"/>
                  </a:lnTo>
                  <a:lnTo>
                    <a:pt x="332455" y="192057"/>
                  </a:lnTo>
                  <a:lnTo>
                    <a:pt x="333160" y="186808"/>
                  </a:lnTo>
                  <a:lnTo>
                    <a:pt x="333699" y="181539"/>
                  </a:lnTo>
                  <a:lnTo>
                    <a:pt x="334071" y="176257"/>
                  </a:lnTo>
                  <a:lnTo>
                    <a:pt x="334275" y="170965"/>
                  </a:lnTo>
                  <a:lnTo>
                    <a:pt x="334311" y="165669"/>
                  </a:lnTo>
                  <a:lnTo>
                    <a:pt x="334180" y="160374"/>
                  </a:lnTo>
                  <a:lnTo>
                    <a:pt x="333881" y="155087"/>
                  </a:lnTo>
                  <a:lnTo>
                    <a:pt x="333414" y="149812"/>
                  </a:lnTo>
                  <a:lnTo>
                    <a:pt x="332781" y="144554"/>
                  </a:lnTo>
                  <a:lnTo>
                    <a:pt x="331982" y="139318"/>
                  </a:lnTo>
                  <a:lnTo>
                    <a:pt x="331017" y="134111"/>
                  </a:lnTo>
                  <a:lnTo>
                    <a:pt x="329888" y="128937"/>
                  </a:lnTo>
                  <a:lnTo>
                    <a:pt x="328595" y="123801"/>
                  </a:lnTo>
                  <a:lnTo>
                    <a:pt x="327140" y="118709"/>
                  </a:lnTo>
                  <a:lnTo>
                    <a:pt x="325525" y="113666"/>
                  </a:lnTo>
                  <a:lnTo>
                    <a:pt x="323751" y="108676"/>
                  </a:lnTo>
                  <a:lnTo>
                    <a:pt x="321820" y="103745"/>
                  </a:lnTo>
                  <a:lnTo>
                    <a:pt x="319733" y="98877"/>
                  </a:lnTo>
                  <a:lnTo>
                    <a:pt x="317493" y="94078"/>
                  </a:lnTo>
                  <a:lnTo>
                    <a:pt x="315103" y="89352"/>
                  </a:lnTo>
                  <a:lnTo>
                    <a:pt x="312563" y="84705"/>
                  </a:lnTo>
                  <a:lnTo>
                    <a:pt x="309878" y="80140"/>
                  </a:lnTo>
                  <a:lnTo>
                    <a:pt x="307050" y="75663"/>
                  </a:lnTo>
                  <a:lnTo>
                    <a:pt x="304081" y="71277"/>
                  </a:lnTo>
                  <a:lnTo>
                    <a:pt x="300975" y="66988"/>
                  </a:lnTo>
                  <a:lnTo>
                    <a:pt x="297735" y="62799"/>
                  </a:lnTo>
                  <a:lnTo>
                    <a:pt x="294363" y="58715"/>
                  </a:lnTo>
                  <a:lnTo>
                    <a:pt x="290864" y="54740"/>
                  </a:lnTo>
                  <a:lnTo>
                    <a:pt x="287241" y="50877"/>
                  </a:lnTo>
                  <a:lnTo>
                    <a:pt x="283497" y="47132"/>
                  </a:lnTo>
                  <a:lnTo>
                    <a:pt x="279636" y="43506"/>
                  </a:lnTo>
                  <a:lnTo>
                    <a:pt x="275663" y="40005"/>
                  </a:lnTo>
                  <a:lnTo>
                    <a:pt x="271580" y="36632"/>
                  </a:lnTo>
                  <a:lnTo>
                    <a:pt x="267393" y="33389"/>
                  </a:lnTo>
                  <a:lnTo>
                    <a:pt x="263105" y="30281"/>
                  </a:lnTo>
                  <a:lnTo>
                    <a:pt x="258721" y="27310"/>
                  </a:lnTo>
                  <a:lnTo>
                    <a:pt x="254245" y="24480"/>
                  </a:lnTo>
                  <a:lnTo>
                    <a:pt x="249681" y="21793"/>
                  </a:lnTo>
                  <a:lnTo>
                    <a:pt x="245035" y="19251"/>
                  </a:lnTo>
                  <a:lnTo>
                    <a:pt x="240310" y="16859"/>
                  </a:lnTo>
                  <a:lnTo>
                    <a:pt x="235512" y="14617"/>
                  </a:lnTo>
                  <a:lnTo>
                    <a:pt x="230646" y="12528"/>
                  </a:lnTo>
                  <a:lnTo>
                    <a:pt x="225716" y="10594"/>
                  </a:lnTo>
                  <a:lnTo>
                    <a:pt x="220726" y="8817"/>
                  </a:lnTo>
                  <a:lnTo>
                    <a:pt x="215684" y="7200"/>
                  </a:lnTo>
                  <a:lnTo>
                    <a:pt x="210592" y="5743"/>
                  </a:lnTo>
                  <a:lnTo>
                    <a:pt x="205457" y="4448"/>
                  </a:lnTo>
                  <a:lnTo>
                    <a:pt x="200283" y="3316"/>
                  </a:lnTo>
                  <a:lnTo>
                    <a:pt x="195077" y="2349"/>
                  </a:lnTo>
                  <a:lnTo>
                    <a:pt x="189842" y="1547"/>
                  </a:lnTo>
                  <a:lnTo>
                    <a:pt x="184584" y="911"/>
                  </a:lnTo>
                  <a:lnTo>
                    <a:pt x="179309" y="442"/>
                  </a:lnTo>
                  <a:lnTo>
                    <a:pt x="174022" y="141"/>
                  </a:lnTo>
                  <a:lnTo>
                    <a:pt x="168727" y="7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720" y="5018213"/>
              <a:ext cx="1577" cy="167167"/>
            </a:xfrm>
            <a:custGeom>
              <a:avLst/>
              <a:pathLst>
                <a:path w="1577" h="167167">
                  <a:moveTo>
                    <a:pt x="1577" y="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816790" y="5269756"/>
              <a:ext cx="147711" cy="167167"/>
            </a:xfrm>
            <a:custGeom>
              <a:avLst/>
              <a:pathLst>
                <a:path w="147711" h="167167">
                  <a:moveTo>
                    <a:pt x="147711" y="0"/>
                  </a:moveTo>
                  <a:lnTo>
                    <a:pt x="142223" y="90"/>
                  </a:lnTo>
                  <a:lnTo>
                    <a:pt x="136741" y="360"/>
                  </a:lnTo>
                  <a:lnTo>
                    <a:pt x="131271" y="810"/>
                  </a:lnTo>
                  <a:lnTo>
                    <a:pt x="125819" y="1439"/>
                  </a:lnTo>
                  <a:lnTo>
                    <a:pt x="120390" y="2247"/>
                  </a:lnTo>
                  <a:lnTo>
                    <a:pt x="114991" y="3233"/>
                  </a:lnTo>
                  <a:lnTo>
                    <a:pt x="109627" y="4395"/>
                  </a:lnTo>
                  <a:lnTo>
                    <a:pt x="104304" y="5733"/>
                  </a:lnTo>
                  <a:lnTo>
                    <a:pt x="99028" y="7245"/>
                  </a:lnTo>
                  <a:lnTo>
                    <a:pt x="93804" y="8930"/>
                  </a:lnTo>
                  <a:lnTo>
                    <a:pt x="88638" y="10785"/>
                  </a:lnTo>
                  <a:lnTo>
                    <a:pt x="83536" y="12808"/>
                  </a:lnTo>
                  <a:lnTo>
                    <a:pt x="78504" y="14998"/>
                  </a:lnTo>
                  <a:lnTo>
                    <a:pt x="73546" y="17352"/>
                  </a:lnTo>
                  <a:lnTo>
                    <a:pt x="68667" y="19868"/>
                  </a:lnTo>
                  <a:lnTo>
                    <a:pt x="63874" y="22542"/>
                  </a:lnTo>
                  <a:lnTo>
                    <a:pt x="59172" y="25372"/>
                  </a:lnTo>
                  <a:lnTo>
                    <a:pt x="54565" y="28355"/>
                  </a:lnTo>
                  <a:lnTo>
                    <a:pt x="50058" y="31488"/>
                  </a:lnTo>
                  <a:lnTo>
                    <a:pt x="45657" y="34767"/>
                  </a:lnTo>
                  <a:lnTo>
                    <a:pt x="41365" y="38188"/>
                  </a:lnTo>
                  <a:lnTo>
                    <a:pt x="37188" y="41749"/>
                  </a:lnTo>
                  <a:lnTo>
                    <a:pt x="33131" y="45445"/>
                  </a:lnTo>
                  <a:lnTo>
                    <a:pt x="29196" y="49272"/>
                  </a:lnTo>
                  <a:lnTo>
                    <a:pt x="25390" y="53226"/>
                  </a:lnTo>
                  <a:lnTo>
                    <a:pt x="21715" y="57303"/>
                  </a:lnTo>
                  <a:lnTo>
                    <a:pt x="18177" y="61498"/>
                  </a:lnTo>
                  <a:lnTo>
                    <a:pt x="14778" y="65808"/>
                  </a:lnTo>
                  <a:lnTo>
                    <a:pt x="11522" y="70226"/>
                  </a:lnTo>
                  <a:lnTo>
                    <a:pt x="8413" y="74749"/>
                  </a:lnTo>
                  <a:lnTo>
                    <a:pt x="5454" y="79372"/>
                  </a:lnTo>
                  <a:lnTo>
                    <a:pt x="2649" y="84089"/>
                  </a:lnTo>
                  <a:lnTo>
                    <a:pt x="0" y="88896"/>
                  </a:lnTo>
                  <a:lnTo>
                    <a:pt x="14771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797345" y="5269756"/>
              <a:ext cx="334305" cy="334334"/>
            </a:xfrm>
            <a:custGeom>
              <a:avLst/>
              <a:pathLst>
                <a:path w="334305" h="334334">
                  <a:moveTo>
                    <a:pt x="19444" y="88896"/>
                  </a:moveTo>
                  <a:lnTo>
                    <a:pt x="17037" y="93618"/>
                  </a:lnTo>
                  <a:lnTo>
                    <a:pt x="14781" y="98414"/>
                  </a:lnTo>
                  <a:lnTo>
                    <a:pt x="12678" y="103279"/>
                  </a:lnTo>
                  <a:lnTo>
                    <a:pt x="10731" y="108208"/>
                  </a:lnTo>
                  <a:lnTo>
                    <a:pt x="8940" y="113196"/>
                  </a:lnTo>
                  <a:lnTo>
                    <a:pt x="7309" y="118238"/>
                  </a:lnTo>
                  <a:lnTo>
                    <a:pt x="5838" y="123330"/>
                  </a:lnTo>
                  <a:lnTo>
                    <a:pt x="4530" y="128466"/>
                  </a:lnTo>
                  <a:lnTo>
                    <a:pt x="3385" y="133641"/>
                  </a:lnTo>
                  <a:lnTo>
                    <a:pt x="2404" y="138849"/>
                  </a:lnTo>
                  <a:lnTo>
                    <a:pt x="1589" y="144086"/>
                  </a:lnTo>
                  <a:lnTo>
                    <a:pt x="941" y="149346"/>
                  </a:lnTo>
                  <a:lnTo>
                    <a:pt x="459" y="154624"/>
                  </a:lnTo>
                  <a:lnTo>
                    <a:pt x="145" y="159914"/>
                  </a:lnTo>
                  <a:lnTo>
                    <a:pt x="0" y="165212"/>
                  </a:lnTo>
                  <a:lnTo>
                    <a:pt x="22" y="170512"/>
                  </a:lnTo>
                  <a:lnTo>
                    <a:pt x="212" y="175809"/>
                  </a:lnTo>
                  <a:lnTo>
                    <a:pt x="569" y="181096"/>
                  </a:lnTo>
                  <a:lnTo>
                    <a:pt x="1095" y="186370"/>
                  </a:lnTo>
                  <a:lnTo>
                    <a:pt x="1787" y="191625"/>
                  </a:lnTo>
                  <a:lnTo>
                    <a:pt x="2645" y="196854"/>
                  </a:lnTo>
                  <a:lnTo>
                    <a:pt x="3669" y="202055"/>
                  </a:lnTo>
                  <a:lnTo>
                    <a:pt x="4857" y="207219"/>
                  </a:lnTo>
                  <a:lnTo>
                    <a:pt x="6208" y="212344"/>
                  </a:lnTo>
                  <a:lnTo>
                    <a:pt x="7721" y="217424"/>
                  </a:lnTo>
                  <a:lnTo>
                    <a:pt x="9395" y="222452"/>
                  </a:lnTo>
                  <a:lnTo>
                    <a:pt x="11227" y="227426"/>
                  </a:lnTo>
                  <a:lnTo>
                    <a:pt x="13215" y="232338"/>
                  </a:lnTo>
                  <a:lnTo>
                    <a:pt x="15358" y="237185"/>
                  </a:lnTo>
                  <a:lnTo>
                    <a:pt x="17654" y="241962"/>
                  </a:lnTo>
                  <a:lnTo>
                    <a:pt x="20100" y="246664"/>
                  </a:lnTo>
                  <a:lnTo>
                    <a:pt x="22694" y="251285"/>
                  </a:lnTo>
                  <a:lnTo>
                    <a:pt x="25433" y="255823"/>
                  </a:lnTo>
                  <a:lnTo>
                    <a:pt x="28315" y="260271"/>
                  </a:lnTo>
                  <a:lnTo>
                    <a:pt x="31336" y="264625"/>
                  </a:lnTo>
                  <a:lnTo>
                    <a:pt x="34494" y="268881"/>
                  </a:lnTo>
                  <a:lnTo>
                    <a:pt x="37785" y="273036"/>
                  </a:lnTo>
                  <a:lnTo>
                    <a:pt x="41206" y="277084"/>
                  </a:lnTo>
                  <a:lnTo>
                    <a:pt x="44754" y="281021"/>
                  </a:lnTo>
                  <a:lnTo>
                    <a:pt x="48424" y="284844"/>
                  </a:lnTo>
                  <a:lnTo>
                    <a:pt x="52214" y="288548"/>
                  </a:lnTo>
                  <a:lnTo>
                    <a:pt x="56120" y="292131"/>
                  </a:lnTo>
                  <a:lnTo>
                    <a:pt x="60137" y="295588"/>
                  </a:lnTo>
                  <a:lnTo>
                    <a:pt x="64262" y="298916"/>
                  </a:lnTo>
                  <a:lnTo>
                    <a:pt x="68490" y="302112"/>
                  </a:lnTo>
                  <a:lnTo>
                    <a:pt x="72817" y="305171"/>
                  </a:lnTo>
                  <a:lnTo>
                    <a:pt x="77239" y="308093"/>
                  </a:lnTo>
                  <a:lnTo>
                    <a:pt x="81752" y="310872"/>
                  </a:lnTo>
                  <a:lnTo>
                    <a:pt x="86350" y="313507"/>
                  </a:lnTo>
                  <a:lnTo>
                    <a:pt x="91030" y="315995"/>
                  </a:lnTo>
                  <a:lnTo>
                    <a:pt x="95786" y="318334"/>
                  </a:lnTo>
                  <a:lnTo>
                    <a:pt x="100614" y="320520"/>
                  </a:lnTo>
                  <a:lnTo>
                    <a:pt x="105508" y="322552"/>
                  </a:lnTo>
                  <a:lnTo>
                    <a:pt x="110465" y="324428"/>
                  </a:lnTo>
                  <a:lnTo>
                    <a:pt x="115479" y="326146"/>
                  </a:lnTo>
                  <a:lnTo>
                    <a:pt x="120544" y="327705"/>
                  </a:lnTo>
                  <a:lnTo>
                    <a:pt x="125657" y="329102"/>
                  </a:lnTo>
                  <a:lnTo>
                    <a:pt x="130811" y="330336"/>
                  </a:lnTo>
                  <a:lnTo>
                    <a:pt x="136002" y="331406"/>
                  </a:lnTo>
                  <a:lnTo>
                    <a:pt x="141224" y="332311"/>
                  </a:lnTo>
                  <a:lnTo>
                    <a:pt x="146472" y="333050"/>
                  </a:lnTo>
                  <a:lnTo>
                    <a:pt x="151741" y="333622"/>
                  </a:lnTo>
                  <a:lnTo>
                    <a:pt x="157025" y="334027"/>
                  </a:lnTo>
                  <a:lnTo>
                    <a:pt x="162320" y="334264"/>
                  </a:lnTo>
                  <a:lnTo>
                    <a:pt x="167619" y="334334"/>
                  </a:lnTo>
                  <a:lnTo>
                    <a:pt x="172918" y="334235"/>
                  </a:lnTo>
                  <a:lnTo>
                    <a:pt x="178211" y="333968"/>
                  </a:lnTo>
                  <a:lnTo>
                    <a:pt x="183493" y="333534"/>
                  </a:lnTo>
                  <a:lnTo>
                    <a:pt x="188759" y="332933"/>
                  </a:lnTo>
                  <a:lnTo>
                    <a:pt x="194003" y="332164"/>
                  </a:lnTo>
                  <a:lnTo>
                    <a:pt x="199220" y="331230"/>
                  </a:lnTo>
                  <a:lnTo>
                    <a:pt x="204404" y="330132"/>
                  </a:lnTo>
                  <a:lnTo>
                    <a:pt x="209552" y="328869"/>
                  </a:lnTo>
                  <a:lnTo>
                    <a:pt x="214656" y="327444"/>
                  </a:lnTo>
                  <a:lnTo>
                    <a:pt x="219713" y="325857"/>
                  </a:lnTo>
                  <a:lnTo>
                    <a:pt x="224717" y="324112"/>
                  </a:lnTo>
                  <a:lnTo>
                    <a:pt x="229663" y="322208"/>
                  </a:lnTo>
                  <a:lnTo>
                    <a:pt x="234547" y="320149"/>
                  </a:lnTo>
                  <a:lnTo>
                    <a:pt x="239362" y="317935"/>
                  </a:lnTo>
                  <a:lnTo>
                    <a:pt x="244105" y="315571"/>
                  </a:lnTo>
                  <a:lnTo>
                    <a:pt x="248771" y="313057"/>
                  </a:lnTo>
                  <a:lnTo>
                    <a:pt x="253355" y="310396"/>
                  </a:lnTo>
                  <a:lnTo>
                    <a:pt x="257852" y="307592"/>
                  </a:lnTo>
                  <a:lnTo>
                    <a:pt x="262258" y="304646"/>
                  </a:lnTo>
                  <a:lnTo>
                    <a:pt x="266568" y="301562"/>
                  </a:lnTo>
                  <a:lnTo>
                    <a:pt x="270778" y="298343"/>
                  </a:lnTo>
                  <a:lnTo>
                    <a:pt x="274885" y="294993"/>
                  </a:lnTo>
                  <a:lnTo>
                    <a:pt x="278883" y="291513"/>
                  </a:lnTo>
                  <a:lnTo>
                    <a:pt x="282768" y="287909"/>
                  </a:lnTo>
                  <a:lnTo>
                    <a:pt x="286538" y="284183"/>
                  </a:lnTo>
                  <a:lnTo>
                    <a:pt x="290187" y="280340"/>
                  </a:lnTo>
                  <a:lnTo>
                    <a:pt x="293713" y="276383"/>
                  </a:lnTo>
                  <a:lnTo>
                    <a:pt x="297111" y="272317"/>
                  </a:lnTo>
                  <a:lnTo>
                    <a:pt x="300379" y="268144"/>
                  </a:lnTo>
                  <a:lnTo>
                    <a:pt x="303513" y="263870"/>
                  </a:lnTo>
                  <a:lnTo>
                    <a:pt x="306510" y="259499"/>
                  </a:lnTo>
                  <a:lnTo>
                    <a:pt x="309367" y="255035"/>
                  </a:lnTo>
                  <a:lnTo>
                    <a:pt x="312081" y="250483"/>
                  </a:lnTo>
                  <a:lnTo>
                    <a:pt x="314649" y="245847"/>
                  </a:lnTo>
                  <a:lnTo>
                    <a:pt x="317069" y="241132"/>
                  </a:lnTo>
                  <a:lnTo>
                    <a:pt x="319339" y="236342"/>
                  </a:lnTo>
                  <a:lnTo>
                    <a:pt x="321455" y="231483"/>
                  </a:lnTo>
                  <a:lnTo>
                    <a:pt x="323416" y="226560"/>
                  </a:lnTo>
                  <a:lnTo>
                    <a:pt x="325221" y="221576"/>
                  </a:lnTo>
                  <a:lnTo>
                    <a:pt x="326866" y="216538"/>
                  </a:lnTo>
                  <a:lnTo>
                    <a:pt x="328351" y="211451"/>
                  </a:lnTo>
                  <a:lnTo>
                    <a:pt x="329673" y="206319"/>
                  </a:lnTo>
                  <a:lnTo>
                    <a:pt x="330833" y="201147"/>
                  </a:lnTo>
                  <a:lnTo>
                    <a:pt x="331828" y="195942"/>
                  </a:lnTo>
                  <a:lnTo>
                    <a:pt x="332657" y="190707"/>
                  </a:lnTo>
                  <a:lnTo>
                    <a:pt x="333320" y="185449"/>
                  </a:lnTo>
                  <a:lnTo>
                    <a:pt x="333816" y="180172"/>
                  </a:lnTo>
                  <a:lnTo>
                    <a:pt x="334145" y="174883"/>
                  </a:lnTo>
                  <a:lnTo>
                    <a:pt x="334305" y="169585"/>
                  </a:lnTo>
                  <a:lnTo>
                    <a:pt x="334298" y="164285"/>
                  </a:lnTo>
                  <a:lnTo>
                    <a:pt x="334123" y="158988"/>
                  </a:lnTo>
                  <a:lnTo>
                    <a:pt x="333780" y="153700"/>
                  </a:lnTo>
                  <a:lnTo>
                    <a:pt x="333269" y="148424"/>
                  </a:lnTo>
                  <a:lnTo>
                    <a:pt x="332591" y="143168"/>
                  </a:lnTo>
                  <a:lnTo>
                    <a:pt x="331747" y="137936"/>
                  </a:lnTo>
                  <a:lnTo>
                    <a:pt x="330738" y="132733"/>
                  </a:lnTo>
                  <a:lnTo>
                    <a:pt x="329564" y="127565"/>
                  </a:lnTo>
                  <a:lnTo>
                    <a:pt x="328227" y="122436"/>
                  </a:lnTo>
                  <a:lnTo>
                    <a:pt x="326728" y="117353"/>
                  </a:lnTo>
                  <a:lnTo>
                    <a:pt x="325069" y="112319"/>
                  </a:lnTo>
                  <a:lnTo>
                    <a:pt x="323251" y="107341"/>
                  </a:lnTo>
                  <a:lnTo>
                    <a:pt x="321276" y="102423"/>
                  </a:lnTo>
                  <a:lnTo>
                    <a:pt x="319146" y="97570"/>
                  </a:lnTo>
                  <a:lnTo>
                    <a:pt x="316864" y="92787"/>
                  </a:lnTo>
                  <a:lnTo>
                    <a:pt x="314431" y="88078"/>
                  </a:lnTo>
                  <a:lnTo>
                    <a:pt x="311849" y="83449"/>
                  </a:lnTo>
                  <a:lnTo>
                    <a:pt x="309123" y="78905"/>
                  </a:lnTo>
                  <a:lnTo>
                    <a:pt x="306254" y="74449"/>
                  </a:lnTo>
                  <a:lnTo>
                    <a:pt x="303245" y="70086"/>
                  </a:lnTo>
                  <a:lnTo>
                    <a:pt x="300099" y="65821"/>
                  </a:lnTo>
                  <a:lnTo>
                    <a:pt x="296819" y="61657"/>
                  </a:lnTo>
                  <a:lnTo>
                    <a:pt x="293409" y="57600"/>
                  </a:lnTo>
                  <a:lnTo>
                    <a:pt x="289873" y="53653"/>
                  </a:lnTo>
                  <a:lnTo>
                    <a:pt x="286213" y="49820"/>
                  </a:lnTo>
                  <a:lnTo>
                    <a:pt x="282433" y="46105"/>
                  </a:lnTo>
                  <a:lnTo>
                    <a:pt x="278537" y="42511"/>
                  </a:lnTo>
                  <a:lnTo>
                    <a:pt x="274530" y="39043"/>
                  </a:lnTo>
                  <a:lnTo>
                    <a:pt x="270414" y="35704"/>
                  </a:lnTo>
                  <a:lnTo>
                    <a:pt x="266195" y="32496"/>
                  </a:lnTo>
                  <a:lnTo>
                    <a:pt x="261876" y="29425"/>
                  </a:lnTo>
                  <a:lnTo>
                    <a:pt x="257462" y="26491"/>
                  </a:lnTo>
                  <a:lnTo>
                    <a:pt x="252957" y="23699"/>
                  </a:lnTo>
                  <a:lnTo>
                    <a:pt x="248366" y="21051"/>
                  </a:lnTo>
                  <a:lnTo>
                    <a:pt x="243694" y="18550"/>
                  </a:lnTo>
                  <a:lnTo>
                    <a:pt x="238944" y="16199"/>
                  </a:lnTo>
                  <a:lnTo>
                    <a:pt x="234122" y="13999"/>
                  </a:lnTo>
                  <a:lnTo>
                    <a:pt x="229233" y="11953"/>
                  </a:lnTo>
                  <a:lnTo>
                    <a:pt x="224282" y="10063"/>
                  </a:lnTo>
                  <a:lnTo>
                    <a:pt x="219273" y="8331"/>
                  </a:lnTo>
                  <a:lnTo>
                    <a:pt x="214212" y="6759"/>
                  </a:lnTo>
                  <a:lnTo>
                    <a:pt x="209103" y="5348"/>
                  </a:lnTo>
                  <a:lnTo>
                    <a:pt x="203952" y="4100"/>
                  </a:lnTo>
                  <a:lnTo>
                    <a:pt x="198765" y="3015"/>
                  </a:lnTo>
                  <a:lnTo>
                    <a:pt x="193545" y="2096"/>
                  </a:lnTo>
                  <a:lnTo>
                    <a:pt x="188299" y="1342"/>
                  </a:lnTo>
                  <a:lnTo>
                    <a:pt x="183032" y="755"/>
                  </a:lnTo>
                  <a:lnTo>
                    <a:pt x="177749" y="335"/>
                  </a:lnTo>
                  <a:lnTo>
                    <a:pt x="17245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437" y="5399291"/>
              <a:ext cx="3778" cy="167167"/>
            </a:xfrm>
            <a:custGeom>
              <a:avLst/>
              <a:pathLst>
                <a:path w="3778" h="167167">
                  <a:moveTo>
                    <a:pt x="3778" y="0"/>
                  </a:moveTo>
                  <a:lnTo>
                    <a:pt x="0" y="42"/>
                  </a:lnTo>
                  <a:lnTo>
                    <a:pt x="377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437" y="5399334"/>
              <a:ext cx="3778" cy="167124"/>
            </a:xfrm>
            <a:custGeom>
              <a:avLst/>
              <a:pathLst>
                <a:path w="3778" h="167124">
                  <a:moveTo>
                    <a:pt x="0" y="0"/>
                  </a:moveTo>
                  <a:lnTo>
                    <a:pt x="3778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437" y="5399334"/>
              <a:ext cx="3778" cy="167124"/>
            </a:xfrm>
            <a:custGeom>
              <a:avLst/>
              <a:pathLst>
                <a:path w="3778" h="167124">
                  <a:moveTo>
                    <a:pt x="0" y="0"/>
                  </a:moveTo>
                  <a:lnTo>
                    <a:pt x="3778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437" y="5399334"/>
              <a:ext cx="3778" cy="167124"/>
            </a:xfrm>
            <a:custGeom>
              <a:avLst/>
              <a:pathLst>
                <a:path w="3778" h="167124">
                  <a:moveTo>
                    <a:pt x="0" y="0"/>
                  </a:moveTo>
                  <a:lnTo>
                    <a:pt x="3778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437" y="5399334"/>
              <a:ext cx="3778" cy="167124"/>
            </a:xfrm>
            <a:custGeom>
              <a:avLst/>
              <a:pathLst>
                <a:path w="3778" h="167124">
                  <a:moveTo>
                    <a:pt x="0" y="0"/>
                  </a:moveTo>
                  <a:lnTo>
                    <a:pt x="3778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437" y="5399334"/>
              <a:ext cx="3778" cy="167124"/>
            </a:xfrm>
            <a:custGeom>
              <a:avLst/>
              <a:pathLst>
                <a:path w="3778" h="167124">
                  <a:moveTo>
                    <a:pt x="0" y="0"/>
                  </a:moveTo>
                  <a:lnTo>
                    <a:pt x="3778" y="1671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2437" y="5399334"/>
              <a:ext cx="3778" cy="167124"/>
            </a:xfrm>
            <a:custGeom>
              <a:avLst/>
              <a:pathLst>
                <a:path w="3778" h="167124">
                  <a:moveTo>
                    <a:pt x="0" y="0"/>
                  </a:moveTo>
                  <a:lnTo>
                    <a:pt x="3778" y="1671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319048" y="5399334"/>
              <a:ext cx="334320" cy="334285"/>
            </a:xfrm>
            <a:custGeom>
              <a:avLst/>
              <a:pathLst>
                <a:path w="334320" h="334285">
                  <a:moveTo>
                    <a:pt x="163389" y="0"/>
                  </a:moveTo>
                  <a:lnTo>
                    <a:pt x="158111" y="202"/>
                  </a:lnTo>
                  <a:lnTo>
                    <a:pt x="152842" y="572"/>
                  </a:lnTo>
                  <a:lnTo>
                    <a:pt x="147587" y="1107"/>
                  </a:lnTo>
                  <a:lnTo>
                    <a:pt x="142352" y="1809"/>
                  </a:lnTo>
                  <a:lnTo>
                    <a:pt x="137141" y="2675"/>
                  </a:lnTo>
                  <a:lnTo>
                    <a:pt x="131961" y="3706"/>
                  </a:lnTo>
                  <a:lnTo>
                    <a:pt x="126815" y="4900"/>
                  </a:lnTo>
                  <a:lnTo>
                    <a:pt x="121710" y="6256"/>
                  </a:lnTo>
                  <a:lnTo>
                    <a:pt x="116651" y="7772"/>
                  </a:lnTo>
                  <a:lnTo>
                    <a:pt x="111642" y="9448"/>
                  </a:lnTo>
                  <a:lnTo>
                    <a:pt x="106688" y="11281"/>
                  </a:lnTo>
                  <a:lnTo>
                    <a:pt x="101794" y="13269"/>
                  </a:lnTo>
                  <a:lnTo>
                    <a:pt x="96966" y="15411"/>
                  </a:lnTo>
                  <a:lnTo>
                    <a:pt x="92208" y="17705"/>
                  </a:lnTo>
                  <a:lnTo>
                    <a:pt x="87525" y="20148"/>
                  </a:lnTo>
                  <a:lnTo>
                    <a:pt x="82921" y="22737"/>
                  </a:lnTo>
                  <a:lnTo>
                    <a:pt x="78402" y="25471"/>
                  </a:lnTo>
                  <a:lnTo>
                    <a:pt x="73971" y="28346"/>
                  </a:lnTo>
                  <a:lnTo>
                    <a:pt x="69633" y="31360"/>
                  </a:lnTo>
                  <a:lnTo>
                    <a:pt x="65392" y="34509"/>
                  </a:lnTo>
                  <a:lnTo>
                    <a:pt x="61253" y="37790"/>
                  </a:lnTo>
                  <a:lnTo>
                    <a:pt x="57220" y="41201"/>
                  </a:lnTo>
                  <a:lnTo>
                    <a:pt x="53297" y="44738"/>
                  </a:lnTo>
                  <a:lnTo>
                    <a:pt x="49487" y="48396"/>
                  </a:lnTo>
                  <a:lnTo>
                    <a:pt x="45795" y="52173"/>
                  </a:lnTo>
                  <a:lnTo>
                    <a:pt x="42224" y="56065"/>
                  </a:lnTo>
                  <a:lnTo>
                    <a:pt x="38777" y="60068"/>
                  </a:lnTo>
                  <a:lnTo>
                    <a:pt x="35459" y="64178"/>
                  </a:lnTo>
                  <a:lnTo>
                    <a:pt x="32272" y="68390"/>
                  </a:lnTo>
                  <a:lnTo>
                    <a:pt x="29220" y="72701"/>
                  </a:lnTo>
                  <a:lnTo>
                    <a:pt x="26306" y="77107"/>
                  </a:lnTo>
                  <a:lnTo>
                    <a:pt x="23533" y="81602"/>
                  </a:lnTo>
                  <a:lnTo>
                    <a:pt x="20902" y="86182"/>
                  </a:lnTo>
                  <a:lnTo>
                    <a:pt x="18418" y="90844"/>
                  </a:lnTo>
                  <a:lnTo>
                    <a:pt x="16082" y="95581"/>
                  </a:lnTo>
                  <a:lnTo>
                    <a:pt x="13898" y="100390"/>
                  </a:lnTo>
                  <a:lnTo>
                    <a:pt x="11866" y="105266"/>
                  </a:lnTo>
                  <a:lnTo>
                    <a:pt x="9989" y="110203"/>
                  </a:lnTo>
                  <a:lnTo>
                    <a:pt x="8269" y="115197"/>
                  </a:lnTo>
                  <a:lnTo>
                    <a:pt x="6708" y="120243"/>
                  </a:lnTo>
                  <a:lnTo>
                    <a:pt x="5307" y="125336"/>
                  </a:lnTo>
                  <a:lnTo>
                    <a:pt x="4067" y="130471"/>
                  </a:lnTo>
                  <a:lnTo>
                    <a:pt x="2991" y="135642"/>
                  </a:lnTo>
                  <a:lnTo>
                    <a:pt x="2078" y="140844"/>
                  </a:lnTo>
                  <a:lnTo>
                    <a:pt x="1330" y="146073"/>
                  </a:lnTo>
                  <a:lnTo>
                    <a:pt x="748" y="151323"/>
                  </a:lnTo>
                  <a:lnTo>
                    <a:pt x="332" y="156588"/>
                  </a:lnTo>
                  <a:lnTo>
                    <a:pt x="82" y="161865"/>
                  </a:lnTo>
                  <a:lnTo>
                    <a:pt x="0" y="167146"/>
                  </a:lnTo>
                  <a:lnTo>
                    <a:pt x="84" y="172427"/>
                  </a:lnTo>
                  <a:lnTo>
                    <a:pt x="335" y="177703"/>
                  </a:lnTo>
                  <a:lnTo>
                    <a:pt x="752" y="182969"/>
                  </a:lnTo>
                  <a:lnTo>
                    <a:pt x="1336" y="188218"/>
                  </a:lnTo>
                  <a:lnTo>
                    <a:pt x="2085" y="193447"/>
                  </a:lnTo>
                  <a:lnTo>
                    <a:pt x="2999" y="198649"/>
                  </a:lnTo>
                  <a:lnTo>
                    <a:pt x="4077" y="203820"/>
                  </a:lnTo>
                  <a:lnTo>
                    <a:pt x="5318" y="208954"/>
                  </a:lnTo>
                  <a:lnTo>
                    <a:pt x="6720" y="214047"/>
                  </a:lnTo>
                  <a:lnTo>
                    <a:pt x="8283" y="219093"/>
                  </a:lnTo>
                  <a:lnTo>
                    <a:pt x="10004" y="224086"/>
                  </a:lnTo>
                  <a:lnTo>
                    <a:pt x="11882" y="229023"/>
                  </a:lnTo>
                  <a:lnTo>
                    <a:pt x="13915" y="233898"/>
                  </a:lnTo>
                  <a:lnTo>
                    <a:pt x="16101" y="238707"/>
                  </a:lnTo>
                  <a:lnTo>
                    <a:pt x="18438" y="243443"/>
                  </a:lnTo>
                  <a:lnTo>
                    <a:pt x="20923" y="248104"/>
                  </a:lnTo>
                  <a:lnTo>
                    <a:pt x="23555" y="252684"/>
                  </a:lnTo>
                  <a:lnTo>
                    <a:pt x="26330" y="257179"/>
                  </a:lnTo>
                  <a:lnTo>
                    <a:pt x="29245" y="261583"/>
                  </a:lnTo>
                  <a:lnTo>
                    <a:pt x="32298" y="265893"/>
                  </a:lnTo>
                  <a:lnTo>
                    <a:pt x="35486" y="270105"/>
                  </a:lnTo>
                  <a:lnTo>
                    <a:pt x="38805" y="274214"/>
                  </a:lnTo>
                  <a:lnTo>
                    <a:pt x="42252" y="278216"/>
                  </a:lnTo>
                  <a:lnTo>
                    <a:pt x="45824" y="282107"/>
                  </a:lnTo>
                  <a:lnTo>
                    <a:pt x="49518" y="285883"/>
                  </a:lnTo>
                  <a:lnTo>
                    <a:pt x="53328" y="289541"/>
                  </a:lnTo>
                  <a:lnTo>
                    <a:pt x="57253" y="293076"/>
                  </a:lnTo>
                  <a:lnTo>
                    <a:pt x="61287" y="296486"/>
                  </a:lnTo>
                  <a:lnTo>
                    <a:pt x="65427" y="299766"/>
                  </a:lnTo>
                  <a:lnTo>
                    <a:pt x="69668" y="302914"/>
                  </a:lnTo>
                  <a:lnTo>
                    <a:pt x="74007" y="305927"/>
                  </a:lnTo>
                  <a:lnTo>
                    <a:pt x="78438" y="308801"/>
                  </a:lnTo>
                  <a:lnTo>
                    <a:pt x="82959" y="311533"/>
                  </a:lnTo>
                  <a:lnTo>
                    <a:pt x="87563" y="314121"/>
                  </a:lnTo>
                  <a:lnTo>
                    <a:pt x="92247" y="316563"/>
                  </a:lnTo>
                  <a:lnTo>
                    <a:pt x="97006" y="318855"/>
                  </a:lnTo>
                  <a:lnTo>
                    <a:pt x="101834" y="320996"/>
                  </a:lnTo>
                  <a:lnTo>
                    <a:pt x="106728" y="322984"/>
                  </a:lnTo>
                  <a:lnTo>
                    <a:pt x="111683" y="324815"/>
                  </a:lnTo>
                  <a:lnTo>
                    <a:pt x="116692" y="326489"/>
                  </a:lnTo>
                  <a:lnTo>
                    <a:pt x="121752" y="328004"/>
                  </a:lnTo>
                  <a:lnTo>
                    <a:pt x="126858" y="329359"/>
                  </a:lnTo>
                  <a:lnTo>
                    <a:pt x="132003" y="330551"/>
                  </a:lnTo>
                  <a:lnTo>
                    <a:pt x="137184" y="331581"/>
                  </a:lnTo>
                  <a:lnTo>
                    <a:pt x="142395" y="332446"/>
                  </a:lnTo>
                  <a:lnTo>
                    <a:pt x="147630" y="333146"/>
                  </a:lnTo>
                  <a:lnTo>
                    <a:pt x="152885" y="333680"/>
                  </a:lnTo>
                  <a:lnTo>
                    <a:pt x="158154" y="334049"/>
                  </a:lnTo>
                  <a:lnTo>
                    <a:pt x="163432" y="334250"/>
                  </a:lnTo>
                  <a:lnTo>
                    <a:pt x="168714" y="334285"/>
                  </a:lnTo>
                  <a:lnTo>
                    <a:pt x="173995" y="334152"/>
                  </a:lnTo>
                  <a:lnTo>
                    <a:pt x="179268" y="333853"/>
                  </a:lnTo>
                  <a:lnTo>
                    <a:pt x="184530" y="333388"/>
                  </a:lnTo>
                  <a:lnTo>
                    <a:pt x="189774" y="332756"/>
                  </a:lnTo>
                  <a:lnTo>
                    <a:pt x="194995" y="331959"/>
                  </a:lnTo>
                  <a:lnTo>
                    <a:pt x="200189" y="330998"/>
                  </a:lnTo>
                  <a:lnTo>
                    <a:pt x="205350" y="329873"/>
                  </a:lnTo>
                  <a:lnTo>
                    <a:pt x="210472" y="328585"/>
                  </a:lnTo>
                  <a:lnTo>
                    <a:pt x="215552" y="327136"/>
                  </a:lnTo>
                  <a:lnTo>
                    <a:pt x="220583" y="325528"/>
                  </a:lnTo>
                  <a:lnTo>
                    <a:pt x="225561" y="323761"/>
                  </a:lnTo>
                  <a:lnTo>
                    <a:pt x="230480" y="321838"/>
                  </a:lnTo>
                  <a:lnTo>
                    <a:pt x="235337" y="319761"/>
                  </a:lnTo>
                  <a:lnTo>
                    <a:pt x="240125" y="317531"/>
                  </a:lnTo>
                  <a:lnTo>
                    <a:pt x="244840" y="315151"/>
                  </a:lnTo>
                  <a:lnTo>
                    <a:pt x="249478" y="312623"/>
                  </a:lnTo>
                  <a:lnTo>
                    <a:pt x="254034" y="309950"/>
                  </a:lnTo>
                  <a:lnTo>
                    <a:pt x="258503" y="307134"/>
                  </a:lnTo>
                  <a:lnTo>
                    <a:pt x="262881" y="304178"/>
                  </a:lnTo>
                  <a:lnTo>
                    <a:pt x="267163" y="301086"/>
                  </a:lnTo>
                  <a:lnTo>
                    <a:pt x="271345" y="297860"/>
                  </a:lnTo>
                  <a:lnTo>
                    <a:pt x="275423" y="294504"/>
                  </a:lnTo>
                  <a:lnTo>
                    <a:pt x="279394" y="291020"/>
                  </a:lnTo>
                  <a:lnTo>
                    <a:pt x="283252" y="287412"/>
                  </a:lnTo>
                  <a:lnTo>
                    <a:pt x="286994" y="283685"/>
                  </a:lnTo>
                  <a:lnTo>
                    <a:pt x="290617" y="279841"/>
                  </a:lnTo>
                  <a:lnTo>
                    <a:pt x="294116" y="275884"/>
                  </a:lnTo>
                  <a:lnTo>
                    <a:pt x="297489" y="271819"/>
                  </a:lnTo>
                  <a:lnTo>
                    <a:pt x="300732" y="267650"/>
                  </a:lnTo>
                  <a:lnTo>
                    <a:pt x="303841" y="263380"/>
                  </a:lnTo>
                  <a:lnTo>
                    <a:pt x="306814" y="259014"/>
                  </a:lnTo>
                  <a:lnTo>
                    <a:pt x="309647" y="254556"/>
                  </a:lnTo>
                  <a:lnTo>
                    <a:pt x="312338" y="250011"/>
                  </a:lnTo>
                  <a:lnTo>
                    <a:pt x="314885" y="245383"/>
                  </a:lnTo>
                  <a:lnTo>
                    <a:pt x="317283" y="240677"/>
                  </a:lnTo>
                  <a:lnTo>
                    <a:pt x="319532" y="235898"/>
                  </a:lnTo>
                  <a:lnTo>
                    <a:pt x="321629" y="231050"/>
                  </a:lnTo>
                  <a:lnTo>
                    <a:pt x="323571" y="226138"/>
                  </a:lnTo>
                  <a:lnTo>
                    <a:pt x="325358" y="221167"/>
                  </a:lnTo>
                  <a:lnTo>
                    <a:pt x="326986" y="216143"/>
                  </a:lnTo>
                  <a:lnTo>
                    <a:pt x="328455" y="211069"/>
                  </a:lnTo>
                  <a:lnTo>
                    <a:pt x="329763" y="205951"/>
                  </a:lnTo>
                  <a:lnTo>
                    <a:pt x="330908" y="200795"/>
                  </a:lnTo>
                  <a:lnTo>
                    <a:pt x="331890" y="195605"/>
                  </a:lnTo>
                  <a:lnTo>
                    <a:pt x="332708" y="190387"/>
                  </a:lnTo>
                  <a:lnTo>
                    <a:pt x="333360" y="185145"/>
                  </a:lnTo>
                  <a:lnTo>
                    <a:pt x="333847" y="179886"/>
                  </a:lnTo>
                  <a:lnTo>
                    <a:pt x="334167" y="174613"/>
                  </a:lnTo>
                  <a:lnTo>
                    <a:pt x="334320" y="169334"/>
                  </a:lnTo>
                  <a:lnTo>
                    <a:pt x="334306" y="164052"/>
                  </a:lnTo>
                  <a:lnTo>
                    <a:pt x="334126" y="158773"/>
                  </a:lnTo>
                  <a:lnTo>
                    <a:pt x="333778" y="153502"/>
                  </a:lnTo>
                  <a:lnTo>
                    <a:pt x="333265" y="148245"/>
                  </a:lnTo>
                  <a:lnTo>
                    <a:pt x="332586" y="143007"/>
                  </a:lnTo>
                  <a:lnTo>
                    <a:pt x="331741" y="137793"/>
                  </a:lnTo>
                  <a:lnTo>
                    <a:pt x="330732" y="132608"/>
                  </a:lnTo>
                  <a:lnTo>
                    <a:pt x="329560" y="127458"/>
                  </a:lnTo>
                  <a:lnTo>
                    <a:pt x="328226" y="122347"/>
                  </a:lnTo>
                  <a:lnTo>
                    <a:pt x="326731" y="117281"/>
                  </a:lnTo>
                  <a:lnTo>
                    <a:pt x="325076" y="112265"/>
                  </a:lnTo>
                  <a:lnTo>
                    <a:pt x="323264" y="107303"/>
                  </a:lnTo>
                  <a:lnTo>
                    <a:pt x="321297" y="102402"/>
                  </a:lnTo>
                  <a:lnTo>
                    <a:pt x="319175" y="97564"/>
                  </a:lnTo>
                  <a:lnTo>
                    <a:pt x="316901" y="92797"/>
                  </a:lnTo>
                  <a:lnTo>
                    <a:pt x="314478" y="88103"/>
                  </a:lnTo>
                  <a:lnTo>
                    <a:pt x="311908" y="83489"/>
                  </a:lnTo>
                  <a:lnTo>
                    <a:pt x="309194" y="78958"/>
                  </a:lnTo>
                  <a:lnTo>
                    <a:pt x="306337" y="74514"/>
                  </a:lnTo>
                  <a:lnTo>
                    <a:pt x="303342" y="70164"/>
                  </a:lnTo>
                  <a:lnTo>
                    <a:pt x="300211" y="65910"/>
                  </a:lnTo>
                  <a:lnTo>
                    <a:pt x="296947" y="61757"/>
                  </a:lnTo>
                  <a:lnTo>
                    <a:pt x="293553" y="57710"/>
                  </a:lnTo>
                  <a:lnTo>
                    <a:pt x="290033" y="53771"/>
                  </a:lnTo>
                  <a:lnTo>
                    <a:pt x="286391" y="49946"/>
                  </a:lnTo>
                  <a:lnTo>
                    <a:pt x="282629" y="46238"/>
                  </a:lnTo>
                  <a:lnTo>
                    <a:pt x="278752" y="42651"/>
                  </a:lnTo>
                  <a:lnTo>
                    <a:pt x="274764" y="39187"/>
                  </a:lnTo>
                  <a:lnTo>
                    <a:pt x="270668" y="35852"/>
                  </a:lnTo>
                  <a:lnTo>
                    <a:pt x="266469" y="32648"/>
                  </a:lnTo>
                  <a:lnTo>
                    <a:pt x="262171" y="29577"/>
                  </a:lnTo>
                  <a:lnTo>
                    <a:pt x="257778" y="26645"/>
                  </a:lnTo>
                  <a:lnTo>
                    <a:pt x="253295" y="23852"/>
                  </a:lnTo>
                  <a:lnTo>
                    <a:pt x="248725" y="21202"/>
                  </a:lnTo>
                  <a:lnTo>
                    <a:pt x="244075" y="18699"/>
                  </a:lnTo>
                  <a:lnTo>
                    <a:pt x="239347" y="16343"/>
                  </a:lnTo>
                  <a:lnTo>
                    <a:pt x="234547" y="14138"/>
                  </a:lnTo>
                  <a:lnTo>
                    <a:pt x="229680" y="12085"/>
                  </a:lnTo>
                  <a:lnTo>
                    <a:pt x="224751" y="10188"/>
                  </a:lnTo>
                  <a:lnTo>
                    <a:pt x="219764" y="8447"/>
                  </a:lnTo>
                  <a:lnTo>
                    <a:pt x="214725" y="6864"/>
                  </a:lnTo>
                  <a:lnTo>
                    <a:pt x="209638" y="5442"/>
                  </a:lnTo>
                  <a:lnTo>
                    <a:pt x="167167" y="167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42470" cy="167167"/>
            </a:xfrm>
            <a:custGeom>
              <a:avLst/>
              <a:pathLst>
                <a:path w="42470" h="167167">
                  <a:moveTo>
                    <a:pt x="42470" y="5485"/>
                  </a:moveTo>
                  <a:lnTo>
                    <a:pt x="36510" y="4035"/>
                  </a:lnTo>
                  <a:lnTo>
                    <a:pt x="30500" y="2806"/>
                  </a:lnTo>
                  <a:lnTo>
                    <a:pt x="24450" y="1797"/>
                  </a:lnTo>
                  <a:lnTo>
                    <a:pt x="18366" y="1012"/>
                  </a:lnTo>
                  <a:lnTo>
                    <a:pt x="12258" y="450"/>
                  </a:lnTo>
                  <a:lnTo>
                    <a:pt x="6133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2056" y="5399291"/>
              <a:ext cx="51487" cy="167167"/>
            </a:xfrm>
            <a:custGeom>
              <a:avLst/>
              <a:pathLst>
                <a:path w="51487" h="167167">
                  <a:moveTo>
                    <a:pt x="51487" y="0"/>
                  </a:moveTo>
                  <a:lnTo>
                    <a:pt x="44946" y="128"/>
                  </a:lnTo>
                  <a:lnTo>
                    <a:pt x="38416" y="511"/>
                  </a:lnTo>
                  <a:lnTo>
                    <a:pt x="31905" y="1150"/>
                  </a:lnTo>
                  <a:lnTo>
                    <a:pt x="25424" y="2044"/>
                  </a:lnTo>
                  <a:lnTo>
                    <a:pt x="18984" y="3190"/>
                  </a:lnTo>
                  <a:lnTo>
                    <a:pt x="12593" y="4587"/>
                  </a:lnTo>
                  <a:lnTo>
                    <a:pt x="6262" y="6233"/>
                  </a:lnTo>
                  <a:lnTo>
                    <a:pt x="0" y="8126"/>
                  </a:lnTo>
                  <a:lnTo>
                    <a:pt x="5148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2056" y="5407418"/>
              <a:ext cx="51487" cy="159040"/>
            </a:xfrm>
            <a:custGeom>
              <a:avLst/>
              <a:pathLst>
                <a:path w="51487" h="159040">
                  <a:moveTo>
                    <a:pt x="0" y="0"/>
                  </a:moveTo>
                  <a:lnTo>
                    <a:pt x="51487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2056" y="5407418"/>
              <a:ext cx="51487" cy="159040"/>
            </a:xfrm>
            <a:custGeom>
              <a:avLst/>
              <a:pathLst>
                <a:path w="51487" h="159040">
                  <a:moveTo>
                    <a:pt x="0" y="0"/>
                  </a:moveTo>
                  <a:lnTo>
                    <a:pt x="51487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2056" y="5407418"/>
              <a:ext cx="51487" cy="159040"/>
            </a:xfrm>
            <a:custGeom>
              <a:avLst/>
              <a:pathLst>
                <a:path w="51487" h="159040">
                  <a:moveTo>
                    <a:pt x="0" y="0"/>
                  </a:moveTo>
                  <a:lnTo>
                    <a:pt x="51487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2056" y="5407418"/>
              <a:ext cx="51487" cy="159040"/>
            </a:xfrm>
            <a:custGeom>
              <a:avLst/>
              <a:pathLst>
                <a:path w="51487" h="159040">
                  <a:moveTo>
                    <a:pt x="0" y="0"/>
                  </a:moveTo>
                  <a:lnTo>
                    <a:pt x="51487" y="159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2056" y="5407418"/>
              <a:ext cx="51487" cy="159040"/>
            </a:xfrm>
            <a:custGeom>
              <a:avLst/>
              <a:pathLst>
                <a:path w="51487" h="159040">
                  <a:moveTo>
                    <a:pt x="0" y="0"/>
                  </a:moveTo>
                  <a:lnTo>
                    <a:pt x="51487" y="159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856379" y="5407418"/>
              <a:ext cx="167164" cy="320584"/>
            </a:xfrm>
            <a:custGeom>
              <a:avLst/>
              <a:pathLst>
                <a:path w="167164" h="320584">
                  <a:moveTo>
                    <a:pt x="115677" y="0"/>
                  </a:moveTo>
                  <a:lnTo>
                    <a:pt x="110598" y="1734"/>
                  </a:lnTo>
                  <a:lnTo>
                    <a:pt x="105578" y="3631"/>
                  </a:lnTo>
                  <a:lnTo>
                    <a:pt x="100621" y="5688"/>
                  </a:lnTo>
                  <a:lnTo>
                    <a:pt x="95733" y="7903"/>
                  </a:lnTo>
                  <a:lnTo>
                    <a:pt x="90919" y="10274"/>
                  </a:lnTo>
                  <a:lnTo>
                    <a:pt x="86183" y="12798"/>
                  </a:lnTo>
                  <a:lnTo>
                    <a:pt x="81530" y="15473"/>
                  </a:lnTo>
                  <a:lnTo>
                    <a:pt x="76966" y="18295"/>
                  </a:lnTo>
                  <a:lnTo>
                    <a:pt x="72494" y="21263"/>
                  </a:lnTo>
                  <a:lnTo>
                    <a:pt x="68121" y="24373"/>
                  </a:lnTo>
                  <a:lnTo>
                    <a:pt x="63849" y="27622"/>
                  </a:lnTo>
                  <a:lnTo>
                    <a:pt x="59684" y="31006"/>
                  </a:lnTo>
                  <a:lnTo>
                    <a:pt x="55629" y="34522"/>
                  </a:lnTo>
                  <a:lnTo>
                    <a:pt x="51690" y="38166"/>
                  </a:lnTo>
                  <a:lnTo>
                    <a:pt x="47869" y="41935"/>
                  </a:lnTo>
                  <a:lnTo>
                    <a:pt x="44172" y="45825"/>
                  </a:lnTo>
                  <a:lnTo>
                    <a:pt x="40601" y="49831"/>
                  </a:lnTo>
                  <a:lnTo>
                    <a:pt x="37161" y="53950"/>
                  </a:lnTo>
                  <a:lnTo>
                    <a:pt x="33854" y="58177"/>
                  </a:lnTo>
                  <a:lnTo>
                    <a:pt x="30685" y="62508"/>
                  </a:lnTo>
                  <a:lnTo>
                    <a:pt x="27657" y="66939"/>
                  </a:lnTo>
                  <a:lnTo>
                    <a:pt x="24773" y="71464"/>
                  </a:lnTo>
                  <a:lnTo>
                    <a:pt x="22035" y="76080"/>
                  </a:lnTo>
                  <a:lnTo>
                    <a:pt x="19447" y="80781"/>
                  </a:lnTo>
                  <a:lnTo>
                    <a:pt x="17011" y="85563"/>
                  </a:lnTo>
                  <a:lnTo>
                    <a:pt x="14730" y="90421"/>
                  </a:lnTo>
                  <a:lnTo>
                    <a:pt x="12606" y="95349"/>
                  </a:lnTo>
                  <a:lnTo>
                    <a:pt x="10641" y="100344"/>
                  </a:lnTo>
                  <a:lnTo>
                    <a:pt x="8837" y="105398"/>
                  </a:lnTo>
                  <a:lnTo>
                    <a:pt x="7197" y="110508"/>
                  </a:lnTo>
                  <a:lnTo>
                    <a:pt x="5722" y="115668"/>
                  </a:lnTo>
                  <a:lnTo>
                    <a:pt x="4413" y="120872"/>
                  </a:lnTo>
                  <a:lnTo>
                    <a:pt x="3271" y="126116"/>
                  </a:lnTo>
                  <a:lnTo>
                    <a:pt x="2299" y="131394"/>
                  </a:lnTo>
                  <a:lnTo>
                    <a:pt x="1496" y="136700"/>
                  </a:lnTo>
                  <a:lnTo>
                    <a:pt x="865" y="142030"/>
                  </a:lnTo>
                  <a:lnTo>
                    <a:pt x="404" y="147377"/>
                  </a:lnTo>
                  <a:lnTo>
                    <a:pt x="116" y="152735"/>
                  </a:lnTo>
                  <a:lnTo>
                    <a:pt x="0" y="158101"/>
                  </a:lnTo>
                  <a:lnTo>
                    <a:pt x="55" y="163467"/>
                  </a:lnTo>
                  <a:lnTo>
                    <a:pt x="284" y="168829"/>
                  </a:lnTo>
                  <a:lnTo>
                    <a:pt x="684" y="174181"/>
                  </a:lnTo>
                  <a:lnTo>
                    <a:pt x="1256" y="179517"/>
                  </a:lnTo>
                  <a:lnTo>
                    <a:pt x="1998" y="184832"/>
                  </a:lnTo>
                  <a:lnTo>
                    <a:pt x="2911" y="190120"/>
                  </a:lnTo>
                  <a:lnTo>
                    <a:pt x="3994" y="195377"/>
                  </a:lnTo>
                  <a:lnTo>
                    <a:pt x="5244" y="200595"/>
                  </a:lnTo>
                  <a:lnTo>
                    <a:pt x="6661" y="205772"/>
                  </a:lnTo>
                  <a:lnTo>
                    <a:pt x="8244" y="210900"/>
                  </a:lnTo>
                  <a:lnTo>
                    <a:pt x="9991" y="215974"/>
                  </a:lnTo>
                  <a:lnTo>
                    <a:pt x="11899" y="220990"/>
                  </a:lnTo>
                  <a:lnTo>
                    <a:pt x="13968" y="225942"/>
                  </a:lnTo>
                  <a:lnTo>
                    <a:pt x="16194" y="230825"/>
                  </a:lnTo>
                  <a:lnTo>
                    <a:pt x="18576" y="235634"/>
                  </a:lnTo>
                  <a:lnTo>
                    <a:pt x="21111" y="240364"/>
                  </a:lnTo>
                  <a:lnTo>
                    <a:pt x="23797" y="245010"/>
                  </a:lnTo>
                  <a:lnTo>
                    <a:pt x="26631" y="249568"/>
                  </a:lnTo>
                  <a:lnTo>
                    <a:pt x="29609" y="254032"/>
                  </a:lnTo>
                  <a:lnTo>
                    <a:pt x="32729" y="258399"/>
                  </a:lnTo>
                  <a:lnTo>
                    <a:pt x="35988" y="262663"/>
                  </a:lnTo>
                  <a:lnTo>
                    <a:pt x="39381" y="266820"/>
                  </a:lnTo>
                  <a:lnTo>
                    <a:pt x="42907" y="270866"/>
                  </a:lnTo>
                  <a:lnTo>
                    <a:pt x="46560" y="274797"/>
                  </a:lnTo>
                  <a:lnTo>
                    <a:pt x="50338" y="278609"/>
                  </a:lnTo>
                  <a:lnTo>
                    <a:pt x="54237" y="282297"/>
                  </a:lnTo>
                  <a:lnTo>
                    <a:pt x="58251" y="285859"/>
                  </a:lnTo>
                  <a:lnTo>
                    <a:pt x="62378" y="289289"/>
                  </a:lnTo>
                  <a:lnTo>
                    <a:pt x="66613" y="292586"/>
                  </a:lnTo>
                  <a:lnTo>
                    <a:pt x="70952" y="295745"/>
                  </a:lnTo>
                  <a:lnTo>
                    <a:pt x="75389" y="298763"/>
                  </a:lnTo>
                  <a:lnTo>
                    <a:pt x="79921" y="301637"/>
                  </a:lnTo>
                  <a:lnTo>
                    <a:pt x="84544" y="304363"/>
                  </a:lnTo>
                  <a:lnTo>
                    <a:pt x="89251" y="306941"/>
                  </a:lnTo>
                  <a:lnTo>
                    <a:pt x="94039" y="309365"/>
                  </a:lnTo>
                  <a:lnTo>
                    <a:pt x="98902" y="311635"/>
                  </a:lnTo>
                  <a:lnTo>
                    <a:pt x="103835" y="313748"/>
                  </a:lnTo>
                  <a:lnTo>
                    <a:pt x="108834" y="315701"/>
                  </a:lnTo>
                  <a:lnTo>
                    <a:pt x="113892" y="317492"/>
                  </a:lnTo>
                  <a:lnTo>
                    <a:pt x="119006" y="319121"/>
                  </a:lnTo>
                  <a:lnTo>
                    <a:pt x="124169" y="320584"/>
                  </a:lnTo>
                  <a:lnTo>
                    <a:pt x="167164" y="159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80549" y="5399291"/>
              <a:ext cx="210148" cy="334332"/>
            </a:xfrm>
            <a:custGeom>
              <a:avLst/>
              <a:pathLst>
                <a:path w="210148" h="334332">
                  <a:moveTo>
                    <a:pt x="0" y="328711"/>
                  </a:moveTo>
                  <a:lnTo>
                    <a:pt x="5156" y="329996"/>
                  </a:lnTo>
                  <a:lnTo>
                    <a:pt x="10351" y="331116"/>
                  </a:lnTo>
                  <a:lnTo>
                    <a:pt x="15579" y="332071"/>
                  </a:lnTo>
                  <a:lnTo>
                    <a:pt x="20834" y="332859"/>
                  </a:lnTo>
                  <a:lnTo>
                    <a:pt x="26112" y="333480"/>
                  </a:lnTo>
                  <a:lnTo>
                    <a:pt x="31407" y="333932"/>
                  </a:lnTo>
                  <a:lnTo>
                    <a:pt x="36714" y="334216"/>
                  </a:lnTo>
                  <a:lnTo>
                    <a:pt x="42027" y="334332"/>
                  </a:lnTo>
                  <a:lnTo>
                    <a:pt x="47341" y="334278"/>
                  </a:lnTo>
                  <a:lnTo>
                    <a:pt x="52651" y="334055"/>
                  </a:lnTo>
                  <a:lnTo>
                    <a:pt x="57951" y="333664"/>
                  </a:lnTo>
                  <a:lnTo>
                    <a:pt x="63235" y="333104"/>
                  </a:lnTo>
                  <a:lnTo>
                    <a:pt x="68500" y="332377"/>
                  </a:lnTo>
                  <a:lnTo>
                    <a:pt x="73738" y="331483"/>
                  </a:lnTo>
                  <a:lnTo>
                    <a:pt x="78946" y="330423"/>
                  </a:lnTo>
                  <a:lnTo>
                    <a:pt x="84117" y="329197"/>
                  </a:lnTo>
                  <a:lnTo>
                    <a:pt x="89247" y="327808"/>
                  </a:lnTo>
                  <a:lnTo>
                    <a:pt x="94329" y="326257"/>
                  </a:lnTo>
                  <a:lnTo>
                    <a:pt x="99360" y="324545"/>
                  </a:lnTo>
                  <a:lnTo>
                    <a:pt x="104334" y="322674"/>
                  </a:lnTo>
                  <a:lnTo>
                    <a:pt x="109246" y="320645"/>
                  </a:lnTo>
                  <a:lnTo>
                    <a:pt x="114091" y="318462"/>
                  </a:lnTo>
                  <a:lnTo>
                    <a:pt x="118865" y="316126"/>
                  </a:lnTo>
                  <a:lnTo>
                    <a:pt x="123561" y="313639"/>
                  </a:lnTo>
                  <a:lnTo>
                    <a:pt x="128176" y="311004"/>
                  </a:lnTo>
                  <a:lnTo>
                    <a:pt x="132705" y="308223"/>
                  </a:lnTo>
                  <a:lnTo>
                    <a:pt x="137144" y="305301"/>
                  </a:lnTo>
                  <a:lnTo>
                    <a:pt x="141487" y="302238"/>
                  </a:lnTo>
                  <a:lnTo>
                    <a:pt x="145730" y="299039"/>
                  </a:lnTo>
                  <a:lnTo>
                    <a:pt x="149870" y="295707"/>
                  </a:lnTo>
                  <a:lnTo>
                    <a:pt x="153902" y="292245"/>
                  </a:lnTo>
                  <a:lnTo>
                    <a:pt x="157822" y="288656"/>
                  </a:lnTo>
                  <a:lnTo>
                    <a:pt x="161625" y="284945"/>
                  </a:lnTo>
                  <a:lnTo>
                    <a:pt x="165309" y="281115"/>
                  </a:lnTo>
                  <a:lnTo>
                    <a:pt x="168869" y="277169"/>
                  </a:lnTo>
                  <a:lnTo>
                    <a:pt x="172302" y="273112"/>
                  </a:lnTo>
                  <a:lnTo>
                    <a:pt x="175605" y="268949"/>
                  </a:lnTo>
                  <a:lnTo>
                    <a:pt x="178773" y="264682"/>
                  </a:lnTo>
                  <a:lnTo>
                    <a:pt x="181804" y="260317"/>
                  </a:lnTo>
                  <a:lnTo>
                    <a:pt x="184695" y="255858"/>
                  </a:lnTo>
                  <a:lnTo>
                    <a:pt x="187442" y="251309"/>
                  </a:lnTo>
                  <a:lnTo>
                    <a:pt x="190044" y="246675"/>
                  </a:lnTo>
                  <a:lnTo>
                    <a:pt x="192497" y="241960"/>
                  </a:lnTo>
                  <a:lnTo>
                    <a:pt x="194799" y="237170"/>
                  </a:lnTo>
                  <a:lnTo>
                    <a:pt x="196947" y="232310"/>
                  </a:lnTo>
                  <a:lnTo>
                    <a:pt x="198940" y="227383"/>
                  </a:lnTo>
                  <a:lnTo>
                    <a:pt x="200775" y="222396"/>
                  </a:lnTo>
                  <a:lnTo>
                    <a:pt x="202451" y="217353"/>
                  </a:lnTo>
                  <a:lnTo>
                    <a:pt x="203966" y="212259"/>
                  </a:lnTo>
                  <a:lnTo>
                    <a:pt x="205318" y="207119"/>
                  </a:lnTo>
                  <a:lnTo>
                    <a:pt x="206505" y="201939"/>
                  </a:lnTo>
                  <a:lnTo>
                    <a:pt x="207528" y="196724"/>
                  </a:lnTo>
                  <a:lnTo>
                    <a:pt x="208384" y="191480"/>
                  </a:lnTo>
                  <a:lnTo>
                    <a:pt x="209074" y="186210"/>
                  </a:lnTo>
                  <a:lnTo>
                    <a:pt x="209595" y="180921"/>
                  </a:lnTo>
                  <a:lnTo>
                    <a:pt x="209948" y="175619"/>
                  </a:lnTo>
                  <a:lnTo>
                    <a:pt x="210132" y="170308"/>
                  </a:lnTo>
                  <a:lnTo>
                    <a:pt x="210148" y="164993"/>
                  </a:lnTo>
                  <a:lnTo>
                    <a:pt x="209994" y="159681"/>
                  </a:lnTo>
                  <a:lnTo>
                    <a:pt x="209672" y="154377"/>
                  </a:lnTo>
                  <a:lnTo>
                    <a:pt x="209181" y="149085"/>
                  </a:lnTo>
                  <a:lnTo>
                    <a:pt x="208522" y="143812"/>
                  </a:lnTo>
                  <a:lnTo>
                    <a:pt x="207696" y="138562"/>
                  </a:lnTo>
                  <a:lnTo>
                    <a:pt x="206704" y="133341"/>
                  </a:lnTo>
                  <a:lnTo>
                    <a:pt x="205546" y="128155"/>
                  </a:lnTo>
                  <a:lnTo>
                    <a:pt x="204224" y="123007"/>
                  </a:lnTo>
                  <a:lnTo>
                    <a:pt x="202739" y="117905"/>
                  </a:lnTo>
                  <a:lnTo>
                    <a:pt x="201092" y="112852"/>
                  </a:lnTo>
                  <a:lnTo>
                    <a:pt x="199286" y="107854"/>
                  </a:lnTo>
                  <a:lnTo>
                    <a:pt x="197321" y="102916"/>
                  </a:lnTo>
                  <a:lnTo>
                    <a:pt x="195201" y="98043"/>
                  </a:lnTo>
                  <a:lnTo>
                    <a:pt x="192927" y="93240"/>
                  </a:lnTo>
                  <a:lnTo>
                    <a:pt x="190501" y="88512"/>
                  </a:lnTo>
                  <a:lnTo>
                    <a:pt x="187927" y="83863"/>
                  </a:lnTo>
                  <a:lnTo>
                    <a:pt x="185206" y="79298"/>
                  </a:lnTo>
                  <a:lnTo>
                    <a:pt x="182341" y="74822"/>
                  </a:lnTo>
                  <a:lnTo>
                    <a:pt x="179335" y="70439"/>
                  </a:lnTo>
                  <a:lnTo>
                    <a:pt x="176191" y="66154"/>
                  </a:lnTo>
                  <a:lnTo>
                    <a:pt x="172913" y="61972"/>
                  </a:lnTo>
                  <a:lnTo>
                    <a:pt x="169504" y="57895"/>
                  </a:lnTo>
                  <a:lnTo>
                    <a:pt x="165967" y="53929"/>
                  </a:lnTo>
                  <a:lnTo>
                    <a:pt x="162305" y="50077"/>
                  </a:lnTo>
                  <a:lnTo>
                    <a:pt x="158523" y="46344"/>
                  </a:lnTo>
                  <a:lnTo>
                    <a:pt x="154624" y="42733"/>
                  </a:lnTo>
                  <a:lnTo>
                    <a:pt x="150612" y="39248"/>
                  </a:lnTo>
                  <a:lnTo>
                    <a:pt x="146492" y="35891"/>
                  </a:lnTo>
                  <a:lnTo>
                    <a:pt x="142267" y="32668"/>
                  </a:lnTo>
                  <a:lnTo>
                    <a:pt x="137941" y="29580"/>
                  </a:lnTo>
                  <a:lnTo>
                    <a:pt x="133520" y="26632"/>
                  </a:lnTo>
                  <a:lnTo>
                    <a:pt x="129007" y="23825"/>
                  </a:lnTo>
                  <a:lnTo>
                    <a:pt x="124407" y="21164"/>
                  </a:lnTo>
                  <a:lnTo>
                    <a:pt x="119725" y="18650"/>
                  </a:lnTo>
                  <a:lnTo>
                    <a:pt x="114966" y="16286"/>
                  </a:lnTo>
                  <a:lnTo>
                    <a:pt x="110133" y="14074"/>
                  </a:lnTo>
                  <a:lnTo>
                    <a:pt x="105233" y="12018"/>
                  </a:lnTo>
                  <a:lnTo>
                    <a:pt x="100270" y="10118"/>
                  </a:lnTo>
                  <a:lnTo>
                    <a:pt x="95249" y="8377"/>
                  </a:lnTo>
                  <a:lnTo>
                    <a:pt x="90175" y="6796"/>
                  </a:lnTo>
                  <a:lnTo>
                    <a:pt x="85054" y="5377"/>
                  </a:lnTo>
                  <a:lnTo>
                    <a:pt x="79890" y="4122"/>
                  </a:lnTo>
                  <a:lnTo>
                    <a:pt x="74689" y="3032"/>
                  </a:lnTo>
                  <a:lnTo>
                    <a:pt x="69455" y="2107"/>
                  </a:lnTo>
                  <a:lnTo>
                    <a:pt x="64195" y="1349"/>
                  </a:lnTo>
                  <a:lnTo>
                    <a:pt x="58914" y="759"/>
                  </a:lnTo>
                  <a:lnTo>
                    <a:pt x="53616" y="337"/>
                  </a:lnTo>
                  <a:lnTo>
                    <a:pt x="48308" y="84"/>
                  </a:lnTo>
                  <a:lnTo>
                    <a:pt x="42994" y="0"/>
                  </a:lnTo>
                  <a:lnTo>
                    <a:pt x="4299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7876" y="5269756"/>
              <a:ext cx="17381" cy="167167"/>
            </a:xfrm>
            <a:custGeom>
              <a:avLst/>
              <a:pathLst>
                <a:path w="17381" h="167167">
                  <a:moveTo>
                    <a:pt x="17381" y="0"/>
                  </a:moveTo>
                  <a:lnTo>
                    <a:pt x="8679" y="226"/>
                  </a:lnTo>
                  <a:lnTo>
                    <a:pt x="0" y="906"/>
                  </a:lnTo>
                  <a:lnTo>
                    <a:pt x="1738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7876" y="5270662"/>
              <a:ext cx="17381" cy="166261"/>
            </a:xfrm>
            <a:custGeom>
              <a:avLst/>
              <a:pathLst>
                <a:path w="17381" h="166261">
                  <a:moveTo>
                    <a:pt x="0" y="0"/>
                  </a:moveTo>
                  <a:lnTo>
                    <a:pt x="17381" y="166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7876" y="5270662"/>
              <a:ext cx="17381" cy="166261"/>
            </a:xfrm>
            <a:custGeom>
              <a:avLst/>
              <a:pathLst>
                <a:path w="17381" h="166261">
                  <a:moveTo>
                    <a:pt x="0" y="0"/>
                  </a:moveTo>
                  <a:lnTo>
                    <a:pt x="17381" y="166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7876" y="5270662"/>
              <a:ext cx="17381" cy="166261"/>
            </a:xfrm>
            <a:custGeom>
              <a:avLst/>
              <a:pathLst>
                <a:path w="17381" h="166261">
                  <a:moveTo>
                    <a:pt x="0" y="0"/>
                  </a:moveTo>
                  <a:lnTo>
                    <a:pt x="17381" y="1662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27876" y="5270662"/>
              <a:ext cx="17381" cy="166261"/>
            </a:xfrm>
            <a:custGeom>
              <a:avLst/>
              <a:pathLst>
                <a:path w="17381" h="166261">
                  <a:moveTo>
                    <a:pt x="0" y="0"/>
                  </a:moveTo>
                  <a:lnTo>
                    <a:pt x="17381" y="1662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90086" y="5270662"/>
              <a:ext cx="155171" cy="166261"/>
            </a:xfrm>
            <a:custGeom>
              <a:avLst/>
              <a:pathLst>
                <a:path w="155171" h="166261">
                  <a:moveTo>
                    <a:pt x="137789" y="0"/>
                  </a:moveTo>
                  <a:lnTo>
                    <a:pt x="132331" y="661"/>
                  </a:lnTo>
                  <a:lnTo>
                    <a:pt x="126897" y="1502"/>
                  </a:lnTo>
                  <a:lnTo>
                    <a:pt x="121494" y="2521"/>
                  </a:lnTo>
                  <a:lnTo>
                    <a:pt x="116127" y="3717"/>
                  </a:lnTo>
                  <a:lnTo>
                    <a:pt x="110802" y="5089"/>
                  </a:lnTo>
                  <a:lnTo>
                    <a:pt x="105526" y="6635"/>
                  </a:lnTo>
                  <a:lnTo>
                    <a:pt x="100303" y="8354"/>
                  </a:lnTo>
                  <a:lnTo>
                    <a:pt x="95140" y="10244"/>
                  </a:lnTo>
                  <a:lnTo>
                    <a:pt x="90041" y="12303"/>
                  </a:lnTo>
                  <a:lnTo>
                    <a:pt x="85013" y="14528"/>
                  </a:lnTo>
                  <a:lnTo>
                    <a:pt x="80061" y="16918"/>
                  </a:lnTo>
                  <a:lnTo>
                    <a:pt x="75190" y="19469"/>
                  </a:lnTo>
                  <a:lnTo>
                    <a:pt x="70405" y="22179"/>
                  </a:lnTo>
                  <a:lnTo>
                    <a:pt x="65713" y="25044"/>
                  </a:lnTo>
                  <a:lnTo>
                    <a:pt x="61117" y="28063"/>
                  </a:lnTo>
                  <a:lnTo>
                    <a:pt x="56623" y="31231"/>
                  </a:lnTo>
                  <a:lnTo>
                    <a:pt x="52235" y="34545"/>
                  </a:lnTo>
                  <a:lnTo>
                    <a:pt x="47959" y="38001"/>
                  </a:lnTo>
                  <a:lnTo>
                    <a:pt x="43799" y="41597"/>
                  </a:lnTo>
                  <a:lnTo>
                    <a:pt x="39759" y="45327"/>
                  </a:lnTo>
                  <a:lnTo>
                    <a:pt x="35844" y="49188"/>
                  </a:lnTo>
                  <a:lnTo>
                    <a:pt x="32059" y="53176"/>
                  </a:lnTo>
                  <a:lnTo>
                    <a:pt x="28406" y="57286"/>
                  </a:lnTo>
                  <a:lnTo>
                    <a:pt x="24891" y="61514"/>
                  </a:lnTo>
                  <a:lnTo>
                    <a:pt x="21516" y="65855"/>
                  </a:lnTo>
                  <a:lnTo>
                    <a:pt x="18287" y="70305"/>
                  </a:lnTo>
                  <a:lnTo>
                    <a:pt x="15205" y="74859"/>
                  </a:lnTo>
                  <a:lnTo>
                    <a:pt x="12274" y="79511"/>
                  </a:lnTo>
                  <a:lnTo>
                    <a:pt x="9499" y="84258"/>
                  </a:lnTo>
                  <a:lnTo>
                    <a:pt x="6881" y="89093"/>
                  </a:lnTo>
                  <a:lnTo>
                    <a:pt x="4423" y="94012"/>
                  </a:lnTo>
                  <a:lnTo>
                    <a:pt x="2128" y="99008"/>
                  </a:lnTo>
                  <a:lnTo>
                    <a:pt x="0" y="104078"/>
                  </a:lnTo>
                  <a:lnTo>
                    <a:pt x="155171" y="1662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78091" y="5269756"/>
              <a:ext cx="334324" cy="334327"/>
            </a:xfrm>
            <a:custGeom>
              <a:avLst/>
              <a:pathLst>
                <a:path w="334324" h="334327">
                  <a:moveTo>
                    <a:pt x="11995" y="104984"/>
                  </a:moveTo>
                  <a:lnTo>
                    <a:pt x="10106" y="109924"/>
                  </a:lnTo>
                  <a:lnTo>
                    <a:pt x="8374" y="114920"/>
                  </a:lnTo>
                  <a:lnTo>
                    <a:pt x="6800" y="119969"/>
                  </a:lnTo>
                  <a:lnTo>
                    <a:pt x="5388" y="125066"/>
                  </a:lnTo>
                  <a:lnTo>
                    <a:pt x="4137" y="130204"/>
                  </a:lnTo>
                  <a:lnTo>
                    <a:pt x="3049" y="135379"/>
                  </a:lnTo>
                  <a:lnTo>
                    <a:pt x="2126" y="140587"/>
                  </a:lnTo>
                  <a:lnTo>
                    <a:pt x="1368" y="145820"/>
                  </a:lnTo>
                  <a:lnTo>
                    <a:pt x="776" y="151076"/>
                  </a:lnTo>
                  <a:lnTo>
                    <a:pt x="350" y="156347"/>
                  </a:lnTo>
                  <a:lnTo>
                    <a:pt x="91" y="161629"/>
                  </a:lnTo>
                  <a:lnTo>
                    <a:pt x="0" y="166916"/>
                  </a:lnTo>
                  <a:lnTo>
                    <a:pt x="75" y="172204"/>
                  </a:lnTo>
                  <a:lnTo>
                    <a:pt x="318" y="177487"/>
                  </a:lnTo>
                  <a:lnTo>
                    <a:pt x="728" y="182760"/>
                  </a:lnTo>
                  <a:lnTo>
                    <a:pt x="1305" y="188017"/>
                  </a:lnTo>
                  <a:lnTo>
                    <a:pt x="2047" y="193253"/>
                  </a:lnTo>
                  <a:lnTo>
                    <a:pt x="2955" y="198463"/>
                  </a:lnTo>
                  <a:lnTo>
                    <a:pt x="4027" y="203641"/>
                  </a:lnTo>
                  <a:lnTo>
                    <a:pt x="5262" y="208783"/>
                  </a:lnTo>
                  <a:lnTo>
                    <a:pt x="6660" y="213884"/>
                  </a:lnTo>
                  <a:lnTo>
                    <a:pt x="8218" y="218938"/>
                  </a:lnTo>
                  <a:lnTo>
                    <a:pt x="9935" y="223939"/>
                  </a:lnTo>
                  <a:lnTo>
                    <a:pt x="11809" y="228884"/>
                  </a:lnTo>
                  <a:lnTo>
                    <a:pt x="13839" y="233768"/>
                  </a:lnTo>
                  <a:lnTo>
                    <a:pt x="16023" y="238584"/>
                  </a:lnTo>
                  <a:lnTo>
                    <a:pt x="18357" y="243330"/>
                  </a:lnTo>
                  <a:lnTo>
                    <a:pt x="20841" y="247999"/>
                  </a:lnTo>
                  <a:lnTo>
                    <a:pt x="23471" y="252587"/>
                  </a:lnTo>
                  <a:lnTo>
                    <a:pt x="26245" y="257089"/>
                  </a:lnTo>
                  <a:lnTo>
                    <a:pt x="29160" y="261502"/>
                  </a:lnTo>
                  <a:lnTo>
                    <a:pt x="32213" y="265820"/>
                  </a:lnTo>
                  <a:lnTo>
                    <a:pt x="35401" y="270039"/>
                  </a:lnTo>
                  <a:lnTo>
                    <a:pt x="38721" y="274156"/>
                  </a:lnTo>
                  <a:lnTo>
                    <a:pt x="42169" y="278165"/>
                  </a:lnTo>
                  <a:lnTo>
                    <a:pt x="45743" y="282064"/>
                  </a:lnTo>
                  <a:lnTo>
                    <a:pt x="49438" y="285847"/>
                  </a:lnTo>
                  <a:lnTo>
                    <a:pt x="53251" y="289511"/>
                  </a:lnTo>
                  <a:lnTo>
                    <a:pt x="57178" y="293054"/>
                  </a:lnTo>
                  <a:lnTo>
                    <a:pt x="61215" y="296470"/>
                  </a:lnTo>
                  <a:lnTo>
                    <a:pt x="65358" y="299756"/>
                  </a:lnTo>
                  <a:lnTo>
                    <a:pt x="69603" y="302910"/>
                  </a:lnTo>
                  <a:lnTo>
                    <a:pt x="73946" y="305929"/>
                  </a:lnTo>
                  <a:lnTo>
                    <a:pt x="78382" y="308808"/>
                  </a:lnTo>
                  <a:lnTo>
                    <a:pt x="82906" y="311545"/>
                  </a:lnTo>
                  <a:lnTo>
                    <a:pt x="87515" y="314138"/>
                  </a:lnTo>
                  <a:lnTo>
                    <a:pt x="92204" y="316584"/>
                  </a:lnTo>
                  <a:lnTo>
                    <a:pt x="96968" y="318881"/>
                  </a:lnTo>
                  <a:lnTo>
                    <a:pt x="101802" y="321025"/>
                  </a:lnTo>
                  <a:lnTo>
                    <a:pt x="106702" y="323016"/>
                  </a:lnTo>
                  <a:lnTo>
                    <a:pt x="111662" y="324851"/>
                  </a:lnTo>
                  <a:lnTo>
                    <a:pt x="116677" y="326527"/>
                  </a:lnTo>
                  <a:lnTo>
                    <a:pt x="121743" y="328045"/>
                  </a:lnTo>
                  <a:lnTo>
                    <a:pt x="126855" y="329401"/>
                  </a:lnTo>
                  <a:lnTo>
                    <a:pt x="132007" y="330595"/>
                  </a:lnTo>
                  <a:lnTo>
                    <a:pt x="137194" y="331625"/>
                  </a:lnTo>
                  <a:lnTo>
                    <a:pt x="142411" y="332491"/>
                  </a:lnTo>
                  <a:lnTo>
                    <a:pt x="147653" y="333192"/>
                  </a:lnTo>
                  <a:lnTo>
                    <a:pt x="152914" y="333726"/>
                  </a:lnTo>
                  <a:lnTo>
                    <a:pt x="158190" y="334093"/>
                  </a:lnTo>
                  <a:lnTo>
                    <a:pt x="163474" y="334294"/>
                  </a:lnTo>
                  <a:lnTo>
                    <a:pt x="168763" y="334327"/>
                  </a:lnTo>
                  <a:lnTo>
                    <a:pt x="174049" y="334193"/>
                  </a:lnTo>
                  <a:lnTo>
                    <a:pt x="179329" y="333891"/>
                  </a:lnTo>
                  <a:lnTo>
                    <a:pt x="184597" y="333423"/>
                  </a:lnTo>
                  <a:lnTo>
                    <a:pt x="189847" y="332789"/>
                  </a:lnTo>
                  <a:lnTo>
                    <a:pt x="195075" y="331988"/>
                  </a:lnTo>
                  <a:lnTo>
                    <a:pt x="200274" y="331023"/>
                  </a:lnTo>
                  <a:lnTo>
                    <a:pt x="205441" y="329894"/>
                  </a:lnTo>
                  <a:lnTo>
                    <a:pt x="210569" y="328602"/>
                  </a:lnTo>
                  <a:lnTo>
                    <a:pt x="215654" y="327148"/>
                  </a:lnTo>
                  <a:lnTo>
                    <a:pt x="220690" y="325534"/>
                  </a:lnTo>
                  <a:lnTo>
                    <a:pt x="225672" y="323762"/>
                  </a:lnTo>
                  <a:lnTo>
                    <a:pt x="230596" y="321833"/>
                  </a:lnTo>
                  <a:lnTo>
                    <a:pt x="235457" y="319749"/>
                  </a:lnTo>
                  <a:lnTo>
                    <a:pt x="240249" y="317513"/>
                  </a:lnTo>
                  <a:lnTo>
                    <a:pt x="244968" y="315126"/>
                  </a:lnTo>
                  <a:lnTo>
                    <a:pt x="249610" y="312591"/>
                  </a:lnTo>
                  <a:lnTo>
                    <a:pt x="254168" y="309910"/>
                  </a:lnTo>
                  <a:lnTo>
                    <a:pt x="258640" y="307087"/>
                  </a:lnTo>
                  <a:lnTo>
                    <a:pt x="263020" y="304123"/>
                  </a:lnTo>
                  <a:lnTo>
                    <a:pt x="267304" y="301023"/>
                  </a:lnTo>
                  <a:lnTo>
                    <a:pt x="271488" y="297788"/>
                  </a:lnTo>
                  <a:lnTo>
                    <a:pt x="275568" y="294423"/>
                  </a:lnTo>
                  <a:lnTo>
                    <a:pt x="279539" y="290931"/>
                  </a:lnTo>
                  <a:lnTo>
                    <a:pt x="283397" y="287314"/>
                  </a:lnTo>
                  <a:lnTo>
                    <a:pt x="287140" y="283578"/>
                  </a:lnTo>
                  <a:lnTo>
                    <a:pt x="290762" y="279724"/>
                  </a:lnTo>
                  <a:lnTo>
                    <a:pt x="294261" y="275759"/>
                  </a:lnTo>
                  <a:lnTo>
                    <a:pt x="297632" y="271684"/>
                  </a:lnTo>
                  <a:lnTo>
                    <a:pt x="300873" y="267505"/>
                  </a:lnTo>
                  <a:lnTo>
                    <a:pt x="303980" y="263225"/>
                  </a:lnTo>
                  <a:lnTo>
                    <a:pt x="306950" y="258850"/>
                  </a:lnTo>
                  <a:lnTo>
                    <a:pt x="309780" y="254382"/>
                  </a:lnTo>
                  <a:lnTo>
                    <a:pt x="312467" y="249828"/>
                  </a:lnTo>
                  <a:lnTo>
                    <a:pt x="315009" y="245190"/>
                  </a:lnTo>
                  <a:lnTo>
                    <a:pt x="317403" y="240475"/>
                  </a:lnTo>
                  <a:lnTo>
                    <a:pt x="319647" y="235686"/>
                  </a:lnTo>
                  <a:lnTo>
                    <a:pt x="321738" y="230828"/>
                  </a:lnTo>
                  <a:lnTo>
                    <a:pt x="323674" y="225907"/>
                  </a:lnTo>
                  <a:lnTo>
                    <a:pt x="325454" y="220927"/>
                  </a:lnTo>
                  <a:lnTo>
                    <a:pt x="327075" y="215893"/>
                  </a:lnTo>
                  <a:lnTo>
                    <a:pt x="328536" y="210811"/>
                  </a:lnTo>
                  <a:lnTo>
                    <a:pt x="329836" y="205685"/>
                  </a:lnTo>
                  <a:lnTo>
                    <a:pt x="330973" y="200520"/>
                  </a:lnTo>
                  <a:lnTo>
                    <a:pt x="331946" y="195322"/>
                  </a:lnTo>
                  <a:lnTo>
                    <a:pt x="332754" y="190095"/>
                  </a:lnTo>
                  <a:lnTo>
                    <a:pt x="333397" y="184846"/>
                  </a:lnTo>
                  <a:lnTo>
                    <a:pt x="333873" y="179579"/>
                  </a:lnTo>
                  <a:lnTo>
                    <a:pt x="334182" y="174300"/>
                  </a:lnTo>
                  <a:lnTo>
                    <a:pt x="334324" y="169013"/>
                  </a:lnTo>
                  <a:lnTo>
                    <a:pt x="334299" y="163725"/>
                  </a:lnTo>
                  <a:lnTo>
                    <a:pt x="334106" y="158440"/>
                  </a:lnTo>
                  <a:lnTo>
                    <a:pt x="333747" y="153164"/>
                  </a:lnTo>
                  <a:lnTo>
                    <a:pt x="333220" y="147902"/>
                  </a:lnTo>
                  <a:lnTo>
                    <a:pt x="332528" y="142659"/>
                  </a:lnTo>
                  <a:lnTo>
                    <a:pt x="331670" y="137440"/>
                  </a:lnTo>
                  <a:lnTo>
                    <a:pt x="330647" y="132252"/>
                  </a:lnTo>
                  <a:lnTo>
                    <a:pt x="329461" y="127098"/>
                  </a:lnTo>
                  <a:lnTo>
                    <a:pt x="328112" y="121985"/>
                  </a:lnTo>
                  <a:lnTo>
                    <a:pt x="326603" y="116916"/>
                  </a:lnTo>
                  <a:lnTo>
                    <a:pt x="324933" y="111898"/>
                  </a:lnTo>
                  <a:lnTo>
                    <a:pt x="323106" y="106935"/>
                  </a:lnTo>
                  <a:lnTo>
                    <a:pt x="321123" y="102033"/>
                  </a:lnTo>
                  <a:lnTo>
                    <a:pt x="318986" y="97196"/>
                  </a:lnTo>
                  <a:lnTo>
                    <a:pt x="316696" y="92428"/>
                  </a:lnTo>
                  <a:lnTo>
                    <a:pt x="314257" y="87736"/>
                  </a:lnTo>
                  <a:lnTo>
                    <a:pt x="311671" y="83123"/>
                  </a:lnTo>
                  <a:lnTo>
                    <a:pt x="308941" y="78594"/>
                  </a:lnTo>
                  <a:lnTo>
                    <a:pt x="306068" y="74154"/>
                  </a:lnTo>
                  <a:lnTo>
                    <a:pt x="303056" y="69807"/>
                  </a:lnTo>
                  <a:lnTo>
                    <a:pt x="299909" y="65557"/>
                  </a:lnTo>
                  <a:lnTo>
                    <a:pt x="296628" y="61409"/>
                  </a:lnTo>
                  <a:lnTo>
                    <a:pt x="293218" y="57367"/>
                  </a:lnTo>
                  <a:lnTo>
                    <a:pt x="289682" y="53435"/>
                  </a:lnTo>
                  <a:lnTo>
                    <a:pt x="286023" y="49616"/>
                  </a:lnTo>
                  <a:lnTo>
                    <a:pt x="282245" y="45916"/>
                  </a:lnTo>
                  <a:lnTo>
                    <a:pt x="278352" y="42336"/>
                  </a:lnTo>
                  <a:lnTo>
                    <a:pt x="274348" y="38882"/>
                  </a:lnTo>
                  <a:lnTo>
                    <a:pt x="270236" y="35555"/>
                  </a:lnTo>
                  <a:lnTo>
                    <a:pt x="266022" y="32361"/>
                  </a:lnTo>
                  <a:lnTo>
                    <a:pt x="261708" y="29302"/>
                  </a:lnTo>
                  <a:lnTo>
                    <a:pt x="257300" y="26380"/>
                  </a:lnTo>
                  <a:lnTo>
                    <a:pt x="252802" y="23599"/>
                  </a:lnTo>
                  <a:lnTo>
                    <a:pt x="248218" y="20963"/>
                  </a:lnTo>
                  <a:lnTo>
                    <a:pt x="243552" y="18472"/>
                  </a:lnTo>
                  <a:lnTo>
                    <a:pt x="238811" y="16130"/>
                  </a:lnTo>
                  <a:lnTo>
                    <a:pt x="233997" y="13940"/>
                  </a:lnTo>
                  <a:lnTo>
                    <a:pt x="229117" y="11902"/>
                  </a:lnTo>
                  <a:lnTo>
                    <a:pt x="224175" y="10020"/>
                  </a:lnTo>
                  <a:lnTo>
                    <a:pt x="219175" y="8296"/>
                  </a:lnTo>
                  <a:lnTo>
                    <a:pt x="214124" y="6730"/>
                  </a:lnTo>
                  <a:lnTo>
                    <a:pt x="209026" y="5325"/>
                  </a:lnTo>
                  <a:lnTo>
                    <a:pt x="203885" y="4082"/>
                  </a:lnTo>
                  <a:lnTo>
                    <a:pt x="198708" y="3002"/>
                  </a:lnTo>
                  <a:lnTo>
                    <a:pt x="193500" y="2087"/>
                  </a:lnTo>
                  <a:lnTo>
                    <a:pt x="188265" y="1336"/>
                  </a:lnTo>
                  <a:lnTo>
                    <a:pt x="183009" y="752"/>
                  </a:lnTo>
                  <a:lnTo>
                    <a:pt x="177737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89975" y="5018213"/>
              <a:ext cx="31063" cy="167167"/>
            </a:xfrm>
            <a:custGeom>
              <a:avLst/>
              <a:pathLst>
                <a:path w="31063" h="167167">
                  <a:moveTo>
                    <a:pt x="31063" y="0"/>
                  </a:moveTo>
                  <a:lnTo>
                    <a:pt x="23255" y="182"/>
                  </a:lnTo>
                  <a:lnTo>
                    <a:pt x="15463" y="729"/>
                  </a:lnTo>
                  <a:lnTo>
                    <a:pt x="7706" y="1639"/>
                  </a:lnTo>
                  <a:lnTo>
                    <a:pt x="0" y="2911"/>
                  </a:lnTo>
                  <a:lnTo>
                    <a:pt x="3106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89975" y="5021124"/>
              <a:ext cx="31063" cy="164255"/>
            </a:xfrm>
            <a:custGeom>
              <a:avLst/>
              <a:pathLst>
                <a:path w="31063" h="164255">
                  <a:moveTo>
                    <a:pt x="0" y="0"/>
                  </a:moveTo>
                  <a:lnTo>
                    <a:pt x="31063" y="1642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89975" y="5021124"/>
              <a:ext cx="31063" cy="164255"/>
            </a:xfrm>
            <a:custGeom>
              <a:avLst/>
              <a:pathLst>
                <a:path w="31063" h="164255">
                  <a:moveTo>
                    <a:pt x="0" y="0"/>
                  </a:moveTo>
                  <a:lnTo>
                    <a:pt x="31063" y="1642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89975" y="5021124"/>
              <a:ext cx="31063" cy="164255"/>
            </a:xfrm>
            <a:custGeom>
              <a:avLst/>
              <a:pathLst>
                <a:path w="31063" h="164255">
                  <a:moveTo>
                    <a:pt x="0" y="0"/>
                  </a:moveTo>
                  <a:lnTo>
                    <a:pt x="31063" y="1642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3872" y="5021124"/>
              <a:ext cx="167166" cy="190358"/>
            </a:xfrm>
            <a:custGeom>
              <a:avLst/>
              <a:pathLst>
                <a:path w="167166" h="190358">
                  <a:moveTo>
                    <a:pt x="136102" y="0"/>
                  </a:moveTo>
                  <a:lnTo>
                    <a:pt x="130847" y="1081"/>
                  </a:lnTo>
                  <a:lnTo>
                    <a:pt x="125629" y="2331"/>
                  </a:lnTo>
                  <a:lnTo>
                    <a:pt x="120454" y="3747"/>
                  </a:lnTo>
                  <a:lnTo>
                    <a:pt x="115327" y="5329"/>
                  </a:lnTo>
                  <a:lnTo>
                    <a:pt x="110253" y="7074"/>
                  </a:lnTo>
                  <a:lnTo>
                    <a:pt x="105239" y="8982"/>
                  </a:lnTo>
                  <a:lnTo>
                    <a:pt x="100287" y="11049"/>
                  </a:lnTo>
                  <a:lnTo>
                    <a:pt x="95405" y="13274"/>
                  </a:lnTo>
                  <a:lnTo>
                    <a:pt x="90597" y="15655"/>
                  </a:lnTo>
                  <a:lnTo>
                    <a:pt x="85867" y="18189"/>
                  </a:lnTo>
                  <a:lnTo>
                    <a:pt x="81222" y="20873"/>
                  </a:lnTo>
                  <a:lnTo>
                    <a:pt x="76665" y="23705"/>
                  </a:lnTo>
                  <a:lnTo>
                    <a:pt x="72201" y="26682"/>
                  </a:lnTo>
                  <a:lnTo>
                    <a:pt x="67835" y="29800"/>
                  </a:lnTo>
                  <a:lnTo>
                    <a:pt x="63571" y="33057"/>
                  </a:lnTo>
                  <a:lnTo>
                    <a:pt x="59414" y="36449"/>
                  </a:lnTo>
                  <a:lnTo>
                    <a:pt x="55368" y="39973"/>
                  </a:lnTo>
                  <a:lnTo>
                    <a:pt x="51437" y="43625"/>
                  </a:lnTo>
                  <a:lnTo>
                    <a:pt x="47625" y="47401"/>
                  </a:lnTo>
                  <a:lnTo>
                    <a:pt x="43937" y="51297"/>
                  </a:lnTo>
                  <a:lnTo>
                    <a:pt x="40375" y="55310"/>
                  </a:lnTo>
                  <a:lnTo>
                    <a:pt x="36944" y="59435"/>
                  </a:lnTo>
                  <a:lnTo>
                    <a:pt x="33647" y="63668"/>
                  </a:lnTo>
                  <a:lnTo>
                    <a:pt x="30488" y="68005"/>
                  </a:lnTo>
                  <a:lnTo>
                    <a:pt x="27470" y="72441"/>
                  </a:lnTo>
                  <a:lnTo>
                    <a:pt x="24595" y="76971"/>
                  </a:lnTo>
                  <a:lnTo>
                    <a:pt x="21867" y="81592"/>
                  </a:lnTo>
                  <a:lnTo>
                    <a:pt x="19289" y="86297"/>
                  </a:lnTo>
                  <a:lnTo>
                    <a:pt x="16864" y="91083"/>
                  </a:lnTo>
                  <a:lnTo>
                    <a:pt x="14593" y="95944"/>
                  </a:lnTo>
                  <a:lnTo>
                    <a:pt x="12479" y="100876"/>
                  </a:lnTo>
                  <a:lnTo>
                    <a:pt x="10525" y="105872"/>
                  </a:lnTo>
                  <a:lnTo>
                    <a:pt x="8732" y="110929"/>
                  </a:lnTo>
                  <a:lnTo>
                    <a:pt x="7102" y="116041"/>
                  </a:lnTo>
                  <a:lnTo>
                    <a:pt x="5637" y="121203"/>
                  </a:lnTo>
                  <a:lnTo>
                    <a:pt x="4339" y="126409"/>
                  </a:lnTo>
                  <a:lnTo>
                    <a:pt x="3208" y="131654"/>
                  </a:lnTo>
                  <a:lnTo>
                    <a:pt x="2246" y="136932"/>
                  </a:lnTo>
                  <a:lnTo>
                    <a:pt x="1455" y="142239"/>
                  </a:lnTo>
                  <a:lnTo>
                    <a:pt x="833" y="147568"/>
                  </a:lnTo>
                  <a:lnTo>
                    <a:pt x="383" y="152915"/>
                  </a:lnTo>
                  <a:lnTo>
                    <a:pt x="105" y="158273"/>
                  </a:lnTo>
                  <a:lnTo>
                    <a:pt x="0" y="163637"/>
                  </a:lnTo>
                  <a:lnTo>
                    <a:pt x="66" y="169002"/>
                  </a:lnTo>
                  <a:lnTo>
                    <a:pt x="304" y="174362"/>
                  </a:lnTo>
                  <a:lnTo>
                    <a:pt x="714" y="179712"/>
                  </a:lnTo>
                  <a:lnTo>
                    <a:pt x="1296" y="185046"/>
                  </a:lnTo>
                  <a:lnTo>
                    <a:pt x="2049" y="190358"/>
                  </a:lnTo>
                  <a:lnTo>
                    <a:pt x="167166" y="1642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5922" y="5018213"/>
              <a:ext cx="332274" cy="334327"/>
            </a:xfrm>
            <a:custGeom>
              <a:avLst/>
              <a:pathLst>
                <a:path w="332274" h="334327">
                  <a:moveTo>
                    <a:pt x="0" y="193270"/>
                  </a:moveTo>
                  <a:lnTo>
                    <a:pt x="908" y="198480"/>
                  </a:lnTo>
                  <a:lnTo>
                    <a:pt x="1980" y="203658"/>
                  </a:lnTo>
                  <a:lnTo>
                    <a:pt x="3216" y="208800"/>
                  </a:lnTo>
                  <a:lnTo>
                    <a:pt x="4614" y="213900"/>
                  </a:lnTo>
                  <a:lnTo>
                    <a:pt x="6173" y="218953"/>
                  </a:lnTo>
                  <a:lnTo>
                    <a:pt x="7890" y="223955"/>
                  </a:lnTo>
                  <a:lnTo>
                    <a:pt x="9765" y="228900"/>
                  </a:lnTo>
                  <a:lnTo>
                    <a:pt x="11796" y="233783"/>
                  </a:lnTo>
                  <a:lnTo>
                    <a:pt x="13979" y="238599"/>
                  </a:lnTo>
                  <a:lnTo>
                    <a:pt x="16314" y="243344"/>
                  </a:lnTo>
                  <a:lnTo>
                    <a:pt x="18798" y="248013"/>
                  </a:lnTo>
                  <a:lnTo>
                    <a:pt x="21429" y="252600"/>
                  </a:lnTo>
                  <a:lnTo>
                    <a:pt x="24203" y="257103"/>
                  </a:lnTo>
                  <a:lnTo>
                    <a:pt x="27118" y="261515"/>
                  </a:lnTo>
                  <a:lnTo>
                    <a:pt x="30172" y="265833"/>
                  </a:lnTo>
                  <a:lnTo>
                    <a:pt x="33360" y="270052"/>
                  </a:lnTo>
                  <a:lnTo>
                    <a:pt x="36680" y="274168"/>
                  </a:lnTo>
                  <a:lnTo>
                    <a:pt x="40129" y="278177"/>
                  </a:lnTo>
                  <a:lnTo>
                    <a:pt x="43703" y="282075"/>
                  </a:lnTo>
                  <a:lnTo>
                    <a:pt x="47398" y="285857"/>
                  </a:lnTo>
                  <a:lnTo>
                    <a:pt x="51212" y="289522"/>
                  </a:lnTo>
                  <a:lnTo>
                    <a:pt x="55139" y="293063"/>
                  </a:lnTo>
                  <a:lnTo>
                    <a:pt x="59176" y="296479"/>
                  </a:lnTo>
                  <a:lnTo>
                    <a:pt x="63319" y="299765"/>
                  </a:lnTo>
                  <a:lnTo>
                    <a:pt x="67564" y="302919"/>
                  </a:lnTo>
                  <a:lnTo>
                    <a:pt x="71907" y="305937"/>
                  </a:lnTo>
                  <a:lnTo>
                    <a:pt x="76343" y="308815"/>
                  </a:lnTo>
                  <a:lnTo>
                    <a:pt x="80868" y="311552"/>
                  </a:lnTo>
                  <a:lnTo>
                    <a:pt x="85477" y="314145"/>
                  </a:lnTo>
                  <a:lnTo>
                    <a:pt x="90166" y="316591"/>
                  </a:lnTo>
                  <a:lnTo>
                    <a:pt x="94930" y="318887"/>
                  </a:lnTo>
                  <a:lnTo>
                    <a:pt x="99764" y="321031"/>
                  </a:lnTo>
                  <a:lnTo>
                    <a:pt x="104664" y="323021"/>
                  </a:lnTo>
                  <a:lnTo>
                    <a:pt x="109624" y="324855"/>
                  </a:lnTo>
                  <a:lnTo>
                    <a:pt x="114639" y="326531"/>
                  </a:lnTo>
                  <a:lnTo>
                    <a:pt x="119705" y="328048"/>
                  </a:lnTo>
                  <a:lnTo>
                    <a:pt x="124817" y="329404"/>
                  </a:lnTo>
                  <a:lnTo>
                    <a:pt x="129969" y="330598"/>
                  </a:lnTo>
                  <a:lnTo>
                    <a:pt x="135156" y="331628"/>
                  </a:lnTo>
                  <a:lnTo>
                    <a:pt x="140373" y="332493"/>
                  </a:lnTo>
                  <a:lnTo>
                    <a:pt x="145615" y="333193"/>
                  </a:lnTo>
                  <a:lnTo>
                    <a:pt x="150876" y="333727"/>
                  </a:lnTo>
                  <a:lnTo>
                    <a:pt x="156152" y="334094"/>
                  </a:lnTo>
                  <a:lnTo>
                    <a:pt x="161436" y="334294"/>
                  </a:lnTo>
                  <a:lnTo>
                    <a:pt x="166724" y="334327"/>
                  </a:lnTo>
                  <a:lnTo>
                    <a:pt x="172011" y="334192"/>
                  </a:lnTo>
                  <a:lnTo>
                    <a:pt x="177291" y="333890"/>
                  </a:lnTo>
                  <a:lnTo>
                    <a:pt x="182558" y="333422"/>
                  </a:lnTo>
                  <a:lnTo>
                    <a:pt x="187808" y="332787"/>
                  </a:lnTo>
                  <a:lnTo>
                    <a:pt x="193035" y="331986"/>
                  </a:lnTo>
                  <a:lnTo>
                    <a:pt x="198235" y="331021"/>
                  </a:lnTo>
                  <a:lnTo>
                    <a:pt x="203401" y="329891"/>
                  </a:lnTo>
                  <a:lnTo>
                    <a:pt x="208529" y="328599"/>
                  </a:lnTo>
                  <a:lnTo>
                    <a:pt x="213614" y="327145"/>
                  </a:lnTo>
                  <a:lnTo>
                    <a:pt x="218650" y="325531"/>
                  </a:lnTo>
                  <a:lnTo>
                    <a:pt x="223632" y="323758"/>
                  </a:lnTo>
                  <a:lnTo>
                    <a:pt x="228556" y="321829"/>
                  </a:lnTo>
                  <a:lnTo>
                    <a:pt x="233416" y="319745"/>
                  </a:lnTo>
                  <a:lnTo>
                    <a:pt x="238208" y="317508"/>
                  </a:lnTo>
                  <a:lnTo>
                    <a:pt x="242927" y="315121"/>
                  </a:lnTo>
                  <a:lnTo>
                    <a:pt x="247568" y="312586"/>
                  </a:lnTo>
                  <a:lnTo>
                    <a:pt x="252126" y="309905"/>
                  </a:lnTo>
                  <a:lnTo>
                    <a:pt x="256598" y="307082"/>
                  </a:lnTo>
                  <a:lnTo>
                    <a:pt x="260978" y="304118"/>
                  </a:lnTo>
                  <a:lnTo>
                    <a:pt x="265262" y="301017"/>
                  </a:lnTo>
                  <a:lnTo>
                    <a:pt x="269445" y="297783"/>
                  </a:lnTo>
                  <a:lnTo>
                    <a:pt x="273525" y="294417"/>
                  </a:lnTo>
                  <a:lnTo>
                    <a:pt x="277495" y="290925"/>
                  </a:lnTo>
                  <a:lnTo>
                    <a:pt x="281354" y="287308"/>
                  </a:lnTo>
                  <a:lnTo>
                    <a:pt x="285096" y="283571"/>
                  </a:lnTo>
                  <a:lnTo>
                    <a:pt x="288718" y="279718"/>
                  </a:lnTo>
                  <a:lnTo>
                    <a:pt x="292216" y="275752"/>
                  </a:lnTo>
                  <a:lnTo>
                    <a:pt x="295587" y="271677"/>
                  </a:lnTo>
                  <a:lnTo>
                    <a:pt x="298827" y="267498"/>
                  </a:lnTo>
                  <a:lnTo>
                    <a:pt x="301934" y="263219"/>
                  </a:lnTo>
                  <a:lnTo>
                    <a:pt x="304904" y="258843"/>
                  </a:lnTo>
                  <a:lnTo>
                    <a:pt x="307734" y="254375"/>
                  </a:lnTo>
                  <a:lnTo>
                    <a:pt x="310421" y="249821"/>
                  </a:lnTo>
                  <a:lnTo>
                    <a:pt x="312962" y="245183"/>
                  </a:lnTo>
                  <a:lnTo>
                    <a:pt x="315356" y="240468"/>
                  </a:lnTo>
                  <a:lnTo>
                    <a:pt x="317599" y="235679"/>
                  </a:lnTo>
                  <a:lnTo>
                    <a:pt x="319690" y="230821"/>
                  </a:lnTo>
                  <a:lnTo>
                    <a:pt x="321626" y="225900"/>
                  </a:lnTo>
                  <a:lnTo>
                    <a:pt x="323406" y="220920"/>
                  </a:lnTo>
                  <a:lnTo>
                    <a:pt x="325027" y="215887"/>
                  </a:lnTo>
                  <a:lnTo>
                    <a:pt x="326488" y="210804"/>
                  </a:lnTo>
                  <a:lnTo>
                    <a:pt x="327787" y="205678"/>
                  </a:lnTo>
                  <a:lnTo>
                    <a:pt x="328924" y="200513"/>
                  </a:lnTo>
                  <a:lnTo>
                    <a:pt x="329897" y="195315"/>
                  </a:lnTo>
                  <a:lnTo>
                    <a:pt x="330705" y="190089"/>
                  </a:lnTo>
                  <a:lnTo>
                    <a:pt x="331347" y="184840"/>
                  </a:lnTo>
                  <a:lnTo>
                    <a:pt x="331823" y="179573"/>
                  </a:lnTo>
                  <a:lnTo>
                    <a:pt x="332132" y="174294"/>
                  </a:lnTo>
                  <a:lnTo>
                    <a:pt x="332274" y="169007"/>
                  </a:lnTo>
                  <a:lnTo>
                    <a:pt x="332248" y="163719"/>
                  </a:lnTo>
                  <a:lnTo>
                    <a:pt x="332056" y="158434"/>
                  </a:lnTo>
                  <a:lnTo>
                    <a:pt x="331696" y="153158"/>
                  </a:lnTo>
                  <a:lnTo>
                    <a:pt x="331169" y="147896"/>
                  </a:lnTo>
                  <a:lnTo>
                    <a:pt x="330477" y="142653"/>
                  </a:lnTo>
                  <a:lnTo>
                    <a:pt x="329619" y="137435"/>
                  </a:lnTo>
                  <a:lnTo>
                    <a:pt x="328596" y="132247"/>
                  </a:lnTo>
                  <a:lnTo>
                    <a:pt x="327409" y="127093"/>
                  </a:lnTo>
                  <a:lnTo>
                    <a:pt x="326061" y="121980"/>
                  </a:lnTo>
                  <a:lnTo>
                    <a:pt x="324551" y="116912"/>
                  </a:lnTo>
                  <a:lnTo>
                    <a:pt x="322881" y="111894"/>
                  </a:lnTo>
                  <a:lnTo>
                    <a:pt x="321054" y="106931"/>
                  </a:lnTo>
                  <a:lnTo>
                    <a:pt x="319071" y="102029"/>
                  </a:lnTo>
                  <a:lnTo>
                    <a:pt x="316933" y="97192"/>
                  </a:lnTo>
                  <a:lnTo>
                    <a:pt x="314644" y="92425"/>
                  </a:lnTo>
                  <a:lnTo>
                    <a:pt x="312205" y="87732"/>
                  </a:lnTo>
                  <a:lnTo>
                    <a:pt x="309619" y="83120"/>
                  </a:lnTo>
                  <a:lnTo>
                    <a:pt x="306888" y="78591"/>
                  </a:lnTo>
                  <a:lnTo>
                    <a:pt x="304015" y="74151"/>
                  </a:lnTo>
                  <a:lnTo>
                    <a:pt x="301004" y="69804"/>
                  </a:lnTo>
                  <a:lnTo>
                    <a:pt x="297856" y="65554"/>
                  </a:lnTo>
                  <a:lnTo>
                    <a:pt x="294576" y="61407"/>
                  </a:lnTo>
                  <a:lnTo>
                    <a:pt x="291166" y="57365"/>
                  </a:lnTo>
                  <a:lnTo>
                    <a:pt x="287629" y="53432"/>
                  </a:lnTo>
                  <a:lnTo>
                    <a:pt x="283971" y="49614"/>
                  </a:lnTo>
                  <a:lnTo>
                    <a:pt x="280193" y="45914"/>
                  </a:lnTo>
                  <a:lnTo>
                    <a:pt x="276300" y="42334"/>
                  </a:lnTo>
                  <a:lnTo>
                    <a:pt x="272296" y="38880"/>
                  </a:lnTo>
                  <a:lnTo>
                    <a:pt x="268184" y="35554"/>
                  </a:lnTo>
                  <a:lnTo>
                    <a:pt x="263970" y="32360"/>
                  </a:lnTo>
                  <a:lnTo>
                    <a:pt x="259656" y="29300"/>
                  </a:lnTo>
                  <a:lnTo>
                    <a:pt x="255248" y="26379"/>
                  </a:lnTo>
                  <a:lnTo>
                    <a:pt x="250750" y="23598"/>
                  </a:lnTo>
                  <a:lnTo>
                    <a:pt x="246166" y="20962"/>
                  </a:lnTo>
                  <a:lnTo>
                    <a:pt x="241500" y="18471"/>
                  </a:lnTo>
                  <a:lnTo>
                    <a:pt x="236759" y="16129"/>
                  </a:lnTo>
                  <a:lnTo>
                    <a:pt x="231945" y="13939"/>
                  </a:lnTo>
                  <a:lnTo>
                    <a:pt x="227065" y="11902"/>
                  </a:lnTo>
                  <a:lnTo>
                    <a:pt x="222123" y="10020"/>
                  </a:lnTo>
                  <a:lnTo>
                    <a:pt x="217124" y="8295"/>
                  </a:lnTo>
                  <a:lnTo>
                    <a:pt x="212073" y="6730"/>
                  </a:lnTo>
                  <a:lnTo>
                    <a:pt x="206974" y="5325"/>
                  </a:lnTo>
                  <a:lnTo>
                    <a:pt x="201834" y="4082"/>
                  </a:lnTo>
                  <a:lnTo>
                    <a:pt x="196657" y="3002"/>
                  </a:lnTo>
                  <a:lnTo>
                    <a:pt x="191449" y="2086"/>
                  </a:lnTo>
                  <a:lnTo>
                    <a:pt x="186214" y="1336"/>
                  </a:lnTo>
                  <a:lnTo>
                    <a:pt x="180958" y="752"/>
                  </a:lnTo>
                  <a:lnTo>
                    <a:pt x="175686" y="334"/>
                  </a:lnTo>
                  <a:lnTo>
                    <a:pt x="170404" y="83"/>
                  </a:lnTo>
                  <a:lnTo>
                    <a:pt x="165116" y="0"/>
                  </a:lnTo>
                  <a:lnTo>
                    <a:pt x="16511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09119" y="4659281"/>
              <a:ext cx="114115" cy="167167"/>
            </a:xfrm>
            <a:custGeom>
              <a:avLst/>
              <a:pathLst>
                <a:path w="114115" h="167167">
                  <a:moveTo>
                    <a:pt x="114115" y="0"/>
                  </a:moveTo>
                  <a:lnTo>
                    <a:pt x="108407" y="97"/>
                  </a:lnTo>
                  <a:lnTo>
                    <a:pt x="102705" y="389"/>
                  </a:lnTo>
                  <a:lnTo>
                    <a:pt x="97017" y="876"/>
                  </a:lnTo>
                  <a:lnTo>
                    <a:pt x="91349" y="1557"/>
                  </a:lnTo>
                  <a:lnTo>
                    <a:pt x="85707" y="2431"/>
                  </a:lnTo>
                  <a:lnTo>
                    <a:pt x="80098" y="3497"/>
                  </a:lnTo>
                  <a:lnTo>
                    <a:pt x="74529" y="4754"/>
                  </a:lnTo>
                  <a:lnTo>
                    <a:pt x="69007" y="6201"/>
                  </a:lnTo>
                  <a:lnTo>
                    <a:pt x="63537" y="7835"/>
                  </a:lnTo>
                  <a:lnTo>
                    <a:pt x="58125" y="9655"/>
                  </a:lnTo>
                  <a:lnTo>
                    <a:pt x="52779" y="11658"/>
                  </a:lnTo>
                  <a:lnTo>
                    <a:pt x="47505" y="13843"/>
                  </a:lnTo>
                  <a:lnTo>
                    <a:pt x="42309" y="16207"/>
                  </a:lnTo>
                  <a:lnTo>
                    <a:pt x="37196" y="18747"/>
                  </a:lnTo>
                  <a:lnTo>
                    <a:pt x="32172" y="21460"/>
                  </a:lnTo>
                  <a:lnTo>
                    <a:pt x="27245" y="24344"/>
                  </a:lnTo>
                  <a:lnTo>
                    <a:pt x="22419" y="27393"/>
                  </a:lnTo>
                  <a:lnTo>
                    <a:pt x="17699" y="30606"/>
                  </a:lnTo>
                  <a:lnTo>
                    <a:pt x="13092" y="33978"/>
                  </a:lnTo>
                  <a:lnTo>
                    <a:pt x="8603" y="37505"/>
                  </a:lnTo>
                  <a:lnTo>
                    <a:pt x="4237" y="41183"/>
                  </a:lnTo>
                  <a:lnTo>
                    <a:pt x="0" y="45009"/>
                  </a:lnTo>
                  <a:lnTo>
                    <a:pt x="1141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09119" y="4704291"/>
              <a:ext cx="114115" cy="122158"/>
            </a:xfrm>
            <a:custGeom>
              <a:avLst/>
              <a:pathLst>
                <a:path w="114115" h="122158">
                  <a:moveTo>
                    <a:pt x="0" y="0"/>
                  </a:moveTo>
                  <a:lnTo>
                    <a:pt x="114115" y="122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09119" y="4704291"/>
              <a:ext cx="114115" cy="122158"/>
            </a:xfrm>
            <a:custGeom>
              <a:avLst/>
              <a:pathLst>
                <a:path w="114115" h="122158">
                  <a:moveTo>
                    <a:pt x="0" y="0"/>
                  </a:moveTo>
                  <a:lnTo>
                    <a:pt x="114115" y="122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256073" y="4704291"/>
              <a:ext cx="334317" cy="289325"/>
            </a:xfrm>
            <a:custGeom>
              <a:avLst/>
              <a:pathLst>
                <a:path w="334317" h="289325">
                  <a:moveTo>
                    <a:pt x="53045" y="0"/>
                  </a:moveTo>
                  <a:lnTo>
                    <a:pt x="49213" y="3696"/>
                  </a:lnTo>
                  <a:lnTo>
                    <a:pt x="45500" y="7512"/>
                  </a:lnTo>
                  <a:lnTo>
                    <a:pt x="41910" y="11445"/>
                  </a:lnTo>
                  <a:lnTo>
                    <a:pt x="38448" y="15490"/>
                  </a:lnTo>
                  <a:lnTo>
                    <a:pt x="35116" y="19643"/>
                  </a:lnTo>
                  <a:lnTo>
                    <a:pt x="31919" y="23900"/>
                  </a:lnTo>
                  <a:lnTo>
                    <a:pt x="28858" y="28257"/>
                  </a:lnTo>
                  <a:lnTo>
                    <a:pt x="25938" y="32709"/>
                  </a:lnTo>
                  <a:lnTo>
                    <a:pt x="23161" y="37252"/>
                  </a:lnTo>
                  <a:lnTo>
                    <a:pt x="20530" y="41881"/>
                  </a:lnTo>
                  <a:lnTo>
                    <a:pt x="18048" y="46591"/>
                  </a:lnTo>
                  <a:lnTo>
                    <a:pt x="15717" y="51378"/>
                  </a:lnTo>
                  <a:lnTo>
                    <a:pt x="13539" y="56237"/>
                  </a:lnTo>
                  <a:lnTo>
                    <a:pt x="11518" y="61163"/>
                  </a:lnTo>
                  <a:lnTo>
                    <a:pt x="9654" y="66151"/>
                  </a:lnTo>
                  <a:lnTo>
                    <a:pt x="7951" y="71195"/>
                  </a:lnTo>
                  <a:lnTo>
                    <a:pt x="6408" y="76291"/>
                  </a:lnTo>
                  <a:lnTo>
                    <a:pt x="5029" y="81434"/>
                  </a:lnTo>
                  <a:lnTo>
                    <a:pt x="3815" y="86618"/>
                  </a:lnTo>
                  <a:lnTo>
                    <a:pt x="2766" y="91838"/>
                  </a:lnTo>
                  <a:lnTo>
                    <a:pt x="1883" y="97089"/>
                  </a:lnTo>
                  <a:lnTo>
                    <a:pt x="1169" y="102365"/>
                  </a:lnTo>
                  <a:lnTo>
                    <a:pt x="623" y="107662"/>
                  </a:lnTo>
                  <a:lnTo>
                    <a:pt x="246" y="112973"/>
                  </a:lnTo>
                  <a:lnTo>
                    <a:pt x="38" y="118293"/>
                  </a:lnTo>
                  <a:lnTo>
                    <a:pt x="0" y="123617"/>
                  </a:lnTo>
                  <a:lnTo>
                    <a:pt x="131" y="128940"/>
                  </a:lnTo>
                  <a:lnTo>
                    <a:pt x="432" y="134256"/>
                  </a:lnTo>
                  <a:lnTo>
                    <a:pt x="901" y="139560"/>
                  </a:lnTo>
                  <a:lnTo>
                    <a:pt x="1540" y="144846"/>
                  </a:lnTo>
                  <a:lnTo>
                    <a:pt x="2346" y="150109"/>
                  </a:lnTo>
                  <a:lnTo>
                    <a:pt x="3320" y="155343"/>
                  </a:lnTo>
                  <a:lnTo>
                    <a:pt x="4460" y="160544"/>
                  </a:lnTo>
                  <a:lnTo>
                    <a:pt x="5765" y="165706"/>
                  </a:lnTo>
                  <a:lnTo>
                    <a:pt x="7234" y="170824"/>
                  </a:lnTo>
                  <a:lnTo>
                    <a:pt x="8865" y="175893"/>
                  </a:lnTo>
                  <a:lnTo>
                    <a:pt x="10657" y="180907"/>
                  </a:lnTo>
                  <a:lnTo>
                    <a:pt x="12607" y="185861"/>
                  </a:lnTo>
                  <a:lnTo>
                    <a:pt x="14714" y="190751"/>
                  </a:lnTo>
                  <a:lnTo>
                    <a:pt x="16976" y="195571"/>
                  </a:lnTo>
                  <a:lnTo>
                    <a:pt x="19390" y="200317"/>
                  </a:lnTo>
                  <a:lnTo>
                    <a:pt x="21954" y="204983"/>
                  </a:lnTo>
                  <a:lnTo>
                    <a:pt x="24665" y="209565"/>
                  </a:lnTo>
                  <a:lnTo>
                    <a:pt x="27521" y="214059"/>
                  </a:lnTo>
                  <a:lnTo>
                    <a:pt x="30519" y="218459"/>
                  </a:lnTo>
                  <a:lnTo>
                    <a:pt x="33655" y="222762"/>
                  </a:lnTo>
                  <a:lnTo>
                    <a:pt x="36927" y="226963"/>
                  </a:lnTo>
                  <a:lnTo>
                    <a:pt x="40331" y="231057"/>
                  </a:lnTo>
                  <a:lnTo>
                    <a:pt x="43863" y="235041"/>
                  </a:lnTo>
                  <a:lnTo>
                    <a:pt x="47521" y="238910"/>
                  </a:lnTo>
                  <a:lnTo>
                    <a:pt x="51299" y="242661"/>
                  </a:lnTo>
                  <a:lnTo>
                    <a:pt x="55196" y="246290"/>
                  </a:lnTo>
                  <a:lnTo>
                    <a:pt x="59206" y="249793"/>
                  </a:lnTo>
                  <a:lnTo>
                    <a:pt x="63325" y="253166"/>
                  </a:lnTo>
                  <a:lnTo>
                    <a:pt x="67550" y="256406"/>
                  </a:lnTo>
                  <a:lnTo>
                    <a:pt x="71876" y="259511"/>
                  </a:lnTo>
                  <a:lnTo>
                    <a:pt x="76299" y="262475"/>
                  </a:lnTo>
                  <a:lnTo>
                    <a:pt x="80814" y="265298"/>
                  </a:lnTo>
                  <a:lnTo>
                    <a:pt x="85416" y="267975"/>
                  </a:lnTo>
                  <a:lnTo>
                    <a:pt x="90101" y="270505"/>
                  </a:lnTo>
                  <a:lnTo>
                    <a:pt x="94865" y="272883"/>
                  </a:lnTo>
                  <a:lnTo>
                    <a:pt x="99702" y="275109"/>
                  </a:lnTo>
                  <a:lnTo>
                    <a:pt x="104607" y="277180"/>
                  </a:lnTo>
                  <a:lnTo>
                    <a:pt x="109575" y="279094"/>
                  </a:lnTo>
                  <a:lnTo>
                    <a:pt x="114603" y="280848"/>
                  </a:lnTo>
                  <a:lnTo>
                    <a:pt x="119683" y="282441"/>
                  </a:lnTo>
                  <a:lnTo>
                    <a:pt x="124812" y="283872"/>
                  </a:lnTo>
                  <a:lnTo>
                    <a:pt x="129983" y="285139"/>
                  </a:lnTo>
                  <a:lnTo>
                    <a:pt x="135193" y="286240"/>
                  </a:lnTo>
                  <a:lnTo>
                    <a:pt x="140434" y="287175"/>
                  </a:lnTo>
                  <a:lnTo>
                    <a:pt x="145703" y="287942"/>
                  </a:lnTo>
                  <a:lnTo>
                    <a:pt x="150994" y="288541"/>
                  </a:lnTo>
                  <a:lnTo>
                    <a:pt x="156301" y="288972"/>
                  </a:lnTo>
                  <a:lnTo>
                    <a:pt x="161619" y="289233"/>
                  </a:lnTo>
                  <a:lnTo>
                    <a:pt x="166942" y="289325"/>
                  </a:lnTo>
                  <a:lnTo>
                    <a:pt x="172266" y="289247"/>
                  </a:lnTo>
                  <a:lnTo>
                    <a:pt x="177585" y="289000"/>
                  </a:lnTo>
                  <a:lnTo>
                    <a:pt x="182893" y="288583"/>
                  </a:lnTo>
                  <a:lnTo>
                    <a:pt x="188185" y="287998"/>
                  </a:lnTo>
                  <a:lnTo>
                    <a:pt x="193456" y="287244"/>
                  </a:lnTo>
                  <a:lnTo>
                    <a:pt x="198700" y="286323"/>
                  </a:lnTo>
                  <a:lnTo>
                    <a:pt x="203912" y="285235"/>
                  </a:lnTo>
                  <a:lnTo>
                    <a:pt x="209087" y="283982"/>
                  </a:lnTo>
                  <a:lnTo>
                    <a:pt x="214219" y="282565"/>
                  </a:lnTo>
                  <a:lnTo>
                    <a:pt x="219304" y="280985"/>
                  </a:lnTo>
                  <a:lnTo>
                    <a:pt x="224336" y="279243"/>
                  </a:lnTo>
                  <a:lnTo>
                    <a:pt x="229309" y="277343"/>
                  </a:lnTo>
                  <a:lnTo>
                    <a:pt x="234220" y="275285"/>
                  </a:lnTo>
                  <a:lnTo>
                    <a:pt x="239063" y="273072"/>
                  </a:lnTo>
                  <a:lnTo>
                    <a:pt x="243832" y="270705"/>
                  </a:lnTo>
                  <a:lnTo>
                    <a:pt x="248524" y="268188"/>
                  </a:lnTo>
                  <a:lnTo>
                    <a:pt x="253133" y="265523"/>
                  </a:lnTo>
                  <a:lnTo>
                    <a:pt x="257656" y="262712"/>
                  </a:lnTo>
                  <a:lnTo>
                    <a:pt x="262086" y="259759"/>
                  </a:lnTo>
                  <a:lnTo>
                    <a:pt x="266420" y="256666"/>
                  </a:lnTo>
                  <a:lnTo>
                    <a:pt x="270653" y="253437"/>
                  </a:lnTo>
                  <a:lnTo>
                    <a:pt x="274781" y="250074"/>
                  </a:lnTo>
                  <a:lnTo>
                    <a:pt x="278801" y="246582"/>
                  </a:lnTo>
                  <a:lnTo>
                    <a:pt x="282707" y="242964"/>
                  </a:lnTo>
                  <a:lnTo>
                    <a:pt x="286495" y="239223"/>
                  </a:lnTo>
                  <a:lnTo>
                    <a:pt x="290163" y="235363"/>
                  </a:lnTo>
                  <a:lnTo>
                    <a:pt x="293706" y="231388"/>
                  </a:lnTo>
                  <a:lnTo>
                    <a:pt x="297120" y="227303"/>
                  </a:lnTo>
                  <a:lnTo>
                    <a:pt x="300403" y="223110"/>
                  </a:lnTo>
                  <a:lnTo>
                    <a:pt x="303550" y="218816"/>
                  </a:lnTo>
                  <a:lnTo>
                    <a:pt x="306559" y="214423"/>
                  </a:lnTo>
                  <a:lnTo>
                    <a:pt x="309427" y="209937"/>
                  </a:lnTo>
                  <a:lnTo>
                    <a:pt x="312150" y="205362"/>
                  </a:lnTo>
                  <a:lnTo>
                    <a:pt x="314726" y="200702"/>
                  </a:lnTo>
                  <a:lnTo>
                    <a:pt x="317153" y="195963"/>
                  </a:lnTo>
                  <a:lnTo>
                    <a:pt x="319427" y="191149"/>
                  </a:lnTo>
                  <a:lnTo>
                    <a:pt x="321547" y="186264"/>
                  </a:lnTo>
                  <a:lnTo>
                    <a:pt x="323511" y="181315"/>
                  </a:lnTo>
                  <a:lnTo>
                    <a:pt x="325315" y="176306"/>
                  </a:lnTo>
                  <a:lnTo>
                    <a:pt x="326960" y="171242"/>
                  </a:lnTo>
                  <a:lnTo>
                    <a:pt x="328442" y="166128"/>
                  </a:lnTo>
                  <a:lnTo>
                    <a:pt x="329760" y="160969"/>
                  </a:lnTo>
                  <a:lnTo>
                    <a:pt x="330914" y="155771"/>
                  </a:lnTo>
                  <a:lnTo>
                    <a:pt x="331901" y="150539"/>
                  </a:lnTo>
                  <a:lnTo>
                    <a:pt x="332721" y="145278"/>
                  </a:lnTo>
                  <a:lnTo>
                    <a:pt x="333374" y="139994"/>
                  </a:lnTo>
                  <a:lnTo>
                    <a:pt x="333857" y="134692"/>
                  </a:lnTo>
                  <a:lnTo>
                    <a:pt x="334172" y="129376"/>
                  </a:lnTo>
                  <a:lnTo>
                    <a:pt x="334317" y="124054"/>
                  </a:lnTo>
                  <a:lnTo>
                    <a:pt x="334293" y="118730"/>
                  </a:lnTo>
                  <a:lnTo>
                    <a:pt x="334099" y="113409"/>
                  </a:lnTo>
                  <a:lnTo>
                    <a:pt x="333736" y="108097"/>
                  </a:lnTo>
                  <a:lnTo>
                    <a:pt x="333203" y="102799"/>
                  </a:lnTo>
                  <a:lnTo>
                    <a:pt x="332503" y="97521"/>
                  </a:lnTo>
                  <a:lnTo>
                    <a:pt x="331634" y="92268"/>
                  </a:lnTo>
                  <a:lnTo>
                    <a:pt x="330599" y="87045"/>
                  </a:lnTo>
                  <a:lnTo>
                    <a:pt x="329398" y="81858"/>
                  </a:lnTo>
                  <a:lnTo>
                    <a:pt x="328032" y="76711"/>
                  </a:lnTo>
                  <a:lnTo>
                    <a:pt x="326503" y="71611"/>
                  </a:lnTo>
                  <a:lnTo>
                    <a:pt x="324812" y="66562"/>
                  </a:lnTo>
                  <a:lnTo>
                    <a:pt x="322962" y="61570"/>
                  </a:lnTo>
                  <a:lnTo>
                    <a:pt x="320953" y="56639"/>
                  </a:lnTo>
                  <a:lnTo>
                    <a:pt x="318789" y="51774"/>
                  </a:lnTo>
                  <a:lnTo>
                    <a:pt x="316470" y="46981"/>
                  </a:lnTo>
                  <a:lnTo>
                    <a:pt x="167161" y="122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149309" cy="167167"/>
            </a:xfrm>
            <a:custGeom>
              <a:avLst/>
              <a:pathLst>
                <a:path w="149309" h="167167">
                  <a:moveTo>
                    <a:pt x="149309" y="91990"/>
                  </a:moveTo>
                  <a:lnTo>
                    <a:pt x="146789" y="87181"/>
                  </a:lnTo>
                  <a:lnTo>
                    <a:pt x="144114" y="82456"/>
                  </a:lnTo>
                  <a:lnTo>
                    <a:pt x="141287" y="77821"/>
                  </a:lnTo>
                  <a:lnTo>
                    <a:pt x="138311" y="73280"/>
                  </a:lnTo>
                  <a:lnTo>
                    <a:pt x="135189" y="68837"/>
                  </a:lnTo>
                  <a:lnTo>
                    <a:pt x="131925" y="64499"/>
                  </a:lnTo>
                  <a:lnTo>
                    <a:pt x="128521" y="60269"/>
                  </a:lnTo>
                  <a:lnTo>
                    <a:pt x="124981" y="56151"/>
                  </a:lnTo>
                  <a:lnTo>
                    <a:pt x="121310" y="52151"/>
                  </a:lnTo>
                  <a:lnTo>
                    <a:pt x="117511" y="48272"/>
                  </a:lnTo>
                  <a:lnTo>
                    <a:pt x="113588" y="44519"/>
                  </a:lnTo>
                  <a:lnTo>
                    <a:pt x="109545" y="40894"/>
                  </a:lnTo>
                  <a:lnTo>
                    <a:pt x="105386" y="37403"/>
                  </a:lnTo>
                  <a:lnTo>
                    <a:pt x="101117" y="34049"/>
                  </a:lnTo>
                  <a:lnTo>
                    <a:pt x="96740" y="30836"/>
                  </a:lnTo>
                  <a:lnTo>
                    <a:pt x="92262" y="27766"/>
                  </a:lnTo>
                  <a:lnTo>
                    <a:pt x="87686" y="24843"/>
                  </a:lnTo>
                  <a:lnTo>
                    <a:pt x="83018" y="22071"/>
                  </a:lnTo>
                  <a:lnTo>
                    <a:pt x="78262" y="19451"/>
                  </a:lnTo>
                  <a:lnTo>
                    <a:pt x="73424" y="16988"/>
                  </a:lnTo>
                  <a:lnTo>
                    <a:pt x="68508" y="14682"/>
                  </a:lnTo>
                  <a:lnTo>
                    <a:pt x="63520" y="12538"/>
                  </a:lnTo>
                  <a:lnTo>
                    <a:pt x="58464" y="10557"/>
                  </a:lnTo>
                  <a:lnTo>
                    <a:pt x="53348" y="8741"/>
                  </a:lnTo>
                  <a:lnTo>
                    <a:pt x="48175" y="7092"/>
                  </a:lnTo>
                  <a:lnTo>
                    <a:pt x="42951" y="5612"/>
                  </a:lnTo>
                  <a:lnTo>
                    <a:pt x="37681" y="4302"/>
                  </a:lnTo>
                  <a:lnTo>
                    <a:pt x="32372" y="3164"/>
                  </a:lnTo>
                  <a:lnTo>
                    <a:pt x="27029" y="2199"/>
                  </a:lnTo>
                  <a:lnTo>
                    <a:pt x="21658" y="1408"/>
                  </a:lnTo>
                  <a:lnTo>
                    <a:pt x="16263" y="793"/>
                  </a:lnTo>
                  <a:lnTo>
                    <a:pt x="10851" y="352"/>
                  </a:lnTo>
                  <a:lnTo>
                    <a:pt x="542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11390" y="4213821"/>
              <a:ext cx="117081" cy="167167"/>
            </a:xfrm>
            <a:custGeom>
              <a:avLst/>
              <a:pathLst>
                <a:path w="117081" h="167167">
                  <a:moveTo>
                    <a:pt x="117081" y="0"/>
                  </a:moveTo>
                  <a:lnTo>
                    <a:pt x="111443" y="95"/>
                  </a:lnTo>
                  <a:lnTo>
                    <a:pt x="105811" y="380"/>
                  </a:lnTo>
                  <a:lnTo>
                    <a:pt x="100191" y="855"/>
                  </a:lnTo>
                  <a:lnTo>
                    <a:pt x="94591" y="1519"/>
                  </a:lnTo>
                  <a:lnTo>
                    <a:pt x="89017" y="2372"/>
                  </a:lnTo>
                  <a:lnTo>
                    <a:pt x="83474" y="3413"/>
                  </a:lnTo>
                  <a:lnTo>
                    <a:pt x="77970" y="4639"/>
                  </a:lnTo>
                  <a:lnTo>
                    <a:pt x="72510" y="6051"/>
                  </a:lnTo>
                  <a:lnTo>
                    <a:pt x="67101" y="7646"/>
                  </a:lnTo>
                  <a:lnTo>
                    <a:pt x="61749" y="9423"/>
                  </a:lnTo>
                  <a:lnTo>
                    <a:pt x="56459" y="11379"/>
                  </a:lnTo>
                  <a:lnTo>
                    <a:pt x="51239" y="13512"/>
                  </a:lnTo>
                  <a:lnTo>
                    <a:pt x="46094" y="15821"/>
                  </a:lnTo>
                  <a:lnTo>
                    <a:pt x="41029" y="18301"/>
                  </a:lnTo>
                  <a:lnTo>
                    <a:pt x="36051" y="20951"/>
                  </a:lnTo>
                  <a:lnTo>
                    <a:pt x="31166" y="23767"/>
                  </a:lnTo>
                  <a:lnTo>
                    <a:pt x="26378" y="26747"/>
                  </a:lnTo>
                  <a:lnTo>
                    <a:pt x="21693" y="29886"/>
                  </a:lnTo>
                  <a:lnTo>
                    <a:pt x="17117" y="33182"/>
                  </a:lnTo>
                  <a:lnTo>
                    <a:pt x="12654" y="36630"/>
                  </a:lnTo>
                  <a:lnTo>
                    <a:pt x="8311" y="40227"/>
                  </a:lnTo>
                  <a:lnTo>
                    <a:pt x="4091" y="43968"/>
                  </a:lnTo>
                  <a:lnTo>
                    <a:pt x="0" y="47849"/>
                  </a:lnTo>
                  <a:lnTo>
                    <a:pt x="11708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11390" y="4261670"/>
              <a:ext cx="117081" cy="119317"/>
            </a:xfrm>
            <a:custGeom>
              <a:avLst/>
              <a:pathLst>
                <a:path w="117081" h="119317">
                  <a:moveTo>
                    <a:pt x="0" y="0"/>
                  </a:moveTo>
                  <a:lnTo>
                    <a:pt x="117081" y="1193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561304" y="4250903"/>
              <a:ext cx="334334" cy="297233"/>
            </a:xfrm>
            <a:custGeom>
              <a:avLst/>
              <a:pathLst>
                <a:path w="334334" h="297233">
                  <a:moveTo>
                    <a:pt x="50085" y="10767"/>
                  </a:moveTo>
                  <a:lnTo>
                    <a:pt x="46355" y="14545"/>
                  </a:lnTo>
                  <a:lnTo>
                    <a:pt x="42746" y="18440"/>
                  </a:lnTo>
                  <a:lnTo>
                    <a:pt x="39263" y="22448"/>
                  </a:lnTo>
                  <a:lnTo>
                    <a:pt x="35909" y="26565"/>
                  </a:lnTo>
                  <a:lnTo>
                    <a:pt x="32688" y="30786"/>
                  </a:lnTo>
                  <a:lnTo>
                    <a:pt x="29602" y="35107"/>
                  </a:lnTo>
                  <a:lnTo>
                    <a:pt x="26655" y="39523"/>
                  </a:lnTo>
                  <a:lnTo>
                    <a:pt x="23850" y="44032"/>
                  </a:lnTo>
                  <a:lnTo>
                    <a:pt x="21189" y="48627"/>
                  </a:lnTo>
                  <a:lnTo>
                    <a:pt x="18676" y="53304"/>
                  </a:lnTo>
                  <a:lnTo>
                    <a:pt x="16312" y="58059"/>
                  </a:lnTo>
                  <a:lnTo>
                    <a:pt x="14101" y="62886"/>
                  </a:lnTo>
                  <a:lnTo>
                    <a:pt x="12044" y="67781"/>
                  </a:lnTo>
                  <a:lnTo>
                    <a:pt x="10143" y="72739"/>
                  </a:lnTo>
                  <a:lnTo>
                    <a:pt x="8401" y="77755"/>
                  </a:lnTo>
                  <a:lnTo>
                    <a:pt x="6819" y="82824"/>
                  </a:lnTo>
                  <a:lnTo>
                    <a:pt x="5399" y="87940"/>
                  </a:lnTo>
                  <a:lnTo>
                    <a:pt x="4142" y="93099"/>
                  </a:lnTo>
                  <a:lnTo>
                    <a:pt x="3050" y="98295"/>
                  </a:lnTo>
                  <a:lnTo>
                    <a:pt x="2123" y="103523"/>
                  </a:lnTo>
                  <a:lnTo>
                    <a:pt x="1363" y="108778"/>
                  </a:lnTo>
                  <a:lnTo>
                    <a:pt x="770" y="114055"/>
                  </a:lnTo>
                  <a:lnTo>
                    <a:pt x="345" y="119348"/>
                  </a:lnTo>
                  <a:lnTo>
                    <a:pt x="88" y="124651"/>
                  </a:lnTo>
                  <a:lnTo>
                    <a:pt x="0" y="129960"/>
                  </a:lnTo>
                  <a:lnTo>
                    <a:pt x="80" y="135269"/>
                  </a:lnTo>
                  <a:lnTo>
                    <a:pt x="329" y="140573"/>
                  </a:lnTo>
                  <a:lnTo>
                    <a:pt x="746" y="145867"/>
                  </a:lnTo>
                  <a:lnTo>
                    <a:pt x="1331" y="151144"/>
                  </a:lnTo>
                  <a:lnTo>
                    <a:pt x="2084" y="156400"/>
                  </a:lnTo>
                  <a:lnTo>
                    <a:pt x="3003" y="161630"/>
                  </a:lnTo>
                  <a:lnTo>
                    <a:pt x="4087" y="166828"/>
                  </a:lnTo>
                  <a:lnTo>
                    <a:pt x="5337" y="171988"/>
                  </a:lnTo>
                  <a:lnTo>
                    <a:pt x="6749" y="177107"/>
                  </a:lnTo>
                  <a:lnTo>
                    <a:pt x="8323" y="182178"/>
                  </a:lnTo>
                  <a:lnTo>
                    <a:pt x="10058" y="187196"/>
                  </a:lnTo>
                  <a:lnTo>
                    <a:pt x="11951" y="192157"/>
                  </a:lnTo>
                  <a:lnTo>
                    <a:pt x="14001" y="197055"/>
                  </a:lnTo>
                  <a:lnTo>
                    <a:pt x="16205" y="201886"/>
                  </a:lnTo>
                  <a:lnTo>
                    <a:pt x="18561" y="206644"/>
                  </a:lnTo>
                  <a:lnTo>
                    <a:pt x="21068" y="211325"/>
                  </a:lnTo>
                  <a:lnTo>
                    <a:pt x="23722" y="215924"/>
                  </a:lnTo>
                  <a:lnTo>
                    <a:pt x="26520" y="220436"/>
                  </a:lnTo>
                  <a:lnTo>
                    <a:pt x="29461" y="224858"/>
                  </a:lnTo>
                  <a:lnTo>
                    <a:pt x="32540" y="229183"/>
                  </a:lnTo>
                  <a:lnTo>
                    <a:pt x="35755" y="233409"/>
                  </a:lnTo>
                  <a:lnTo>
                    <a:pt x="39103" y="237530"/>
                  </a:lnTo>
                  <a:lnTo>
                    <a:pt x="42580" y="241543"/>
                  </a:lnTo>
                  <a:lnTo>
                    <a:pt x="46183" y="245444"/>
                  </a:lnTo>
                  <a:lnTo>
                    <a:pt x="49907" y="249228"/>
                  </a:lnTo>
                  <a:lnTo>
                    <a:pt x="53750" y="252892"/>
                  </a:lnTo>
                  <a:lnTo>
                    <a:pt x="57708" y="256432"/>
                  </a:lnTo>
                  <a:lnTo>
                    <a:pt x="61776" y="259845"/>
                  </a:lnTo>
                  <a:lnTo>
                    <a:pt x="65950" y="263126"/>
                  </a:lnTo>
                  <a:lnTo>
                    <a:pt x="70226" y="266274"/>
                  </a:lnTo>
                  <a:lnTo>
                    <a:pt x="74601" y="269284"/>
                  </a:lnTo>
                  <a:lnTo>
                    <a:pt x="79068" y="272153"/>
                  </a:lnTo>
                  <a:lnTo>
                    <a:pt x="83624" y="274880"/>
                  </a:lnTo>
                  <a:lnTo>
                    <a:pt x="88265" y="277460"/>
                  </a:lnTo>
                  <a:lnTo>
                    <a:pt x="92986" y="279891"/>
                  </a:lnTo>
                  <a:lnTo>
                    <a:pt x="97781" y="282172"/>
                  </a:lnTo>
                  <a:lnTo>
                    <a:pt x="102646" y="284299"/>
                  </a:lnTo>
                  <a:lnTo>
                    <a:pt x="107576" y="286270"/>
                  </a:lnTo>
                  <a:lnTo>
                    <a:pt x="112566" y="288084"/>
                  </a:lnTo>
                  <a:lnTo>
                    <a:pt x="117612" y="289738"/>
                  </a:lnTo>
                  <a:lnTo>
                    <a:pt x="122707" y="291231"/>
                  </a:lnTo>
                  <a:lnTo>
                    <a:pt x="127848" y="292562"/>
                  </a:lnTo>
                  <a:lnTo>
                    <a:pt x="133028" y="293729"/>
                  </a:lnTo>
                  <a:lnTo>
                    <a:pt x="138242" y="294731"/>
                  </a:lnTo>
                  <a:lnTo>
                    <a:pt x="143486" y="295566"/>
                  </a:lnTo>
                  <a:lnTo>
                    <a:pt x="148753" y="296235"/>
                  </a:lnTo>
                  <a:lnTo>
                    <a:pt x="154039" y="296736"/>
                  </a:lnTo>
                  <a:lnTo>
                    <a:pt x="159339" y="297069"/>
                  </a:lnTo>
                  <a:lnTo>
                    <a:pt x="164646" y="297233"/>
                  </a:lnTo>
                  <a:lnTo>
                    <a:pt x="169956" y="297229"/>
                  </a:lnTo>
                  <a:lnTo>
                    <a:pt x="175263" y="297056"/>
                  </a:lnTo>
                  <a:lnTo>
                    <a:pt x="180561" y="296715"/>
                  </a:lnTo>
                  <a:lnTo>
                    <a:pt x="185847" y="296205"/>
                  </a:lnTo>
                  <a:lnTo>
                    <a:pt x="191113" y="295528"/>
                  </a:lnTo>
                  <a:lnTo>
                    <a:pt x="196355" y="294684"/>
                  </a:lnTo>
                  <a:lnTo>
                    <a:pt x="201568" y="293674"/>
                  </a:lnTo>
                  <a:lnTo>
                    <a:pt x="206746" y="292499"/>
                  </a:lnTo>
                  <a:lnTo>
                    <a:pt x="211884" y="291160"/>
                  </a:lnTo>
                  <a:lnTo>
                    <a:pt x="216977" y="289659"/>
                  </a:lnTo>
                  <a:lnTo>
                    <a:pt x="222020" y="287996"/>
                  </a:lnTo>
                  <a:lnTo>
                    <a:pt x="227008" y="286174"/>
                  </a:lnTo>
                  <a:lnTo>
                    <a:pt x="231935" y="284195"/>
                  </a:lnTo>
                  <a:lnTo>
                    <a:pt x="236796" y="282061"/>
                  </a:lnTo>
                  <a:lnTo>
                    <a:pt x="241588" y="279772"/>
                  </a:lnTo>
                  <a:lnTo>
                    <a:pt x="246304" y="277333"/>
                  </a:lnTo>
                  <a:lnTo>
                    <a:pt x="250941" y="274746"/>
                  </a:lnTo>
                  <a:lnTo>
                    <a:pt x="255493" y="272012"/>
                  </a:lnTo>
                  <a:lnTo>
                    <a:pt x="259956" y="269135"/>
                  </a:lnTo>
                  <a:lnTo>
                    <a:pt x="264325" y="266118"/>
                  </a:lnTo>
                  <a:lnTo>
                    <a:pt x="268597" y="262964"/>
                  </a:lnTo>
                  <a:lnTo>
                    <a:pt x="272766" y="259676"/>
                  </a:lnTo>
                  <a:lnTo>
                    <a:pt x="276828" y="256257"/>
                  </a:lnTo>
                  <a:lnTo>
                    <a:pt x="280780" y="252710"/>
                  </a:lnTo>
                  <a:lnTo>
                    <a:pt x="284617" y="249040"/>
                  </a:lnTo>
                  <a:lnTo>
                    <a:pt x="288336" y="245250"/>
                  </a:lnTo>
                  <a:lnTo>
                    <a:pt x="291932" y="241344"/>
                  </a:lnTo>
                  <a:lnTo>
                    <a:pt x="295403" y="237325"/>
                  </a:lnTo>
                  <a:lnTo>
                    <a:pt x="298744" y="233198"/>
                  </a:lnTo>
                  <a:lnTo>
                    <a:pt x="301952" y="228968"/>
                  </a:lnTo>
                  <a:lnTo>
                    <a:pt x="305025" y="224637"/>
                  </a:lnTo>
                  <a:lnTo>
                    <a:pt x="307958" y="220211"/>
                  </a:lnTo>
                  <a:lnTo>
                    <a:pt x="310749" y="215694"/>
                  </a:lnTo>
                  <a:lnTo>
                    <a:pt x="313396" y="211091"/>
                  </a:lnTo>
                  <a:lnTo>
                    <a:pt x="315895" y="206406"/>
                  </a:lnTo>
                  <a:lnTo>
                    <a:pt x="318244" y="201644"/>
                  </a:lnTo>
                  <a:lnTo>
                    <a:pt x="320440" y="196810"/>
                  </a:lnTo>
                  <a:lnTo>
                    <a:pt x="322482" y="191908"/>
                  </a:lnTo>
                  <a:lnTo>
                    <a:pt x="324367" y="186945"/>
                  </a:lnTo>
                  <a:lnTo>
                    <a:pt x="326094" y="181923"/>
                  </a:lnTo>
                  <a:lnTo>
                    <a:pt x="327660" y="176850"/>
                  </a:lnTo>
                  <a:lnTo>
                    <a:pt x="329064" y="171729"/>
                  </a:lnTo>
                  <a:lnTo>
                    <a:pt x="330305" y="166566"/>
                  </a:lnTo>
                  <a:lnTo>
                    <a:pt x="331381" y="161367"/>
                  </a:lnTo>
                  <a:lnTo>
                    <a:pt x="332292" y="156136"/>
                  </a:lnTo>
                  <a:lnTo>
                    <a:pt x="333036" y="150878"/>
                  </a:lnTo>
                  <a:lnTo>
                    <a:pt x="333613" y="145600"/>
                  </a:lnTo>
                  <a:lnTo>
                    <a:pt x="334022" y="140306"/>
                  </a:lnTo>
                  <a:lnTo>
                    <a:pt x="334262" y="135002"/>
                  </a:lnTo>
                  <a:lnTo>
                    <a:pt x="334334" y="129693"/>
                  </a:lnTo>
                  <a:lnTo>
                    <a:pt x="334237" y="124384"/>
                  </a:lnTo>
                  <a:lnTo>
                    <a:pt x="333972" y="119081"/>
                  </a:lnTo>
                  <a:lnTo>
                    <a:pt x="333538" y="113788"/>
                  </a:lnTo>
                  <a:lnTo>
                    <a:pt x="332937" y="108513"/>
                  </a:lnTo>
                  <a:lnTo>
                    <a:pt x="332168" y="103259"/>
                  </a:lnTo>
                  <a:lnTo>
                    <a:pt x="331233" y="98032"/>
                  </a:lnTo>
                  <a:lnTo>
                    <a:pt x="330132" y="92838"/>
                  </a:lnTo>
                  <a:lnTo>
                    <a:pt x="328867" y="87681"/>
                  </a:lnTo>
                  <a:lnTo>
                    <a:pt x="327439" y="82567"/>
                  </a:lnTo>
                  <a:lnTo>
                    <a:pt x="325849" y="77501"/>
                  </a:lnTo>
                  <a:lnTo>
                    <a:pt x="324099" y="72488"/>
                  </a:lnTo>
                  <a:lnTo>
                    <a:pt x="322190" y="67533"/>
                  </a:lnTo>
                  <a:lnTo>
                    <a:pt x="320125" y="62641"/>
                  </a:lnTo>
                  <a:lnTo>
                    <a:pt x="317906" y="57817"/>
                  </a:lnTo>
                  <a:lnTo>
                    <a:pt x="315535" y="53066"/>
                  </a:lnTo>
                  <a:lnTo>
                    <a:pt x="313014" y="48393"/>
                  </a:lnTo>
                  <a:lnTo>
                    <a:pt x="310346" y="43802"/>
                  </a:lnTo>
                  <a:lnTo>
                    <a:pt x="307534" y="39299"/>
                  </a:lnTo>
                  <a:lnTo>
                    <a:pt x="304580" y="34886"/>
                  </a:lnTo>
                  <a:lnTo>
                    <a:pt x="301487" y="30570"/>
                  </a:lnTo>
                  <a:lnTo>
                    <a:pt x="298259" y="26355"/>
                  </a:lnTo>
                  <a:lnTo>
                    <a:pt x="294898" y="22244"/>
                  </a:lnTo>
                  <a:lnTo>
                    <a:pt x="291409" y="18241"/>
                  </a:lnTo>
                  <a:lnTo>
                    <a:pt x="287794" y="14352"/>
                  </a:lnTo>
                  <a:lnTo>
                    <a:pt x="284058" y="10579"/>
                  </a:lnTo>
                  <a:lnTo>
                    <a:pt x="280203" y="6927"/>
                  </a:lnTo>
                  <a:lnTo>
                    <a:pt x="276235" y="3399"/>
                  </a:lnTo>
                  <a:lnTo>
                    <a:pt x="272156" y="0"/>
                  </a:lnTo>
                  <a:lnTo>
                    <a:pt x="167167" y="1300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104989" cy="167167"/>
            </a:xfrm>
            <a:custGeom>
              <a:avLst/>
              <a:pathLst>
                <a:path w="104989" h="167167">
                  <a:moveTo>
                    <a:pt x="104989" y="37082"/>
                  </a:moveTo>
                  <a:lnTo>
                    <a:pt x="100513" y="33593"/>
                  </a:lnTo>
                  <a:lnTo>
                    <a:pt x="95921" y="30258"/>
                  </a:lnTo>
                  <a:lnTo>
                    <a:pt x="91218" y="27081"/>
                  </a:lnTo>
                  <a:lnTo>
                    <a:pt x="86410" y="24065"/>
                  </a:lnTo>
                  <a:lnTo>
                    <a:pt x="81502" y="21214"/>
                  </a:lnTo>
                  <a:lnTo>
                    <a:pt x="76501" y="18532"/>
                  </a:lnTo>
                  <a:lnTo>
                    <a:pt x="71411" y="16020"/>
                  </a:lnTo>
                  <a:lnTo>
                    <a:pt x="66239" y="13683"/>
                  </a:lnTo>
                  <a:lnTo>
                    <a:pt x="60991" y="11523"/>
                  </a:lnTo>
                  <a:lnTo>
                    <a:pt x="55672" y="9542"/>
                  </a:lnTo>
                  <a:lnTo>
                    <a:pt x="50290" y="7743"/>
                  </a:lnTo>
                  <a:lnTo>
                    <a:pt x="44849" y="6128"/>
                  </a:lnTo>
                  <a:lnTo>
                    <a:pt x="39357" y="4699"/>
                  </a:lnTo>
                  <a:lnTo>
                    <a:pt x="33819" y="3456"/>
                  </a:lnTo>
                  <a:lnTo>
                    <a:pt x="28242" y="2403"/>
                  </a:lnTo>
                  <a:lnTo>
                    <a:pt x="22633" y="1539"/>
                  </a:lnTo>
                  <a:lnTo>
                    <a:pt x="16997" y="866"/>
                  </a:lnTo>
                  <a:lnTo>
                    <a:pt x="11342" y="385"/>
                  </a:lnTo>
                  <a:lnTo>
                    <a:pt x="5674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8756" y="3707720"/>
              <a:ext cx="160255" cy="167167"/>
            </a:xfrm>
            <a:custGeom>
              <a:avLst/>
              <a:pathLst>
                <a:path w="160255" h="167167">
                  <a:moveTo>
                    <a:pt x="160255" y="0"/>
                  </a:moveTo>
                  <a:lnTo>
                    <a:pt x="154760" y="90"/>
                  </a:lnTo>
                  <a:lnTo>
                    <a:pt x="149271" y="361"/>
                  </a:lnTo>
                  <a:lnTo>
                    <a:pt x="143793" y="812"/>
                  </a:lnTo>
                  <a:lnTo>
                    <a:pt x="138334" y="1443"/>
                  </a:lnTo>
                  <a:lnTo>
                    <a:pt x="132898" y="2253"/>
                  </a:lnTo>
                  <a:lnTo>
                    <a:pt x="127492" y="3242"/>
                  </a:lnTo>
                  <a:lnTo>
                    <a:pt x="122121" y="4407"/>
                  </a:lnTo>
                  <a:lnTo>
                    <a:pt x="116792" y="5749"/>
                  </a:lnTo>
                  <a:lnTo>
                    <a:pt x="111509" y="7265"/>
                  </a:lnTo>
                  <a:lnTo>
                    <a:pt x="106279" y="8953"/>
                  </a:lnTo>
                  <a:lnTo>
                    <a:pt x="101107" y="10813"/>
                  </a:lnTo>
                  <a:lnTo>
                    <a:pt x="96000" y="12842"/>
                  </a:lnTo>
                  <a:lnTo>
                    <a:pt x="90962" y="15037"/>
                  </a:lnTo>
                  <a:lnTo>
                    <a:pt x="85998" y="17397"/>
                  </a:lnTo>
                  <a:lnTo>
                    <a:pt x="81115" y="19919"/>
                  </a:lnTo>
                  <a:lnTo>
                    <a:pt x="76318" y="22600"/>
                  </a:lnTo>
                  <a:lnTo>
                    <a:pt x="71611" y="25438"/>
                  </a:lnTo>
                  <a:lnTo>
                    <a:pt x="67000" y="28428"/>
                  </a:lnTo>
                  <a:lnTo>
                    <a:pt x="62490" y="31568"/>
                  </a:lnTo>
                  <a:lnTo>
                    <a:pt x="58085" y="34855"/>
                  </a:lnTo>
                  <a:lnTo>
                    <a:pt x="53791" y="38285"/>
                  </a:lnTo>
                  <a:lnTo>
                    <a:pt x="49612" y="41855"/>
                  </a:lnTo>
                  <a:lnTo>
                    <a:pt x="45553" y="45559"/>
                  </a:lnTo>
                  <a:lnTo>
                    <a:pt x="41617" y="49396"/>
                  </a:lnTo>
                  <a:lnTo>
                    <a:pt x="37810" y="53359"/>
                  </a:lnTo>
                  <a:lnTo>
                    <a:pt x="34135" y="57446"/>
                  </a:lnTo>
                  <a:lnTo>
                    <a:pt x="30597" y="61651"/>
                  </a:lnTo>
                  <a:lnTo>
                    <a:pt x="27198" y="65970"/>
                  </a:lnTo>
                  <a:lnTo>
                    <a:pt x="23944" y="70398"/>
                  </a:lnTo>
                  <a:lnTo>
                    <a:pt x="20836" y="74931"/>
                  </a:lnTo>
                  <a:lnTo>
                    <a:pt x="17880" y="79564"/>
                  </a:lnTo>
                  <a:lnTo>
                    <a:pt x="15077" y="84292"/>
                  </a:lnTo>
                  <a:lnTo>
                    <a:pt x="12431" y="89109"/>
                  </a:lnTo>
                  <a:lnTo>
                    <a:pt x="9945" y="94010"/>
                  </a:lnTo>
                  <a:lnTo>
                    <a:pt x="7622" y="98990"/>
                  </a:lnTo>
                  <a:lnTo>
                    <a:pt x="5463" y="104045"/>
                  </a:lnTo>
                  <a:lnTo>
                    <a:pt x="3472" y="109167"/>
                  </a:lnTo>
                  <a:lnTo>
                    <a:pt x="1650" y="114352"/>
                  </a:lnTo>
                  <a:lnTo>
                    <a:pt x="0" y="119594"/>
                  </a:lnTo>
                  <a:lnTo>
                    <a:pt x="16025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1844" y="3707861"/>
              <a:ext cx="334333" cy="334174"/>
            </a:xfrm>
            <a:custGeom>
              <a:avLst/>
              <a:pathLst>
                <a:path w="334333" h="334174">
                  <a:moveTo>
                    <a:pt x="6911" y="119453"/>
                  </a:moveTo>
                  <a:lnTo>
                    <a:pt x="5480" y="124572"/>
                  </a:lnTo>
                  <a:lnTo>
                    <a:pt x="4212" y="129733"/>
                  </a:lnTo>
                  <a:lnTo>
                    <a:pt x="3109" y="134932"/>
                  </a:lnTo>
                  <a:lnTo>
                    <a:pt x="2171" y="140163"/>
                  </a:lnTo>
                  <a:lnTo>
                    <a:pt x="1401" y="145422"/>
                  </a:lnTo>
                  <a:lnTo>
                    <a:pt x="798" y="150702"/>
                  </a:lnTo>
                  <a:lnTo>
                    <a:pt x="363" y="155999"/>
                  </a:lnTo>
                  <a:lnTo>
                    <a:pt x="97" y="161307"/>
                  </a:lnTo>
                  <a:lnTo>
                    <a:pt x="0" y="166621"/>
                  </a:lnTo>
                  <a:lnTo>
                    <a:pt x="71" y="171935"/>
                  </a:lnTo>
                  <a:lnTo>
                    <a:pt x="312" y="177244"/>
                  </a:lnTo>
                  <a:lnTo>
                    <a:pt x="721" y="182543"/>
                  </a:lnTo>
                  <a:lnTo>
                    <a:pt x="1298" y="187827"/>
                  </a:lnTo>
                  <a:lnTo>
                    <a:pt x="2043" y="193089"/>
                  </a:lnTo>
                  <a:lnTo>
                    <a:pt x="2955" y="198325"/>
                  </a:lnTo>
                  <a:lnTo>
                    <a:pt x="4033" y="203529"/>
                  </a:lnTo>
                  <a:lnTo>
                    <a:pt x="5276" y="208696"/>
                  </a:lnTo>
                  <a:lnTo>
                    <a:pt x="6682" y="213822"/>
                  </a:lnTo>
                  <a:lnTo>
                    <a:pt x="8251" y="218900"/>
                  </a:lnTo>
                  <a:lnTo>
                    <a:pt x="9980" y="223925"/>
                  </a:lnTo>
                  <a:lnTo>
                    <a:pt x="11869" y="228893"/>
                  </a:lnTo>
                  <a:lnTo>
                    <a:pt x="13914" y="233799"/>
                  </a:lnTo>
                  <a:lnTo>
                    <a:pt x="16114" y="238636"/>
                  </a:lnTo>
                  <a:lnTo>
                    <a:pt x="18467" y="243402"/>
                  </a:lnTo>
                  <a:lnTo>
                    <a:pt x="20970" y="248090"/>
                  </a:lnTo>
                  <a:lnTo>
                    <a:pt x="23620" y="252697"/>
                  </a:lnTo>
                  <a:lnTo>
                    <a:pt x="26416" y="257217"/>
                  </a:lnTo>
                  <a:lnTo>
                    <a:pt x="29355" y="261645"/>
                  </a:lnTo>
                  <a:lnTo>
                    <a:pt x="32432" y="265978"/>
                  </a:lnTo>
                  <a:lnTo>
                    <a:pt x="35646" y="270211"/>
                  </a:lnTo>
                  <a:lnTo>
                    <a:pt x="38992" y="274340"/>
                  </a:lnTo>
                  <a:lnTo>
                    <a:pt x="42469" y="278360"/>
                  </a:lnTo>
                  <a:lnTo>
                    <a:pt x="46071" y="282268"/>
                  </a:lnTo>
                  <a:lnTo>
                    <a:pt x="49795" y="286059"/>
                  </a:lnTo>
                  <a:lnTo>
                    <a:pt x="53639" y="289730"/>
                  </a:lnTo>
                  <a:lnTo>
                    <a:pt x="57597" y="293277"/>
                  </a:lnTo>
                  <a:lnTo>
                    <a:pt x="61665" y="296697"/>
                  </a:lnTo>
                  <a:lnTo>
                    <a:pt x="65841" y="299985"/>
                  </a:lnTo>
                  <a:lnTo>
                    <a:pt x="70119" y="303139"/>
                  </a:lnTo>
                  <a:lnTo>
                    <a:pt x="74494" y="306155"/>
                  </a:lnTo>
                  <a:lnTo>
                    <a:pt x="78964" y="309030"/>
                  </a:lnTo>
                  <a:lnTo>
                    <a:pt x="83523" y="311763"/>
                  </a:lnTo>
                  <a:lnTo>
                    <a:pt x="88166" y="314348"/>
                  </a:lnTo>
                  <a:lnTo>
                    <a:pt x="92889" y="316785"/>
                  </a:lnTo>
                  <a:lnTo>
                    <a:pt x="97687" y="319071"/>
                  </a:lnTo>
                  <a:lnTo>
                    <a:pt x="102556" y="321202"/>
                  </a:lnTo>
                  <a:lnTo>
                    <a:pt x="107489" y="323178"/>
                  </a:lnTo>
                  <a:lnTo>
                    <a:pt x="112484" y="324997"/>
                  </a:lnTo>
                  <a:lnTo>
                    <a:pt x="117533" y="326655"/>
                  </a:lnTo>
                  <a:lnTo>
                    <a:pt x="122632" y="328152"/>
                  </a:lnTo>
                  <a:lnTo>
                    <a:pt x="127777" y="329486"/>
                  </a:lnTo>
                  <a:lnTo>
                    <a:pt x="132961" y="330656"/>
                  </a:lnTo>
                  <a:lnTo>
                    <a:pt x="138180" y="331661"/>
                  </a:lnTo>
                  <a:lnTo>
                    <a:pt x="143428" y="332499"/>
                  </a:lnTo>
                  <a:lnTo>
                    <a:pt x="148700" y="333170"/>
                  </a:lnTo>
                  <a:lnTo>
                    <a:pt x="153991" y="333673"/>
                  </a:lnTo>
                  <a:lnTo>
                    <a:pt x="159296" y="334008"/>
                  </a:lnTo>
                  <a:lnTo>
                    <a:pt x="164608" y="334174"/>
                  </a:lnTo>
                  <a:lnTo>
                    <a:pt x="169922" y="334171"/>
                  </a:lnTo>
                  <a:lnTo>
                    <a:pt x="175234" y="333999"/>
                  </a:lnTo>
                  <a:lnTo>
                    <a:pt x="180538" y="333658"/>
                  </a:lnTo>
                  <a:lnTo>
                    <a:pt x="185828" y="333148"/>
                  </a:lnTo>
                  <a:lnTo>
                    <a:pt x="191100" y="332471"/>
                  </a:lnTo>
                  <a:lnTo>
                    <a:pt x="196347" y="331627"/>
                  </a:lnTo>
                  <a:lnTo>
                    <a:pt x="201565" y="330616"/>
                  </a:lnTo>
                  <a:lnTo>
                    <a:pt x="206748" y="329440"/>
                  </a:lnTo>
                  <a:lnTo>
                    <a:pt x="211891" y="328100"/>
                  </a:lnTo>
                  <a:lnTo>
                    <a:pt x="216988" y="326596"/>
                  </a:lnTo>
                  <a:lnTo>
                    <a:pt x="222036" y="324932"/>
                  </a:lnTo>
                  <a:lnTo>
                    <a:pt x="227028" y="323108"/>
                  </a:lnTo>
                  <a:lnTo>
                    <a:pt x="231959" y="321126"/>
                  </a:lnTo>
                  <a:lnTo>
                    <a:pt x="236825" y="318989"/>
                  </a:lnTo>
                  <a:lnTo>
                    <a:pt x="241620" y="316697"/>
                  </a:lnTo>
                  <a:lnTo>
                    <a:pt x="246341" y="314255"/>
                  </a:lnTo>
                  <a:lnTo>
                    <a:pt x="250981" y="311664"/>
                  </a:lnTo>
                  <a:lnTo>
                    <a:pt x="255536" y="308926"/>
                  </a:lnTo>
                  <a:lnTo>
                    <a:pt x="260002" y="306045"/>
                  </a:lnTo>
                  <a:lnTo>
                    <a:pt x="264375" y="303024"/>
                  </a:lnTo>
                  <a:lnTo>
                    <a:pt x="268649" y="299865"/>
                  </a:lnTo>
                  <a:lnTo>
                    <a:pt x="272820" y="296572"/>
                  </a:lnTo>
                  <a:lnTo>
                    <a:pt x="276885" y="293148"/>
                  </a:lnTo>
                  <a:lnTo>
                    <a:pt x="280839" y="289596"/>
                  </a:lnTo>
                  <a:lnTo>
                    <a:pt x="284678" y="285921"/>
                  </a:lnTo>
                  <a:lnTo>
                    <a:pt x="288398" y="282125"/>
                  </a:lnTo>
                  <a:lnTo>
                    <a:pt x="291996" y="278213"/>
                  </a:lnTo>
                  <a:lnTo>
                    <a:pt x="295467" y="274189"/>
                  </a:lnTo>
                  <a:lnTo>
                    <a:pt x="298809" y="270056"/>
                  </a:lnTo>
                  <a:lnTo>
                    <a:pt x="302017" y="265820"/>
                  </a:lnTo>
                  <a:lnTo>
                    <a:pt x="305090" y="261483"/>
                  </a:lnTo>
                  <a:lnTo>
                    <a:pt x="308023" y="257051"/>
                  </a:lnTo>
                  <a:lnTo>
                    <a:pt x="310813" y="252528"/>
                  </a:lnTo>
                  <a:lnTo>
                    <a:pt x="313459" y="247918"/>
                  </a:lnTo>
                  <a:lnTo>
                    <a:pt x="315956" y="243227"/>
                  </a:lnTo>
                  <a:lnTo>
                    <a:pt x="318303" y="238458"/>
                  </a:lnTo>
                  <a:lnTo>
                    <a:pt x="320498" y="233618"/>
                  </a:lnTo>
                  <a:lnTo>
                    <a:pt x="322537" y="228710"/>
                  </a:lnTo>
                  <a:lnTo>
                    <a:pt x="324419" y="223740"/>
                  </a:lnTo>
                  <a:lnTo>
                    <a:pt x="326143" y="218712"/>
                  </a:lnTo>
                  <a:lnTo>
                    <a:pt x="327706" y="213632"/>
                  </a:lnTo>
                  <a:lnTo>
                    <a:pt x="329106" y="208505"/>
                  </a:lnTo>
                  <a:lnTo>
                    <a:pt x="330343" y="203337"/>
                  </a:lnTo>
                  <a:lnTo>
                    <a:pt x="331415" y="198131"/>
                  </a:lnTo>
                  <a:lnTo>
                    <a:pt x="332320" y="192894"/>
                  </a:lnTo>
                  <a:lnTo>
                    <a:pt x="333059" y="187631"/>
                  </a:lnTo>
                  <a:lnTo>
                    <a:pt x="333630" y="182347"/>
                  </a:lnTo>
                  <a:lnTo>
                    <a:pt x="334033" y="177048"/>
                  </a:lnTo>
                  <a:lnTo>
                    <a:pt x="334267" y="171738"/>
                  </a:lnTo>
                  <a:lnTo>
                    <a:pt x="334333" y="166424"/>
                  </a:lnTo>
                  <a:lnTo>
                    <a:pt x="334229" y="161110"/>
                  </a:lnTo>
                  <a:lnTo>
                    <a:pt x="333957" y="155802"/>
                  </a:lnTo>
                  <a:lnTo>
                    <a:pt x="333516" y="150506"/>
                  </a:lnTo>
                  <a:lnTo>
                    <a:pt x="332906" y="145226"/>
                  </a:lnTo>
                  <a:lnTo>
                    <a:pt x="332130" y="139969"/>
                  </a:lnTo>
                  <a:lnTo>
                    <a:pt x="331186" y="134738"/>
                  </a:lnTo>
                  <a:lnTo>
                    <a:pt x="330077" y="129541"/>
                  </a:lnTo>
                  <a:lnTo>
                    <a:pt x="328803" y="124381"/>
                  </a:lnTo>
                  <a:lnTo>
                    <a:pt x="327366" y="119264"/>
                  </a:lnTo>
                  <a:lnTo>
                    <a:pt x="325766" y="114196"/>
                  </a:lnTo>
                  <a:lnTo>
                    <a:pt x="324007" y="109181"/>
                  </a:lnTo>
                  <a:lnTo>
                    <a:pt x="322089" y="104224"/>
                  </a:lnTo>
                  <a:lnTo>
                    <a:pt x="320014" y="99331"/>
                  </a:lnTo>
                  <a:lnTo>
                    <a:pt x="317785" y="94507"/>
                  </a:lnTo>
                  <a:lnTo>
                    <a:pt x="315403" y="89755"/>
                  </a:lnTo>
                  <a:lnTo>
                    <a:pt x="312872" y="85082"/>
                  </a:lnTo>
                  <a:lnTo>
                    <a:pt x="310194" y="80492"/>
                  </a:lnTo>
                  <a:lnTo>
                    <a:pt x="307371" y="75989"/>
                  </a:lnTo>
                  <a:lnTo>
                    <a:pt x="304406" y="71578"/>
                  </a:lnTo>
                  <a:lnTo>
                    <a:pt x="301302" y="67263"/>
                  </a:lnTo>
                  <a:lnTo>
                    <a:pt x="298063" y="63050"/>
                  </a:lnTo>
                  <a:lnTo>
                    <a:pt x="294692" y="58941"/>
                  </a:lnTo>
                  <a:lnTo>
                    <a:pt x="291191" y="54942"/>
                  </a:lnTo>
                  <a:lnTo>
                    <a:pt x="287566" y="51056"/>
                  </a:lnTo>
                  <a:lnTo>
                    <a:pt x="283818" y="47287"/>
                  </a:lnTo>
                  <a:lnTo>
                    <a:pt x="279953" y="43640"/>
                  </a:lnTo>
                  <a:lnTo>
                    <a:pt x="275974" y="40117"/>
                  </a:lnTo>
                  <a:lnTo>
                    <a:pt x="271884" y="36722"/>
                  </a:lnTo>
                  <a:lnTo>
                    <a:pt x="267689" y="33459"/>
                  </a:lnTo>
                  <a:lnTo>
                    <a:pt x="263393" y="30331"/>
                  </a:lnTo>
                  <a:lnTo>
                    <a:pt x="258999" y="27341"/>
                  </a:lnTo>
                  <a:lnTo>
                    <a:pt x="254512" y="24493"/>
                  </a:lnTo>
                  <a:lnTo>
                    <a:pt x="249937" y="21788"/>
                  </a:lnTo>
                  <a:lnTo>
                    <a:pt x="245278" y="19230"/>
                  </a:lnTo>
                  <a:lnTo>
                    <a:pt x="240540" y="16822"/>
                  </a:lnTo>
                  <a:lnTo>
                    <a:pt x="235728" y="14565"/>
                  </a:lnTo>
                  <a:lnTo>
                    <a:pt x="230847" y="12463"/>
                  </a:lnTo>
                  <a:lnTo>
                    <a:pt x="225902" y="10517"/>
                  </a:lnTo>
                  <a:lnTo>
                    <a:pt x="220897" y="8729"/>
                  </a:lnTo>
                  <a:lnTo>
                    <a:pt x="215837" y="7101"/>
                  </a:lnTo>
                  <a:lnTo>
                    <a:pt x="210729" y="5634"/>
                  </a:lnTo>
                  <a:lnTo>
                    <a:pt x="205577" y="4331"/>
                  </a:lnTo>
                  <a:lnTo>
                    <a:pt x="200385" y="3192"/>
                  </a:lnTo>
                  <a:lnTo>
                    <a:pt x="195160" y="2219"/>
                  </a:lnTo>
                  <a:lnTo>
                    <a:pt x="189907" y="1412"/>
                  </a:lnTo>
                  <a:lnTo>
                    <a:pt x="184631" y="773"/>
                  </a:lnTo>
                  <a:lnTo>
                    <a:pt x="179337" y="302"/>
                  </a:lnTo>
                  <a:lnTo>
                    <a:pt x="174031" y="0"/>
                  </a:lnTo>
                  <a:lnTo>
                    <a:pt x="167166" y="1670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6864" cy="167167"/>
            </a:xfrm>
            <a:custGeom>
              <a:avLst/>
              <a:pathLst>
                <a:path w="6864" h="167167">
                  <a:moveTo>
                    <a:pt x="6864" y="14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tx76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2025-06-06T03:08:28Z</dcterms:modified>
  <cp:category/>
</cp:coreProperties>
</file>